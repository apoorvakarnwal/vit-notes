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16.jpg" ContentType="image/jpg"/>
  <Override PartName="/ppt/media/image17.jpg" ContentType="image/jpg"/>
  <Override PartName="/ppt/media/image19.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6" r:id="rId2"/>
    <p:sldId id="257" r:id="rId3"/>
    <p:sldId id="258" r:id="rId4"/>
    <p:sldId id="260" r:id="rId5"/>
    <p:sldId id="259" r:id="rId6"/>
    <p:sldId id="261" r:id="rId7"/>
    <p:sldId id="262" r:id="rId8"/>
    <p:sldId id="263" r:id="rId9"/>
    <p:sldId id="264"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6" r:id="rId35"/>
    <p:sldId id="297" r:id="rId36"/>
    <p:sldId id="298" r:id="rId37"/>
    <p:sldId id="299" r:id="rId38"/>
    <p:sldId id="300" r:id="rId39"/>
    <p:sldId id="301" r:id="rId40"/>
    <p:sldId id="303" r:id="rId41"/>
    <p:sldId id="304" r:id="rId42"/>
    <p:sldId id="305" r:id="rId43"/>
    <p:sldId id="306" r:id="rId44"/>
    <p:sldId id="307" r:id="rId45"/>
    <p:sldId id="324" r:id="rId46"/>
    <p:sldId id="308" r:id="rId47"/>
    <p:sldId id="309" r:id="rId48"/>
    <p:sldId id="310" r:id="rId49"/>
    <p:sldId id="311" r:id="rId50"/>
    <p:sldId id="312" r:id="rId51"/>
    <p:sldId id="313" r:id="rId52"/>
    <p:sldId id="314" r:id="rId53"/>
    <p:sldId id="325" r:id="rId54"/>
    <p:sldId id="315" r:id="rId55"/>
    <p:sldId id="316" r:id="rId56"/>
    <p:sldId id="317" r:id="rId57"/>
    <p:sldId id="318" r:id="rId58"/>
    <p:sldId id="319" r:id="rId59"/>
    <p:sldId id="320" r:id="rId60"/>
    <p:sldId id="321" r:id="rId61"/>
    <p:sldId id="322" r:id="rId62"/>
    <p:sldId id="323"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88"/>
    <p:restoredTop sz="94694"/>
  </p:normalViewPr>
  <p:slideViewPr>
    <p:cSldViewPr snapToGrid="0">
      <p:cViewPr>
        <p:scale>
          <a:sx n="70" d="100"/>
          <a:sy n="70" d="100"/>
        </p:scale>
        <p:origin x="456" y="1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3D0798B-3246-45F0-A0A9-0653879062F9}" type="datetimeFigureOut">
              <a:rPr lang="en-US" smtClean="0"/>
              <a:t>5/7/25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DA4EFA-AFEF-4EB2-ADAF-44A85B31FFD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2596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D0798B-3246-45F0-A0A9-0653879062F9}" type="datetimeFigureOut">
              <a:rPr lang="en-US" smtClean="0"/>
              <a:t>5/7/25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DA4EFA-AFEF-4EB2-ADAF-44A85B31FFD0}" type="slidenum">
              <a:rPr lang="en-US" smtClean="0"/>
              <a:t>‹#›</a:t>
            </a:fld>
            <a:endParaRPr lang="en-US"/>
          </a:p>
        </p:txBody>
      </p:sp>
    </p:spTree>
    <p:extLst>
      <p:ext uri="{BB962C8B-B14F-4D97-AF65-F5344CB8AC3E}">
        <p14:creationId xmlns:p14="http://schemas.microsoft.com/office/powerpoint/2010/main" val="676431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D0798B-3246-45F0-A0A9-0653879062F9}" type="datetimeFigureOut">
              <a:rPr lang="en-US" smtClean="0"/>
              <a:t>5/7/25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DA4EFA-AFEF-4EB2-ADAF-44A85B31FFD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5990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3D0798B-3246-45F0-A0A9-0653879062F9}" type="datetimeFigureOut">
              <a:rPr lang="en-US" smtClean="0"/>
              <a:t>5/7/25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DA4EFA-AFEF-4EB2-ADAF-44A85B31FFD0}" type="slidenum">
              <a:rPr lang="en-US" smtClean="0"/>
              <a:t>‹#›</a:t>
            </a:fld>
            <a:endParaRPr lang="en-US"/>
          </a:p>
        </p:txBody>
      </p:sp>
    </p:spTree>
    <p:extLst>
      <p:ext uri="{BB962C8B-B14F-4D97-AF65-F5344CB8AC3E}">
        <p14:creationId xmlns:p14="http://schemas.microsoft.com/office/powerpoint/2010/main" val="2483681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3D0798B-3246-45F0-A0A9-0653879062F9}" type="datetimeFigureOut">
              <a:rPr lang="en-US" smtClean="0"/>
              <a:t>5/7/25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DA4EFA-AFEF-4EB2-ADAF-44A85B31FFD0}" type="slidenum">
              <a:rPr lang="en-US" smtClean="0"/>
              <a:t>‹#›</a:t>
            </a:fld>
            <a:endParaRPr lang="en-US"/>
          </a:p>
        </p:txBody>
      </p:sp>
    </p:spTree>
    <p:extLst>
      <p:ext uri="{BB962C8B-B14F-4D97-AF65-F5344CB8AC3E}">
        <p14:creationId xmlns:p14="http://schemas.microsoft.com/office/powerpoint/2010/main" val="1484748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3D0798B-3246-45F0-A0A9-0653879062F9}" type="datetimeFigureOut">
              <a:rPr lang="en-US" smtClean="0"/>
              <a:t>5/7/25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DA4EFA-AFEF-4EB2-ADAF-44A85B31FFD0}" type="slidenum">
              <a:rPr lang="en-US" smtClean="0"/>
              <a:t>‹#›</a:t>
            </a:fld>
            <a:endParaRPr lang="en-US"/>
          </a:p>
        </p:txBody>
      </p:sp>
    </p:spTree>
    <p:extLst>
      <p:ext uri="{BB962C8B-B14F-4D97-AF65-F5344CB8AC3E}">
        <p14:creationId xmlns:p14="http://schemas.microsoft.com/office/powerpoint/2010/main" val="992708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3D0798B-3246-45F0-A0A9-0653879062F9}" type="datetimeFigureOut">
              <a:rPr lang="en-US" smtClean="0"/>
              <a:t>5/7/25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0DA4EFA-AFEF-4EB2-ADAF-44A85B31FFD0}" type="slidenum">
              <a:rPr lang="en-US" smtClean="0"/>
              <a:t>‹#›</a:t>
            </a:fld>
            <a:endParaRPr lang="en-US"/>
          </a:p>
        </p:txBody>
      </p:sp>
    </p:spTree>
    <p:extLst>
      <p:ext uri="{BB962C8B-B14F-4D97-AF65-F5344CB8AC3E}">
        <p14:creationId xmlns:p14="http://schemas.microsoft.com/office/powerpoint/2010/main" val="1522889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3D0798B-3246-45F0-A0A9-0653879062F9}" type="datetimeFigureOut">
              <a:rPr lang="en-US" smtClean="0"/>
              <a:t>5/7/25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0DA4EFA-AFEF-4EB2-ADAF-44A85B31FFD0}" type="slidenum">
              <a:rPr lang="en-US" smtClean="0"/>
              <a:t>‹#›</a:t>
            </a:fld>
            <a:endParaRPr lang="en-US"/>
          </a:p>
        </p:txBody>
      </p:sp>
    </p:spTree>
    <p:extLst>
      <p:ext uri="{BB962C8B-B14F-4D97-AF65-F5344CB8AC3E}">
        <p14:creationId xmlns:p14="http://schemas.microsoft.com/office/powerpoint/2010/main" val="3467284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3D0798B-3246-45F0-A0A9-0653879062F9}" type="datetimeFigureOut">
              <a:rPr lang="en-US" smtClean="0"/>
              <a:t>5/7/25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DA4EFA-AFEF-4EB2-ADAF-44A85B31FFD0}" type="slidenum">
              <a:rPr lang="en-US" smtClean="0"/>
              <a:t>‹#›</a:t>
            </a:fld>
            <a:endParaRPr lang="en-US"/>
          </a:p>
        </p:txBody>
      </p:sp>
    </p:spTree>
    <p:extLst>
      <p:ext uri="{BB962C8B-B14F-4D97-AF65-F5344CB8AC3E}">
        <p14:creationId xmlns:p14="http://schemas.microsoft.com/office/powerpoint/2010/main" val="1334309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D0798B-3246-45F0-A0A9-0653879062F9}" type="datetimeFigureOut">
              <a:rPr lang="en-US" smtClean="0"/>
              <a:t>5/7/25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DA4EFA-AFEF-4EB2-ADAF-44A85B31FFD0}" type="slidenum">
              <a:rPr lang="en-US" smtClean="0"/>
              <a:t>‹#›</a:t>
            </a:fld>
            <a:endParaRPr lang="en-US"/>
          </a:p>
        </p:txBody>
      </p:sp>
    </p:spTree>
    <p:extLst>
      <p:ext uri="{BB962C8B-B14F-4D97-AF65-F5344CB8AC3E}">
        <p14:creationId xmlns:p14="http://schemas.microsoft.com/office/powerpoint/2010/main" val="4154435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D0798B-3246-45F0-A0A9-0653879062F9}" type="datetimeFigureOut">
              <a:rPr lang="en-US" smtClean="0"/>
              <a:t>5/7/25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DA4EFA-AFEF-4EB2-ADAF-44A85B31FFD0}" type="slidenum">
              <a:rPr lang="en-US" smtClean="0"/>
              <a:t>‹#›</a:t>
            </a:fld>
            <a:endParaRPr lang="en-US"/>
          </a:p>
        </p:txBody>
      </p:sp>
    </p:spTree>
    <p:extLst>
      <p:ext uri="{BB962C8B-B14F-4D97-AF65-F5344CB8AC3E}">
        <p14:creationId xmlns:p14="http://schemas.microsoft.com/office/powerpoint/2010/main" val="727273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3D0798B-3246-45F0-A0A9-0653879062F9}" type="datetimeFigureOut">
              <a:rPr lang="en-US" smtClean="0"/>
              <a:t>5/7/25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0DA4EFA-AFEF-4EB2-ADAF-44A85B31FFD0}"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664351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geeksforgeeks.org/training-vs-testing-vs-validation-sets"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Module 6</a:t>
            </a:r>
            <a:br>
              <a:rPr lang="en-US" dirty="0"/>
            </a:br>
            <a:r>
              <a:rPr lang="en-US" dirty="0"/>
              <a:t>Software Evolution</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682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a:t>
            </a:r>
          </a:p>
        </p:txBody>
      </p:sp>
      <p:sp>
        <p:nvSpPr>
          <p:cNvPr id="3" name="Content Placeholder 2"/>
          <p:cNvSpPr>
            <a:spLocks noGrp="1"/>
          </p:cNvSpPr>
          <p:nvPr>
            <p:ph idx="1"/>
          </p:nvPr>
        </p:nvSpPr>
        <p:spPr/>
        <p:txBody>
          <a:bodyPr/>
          <a:lstStyle/>
          <a:p>
            <a:r>
              <a:rPr lang="en-US" dirty="0"/>
              <a:t>Software Maintenance</a:t>
            </a:r>
          </a:p>
          <a:p>
            <a:r>
              <a:rPr lang="en-US" dirty="0"/>
              <a:t>Types of Maintenance, </a:t>
            </a:r>
          </a:p>
          <a:p>
            <a:r>
              <a:rPr lang="en-US" dirty="0"/>
              <a:t>Software Configuration Management </a:t>
            </a:r>
          </a:p>
          <a:p>
            <a:r>
              <a:rPr lang="en-US" dirty="0"/>
              <a:t>Overview – SCM Tools. </a:t>
            </a:r>
          </a:p>
          <a:p>
            <a:r>
              <a:rPr lang="en-US" dirty="0"/>
              <a:t>Re-Engineering</a:t>
            </a:r>
          </a:p>
          <a:p>
            <a:r>
              <a:rPr lang="en-US" dirty="0"/>
              <a:t>Reverse Engineering</a:t>
            </a:r>
          </a:p>
          <a:p>
            <a:r>
              <a:rPr lang="en-US" dirty="0"/>
              <a:t>Software Reuse </a:t>
            </a:r>
          </a:p>
        </p:txBody>
      </p:sp>
    </p:spTree>
    <p:extLst>
      <p:ext uri="{BB962C8B-B14F-4D97-AF65-F5344CB8AC3E}">
        <p14:creationId xmlns:p14="http://schemas.microsoft.com/office/powerpoint/2010/main" val="2501000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279775" y="0"/>
            <a:ext cx="8912225" cy="744538"/>
          </a:xfrm>
        </p:spPr>
        <p:txBody>
          <a:bodyPr/>
          <a:lstStyle/>
          <a:p>
            <a:r>
              <a:rPr lang="en-US" dirty="0"/>
              <a:t>Software Maintenance</a:t>
            </a:r>
          </a:p>
        </p:txBody>
      </p:sp>
      <p:sp>
        <p:nvSpPr>
          <p:cNvPr id="3" name="Content Placeholder 2"/>
          <p:cNvSpPr>
            <a:spLocks noGrp="1"/>
          </p:cNvSpPr>
          <p:nvPr>
            <p:ph idx="4294967295"/>
          </p:nvPr>
        </p:nvSpPr>
        <p:spPr>
          <a:xfrm>
            <a:off x="405353" y="848412"/>
            <a:ext cx="11391900" cy="5826125"/>
          </a:xfrm>
        </p:spPr>
        <p:txBody>
          <a:bodyPr>
            <a:normAutofit/>
          </a:bodyPr>
          <a:lstStyle/>
          <a:p>
            <a:pPr algn="just" fontAlgn="base"/>
            <a:r>
              <a:rPr lang="en-US" sz="2400" dirty="0"/>
              <a:t>The goal of software maintenance is to keep the software system working correctly, efficiently, and securely, and to ensure that it continues to meet the needs of the users.</a:t>
            </a:r>
          </a:p>
          <a:p>
            <a:pPr algn="just" fontAlgn="base"/>
            <a:r>
              <a:rPr lang="en-US" sz="2400" dirty="0"/>
              <a:t>This can include fixing bugs, adding new features, improving performance, or updating the software to work with new hardware or software systems.</a:t>
            </a:r>
          </a:p>
          <a:p>
            <a:pPr algn="just" fontAlgn="base"/>
            <a:r>
              <a:rPr lang="en-US" sz="2400" dirty="0"/>
              <a:t>It is also important to consider the cost and effort required for software maintenance when planning and developing a software system.</a:t>
            </a:r>
          </a:p>
          <a:p>
            <a:pPr algn="just" fontAlgn="base"/>
            <a:r>
              <a:rPr lang="en-US" sz="2400" dirty="0"/>
              <a:t>It is important to have a well-defined maintenance process in place, which includes </a:t>
            </a:r>
            <a:r>
              <a:rPr lang="en-US" sz="2400" u="sng" dirty="0">
                <a:hlinkClick r:id="rId2"/>
              </a:rPr>
              <a:t>testing and validation</a:t>
            </a:r>
            <a:r>
              <a:rPr lang="en-US" sz="2400" dirty="0"/>
              <a:t>, version control, and communication with stakeholders.</a:t>
            </a:r>
          </a:p>
          <a:p>
            <a:pPr algn="just" fontAlgn="base"/>
            <a:r>
              <a:rPr lang="en-US" sz="2400" dirty="0"/>
              <a:t>It’s important to note that software maintenance can be costly and complex, especially for large and complex systems. Therefore, the cost and effort of maintenance should be taken into account during the planning and development phases of a software project.</a:t>
            </a:r>
          </a:p>
          <a:p>
            <a:pPr algn="just" fontAlgn="base"/>
            <a:r>
              <a:rPr lang="en-US" sz="2400" dirty="0"/>
              <a:t>It’s also important to have a clear and well-defined maintenance plan that includes regular maintenance activities, such as testing, backup, and bug fixing.</a:t>
            </a:r>
          </a:p>
        </p:txBody>
      </p:sp>
    </p:spTree>
    <p:extLst>
      <p:ext uri="{BB962C8B-B14F-4D97-AF65-F5344CB8AC3E}">
        <p14:creationId xmlns:p14="http://schemas.microsoft.com/office/powerpoint/2010/main" val="3399289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Need for Software Maintenance</a:t>
            </a:r>
          </a:p>
        </p:txBody>
      </p:sp>
      <p:sp>
        <p:nvSpPr>
          <p:cNvPr id="3" name="Content Placeholder 2"/>
          <p:cNvSpPr>
            <a:spLocks noGrp="1"/>
          </p:cNvSpPr>
          <p:nvPr>
            <p:ph idx="1"/>
          </p:nvPr>
        </p:nvSpPr>
        <p:spPr>
          <a:xfrm>
            <a:off x="1335447" y="1979629"/>
            <a:ext cx="8915400" cy="3639362"/>
          </a:xfrm>
        </p:spPr>
        <p:txBody>
          <a:bodyPr/>
          <a:lstStyle/>
          <a:p>
            <a:r>
              <a:rPr lang="en-US" dirty="0"/>
              <a:t>Software Maintenance must be performed in order to: </a:t>
            </a:r>
          </a:p>
          <a:p>
            <a:pPr lvl="1"/>
            <a:r>
              <a:rPr lang="en-US" dirty="0"/>
              <a:t>Correct faults </a:t>
            </a:r>
          </a:p>
          <a:p>
            <a:pPr lvl="1"/>
            <a:r>
              <a:rPr lang="en-US" dirty="0"/>
              <a:t>Improve the design </a:t>
            </a:r>
          </a:p>
          <a:p>
            <a:pPr lvl="1"/>
            <a:r>
              <a:rPr lang="en-US" dirty="0"/>
              <a:t>Implement enhancements</a:t>
            </a:r>
          </a:p>
          <a:p>
            <a:pPr lvl="1"/>
            <a:r>
              <a:rPr lang="en-US" dirty="0"/>
              <a:t>Interface with other systems</a:t>
            </a:r>
          </a:p>
          <a:p>
            <a:pPr lvl="1"/>
            <a:r>
              <a:rPr lang="en-US" dirty="0"/>
              <a:t>Accommodate programs so that different hardware, software, system features, and telecommunications facilities can be used. </a:t>
            </a:r>
          </a:p>
          <a:p>
            <a:pPr lvl="1"/>
            <a:r>
              <a:rPr lang="en-US" dirty="0"/>
              <a:t>Migrate legacy software. </a:t>
            </a:r>
          </a:p>
        </p:txBody>
      </p:sp>
    </p:spTree>
    <p:extLst>
      <p:ext uri="{BB962C8B-B14F-4D97-AF65-F5344CB8AC3E}">
        <p14:creationId xmlns:p14="http://schemas.microsoft.com/office/powerpoint/2010/main" val="1058167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l="8813" t="3666" r="10983" b="-3666"/>
          <a:stretch/>
        </p:blipFill>
        <p:spPr>
          <a:xfrm>
            <a:off x="282805" y="295215"/>
            <a:ext cx="5920034" cy="6685334"/>
          </a:xfrm>
          <a:prstGeom prst="rect">
            <a:avLst/>
          </a:prstGeom>
        </p:spPr>
      </p:pic>
      <p:pic>
        <p:nvPicPr>
          <p:cNvPr id="5" name="Picture 4"/>
          <p:cNvPicPr>
            <a:picLocks noChangeAspect="1"/>
          </p:cNvPicPr>
          <p:nvPr/>
        </p:nvPicPr>
        <p:blipFill>
          <a:blip r:embed="rId3"/>
          <a:stretch>
            <a:fillRect/>
          </a:stretch>
        </p:blipFill>
        <p:spPr>
          <a:xfrm>
            <a:off x="6436641" y="408495"/>
            <a:ext cx="5601388" cy="6248400"/>
          </a:xfrm>
          <a:prstGeom prst="rect">
            <a:avLst/>
          </a:prstGeom>
        </p:spPr>
      </p:pic>
    </p:spTree>
    <p:extLst>
      <p:ext uri="{BB962C8B-B14F-4D97-AF65-F5344CB8AC3E}">
        <p14:creationId xmlns:p14="http://schemas.microsoft.com/office/powerpoint/2010/main" val="839884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62552"/>
            <a:ext cx="10058400" cy="874808"/>
          </a:xfrm>
        </p:spPr>
        <p:txBody>
          <a:bodyPr/>
          <a:lstStyle/>
          <a:p>
            <a:r>
              <a:rPr lang="en-US" dirty="0"/>
              <a:t>Corrective Software Maintenance</a:t>
            </a:r>
          </a:p>
        </p:txBody>
      </p:sp>
      <p:pic>
        <p:nvPicPr>
          <p:cNvPr id="6" name="Content Placeholder 5"/>
          <p:cNvPicPr>
            <a:picLocks noGrp="1" noChangeAspect="1"/>
          </p:cNvPicPr>
          <p:nvPr>
            <p:ph sz="half" idx="1"/>
          </p:nvPr>
        </p:nvPicPr>
        <p:blipFill>
          <a:blip r:embed="rId2"/>
          <a:stretch>
            <a:fillRect/>
          </a:stretch>
        </p:blipFill>
        <p:spPr>
          <a:xfrm>
            <a:off x="298500" y="1649692"/>
            <a:ext cx="4773121" cy="4345756"/>
          </a:xfrm>
          <a:prstGeom prst="rect">
            <a:avLst/>
          </a:prstGeom>
        </p:spPr>
      </p:pic>
      <p:sp>
        <p:nvSpPr>
          <p:cNvPr id="5" name="Content Placeholder 4"/>
          <p:cNvSpPr>
            <a:spLocks noGrp="1"/>
          </p:cNvSpPr>
          <p:nvPr>
            <p:ph sz="half" idx="2"/>
          </p:nvPr>
        </p:nvSpPr>
        <p:spPr>
          <a:xfrm>
            <a:off x="5382705" y="1649692"/>
            <a:ext cx="6121906" cy="4873656"/>
          </a:xfrm>
        </p:spPr>
        <p:txBody>
          <a:bodyPr>
            <a:normAutofit/>
          </a:bodyPr>
          <a:lstStyle/>
          <a:p>
            <a:pPr algn="just"/>
            <a:r>
              <a:rPr lang="en-US" dirty="0"/>
              <a:t>This process of identifying and resolving flaws, errors, or problems that are found in software that is regularly used. </a:t>
            </a:r>
          </a:p>
          <a:p>
            <a:pPr algn="just"/>
            <a:r>
              <a:rPr lang="en-US" dirty="0"/>
              <a:t>This kind of maintenance fixes issues that users have reported or that testing and monitoring have found, to get the product back to working as intended. </a:t>
            </a:r>
          </a:p>
          <a:p>
            <a:pPr algn="just"/>
            <a:r>
              <a:rPr lang="en-US" dirty="0"/>
              <a:t>Reliability of software operation is ensured, and downtime is minimized with corrective maintenance.</a:t>
            </a:r>
          </a:p>
          <a:p>
            <a:pPr algn="just"/>
            <a:r>
              <a:rPr lang="en-US" b="1" dirty="0"/>
              <a:t>Key Activities:</a:t>
            </a:r>
            <a:endParaRPr lang="en-US" dirty="0"/>
          </a:p>
          <a:p>
            <a:pPr lvl="1" algn="just"/>
            <a:r>
              <a:rPr lang="en-US" dirty="0"/>
              <a:t>Recognizing and fixing errors or inaccuracies that have been reported.</a:t>
            </a:r>
          </a:p>
          <a:p>
            <a:pPr lvl="1" algn="just"/>
            <a:r>
              <a:rPr lang="en-US" dirty="0"/>
              <a:t>Analyzing the root cause of errors.</a:t>
            </a:r>
          </a:p>
          <a:p>
            <a:pPr lvl="1" algn="just"/>
            <a:r>
              <a:rPr lang="en-US" dirty="0"/>
              <a:t>Creating and putting into use patches or fixes.</a:t>
            </a:r>
          </a:p>
          <a:p>
            <a:pPr lvl="1" algn="just"/>
            <a:r>
              <a:rPr lang="en-US" dirty="0"/>
              <a:t>Testing to confirm whether corrective measures are working.</a:t>
            </a:r>
          </a:p>
          <a:p>
            <a:pPr lvl="1" algn="just"/>
            <a:r>
              <a:rPr lang="en-US" dirty="0"/>
              <a:t>Deploying updates into operational settings.</a:t>
            </a:r>
          </a:p>
          <a:p>
            <a:pPr algn="just"/>
            <a:endParaRPr lang="en-US" dirty="0"/>
          </a:p>
        </p:txBody>
      </p:sp>
    </p:spTree>
    <p:extLst>
      <p:ext uri="{BB962C8B-B14F-4D97-AF65-F5344CB8AC3E}">
        <p14:creationId xmlns:p14="http://schemas.microsoft.com/office/powerpoint/2010/main" val="1049493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Adaptive Maintenance</a:t>
            </a:r>
          </a:p>
        </p:txBody>
      </p:sp>
      <p:pic>
        <p:nvPicPr>
          <p:cNvPr id="5" name="Content Placeholder 4"/>
          <p:cNvPicPr>
            <a:picLocks noGrp="1" noChangeAspect="1"/>
          </p:cNvPicPr>
          <p:nvPr>
            <p:ph sz="half" idx="1"/>
          </p:nvPr>
        </p:nvPicPr>
        <p:blipFill>
          <a:blip r:embed="rId2"/>
          <a:stretch>
            <a:fillRect/>
          </a:stretch>
        </p:blipFill>
        <p:spPr>
          <a:xfrm>
            <a:off x="436305" y="2150268"/>
            <a:ext cx="4833279" cy="3081607"/>
          </a:xfrm>
          <a:prstGeom prst="rect">
            <a:avLst/>
          </a:prstGeom>
        </p:spPr>
      </p:pic>
      <p:sp>
        <p:nvSpPr>
          <p:cNvPr id="4" name="Content Placeholder 3"/>
          <p:cNvSpPr>
            <a:spLocks noGrp="1"/>
          </p:cNvSpPr>
          <p:nvPr>
            <p:ph sz="half" idx="2"/>
          </p:nvPr>
        </p:nvSpPr>
        <p:spPr>
          <a:xfrm>
            <a:off x="5656082" y="1847654"/>
            <a:ext cx="6447933" cy="4722828"/>
          </a:xfrm>
        </p:spPr>
        <p:txBody>
          <a:bodyPr>
            <a:normAutofit fontScale="92500" lnSpcReduction="10000"/>
          </a:bodyPr>
          <a:lstStyle/>
          <a:p>
            <a:pPr algn="just"/>
            <a:r>
              <a:rPr lang="en-US" dirty="0"/>
              <a:t>It refers to the process of evolving software to take advantage of environmental changes, such as operating system updates, hardware improvements, or new legal requirements. </a:t>
            </a:r>
          </a:p>
          <a:p>
            <a:pPr algn="just"/>
            <a:r>
              <a:rPr lang="en-US" dirty="0"/>
              <a:t>This kind of upkeep guarantees that the program will continue to work and be compatible with changing commercial and technical contexts. </a:t>
            </a:r>
          </a:p>
          <a:p>
            <a:pPr algn="just"/>
            <a:r>
              <a:rPr lang="en-US" dirty="0"/>
              <a:t>Adaptive maintenance is necessary to increase the software's longevity and usability.</a:t>
            </a:r>
          </a:p>
          <a:p>
            <a:pPr algn="just"/>
            <a:r>
              <a:rPr lang="en-US" b="1" dirty="0"/>
              <a:t>Key Activities:</a:t>
            </a:r>
            <a:endParaRPr lang="en-US" dirty="0"/>
          </a:p>
          <a:p>
            <a:pPr lvl="1" algn="just"/>
            <a:r>
              <a:rPr lang="en-US" dirty="0"/>
              <a:t>Evaluating how the software is affected by changes in the environment.</a:t>
            </a:r>
          </a:p>
          <a:p>
            <a:pPr lvl="1" algn="just"/>
            <a:r>
              <a:rPr lang="en-US" dirty="0"/>
              <a:t>Adjusting code or configurations to meet new specifications.</a:t>
            </a:r>
          </a:p>
          <a:p>
            <a:pPr lvl="1" algn="just"/>
            <a:r>
              <a:rPr lang="en-US" dirty="0"/>
              <a:t>Validating compatibility and performance through testing.</a:t>
            </a:r>
          </a:p>
          <a:p>
            <a:pPr lvl="1" algn="just"/>
            <a:r>
              <a:rPr lang="en-US" dirty="0"/>
              <a:t>Documentation is being updated to reflect changes.</a:t>
            </a:r>
          </a:p>
          <a:p>
            <a:pPr lvl="1" algn="just"/>
            <a:r>
              <a:rPr lang="en-US" dirty="0"/>
              <a:t>Implementing modifications in operational settings.</a:t>
            </a:r>
          </a:p>
          <a:p>
            <a:pPr algn="just"/>
            <a:endParaRPr lang="en-US" dirty="0"/>
          </a:p>
        </p:txBody>
      </p:sp>
    </p:spTree>
    <p:extLst>
      <p:ext uri="{BB962C8B-B14F-4D97-AF65-F5344CB8AC3E}">
        <p14:creationId xmlns:p14="http://schemas.microsoft.com/office/powerpoint/2010/main" val="3423826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Perfective Maintenance</a:t>
            </a:r>
          </a:p>
        </p:txBody>
      </p:sp>
      <p:pic>
        <p:nvPicPr>
          <p:cNvPr id="5" name="Content Placeholder 4"/>
          <p:cNvPicPr>
            <a:picLocks noGrp="1" noChangeAspect="1"/>
          </p:cNvPicPr>
          <p:nvPr>
            <p:ph sz="half" idx="1"/>
          </p:nvPr>
        </p:nvPicPr>
        <p:blipFill>
          <a:blip r:embed="rId2"/>
          <a:stretch>
            <a:fillRect/>
          </a:stretch>
        </p:blipFill>
        <p:spPr>
          <a:xfrm>
            <a:off x="216817" y="2488677"/>
            <a:ext cx="5203596" cy="2750723"/>
          </a:xfrm>
          <a:prstGeom prst="rect">
            <a:avLst/>
          </a:prstGeom>
        </p:spPr>
      </p:pic>
      <p:sp>
        <p:nvSpPr>
          <p:cNvPr id="4" name="Content Placeholder 3"/>
          <p:cNvSpPr>
            <a:spLocks noGrp="1"/>
          </p:cNvSpPr>
          <p:nvPr>
            <p:ph sz="half" idx="2"/>
          </p:nvPr>
        </p:nvSpPr>
        <p:spPr>
          <a:xfrm>
            <a:off x="5665508" y="2102178"/>
            <a:ext cx="6410227" cy="4336330"/>
          </a:xfrm>
        </p:spPr>
        <p:txBody>
          <a:bodyPr>
            <a:normAutofit fontScale="85000" lnSpcReduction="10000"/>
          </a:bodyPr>
          <a:lstStyle/>
          <a:p>
            <a:pPr algn="just"/>
            <a:r>
              <a:rPr lang="en-US" b="1" dirty="0"/>
              <a:t>Perfective Software Maintenance</a:t>
            </a:r>
            <a:endParaRPr lang="en-US" dirty="0"/>
          </a:p>
          <a:p>
            <a:pPr algn="just"/>
            <a:r>
              <a:rPr lang="en-US" dirty="0"/>
              <a:t>The goal of perfective maintenance is to improve the software's usability, effectiveness, or performance without affecting its essential features. </a:t>
            </a:r>
          </a:p>
          <a:p>
            <a:pPr algn="just"/>
            <a:r>
              <a:rPr lang="en-US" dirty="0"/>
              <a:t>The goal of this kind of maintenance is to improve software features in response to user input, new developments in technology, or changing business requirements. </a:t>
            </a:r>
          </a:p>
          <a:p>
            <a:pPr algn="just"/>
            <a:r>
              <a:rPr lang="en-US" dirty="0"/>
              <a:t>Enhancing user pleasure and program quality are two benefits of perfective maintenance.</a:t>
            </a:r>
          </a:p>
          <a:p>
            <a:pPr algn="just"/>
            <a:r>
              <a:rPr lang="en-US" b="1" dirty="0"/>
              <a:t>Key Activities:</a:t>
            </a:r>
            <a:endParaRPr lang="en-US" dirty="0"/>
          </a:p>
          <a:p>
            <a:pPr lvl="1" algn="just"/>
            <a:r>
              <a:rPr lang="en-US" dirty="0"/>
              <a:t>Examining requests for enhancements and feedback from customers.</a:t>
            </a:r>
          </a:p>
          <a:p>
            <a:pPr lvl="1" algn="just"/>
            <a:r>
              <a:rPr lang="en-US" dirty="0"/>
              <a:t>Identifying where features or performance might be improved.</a:t>
            </a:r>
          </a:p>
          <a:p>
            <a:pPr lvl="1" algn="just"/>
            <a:r>
              <a:rPr lang="en-US" dirty="0"/>
              <a:t>Rewriting code to make it more scalable and maintainable.</a:t>
            </a:r>
          </a:p>
          <a:p>
            <a:pPr lvl="1" algn="just"/>
            <a:r>
              <a:rPr lang="en-US" dirty="0"/>
              <a:t>Implementing new features or upgrades into practice.</a:t>
            </a:r>
          </a:p>
          <a:p>
            <a:pPr lvl="1" algn="just"/>
            <a:r>
              <a:rPr lang="en-US" dirty="0"/>
              <a:t>Testing modifications to make sure they adhere to quality requirements.</a:t>
            </a:r>
          </a:p>
          <a:p>
            <a:pPr algn="just"/>
            <a:endParaRPr lang="en-US" dirty="0"/>
          </a:p>
        </p:txBody>
      </p:sp>
    </p:spTree>
    <p:extLst>
      <p:ext uri="{BB962C8B-B14F-4D97-AF65-F5344CB8AC3E}">
        <p14:creationId xmlns:p14="http://schemas.microsoft.com/office/powerpoint/2010/main" val="2832599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Preventive Maintenance </a:t>
            </a:r>
          </a:p>
        </p:txBody>
      </p:sp>
      <p:pic>
        <p:nvPicPr>
          <p:cNvPr id="5" name="Content Placeholder 4"/>
          <p:cNvPicPr>
            <a:picLocks noGrp="1" noChangeAspect="1"/>
          </p:cNvPicPr>
          <p:nvPr>
            <p:ph sz="half" idx="1"/>
          </p:nvPr>
        </p:nvPicPr>
        <p:blipFill>
          <a:blip r:embed="rId2"/>
          <a:stretch>
            <a:fillRect/>
          </a:stretch>
        </p:blipFill>
        <p:spPr>
          <a:xfrm>
            <a:off x="128816" y="2498889"/>
            <a:ext cx="4754269" cy="3184713"/>
          </a:xfrm>
          <a:prstGeom prst="rect">
            <a:avLst/>
          </a:prstGeom>
        </p:spPr>
      </p:pic>
      <p:sp>
        <p:nvSpPr>
          <p:cNvPr id="4" name="Content Placeholder 3"/>
          <p:cNvSpPr>
            <a:spLocks noGrp="1"/>
          </p:cNvSpPr>
          <p:nvPr>
            <p:ph sz="half" idx="2"/>
          </p:nvPr>
        </p:nvSpPr>
        <p:spPr>
          <a:xfrm>
            <a:off x="5109329" y="1833525"/>
            <a:ext cx="6235027" cy="4515439"/>
          </a:xfrm>
        </p:spPr>
        <p:txBody>
          <a:bodyPr>
            <a:normAutofit lnSpcReduction="10000"/>
          </a:bodyPr>
          <a:lstStyle/>
          <a:p>
            <a:pPr algn="just"/>
            <a:r>
              <a:rPr lang="en-US" dirty="0"/>
              <a:t>Identifying and resolving problems before they become faults or problems is the goal of preventive maintenance. </a:t>
            </a:r>
          </a:p>
          <a:p>
            <a:pPr algn="just"/>
            <a:r>
              <a:rPr lang="en-US" dirty="0"/>
              <a:t>By putting policies in place to improve software stability and resilience, this kind of maintenance aims to lower the probability of malfunctions or performance degradation in the future. </a:t>
            </a:r>
          </a:p>
          <a:p>
            <a:pPr algn="just"/>
            <a:r>
              <a:rPr lang="en-US" dirty="0"/>
              <a:t>By reducing risks and enhancing overall program reliability, preventive maintenance helps.</a:t>
            </a:r>
          </a:p>
          <a:p>
            <a:pPr algn="just"/>
            <a:r>
              <a:rPr lang="en-US" b="1" dirty="0"/>
              <a:t>Key Activities:</a:t>
            </a:r>
            <a:endParaRPr lang="en-US" dirty="0"/>
          </a:p>
          <a:p>
            <a:pPr lvl="1" algn="just"/>
            <a:r>
              <a:rPr lang="en-US" dirty="0"/>
              <a:t>To find possible vulnerabilities, do code reviews and analysis.</a:t>
            </a:r>
          </a:p>
          <a:p>
            <a:pPr lvl="1" algn="just"/>
            <a:r>
              <a:rPr lang="en-US" dirty="0"/>
              <a:t>Applying updates and security patches.</a:t>
            </a:r>
          </a:p>
          <a:p>
            <a:pPr lvl="1" algn="just"/>
            <a:r>
              <a:rPr lang="en-US" dirty="0"/>
              <a:t>Maximizing the use of available resources to avoid performance complexities.</a:t>
            </a:r>
          </a:p>
          <a:p>
            <a:pPr lvl="1" algn="just"/>
            <a:r>
              <a:rPr lang="en-US" dirty="0"/>
              <a:t>Performing recurring health checks and system audits.</a:t>
            </a:r>
          </a:p>
          <a:p>
            <a:pPr lvl="1" algn="just"/>
            <a:r>
              <a:rPr lang="en-US" dirty="0"/>
              <a:t>Putting backup and disaster recovery plans into action.</a:t>
            </a:r>
          </a:p>
        </p:txBody>
      </p:sp>
    </p:spTree>
    <p:extLst>
      <p:ext uri="{BB962C8B-B14F-4D97-AF65-F5344CB8AC3E}">
        <p14:creationId xmlns:p14="http://schemas.microsoft.com/office/powerpoint/2010/main" val="3470904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Software Configuration Management</a:t>
            </a:r>
          </a:p>
        </p:txBody>
      </p:sp>
      <p:sp>
        <p:nvSpPr>
          <p:cNvPr id="5" name="Subtitle 4"/>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503723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10325" y="1696951"/>
            <a:ext cx="10482607" cy="4874924"/>
          </a:xfrm>
          <a:prstGeom prst="rect">
            <a:avLst/>
          </a:prstGeom>
        </p:spPr>
        <p:txBody>
          <a:bodyPr vert="horz" wrap="square" lIns="0" tIns="14478" rIns="0" bIns="0" rtlCol="0">
            <a:spAutoFit/>
          </a:bodyPr>
          <a:lstStyle/>
          <a:p>
            <a:pPr marL="425958" indent="-410718" algn="just">
              <a:spcBef>
                <a:spcPts val="114"/>
              </a:spcBef>
              <a:buFont typeface="Arial MT"/>
              <a:buChar char="•"/>
              <a:tabLst>
                <a:tab pos="425958" algn="l"/>
              </a:tabLst>
            </a:pPr>
            <a:r>
              <a:rPr sz="2000" dirty="0">
                <a:latin typeface="Calibri"/>
                <a:cs typeface="Calibri"/>
              </a:rPr>
              <a:t>Configuration</a:t>
            </a:r>
            <a:r>
              <a:rPr sz="2000" spc="12" dirty="0">
                <a:latin typeface="Calibri"/>
                <a:cs typeface="Calibri"/>
              </a:rPr>
              <a:t> </a:t>
            </a:r>
            <a:r>
              <a:rPr sz="2000" dirty="0">
                <a:latin typeface="Calibri"/>
                <a:cs typeface="Calibri"/>
              </a:rPr>
              <a:t>management</a:t>
            </a:r>
            <a:r>
              <a:rPr sz="2000" spc="6" dirty="0">
                <a:latin typeface="Calibri"/>
                <a:cs typeface="Calibri"/>
              </a:rPr>
              <a:t> </a:t>
            </a:r>
            <a:r>
              <a:rPr sz="2000" dirty="0">
                <a:latin typeface="Calibri"/>
                <a:cs typeface="Calibri"/>
              </a:rPr>
              <a:t>(CM)</a:t>
            </a:r>
            <a:r>
              <a:rPr sz="2000" spc="12" dirty="0">
                <a:latin typeface="Calibri"/>
                <a:cs typeface="Calibri"/>
              </a:rPr>
              <a:t> </a:t>
            </a:r>
            <a:r>
              <a:rPr sz="2000" dirty="0">
                <a:latin typeface="Calibri"/>
                <a:cs typeface="Calibri"/>
              </a:rPr>
              <a:t>is</a:t>
            </a:r>
            <a:r>
              <a:rPr sz="2000" spc="6" dirty="0">
                <a:latin typeface="Calibri"/>
                <a:cs typeface="Calibri"/>
              </a:rPr>
              <a:t> </a:t>
            </a:r>
            <a:r>
              <a:rPr sz="2000" dirty="0">
                <a:latin typeface="Calibri"/>
                <a:cs typeface="Calibri"/>
              </a:rPr>
              <a:t>concerned</a:t>
            </a:r>
            <a:r>
              <a:rPr sz="2000" spc="6" dirty="0">
                <a:latin typeface="Calibri"/>
                <a:cs typeface="Calibri"/>
              </a:rPr>
              <a:t> </a:t>
            </a:r>
            <a:r>
              <a:rPr sz="2000" dirty="0">
                <a:latin typeface="Calibri"/>
                <a:cs typeface="Calibri"/>
              </a:rPr>
              <a:t>with</a:t>
            </a:r>
            <a:r>
              <a:rPr sz="2000" spc="12" dirty="0">
                <a:latin typeface="Calibri"/>
                <a:cs typeface="Calibri"/>
              </a:rPr>
              <a:t> </a:t>
            </a:r>
            <a:r>
              <a:rPr sz="2000" dirty="0">
                <a:latin typeface="Calibri"/>
                <a:cs typeface="Calibri"/>
              </a:rPr>
              <a:t>the </a:t>
            </a:r>
            <a:r>
              <a:rPr sz="2000" b="1" i="1" dirty="0">
                <a:solidFill>
                  <a:srgbClr val="006FC0"/>
                </a:solidFill>
                <a:latin typeface="Calibri"/>
                <a:cs typeface="Calibri"/>
              </a:rPr>
              <a:t>policies,</a:t>
            </a:r>
            <a:r>
              <a:rPr sz="2000" b="1" i="1" spc="12" dirty="0">
                <a:solidFill>
                  <a:srgbClr val="006FC0"/>
                </a:solidFill>
                <a:latin typeface="Calibri"/>
                <a:cs typeface="Calibri"/>
              </a:rPr>
              <a:t> </a:t>
            </a:r>
            <a:r>
              <a:rPr sz="2000" b="1" i="1" dirty="0">
                <a:solidFill>
                  <a:srgbClr val="006FC0"/>
                </a:solidFill>
                <a:latin typeface="Calibri"/>
                <a:cs typeface="Calibri"/>
              </a:rPr>
              <a:t>processes,</a:t>
            </a:r>
            <a:r>
              <a:rPr sz="2000" b="1" i="1" spc="12" dirty="0">
                <a:solidFill>
                  <a:srgbClr val="006FC0"/>
                </a:solidFill>
                <a:latin typeface="Calibri"/>
                <a:cs typeface="Calibri"/>
              </a:rPr>
              <a:t> </a:t>
            </a:r>
            <a:r>
              <a:rPr sz="2000" b="1" i="1" dirty="0">
                <a:solidFill>
                  <a:srgbClr val="006FC0"/>
                </a:solidFill>
                <a:latin typeface="Calibri"/>
                <a:cs typeface="Calibri"/>
              </a:rPr>
              <a:t>and</a:t>
            </a:r>
            <a:r>
              <a:rPr sz="2000" b="1" i="1" spc="-6" dirty="0">
                <a:solidFill>
                  <a:srgbClr val="006FC0"/>
                </a:solidFill>
                <a:latin typeface="Calibri"/>
                <a:cs typeface="Calibri"/>
              </a:rPr>
              <a:t> </a:t>
            </a:r>
            <a:r>
              <a:rPr sz="2000" b="1" i="1" spc="-12" dirty="0">
                <a:solidFill>
                  <a:srgbClr val="006FC0"/>
                </a:solidFill>
                <a:latin typeface="Calibri"/>
                <a:cs typeface="Calibri"/>
              </a:rPr>
              <a:t>tools</a:t>
            </a:r>
            <a:endParaRPr sz="2000" dirty="0">
              <a:latin typeface="Calibri"/>
              <a:cs typeface="Calibri"/>
            </a:endParaRPr>
          </a:p>
          <a:p>
            <a:pPr marL="425958" algn="just">
              <a:spcBef>
                <a:spcPts val="6"/>
              </a:spcBef>
            </a:pPr>
            <a:r>
              <a:rPr sz="2000" b="1" i="1" dirty="0">
                <a:solidFill>
                  <a:srgbClr val="006FC0"/>
                </a:solidFill>
                <a:latin typeface="Calibri"/>
                <a:cs typeface="Calibri"/>
              </a:rPr>
              <a:t>for</a:t>
            </a:r>
            <a:r>
              <a:rPr sz="2000" b="1" i="1" spc="-84" dirty="0">
                <a:solidFill>
                  <a:srgbClr val="006FC0"/>
                </a:solidFill>
                <a:latin typeface="Calibri"/>
                <a:cs typeface="Calibri"/>
              </a:rPr>
              <a:t> </a:t>
            </a:r>
            <a:r>
              <a:rPr sz="2000" b="1" i="1" dirty="0">
                <a:solidFill>
                  <a:srgbClr val="006FC0"/>
                </a:solidFill>
                <a:latin typeface="Calibri"/>
                <a:cs typeface="Calibri"/>
              </a:rPr>
              <a:t>managing</a:t>
            </a:r>
            <a:r>
              <a:rPr sz="2000" b="1" i="1" spc="-66" dirty="0">
                <a:solidFill>
                  <a:srgbClr val="006FC0"/>
                </a:solidFill>
                <a:latin typeface="Calibri"/>
                <a:cs typeface="Calibri"/>
              </a:rPr>
              <a:t> </a:t>
            </a:r>
            <a:r>
              <a:rPr sz="2000" b="1" i="1" dirty="0">
                <a:solidFill>
                  <a:srgbClr val="006FC0"/>
                </a:solidFill>
                <a:latin typeface="Calibri"/>
                <a:cs typeface="Calibri"/>
              </a:rPr>
              <a:t>changing</a:t>
            </a:r>
            <a:r>
              <a:rPr sz="2000" b="1" i="1" spc="-72" dirty="0">
                <a:solidFill>
                  <a:srgbClr val="006FC0"/>
                </a:solidFill>
                <a:latin typeface="Calibri"/>
                <a:cs typeface="Calibri"/>
              </a:rPr>
              <a:t> </a:t>
            </a:r>
            <a:r>
              <a:rPr sz="2000" b="1" i="1" dirty="0">
                <a:solidFill>
                  <a:srgbClr val="006FC0"/>
                </a:solidFill>
                <a:latin typeface="Calibri"/>
                <a:cs typeface="Calibri"/>
              </a:rPr>
              <a:t>software</a:t>
            </a:r>
            <a:r>
              <a:rPr sz="2000" b="1" i="1" spc="-60" dirty="0">
                <a:solidFill>
                  <a:srgbClr val="006FC0"/>
                </a:solidFill>
                <a:latin typeface="Calibri"/>
                <a:cs typeface="Calibri"/>
              </a:rPr>
              <a:t> </a:t>
            </a:r>
            <a:r>
              <a:rPr sz="2000" b="1" i="1" spc="-12" dirty="0">
                <a:solidFill>
                  <a:srgbClr val="006FC0"/>
                </a:solidFill>
                <a:latin typeface="Calibri"/>
                <a:cs typeface="Calibri"/>
              </a:rPr>
              <a:t>systems.</a:t>
            </a:r>
            <a:endParaRPr sz="2000" dirty="0">
              <a:latin typeface="Calibri"/>
              <a:cs typeface="Calibri"/>
            </a:endParaRPr>
          </a:p>
          <a:p>
            <a:pPr marL="425958" marR="6096" indent="-411480" algn="just">
              <a:spcBef>
                <a:spcPts val="546"/>
              </a:spcBef>
              <a:buFont typeface="Arial MT"/>
              <a:buChar char="•"/>
              <a:tabLst>
                <a:tab pos="425958" algn="l"/>
              </a:tabLst>
            </a:pPr>
            <a:r>
              <a:rPr sz="2000" spc="-12" dirty="0">
                <a:latin typeface="Calibri"/>
                <a:cs typeface="Calibri"/>
              </a:rPr>
              <a:t>Configuration management</a:t>
            </a:r>
            <a:r>
              <a:rPr sz="2000" spc="-24" dirty="0">
                <a:latin typeface="Calibri"/>
                <a:cs typeface="Calibri"/>
              </a:rPr>
              <a:t> </a:t>
            </a:r>
            <a:r>
              <a:rPr sz="2000" dirty="0">
                <a:latin typeface="Calibri"/>
                <a:cs typeface="Calibri"/>
              </a:rPr>
              <a:t>is</a:t>
            </a:r>
            <a:r>
              <a:rPr sz="2000" spc="-6" dirty="0">
                <a:latin typeface="Calibri"/>
                <a:cs typeface="Calibri"/>
              </a:rPr>
              <a:t> </a:t>
            </a:r>
            <a:r>
              <a:rPr sz="2000" dirty="0">
                <a:latin typeface="Calibri"/>
                <a:cs typeface="Calibri"/>
              </a:rPr>
              <a:t>useful</a:t>
            </a:r>
            <a:r>
              <a:rPr sz="2000" spc="-42" dirty="0">
                <a:latin typeface="Calibri"/>
                <a:cs typeface="Calibri"/>
              </a:rPr>
              <a:t> </a:t>
            </a:r>
            <a:r>
              <a:rPr sz="2000" dirty="0">
                <a:latin typeface="Calibri"/>
                <a:cs typeface="Calibri"/>
              </a:rPr>
              <a:t>for</a:t>
            </a:r>
            <a:r>
              <a:rPr sz="2000" spc="-24" dirty="0">
                <a:latin typeface="Calibri"/>
                <a:cs typeface="Calibri"/>
              </a:rPr>
              <a:t> </a:t>
            </a:r>
            <a:r>
              <a:rPr sz="2000" dirty="0">
                <a:latin typeface="Calibri"/>
                <a:cs typeface="Calibri"/>
              </a:rPr>
              <a:t>individual</a:t>
            </a:r>
            <a:r>
              <a:rPr sz="2000" spc="-24" dirty="0">
                <a:latin typeface="Calibri"/>
                <a:cs typeface="Calibri"/>
              </a:rPr>
              <a:t> </a:t>
            </a:r>
            <a:r>
              <a:rPr sz="2000" dirty="0">
                <a:latin typeface="Calibri"/>
                <a:cs typeface="Calibri"/>
              </a:rPr>
              <a:t>projects</a:t>
            </a:r>
            <a:r>
              <a:rPr sz="2000" spc="-18" dirty="0">
                <a:latin typeface="Calibri"/>
                <a:cs typeface="Calibri"/>
              </a:rPr>
              <a:t> </a:t>
            </a:r>
            <a:r>
              <a:rPr sz="2000" dirty="0">
                <a:latin typeface="Calibri"/>
                <a:cs typeface="Calibri"/>
              </a:rPr>
              <a:t>as</a:t>
            </a:r>
            <a:r>
              <a:rPr sz="2000" spc="-24" dirty="0">
                <a:latin typeface="Calibri"/>
                <a:cs typeface="Calibri"/>
              </a:rPr>
              <a:t> </a:t>
            </a:r>
            <a:r>
              <a:rPr sz="2000" dirty="0">
                <a:latin typeface="Calibri"/>
                <a:cs typeface="Calibri"/>
              </a:rPr>
              <a:t>it</a:t>
            </a:r>
            <a:r>
              <a:rPr sz="2000" spc="-24" dirty="0">
                <a:latin typeface="Calibri"/>
                <a:cs typeface="Calibri"/>
              </a:rPr>
              <a:t> </a:t>
            </a:r>
            <a:r>
              <a:rPr sz="2000" dirty="0">
                <a:latin typeface="Calibri"/>
                <a:cs typeface="Calibri"/>
              </a:rPr>
              <a:t>is</a:t>
            </a:r>
            <a:r>
              <a:rPr sz="2000" spc="-30" dirty="0">
                <a:latin typeface="Calibri"/>
                <a:cs typeface="Calibri"/>
              </a:rPr>
              <a:t> </a:t>
            </a:r>
            <a:r>
              <a:rPr sz="2000" dirty="0">
                <a:latin typeface="Calibri"/>
                <a:cs typeface="Calibri"/>
              </a:rPr>
              <a:t>easy</a:t>
            </a:r>
            <a:r>
              <a:rPr sz="2000" spc="-24" dirty="0">
                <a:latin typeface="Calibri"/>
                <a:cs typeface="Calibri"/>
              </a:rPr>
              <a:t> </a:t>
            </a:r>
            <a:r>
              <a:rPr sz="2000" dirty="0">
                <a:latin typeface="Calibri"/>
                <a:cs typeface="Calibri"/>
              </a:rPr>
              <a:t>for</a:t>
            </a:r>
            <a:r>
              <a:rPr sz="2000" spc="-42" dirty="0">
                <a:latin typeface="Calibri"/>
                <a:cs typeface="Calibri"/>
              </a:rPr>
              <a:t> </a:t>
            </a:r>
            <a:r>
              <a:rPr sz="2000" dirty="0">
                <a:latin typeface="Calibri"/>
                <a:cs typeface="Calibri"/>
              </a:rPr>
              <a:t>one</a:t>
            </a:r>
            <a:r>
              <a:rPr sz="2000" spc="-24" dirty="0">
                <a:latin typeface="Calibri"/>
                <a:cs typeface="Calibri"/>
              </a:rPr>
              <a:t> </a:t>
            </a:r>
            <a:r>
              <a:rPr sz="2000" spc="-12" dirty="0">
                <a:latin typeface="Calibri"/>
                <a:cs typeface="Calibri"/>
              </a:rPr>
              <a:t>person </a:t>
            </a:r>
            <a:r>
              <a:rPr sz="2000" dirty="0">
                <a:latin typeface="Calibri"/>
                <a:cs typeface="Calibri"/>
              </a:rPr>
              <a:t>to</a:t>
            </a:r>
            <a:r>
              <a:rPr sz="2000" spc="-84" dirty="0">
                <a:latin typeface="Calibri"/>
                <a:cs typeface="Calibri"/>
              </a:rPr>
              <a:t> </a:t>
            </a:r>
            <a:r>
              <a:rPr sz="2000" spc="-12" dirty="0">
                <a:latin typeface="Calibri"/>
                <a:cs typeface="Calibri"/>
              </a:rPr>
              <a:t>forget</a:t>
            </a:r>
            <a:r>
              <a:rPr sz="2000" spc="-66" dirty="0">
                <a:latin typeface="Calibri"/>
                <a:cs typeface="Calibri"/>
              </a:rPr>
              <a:t> </a:t>
            </a:r>
            <a:r>
              <a:rPr sz="2000" dirty="0">
                <a:latin typeface="Calibri"/>
                <a:cs typeface="Calibri"/>
              </a:rPr>
              <a:t>what</a:t>
            </a:r>
            <a:r>
              <a:rPr sz="2000" spc="-78" dirty="0">
                <a:latin typeface="Calibri"/>
                <a:cs typeface="Calibri"/>
              </a:rPr>
              <a:t> </a:t>
            </a:r>
            <a:r>
              <a:rPr sz="2000" dirty="0">
                <a:latin typeface="Calibri"/>
                <a:cs typeface="Calibri"/>
              </a:rPr>
              <a:t>changes</a:t>
            </a:r>
            <a:r>
              <a:rPr sz="2000" spc="-66" dirty="0">
                <a:latin typeface="Calibri"/>
                <a:cs typeface="Calibri"/>
              </a:rPr>
              <a:t> </a:t>
            </a:r>
            <a:r>
              <a:rPr sz="2000" dirty="0">
                <a:latin typeface="Calibri"/>
                <a:cs typeface="Calibri"/>
              </a:rPr>
              <a:t>have</a:t>
            </a:r>
            <a:r>
              <a:rPr sz="2000" spc="-48" dirty="0">
                <a:latin typeface="Calibri"/>
                <a:cs typeface="Calibri"/>
              </a:rPr>
              <a:t> </a:t>
            </a:r>
            <a:r>
              <a:rPr sz="2000" dirty="0">
                <a:latin typeface="Calibri"/>
                <a:cs typeface="Calibri"/>
              </a:rPr>
              <a:t>been</a:t>
            </a:r>
            <a:r>
              <a:rPr sz="2000" spc="-78" dirty="0">
                <a:latin typeface="Calibri"/>
                <a:cs typeface="Calibri"/>
              </a:rPr>
              <a:t> </a:t>
            </a:r>
            <a:r>
              <a:rPr sz="2000" spc="-12" dirty="0">
                <a:latin typeface="Calibri"/>
                <a:cs typeface="Calibri"/>
              </a:rPr>
              <a:t>made.</a:t>
            </a:r>
            <a:endParaRPr sz="2000" dirty="0">
              <a:latin typeface="Calibri"/>
              <a:cs typeface="Calibri"/>
            </a:endParaRPr>
          </a:p>
          <a:p>
            <a:pPr marL="425958" indent="-410718" algn="just">
              <a:spcBef>
                <a:spcPts val="551"/>
              </a:spcBef>
              <a:buFont typeface="Arial MT"/>
              <a:buChar char="•"/>
              <a:tabLst>
                <a:tab pos="425958" algn="l"/>
              </a:tabLst>
            </a:pPr>
            <a:r>
              <a:rPr sz="2000" dirty="0">
                <a:latin typeface="Calibri"/>
                <a:cs typeface="Calibri"/>
              </a:rPr>
              <a:t>It</a:t>
            </a:r>
            <a:r>
              <a:rPr sz="2000" spc="228" dirty="0">
                <a:latin typeface="Calibri"/>
                <a:cs typeface="Calibri"/>
              </a:rPr>
              <a:t> </a:t>
            </a:r>
            <a:r>
              <a:rPr sz="2000" dirty="0">
                <a:latin typeface="Calibri"/>
                <a:cs typeface="Calibri"/>
              </a:rPr>
              <a:t>is</a:t>
            </a:r>
            <a:r>
              <a:rPr sz="2000" spc="222" dirty="0">
                <a:latin typeface="Calibri"/>
                <a:cs typeface="Calibri"/>
              </a:rPr>
              <a:t> </a:t>
            </a:r>
            <a:r>
              <a:rPr sz="2000" dirty="0">
                <a:latin typeface="Calibri"/>
                <a:cs typeface="Calibri"/>
              </a:rPr>
              <a:t>essential</a:t>
            </a:r>
            <a:r>
              <a:rPr sz="2000" spc="228" dirty="0">
                <a:latin typeface="Calibri"/>
                <a:cs typeface="Calibri"/>
              </a:rPr>
              <a:t> </a:t>
            </a:r>
            <a:r>
              <a:rPr sz="2000" dirty="0">
                <a:latin typeface="Calibri"/>
                <a:cs typeface="Calibri"/>
              </a:rPr>
              <a:t>for</a:t>
            </a:r>
            <a:r>
              <a:rPr sz="2000" spc="222" dirty="0">
                <a:latin typeface="Calibri"/>
                <a:cs typeface="Calibri"/>
              </a:rPr>
              <a:t> </a:t>
            </a:r>
            <a:r>
              <a:rPr sz="2000" dirty="0">
                <a:latin typeface="Calibri"/>
                <a:cs typeface="Calibri"/>
              </a:rPr>
              <a:t>team</a:t>
            </a:r>
            <a:r>
              <a:rPr sz="2000" spc="234" dirty="0">
                <a:latin typeface="Calibri"/>
                <a:cs typeface="Calibri"/>
              </a:rPr>
              <a:t> </a:t>
            </a:r>
            <a:r>
              <a:rPr sz="2000" dirty="0">
                <a:latin typeface="Calibri"/>
                <a:cs typeface="Calibri"/>
              </a:rPr>
              <a:t>projects</a:t>
            </a:r>
            <a:r>
              <a:rPr sz="2000" spc="240" dirty="0">
                <a:latin typeface="Calibri"/>
                <a:cs typeface="Calibri"/>
              </a:rPr>
              <a:t> </a:t>
            </a:r>
            <a:r>
              <a:rPr sz="2000" dirty="0">
                <a:latin typeface="Calibri"/>
                <a:cs typeface="Calibri"/>
              </a:rPr>
              <a:t>where</a:t>
            </a:r>
            <a:r>
              <a:rPr sz="2000" spc="234" dirty="0">
                <a:latin typeface="Calibri"/>
                <a:cs typeface="Calibri"/>
              </a:rPr>
              <a:t> </a:t>
            </a:r>
            <a:r>
              <a:rPr sz="2000" dirty="0">
                <a:latin typeface="Calibri"/>
                <a:cs typeface="Calibri"/>
              </a:rPr>
              <a:t>several</a:t>
            </a:r>
            <a:r>
              <a:rPr sz="2000" spc="234" dirty="0">
                <a:latin typeface="Calibri"/>
                <a:cs typeface="Calibri"/>
              </a:rPr>
              <a:t> </a:t>
            </a:r>
            <a:r>
              <a:rPr sz="2000" dirty="0">
                <a:latin typeface="Calibri"/>
                <a:cs typeface="Calibri"/>
              </a:rPr>
              <a:t>developers</a:t>
            </a:r>
            <a:r>
              <a:rPr sz="2000" spc="228" dirty="0">
                <a:latin typeface="Calibri"/>
                <a:cs typeface="Calibri"/>
              </a:rPr>
              <a:t> </a:t>
            </a:r>
            <a:r>
              <a:rPr sz="2000" dirty="0">
                <a:latin typeface="Calibri"/>
                <a:cs typeface="Calibri"/>
              </a:rPr>
              <a:t>are</a:t>
            </a:r>
            <a:r>
              <a:rPr sz="2000" spc="240" dirty="0">
                <a:latin typeface="Calibri"/>
                <a:cs typeface="Calibri"/>
              </a:rPr>
              <a:t> </a:t>
            </a:r>
            <a:r>
              <a:rPr sz="2000" dirty="0">
                <a:latin typeface="Calibri"/>
                <a:cs typeface="Calibri"/>
              </a:rPr>
              <a:t>working</a:t>
            </a:r>
            <a:r>
              <a:rPr sz="2000" spc="234" dirty="0">
                <a:latin typeface="Calibri"/>
                <a:cs typeface="Calibri"/>
              </a:rPr>
              <a:t> </a:t>
            </a:r>
            <a:r>
              <a:rPr sz="2000" dirty="0">
                <a:latin typeface="Calibri"/>
                <a:cs typeface="Calibri"/>
              </a:rPr>
              <a:t>at</a:t>
            </a:r>
            <a:r>
              <a:rPr sz="2000" spc="234" dirty="0">
                <a:latin typeface="Calibri"/>
                <a:cs typeface="Calibri"/>
              </a:rPr>
              <a:t> </a:t>
            </a:r>
            <a:r>
              <a:rPr sz="2000" dirty="0">
                <a:latin typeface="Calibri"/>
                <a:cs typeface="Calibri"/>
              </a:rPr>
              <a:t>the</a:t>
            </a:r>
            <a:r>
              <a:rPr sz="2000" spc="234" dirty="0">
                <a:latin typeface="Calibri"/>
                <a:cs typeface="Calibri"/>
              </a:rPr>
              <a:t> </a:t>
            </a:r>
            <a:r>
              <a:rPr sz="2000" spc="-24" dirty="0">
                <a:latin typeface="Calibri"/>
                <a:cs typeface="Calibri"/>
              </a:rPr>
              <a:t>same</a:t>
            </a:r>
            <a:endParaRPr sz="2000" dirty="0">
              <a:latin typeface="Calibri"/>
              <a:cs typeface="Calibri"/>
            </a:endParaRPr>
          </a:p>
          <a:p>
            <a:pPr marL="425958" algn="just"/>
            <a:r>
              <a:rPr sz="2000" dirty="0">
                <a:latin typeface="Calibri"/>
                <a:cs typeface="Calibri"/>
              </a:rPr>
              <a:t>time</a:t>
            </a:r>
            <a:r>
              <a:rPr sz="2000" spc="-36" dirty="0">
                <a:latin typeface="Calibri"/>
                <a:cs typeface="Calibri"/>
              </a:rPr>
              <a:t> </a:t>
            </a:r>
            <a:r>
              <a:rPr sz="2000" dirty="0">
                <a:latin typeface="Calibri"/>
                <a:cs typeface="Calibri"/>
              </a:rPr>
              <a:t>on</a:t>
            </a:r>
            <a:r>
              <a:rPr sz="2000" spc="-36" dirty="0">
                <a:latin typeface="Calibri"/>
                <a:cs typeface="Calibri"/>
              </a:rPr>
              <a:t> </a:t>
            </a:r>
            <a:r>
              <a:rPr sz="2000" dirty="0">
                <a:latin typeface="Calibri"/>
                <a:cs typeface="Calibri"/>
              </a:rPr>
              <a:t>a</a:t>
            </a:r>
            <a:r>
              <a:rPr sz="2000" spc="-30" dirty="0">
                <a:latin typeface="Calibri"/>
                <a:cs typeface="Calibri"/>
              </a:rPr>
              <a:t> </a:t>
            </a:r>
            <a:r>
              <a:rPr sz="2000" spc="-12" dirty="0">
                <a:latin typeface="Calibri"/>
                <a:cs typeface="Calibri"/>
              </a:rPr>
              <a:t>software</a:t>
            </a:r>
            <a:r>
              <a:rPr sz="2000" spc="-30" dirty="0">
                <a:latin typeface="Calibri"/>
                <a:cs typeface="Calibri"/>
              </a:rPr>
              <a:t> </a:t>
            </a:r>
            <a:r>
              <a:rPr sz="2000" spc="-12" dirty="0">
                <a:latin typeface="Calibri"/>
                <a:cs typeface="Calibri"/>
              </a:rPr>
              <a:t>system.</a:t>
            </a:r>
            <a:endParaRPr sz="2000" dirty="0">
              <a:latin typeface="Calibri"/>
              <a:cs typeface="Calibri"/>
            </a:endParaRPr>
          </a:p>
          <a:p>
            <a:pPr marL="425958" indent="-410718" algn="just">
              <a:spcBef>
                <a:spcPts val="546"/>
              </a:spcBef>
              <a:buFont typeface="Arial MT"/>
              <a:buChar char="•"/>
              <a:tabLst>
                <a:tab pos="425958" algn="l"/>
              </a:tabLst>
            </a:pPr>
            <a:r>
              <a:rPr sz="2000" spc="-12" dirty="0">
                <a:latin typeface="Calibri"/>
                <a:cs typeface="Calibri"/>
              </a:rPr>
              <a:t>Configuration</a:t>
            </a:r>
            <a:r>
              <a:rPr sz="2000" spc="-30" dirty="0">
                <a:latin typeface="Calibri"/>
                <a:cs typeface="Calibri"/>
              </a:rPr>
              <a:t> </a:t>
            </a:r>
            <a:r>
              <a:rPr sz="2000" spc="-12" dirty="0">
                <a:latin typeface="Calibri"/>
                <a:cs typeface="Calibri"/>
              </a:rPr>
              <a:t>management</a:t>
            </a:r>
            <a:r>
              <a:rPr sz="2000" spc="-48" dirty="0">
                <a:latin typeface="Calibri"/>
                <a:cs typeface="Calibri"/>
              </a:rPr>
              <a:t> </a:t>
            </a:r>
            <a:r>
              <a:rPr sz="2000" dirty="0">
                <a:latin typeface="Calibri"/>
                <a:cs typeface="Calibri"/>
              </a:rPr>
              <a:t>tools</a:t>
            </a:r>
            <a:r>
              <a:rPr sz="2000" spc="-54" dirty="0">
                <a:latin typeface="Calibri"/>
                <a:cs typeface="Calibri"/>
              </a:rPr>
              <a:t> </a:t>
            </a:r>
            <a:r>
              <a:rPr sz="2000" dirty="0">
                <a:latin typeface="Calibri"/>
                <a:cs typeface="Calibri"/>
              </a:rPr>
              <a:t>are</a:t>
            </a:r>
            <a:r>
              <a:rPr sz="2000" spc="-66" dirty="0">
                <a:latin typeface="Calibri"/>
                <a:cs typeface="Calibri"/>
              </a:rPr>
              <a:t> </a:t>
            </a:r>
            <a:r>
              <a:rPr sz="2000" dirty="0">
                <a:latin typeface="Calibri"/>
                <a:cs typeface="Calibri"/>
              </a:rPr>
              <a:t>used</a:t>
            </a:r>
            <a:r>
              <a:rPr sz="2000" spc="-66" dirty="0">
                <a:latin typeface="Calibri"/>
                <a:cs typeface="Calibri"/>
              </a:rPr>
              <a:t> </a:t>
            </a:r>
            <a:r>
              <a:rPr sz="2000" spc="-30" dirty="0">
                <a:latin typeface="Calibri"/>
                <a:cs typeface="Calibri"/>
              </a:rPr>
              <a:t>to</a:t>
            </a:r>
            <a:endParaRPr sz="2000" dirty="0">
              <a:latin typeface="Calibri"/>
              <a:cs typeface="Calibri"/>
            </a:endParaRPr>
          </a:p>
          <a:p>
            <a:pPr marL="907542" lvl="1" indent="-343662" algn="just">
              <a:spcBef>
                <a:spcPts val="551"/>
              </a:spcBef>
              <a:buFont typeface="Arial MT"/>
              <a:buChar char="–"/>
              <a:tabLst>
                <a:tab pos="907542" algn="l"/>
              </a:tabLst>
            </a:pPr>
            <a:r>
              <a:rPr sz="2000" b="1" i="1" dirty="0">
                <a:solidFill>
                  <a:srgbClr val="C00000"/>
                </a:solidFill>
                <a:latin typeface="Calibri"/>
                <a:cs typeface="Calibri"/>
              </a:rPr>
              <a:t>Store</a:t>
            </a:r>
            <a:r>
              <a:rPr sz="2000" b="1" i="1" spc="-60" dirty="0">
                <a:solidFill>
                  <a:srgbClr val="C00000"/>
                </a:solidFill>
                <a:latin typeface="Calibri"/>
                <a:cs typeface="Calibri"/>
              </a:rPr>
              <a:t> </a:t>
            </a:r>
            <a:r>
              <a:rPr sz="2000" b="1" i="1" dirty="0">
                <a:solidFill>
                  <a:srgbClr val="C00000"/>
                </a:solidFill>
                <a:latin typeface="Calibri"/>
                <a:cs typeface="Calibri"/>
              </a:rPr>
              <a:t>versions</a:t>
            </a:r>
            <a:r>
              <a:rPr sz="2000" b="1" i="1" spc="-66" dirty="0">
                <a:solidFill>
                  <a:srgbClr val="C00000"/>
                </a:solidFill>
                <a:latin typeface="Calibri"/>
                <a:cs typeface="Calibri"/>
              </a:rPr>
              <a:t> </a:t>
            </a:r>
            <a:r>
              <a:rPr sz="2000" b="1" i="1" dirty="0">
                <a:solidFill>
                  <a:srgbClr val="C00000"/>
                </a:solidFill>
                <a:latin typeface="Calibri"/>
                <a:cs typeface="Calibri"/>
              </a:rPr>
              <a:t>of</a:t>
            </a:r>
            <a:r>
              <a:rPr sz="2000" b="1" i="1" spc="-90" dirty="0">
                <a:solidFill>
                  <a:srgbClr val="C00000"/>
                </a:solidFill>
                <a:latin typeface="Calibri"/>
                <a:cs typeface="Calibri"/>
              </a:rPr>
              <a:t> </a:t>
            </a:r>
            <a:r>
              <a:rPr sz="2000" b="1" i="1" spc="-12" dirty="0">
                <a:solidFill>
                  <a:srgbClr val="C00000"/>
                </a:solidFill>
                <a:latin typeface="Calibri"/>
                <a:cs typeface="Calibri"/>
              </a:rPr>
              <a:t>system</a:t>
            </a:r>
            <a:r>
              <a:rPr sz="2000" b="1" i="1" spc="-66" dirty="0">
                <a:solidFill>
                  <a:srgbClr val="C00000"/>
                </a:solidFill>
                <a:latin typeface="Calibri"/>
                <a:cs typeface="Calibri"/>
              </a:rPr>
              <a:t> </a:t>
            </a:r>
            <a:r>
              <a:rPr sz="2000" b="1" i="1" spc="-12" dirty="0">
                <a:solidFill>
                  <a:srgbClr val="C00000"/>
                </a:solidFill>
                <a:latin typeface="Calibri"/>
                <a:cs typeface="Calibri"/>
              </a:rPr>
              <a:t>components</a:t>
            </a:r>
            <a:endParaRPr sz="2000" dirty="0">
              <a:latin typeface="Calibri"/>
              <a:cs typeface="Calibri"/>
            </a:endParaRPr>
          </a:p>
          <a:p>
            <a:pPr marL="907542" lvl="1" indent="-343662" algn="just">
              <a:spcBef>
                <a:spcPts val="546"/>
              </a:spcBef>
              <a:buFont typeface="Arial MT"/>
              <a:buChar char="–"/>
              <a:tabLst>
                <a:tab pos="907542" algn="l"/>
              </a:tabLst>
            </a:pPr>
            <a:r>
              <a:rPr sz="2000" b="1" i="1" dirty="0">
                <a:solidFill>
                  <a:srgbClr val="C00000"/>
                </a:solidFill>
                <a:latin typeface="Calibri"/>
                <a:cs typeface="Calibri"/>
              </a:rPr>
              <a:t>Build</a:t>
            </a:r>
            <a:r>
              <a:rPr sz="2000" b="1" i="1" spc="-66" dirty="0">
                <a:solidFill>
                  <a:srgbClr val="C00000"/>
                </a:solidFill>
                <a:latin typeface="Calibri"/>
                <a:cs typeface="Calibri"/>
              </a:rPr>
              <a:t> </a:t>
            </a:r>
            <a:r>
              <a:rPr sz="2000" b="1" i="1" spc="-12" dirty="0">
                <a:solidFill>
                  <a:srgbClr val="C00000"/>
                </a:solidFill>
                <a:latin typeface="Calibri"/>
                <a:cs typeface="Calibri"/>
              </a:rPr>
              <a:t>systems</a:t>
            </a:r>
            <a:r>
              <a:rPr sz="2000" b="1" i="1" spc="-48" dirty="0">
                <a:solidFill>
                  <a:srgbClr val="C00000"/>
                </a:solidFill>
                <a:latin typeface="Calibri"/>
                <a:cs typeface="Calibri"/>
              </a:rPr>
              <a:t> </a:t>
            </a:r>
            <a:r>
              <a:rPr sz="2000" b="1" i="1" dirty="0">
                <a:solidFill>
                  <a:srgbClr val="C00000"/>
                </a:solidFill>
                <a:latin typeface="Calibri"/>
                <a:cs typeface="Calibri"/>
              </a:rPr>
              <a:t>from</a:t>
            </a:r>
            <a:r>
              <a:rPr sz="2000" b="1" i="1" spc="-48" dirty="0">
                <a:solidFill>
                  <a:srgbClr val="C00000"/>
                </a:solidFill>
                <a:latin typeface="Calibri"/>
                <a:cs typeface="Calibri"/>
              </a:rPr>
              <a:t> </a:t>
            </a:r>
            <a:r>
              <a:rPr sz="2000" b="1" i="1" dirty="0">
                <a:solidFill>
                  <a:srgbClr val="C00000"/>
                </a:solidFill>
                <a:latin typeface="Calibri"/>
                <a:cs typeface="Calibri"/>
              </a:rPr>
              <a:t>these</a:t>
            </a:r>
            <a:r>
              <a:rPr sz="2000" b="1" i="1" spc="-30" dirty="0">
                <a:solidFill>
                  <a:srgbClr val="C00000"/>
                </a:solidFill>
                <a:latin typeface="Calibri"/>
                <a:cs typeface="Calibri"/>
              </a:rPr>
              <a:t> </a:t>
            </a:r>
            <a:r>
              <a:rPr sz="2000" b="1" i="1" spc="-12" dirty="0">
                <a:solidFill>
                  <a:srgbClr val="C00000"/>
                </a:solidFill>
                <a:latin typeface="Calibri"/>
                <a:cs typeface="Calibri"/>
              </a:rPr>
              <a:t>components</a:t>
            </a:r>
            <a:endParaRPr sz="2000" dirty="0">
              <a:latin typeface="Calibri"/>
              <a:cs typeface="Calibri"/>
            </a:endParaRPr>
          </a:p>
          <a:p>
            <a:pPr marL="907542" lvl="1" indent="-343662" algn="just">
              <a:spcBef>
                <a:spcPts val="546"/>
              </a:spcBef>
              <a:buFont typeface="Arial MT"/>
              <a:buChar char="–"/>
              <a:tabLst>
                <a:tab pos="907542" algn="l"/>
              </a:tabLst>
            </a:pPr>
            <a:r>
              <a:rPr sz="2000" b="1" i="1" dirty="0">
                <a:solidFill>
                  <a:srgbClr val="C00000"/>
                </a:solidFill>
                <a:latin typeface="Calibri"/>
                <a:cs typeface="Calibri"/>
              </a:rPr>
              <a:t>Track</a:t>
            </a:r>
            <a:r>
              <a:rPr sz="2000" b="1" i="1" spc="-72" dirty="0">
                <a:solidFill>
                  <a:srgbClr val="C00000"/>
                </a:solidFill>
                <a:latin typeface="Calibri"/>
                <a:cs typeface="Calibri"/>
              </a:rPr>
              <a:t> </a:t>
            </a:r>
            <a:r>
              <a:rPr sz="2000" b="1" i="1" dirty="0">
                <a:solidFill>
                  <a:srgbClr val="C00000"/>
                </a:solidFill>
                <a:latin typeface="Calibri"/>
                <a:cs typeface="Calibri"/>
              </a:rPr>
              <a:t>the</a:t>
            </a:r>
            <a:r>
              <a:rPr sz="2000" b="1" i="1" spc="-66" dirty="0">
                <a:solidFill>
                  <a:srgbClr val="C00000"/>
                </a:solidFill>
                <a:latin typeface="Calibri"/>
                <a:cs typeface="Calibri"/>
              </a:rPr>
              <a:t> </a:t>
            </a:r>
            <a:r>
              <a:rPr sz="2000" b="1" i="1" dirty="0">
                <a:solidFill>
                  <a:srgbClr val="C00000"/>
                </a:solidFill>
                <a:latin typeface="Calibri"/>
                <a:cs typeface="Calibri"/>
              </a:rPr>
              <a:t>releases</a:t>
            </a:r>
            <a:r>
              <a:rPr sz="2000" b="1" i="1" spc="-54" dirty="0">
                <a:solidFill>
                  <a:srgbClr val="C00000"/>
                </a:solidFill>
                <a:latin typeface="Calibri"/>
                <a:cs typeface="Calibri"/>
              </a:rPr>
              <a:t> </a:t>
            </a:r>
            <a:r>
              <a:rPr sz="2000" b="1" i="1" dirty="0">
                <a:solidFill>
                  <a:srgbClr val="C00000"/>
                </a:solidFill>
                <a:latin typeface="Calibri"/>
                <a:cs typeface="Calibri"/>
              </a:rPr>
              <a:t>of</a:t>
            </a:r>
            <a:r>
              <a:rPr sz="2000" b="1" i="1" spc="-72" dirty="0">
                <a:solidFill>
                  <a:srgbClr val="C00000"/>
                </a:solidFill>
                <a:latin typeface="Calibri"/>
                <a:cs typeface="Calibri"/>
              </a:rPr>
              <a:t> </a:t>
            </a:r>
            <a:r>
              <a:rPr sz="2000" b="1" i="1" spc="-12" dirty="0">
                <a:solidFill>
                  <a:srgbClr val="C00000"/>
                </a:solidFill>
                <a:latin typeface="Calibri"/>
                <a:cs typeface="Calibri"/>
              </a:rPr>
              <a:t>system</a:t>
            </a:r>
            <a:r>
              <a:rPr sz="2000" b="1" i="1" spc="-72" dirty="0">
                <a:solidFill>
                  <a:srgbClr val="C00000"/>
                </a:solidFill>
                <a:latin typeface="Calibri"/>
                <a:cs typeface="Calibri"/>
              </a:rPr>
              <a:t> </a:t>
            </a:r>
            <a:r>
              <a:rPr sz="2000" b="1" i="1" dirty="0">
                <a:solidFill>
                  <a:srgbClr val="C00000"/>
                </a:solidFill>
                <a:latin typeface="Calibri"/>
                <a:cs typeface="Calibri"/>
              </a:rPr>
              <a:t>versions</a:t>
            </a:r>
            <a:r>
              <a:rPr sz="2000" b="1" i="1" spc="-54" dirty="0">
                <a:solidFill>
                  <a:srgbClr val="C00000"/>
                </a:solidFill>
                <a:latin typeface="Calibri"/>
                <a:cs typeface="Calibri"/>
              </a:rPr>
              <a:t> </a:t>
            </a:r>
            <a:r>
              <a:rPr sz="2000" b="1" i="1" dirty="0">
                <a:solidFill>
                  <a:srgbClr val="C00000"/>
                </a:solidFill>
                <a:latin typeface="Calibri"/>
                <a:cs typeface="Calibri"/>
              </a:rPr>
              <a:t>to</a:t>
            </a:r>
            <a:r>
              <a:rPr sz="2000" b="1" i="1" spc="-84" dirty="0">
                <a:solidFill>
                  <a:srgbClr val="C00000"/>
                </a:solidFill>
                <a:latin typeface="Calibri"/>
                <a:cs typeface="Calibri"/>
              </a:rPr>
              <a:t> </a:t>
            </a:r>
            <a:r>
              <a:rPr sz="2000" b="1" i="1" spc="-12" dirty="0">
                <a:solidFill>
                  <a:srgbClr val="C00000"/>
                </a:solidFill>
                <a:latin typeface="Calibri"/>
                <a:cs typeface="Calibri"/>
              </a:rPr>
              <a:t>customers</a:t>
            </a:r>
            <a:endParaRPr sz="2000" dirty="0">
              <a:latin typeface="Calibri"/>
              <a:cs typeface="Calibri"/>
            </a:endParaRPr>
          </a:p>
          <a:p>
            <a:pPr marL="907542" lvl="1" indent="-343662" algn="just">
              <a:spcBef>
                <a:spcPts val="551"/>
              </a:spcBef>
              <a:buFont typeface="Arial MT"/>
              <a:buChar char="–"/>
              <a:tabLst>
                <a:tab pos="907542" algn="l"/>
              </a:tabLst>
            </a:pPr>
            <a:r>
              <a:rPr sz="2000" b="1" i="1" dirty="0">
                <a:solidFill>
                  <a:srgbClr val="C00000"/>
                </a:solidFill>
                <a:latin typeface="Calibri"/>
                <a:cs typeface="Calibri"/>
              </a:rPr>
              <a:t>Keep</a:t>
            </a:r>
            <a:r>
              <a:rPr sz="2000" b="1" i="1" spc="-66" dirty="0">
                <a:solidFill>
                  <a:srgbClr val="C00000"/>
                </a:solidFill>
                <a:latin typeface="Calibri"/>
                <a:cs typeface="Calibri"/>
              </a:rPr>
              <a:t> </a:t>
            </a:r>
            <a:r>
              <a:rPr sz="2000" b="1" i="1" dirty="0">
                <a:solidFill>
                  <a:srgbClr val="C00000"/>
                </a:solidFill>
                <a:latin typeface="Calibri"/>
                <a:cs typeface="Calibri"/>
              </a:rPr>
              <a:t>track</a:t>
            </a:r>
            <a:r>
              <a:rPr sz="2000" b="1" i="1" spc="-48" dirty="0">
                <a:solidFill>
                  <a:srgbClr val="C00000"/>
                </a:solidFill>
                <a:latin typeface="Calibri"/>
                <a:cs typeface="Calibri"/>
              </a:rPr>
              <a:t> </a:t>
            </a:r>
            <a:r>
              <a:rPr sz="2000" b="1" i="1" dirty="0">
                <a:solidFill>
                  <a:srgbClr val="C00000"/>
                </a:solidFill>
                <a:latin typeface="Calibri"/>
                <a:cs typeface="Calibri"/>
              </a:rPr>
              <a:t>of</a:t>
            </a:r>
            <a:r>
              <a:rPr sz="2000" b="1" i="1" spc="-54" dirty="0">
                <a:solidFill>
                  <a:srgbClr val="C00000"/>
                </a:solidFill>
                <a:latin typeface="Calibri"/>
                <a:cs typeface="Calibri"/>
              </a:rPr>
              <a:t> </a:t>
            </a:r>
            <a:r>
              <a:rPr sz="2000" b="1" i="1" dirty="0">
                <a:solidFill>
                  <a:srgbClr val="C00000"/>
                </a:solidFill>
                <a:latin typeface="Calibri"/>
                <a:cs typeface="Calibri"/>
              </a:rPr>
              <a:t>change</a:t>
            </a:r>
            <a:r>
              <a:rPr sz="2000" b="1" i="1" spc="-42" dirty="0">
                <a:solidFill>
                  <a:srgbClr val="C00000"/>
                </a:solidFill>
                <a:latin typeface="Calibri"/>
                <a:cs typeface="Calibri"/>
              </a:rPr>
              <a:t> </a:t>
            </a:r>
            <a:r>
              <a:rPr sz="2000" b="1" i="1" spc="-12" dirty="0">
                <a:solidFill>
                  <a:srgbClr val="C00000"/>
                </a:solidFill>
                <a:latin typeface="Calibri"/>
                <a:cs typeface="Calibri"/>
              </a:rPr>
              <a:t>proposals</a:t>
            </a:r>
            <a:endParaRPr sz="2000" dirty="0">
              <a:latin typeface="Calibri"/>
              <a:cs typeface="Calibri"/>
            </a:endParaRPr>
          </a:p>
          <a:p>
            <a:pPr marL="422910" marR="7620" indent="-408432" algn="just">
              <a:spcBef>
                <a:spcPts val="546"/>
              </a:spcBef>
              <a:buFont typeface="Arial MT"/>
              <a:buChar char="•"/>
              <a:tabLst>
                <a:tab pos="425958" algn="l"/>
              </a:tabLst>
            </a:pPr>
            <a:r>
              <a:rPr sz="2000" dirty="0">
                <a:latin typeface="Calibri"/>
                <a:cs typeface="Calibri"/>
              </a:rPr>
              <a:t>CM</a:t>
            </a:r>
            <a:r>
              <a:rPr sz="2000" spc="240" dirty="0">
                <a:latin typeface="Calibri"/>
                <a:cs typeface="Calibri"/>
              </a:rPr>
              <a:t> </a:t>
            </a:r>
            <a:r>
              <a:rPr sz="2000" dirty="0">
                <a:latin typeface="Calibri"/>
                <a:cs typeface="Calibri"/>
              </a:rPr>
              <a:t>tools</a:t>
            </a:r>
            <a:r>
              <a:rPr sz="2000" spc="252" dirty="0">
                <a:latin typeface="Calibri"/>
                <a:cs typeface="Calibri"/>
              </a:rPr>
              <a:t> </a:t>
            </a:r>
            <a:r>
              <a:rPr sz="2000" dirty="0">
                <a:latin typeface="Calibri"/>
                <a:cs typeface="Calibri"/>
              </a:rPr>
              <a:t>range</a:t>
            </a:r>
            <a:r>
              <a:rPr sz="2000" spc="264" dirty="0">
                <a:latin typeface="Calibri"/>
                <a:cs typeface="Calibri"/>
              </a:rPr>
              <a:t> </a:t>
            </a:r>
            <a:r>
              <a:rPr sz="2000" dirty="0">
                <a:latin typeface="Calibri"/>
                <a:cs typeface="Calibri"/>
              </a:rPr>
              <a:t>from</a:t>
            </a:r>
            <a:r>
              <a:rPr sz="2000" spc="222" dirty="0">
                <a:latin typeface="Calibri"/>
                <a:cs typeface="Calibri"/>
              </a:rPr>
              <a:t> </a:t>
            </a:r>
            <a:r>
              <a:rPr sz="2000" dirty="0">
                <a:latin typeface="Calibri"/>
                <a:cs typeface="Calibri"/>
              </a:rPr>
              <a:t>simple</a:t>
            </a:r>
            <a:r>
              <a:rPr sz="2000" spc="245" dirty="0">
                <a:latin typeface="Calibri"/>
                <a:cs typeface="Calibri"/>
              </a:rPr>
              <a:t> </a:t>
            </a:r>
            <a:r>
              <a:rPr sz="2000" dirty="0">
                <a:latin typeface="Calibri"/>
                <a:cs typeface="Calibri"/>
              </a:rPr>
              <a:t>tools</a:t>
            </a:r>
            <a:r>
              <a:rPr sz="2000" spc="245" dirty="0">
                <a:latin typeface="Calibri"/>
                <a:cs typeface="Calibri"/>
              </a:rPr>
              <a:t> </a:t>
            </a:r>
            <a:r>
              <a:rPr sz="2000" dirty="0">
                <a:latin typeface="Calibri"/>
                <a:cs typeface="Calibri"/>
              </a:rPr>
              <a:t>that</a:t>
            </a:r>
            <a:r>
              <a:rPr sz="2000" spc="234" dirty="0">
                <a:latin typeface="Calibri"/>
                <a:cs typeface="Calibri"/>
              </a:rPr>
              <a:t> </a:t>
            </a:r>
            <a:r>
              <a:rPr sz="2000" dirty="0">
                <a:latin typeface="Calibri"/>
                <a:cs typeface="Calibri"/>
              </a:rPr>
              <a:t>support</a:t>
            </a:r>
            <a:r>
              <a:rPr sz="2000" spc="245" dirty="0">
                <a:latin typeface="Calibri"/>
                <a:cs typeface="Calibri"/>
              </a:rPr>
              <a:t> </a:t>
            </a:r>
            <a:r>
              <a:rPr sz="2000" dirty="0">
                <a:latin typeface="Calibri"/>
                <a:cs typeface="Calibri"/>
              </a:rPr>
              <a:t>a</a:t>
            </a:r>
            <a:r>
              <a:rPr sz="2000" spc="240" dirty="0">
                <a:latin typeface="Calibri"/>
                <a:cs typeface="Calibri"/>
              </a:rPr>
              <a:t> </a:t>
            </a:r>
            <a:r>
              <a:rPr sz="2000" dirty="0">
                <a:latin typeface="Calibri"/>
                <a:cs typeface="Calibri"/>
              </a:rPr>
              <a:t>single</a:t>
            </a:r>
            <a:r>
              <a:rPr sz="2000" spc="252" dirty="0">
                <a:latin typeface="Calibri"/>
                <a:cs typeface="Calibri"/>
              </a:rPr>
              <a:t> </a:t>
            </a:r>
            <a:r>
              <a:rPr sz="2000" dirty="0">
                <a:latin typeface="Calibri"/>
                <a:cs typeface="Calibri"/>
              </a:rPr>
              <a:t>configuration</a:t>
            </a:r>
            <a:r>
              <a:rPr sz="2000" spc="240" dirty="0">
                <a:latin typeface="Calibri"/>
                <a:cs typeface="Calibri"/>
              </a:rPr>
              <a:t> </a:t>
            </a:r>
            <a:r>
              <a:rPr sz="2000" spc="-12" dirty="0">
                <a:latin typeface="Calibri"/>
                <a:cs typeface="Calibri"/>
              </a:rPr>
              <a:t>management 	</a:t>
            </a:r>
            <a:r>
              <a:rPr sz="2000" dirty="0">
                <a:latin typeface="Calibri"/>
                <a:cs typeface="Calibri"/>
              </a:rPr>
              <a:t>task,</a:t>
            </a:r>
            <a:r>
              <a:rPr sz="2000" spc="84" dirty="0">
                <a:latin typeface="Calibri"/>
                <a:cs typeface="Calibri"/>
              </a:rPr>
              <a:t> </a:t>
            </a:r>
            <a:r>
              <a:rPr sz="2000" dirty="0">
                <a:latin typeface="Calibri"/>
                <a:cs typeface="Calibri"/>
              </a:rPr>
              <a:t>such</a:t>
            </a:r>
            <a:r>
              <a:rPr sz="2000" spc="96" dirty="0">
                <a:latin typeface="Calibri"/>
                <a:cs typeface="Calibri"/>
              </a:rPr>
              <a:t> </a:t>
            </a:r>
            <a:r>
              <a:rPr sz="2000" dirty="0">
                <a:latin typeface="Calibri"/>
                <a:cs typeface="Calibri"/>
              </a:rPr>
              <a:t>as</a:t>
            </a:r>
            <a:r>
              <a:rPr sz="2000" spc="90" dirty="0">
                <a:latin typeface="Calibri"/>
                <a:cs typeface="Calibri"/>
              </a:rPr>
              <a:t> </a:t>
            </a:r>
            <a:r>
              <a:rPr sz="2000" dirty="0">
                <a:latin typeface="Calibri"/>
                <a:cs typeface="Calibri"/>
              </a:rPr>
              <a:t>bug</a:t>
            </a:r>
            <a:r>
              <a:rPr sz="2000" spc="84" dirty="0">
                <a:latin typeface="Calibri"/>
                <a:cs typeface="Calibri"/>
              </a:rPr>
              <a:t> </a:t>
            </a:r>
            <a:r>
              <a:rPr sz="2000" dirty="0">
                <a:latin typeface="Calibri"/>
                <a:cs typeface="Calibri"/>
              </a:rPr>
              <a:t>tracking,</a:t>
            </a:r>
            <a:r>
              <a:rPr sz="2000" spc="84" dirty="0">
                <a:latin typeface="Calibri"/>
                <a:cs typeface="Calibri"/>
              </a:rPr>
              <a:t> </a:t>
            </a:r>
            <a:r>
              <a:rPr sz="2000" dirty="0">
                <a:latin typeface="Calibri"/>
                <a:cs typeface="Calibri"/>
              </a:rPr>
              <a:t>to</a:t>
            </a:r>
            <a:r>
              <a:rPr sz="2000" spc="102" dirty="0">
                <a:latin typeface="Calibri"/>
                <a:cs typeface="Calibri"/>
              </a:rPr>
              <a:t> </a:t>
            </a:r>
            <a:r>
              <a:rPr sz="2000" dirty="0">
                <a:latin typeface="Calibri"/>
                <a:cs typeface="Calibri"/>
              </a:rPr>
              <a:t>integrated</a:t>
            </a:r>
            <a:r>
              <a:rPr sz="2000" spc="90" dirty="0">
                <a:latin typeface="Calibri"/>
                <a:cs typeface="Calibri"/>
              </a:rPr>
              <a:t> </a:t>
            </a:r>
            <a:r>
              <a:rPr sz="2000" dirty="0">
                <a:latin typeface="Calibri"/>
                <a:cs typeface="Calibri"/>
              </a:rPr>
              <a:t>environments</a:t>
            </a:r>
            <a:r>
              <a:rPr sz="2000" spc="96" dirty="0">
                <a:latin typeface="Calibri"/>
                <a:cs typeface="Calibri"/>
              </a:rPr>
              <a:t> </a:t>
            </a:r>
            <a:r>
              <a:rPr sz="2000" dirty="0">
                <a:latin typeface="Calibri"/>
                <a:cs typeface="Calibri"/>
              </a:rPr>
              <a:t>that</a:t>
            </a:r>
            <a:r>
              <a:rPr sz="2000" spc="78" dirty="0">
                <a:latin typeface="Calibri"/>
                <a:cs typeface="Calibri"/>
              </a:rPr>
              <a:t> </a:t>
            </a:r>
            <a:r>
              <a:rPr sz="2000" dirty="0">
                <a:latin typeface="Calibri"/>
                <a:cs typeface="Calibri"/>
              </a:rPr>
              <a:t>support</a:t>
            </a:r>
            <a:r>
              <a:rPr sz="2000" spc="90" dirty="0">
                <a:latin typeface="Calibri"/>
                <a:cs typeface="Calibri"/>
              </a:rPr>
              <a:t> </a:t>
            </a:r>
            <a:r>
              <a:rPr sz="2000" dirty="0">
                <a:latin typeface="Calibri"/>
                <a:cs typeface="Calibri"/>
              </a:rPr>
              <a:t>all</a:t>
            </a:r>
            <a:r>
              <a:rPr sz="2000" spc="78" dirty="0">
                <a:latin typeface="Calibri"/>
                <a:cs typeface="Calibri"/>
              </a:rPr>
              <a:t> </a:t>
            </a:r>
            <a:r>
              <a:rPr sz="2000" spc="-12" dirty="0">
                <a:latin typeface="Calibri"/>
                <a:cs typeface="Calibri"/>
              </a:rPr>
              <a:t>configuration 	management</a:t>
            </a:r>
            <a:r>
              <a:rPr sz="2000" spc="-30" dirty="0">
                <a:latin typeface="Calibri"/>
                <a:cs typeface="Calibri"/>
              </a:rPr>
              <a:t> </a:t>
            </a:r>
            <a:r>
              <a:rPr sz="2000" spc="-12" dirty="0">
                <a:latin typeface="Calibri"/>
                <a:cs typeface="Calibri"/>
              </a:rPr>
              <a:t>activities.</a:t>
            </a:r>
            <a:endParaRPr sz="2000" dirty="0">
              <a:latin typeface="Calibri"/>
              <a:cs typeface="Calibri"/>
            </a:endParaRPr>
          </a:p>
        </p:txBody>
      </p:sp>
      <p:sp>
        <p:nvSpPr>
          <p:cNvPr id="5" name="Title 4"/>
          <p:cNvSpPr>
            <a:spLocks noGrp="1"/>
          </p:cNvSpPr>
          <p:nvPr>
            <p:ph type="title"/>
          </p:nvPr>
        </p:nvSpPr>
        <p:spPr>
          <a:xfrm>
            <a:off x="1951902" y="231705"/>
            <a:ext cx="8911687" cy="1280890"/>
          </a:xfrm>
        </p:spPr>
        <p:txBody>
          <a:bodyPr>
            <a:normAutofit fontScale="90000"/>
          </a:bodyPr>
          <a:lstStyle/>
          <a:p>
            <a:r>
              <a:rPr lang="en-US" dirty="0"/>
              <a:t>Software Configuration Management</a:t>
            </a:r>
          </a:p>
        </p:txBody>
      </p:sp>
    </p:spTree>
    <p:extLst>
      <p:ext uri="{BB962C8B-B14F-4D97-AF65-F5344CB8AC3E}">
        <p14:creationId xmlns:p14="http://schemas.microsoft.com/office/powerpoint/2010/main" val="2605767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202098" y="646404"/>
            <a:ext cx="6262878" cy="2880360"/>
            <a:chOff x="3827081" y="538670"/>
            <a:chExt cx="5219065" cy="2400300"/>
          </a:xfrm>
        </p:grpSpPr>
        <p:pic>
          <p:nvPicPr>
            <p:cNvPr id="3" name="object 3"/>
            <p:cNvPicPr/>
            <p:nvPr/>
          </p:nvPicPr>
          <p:blipFill>
            <a:blip r:embed="rId2" cstate="print"/>
            <a:stretch>
              <a:fillRect/>
            </a:stretch>
          </p:blipFill>
          <p:spPr>
            <a:xfrm>
              <a:off x="3921049" y="605409"/>
              <a:ext cx="5041676" cy="2171700"/>
            </a:xfrm>
            <a:prstGeom prst="rect">
              <a:avLst/>
            </a:prstGeom>
          </p:spPr>
        </p:pic>
        <p:sp>
          <p:nvSpPr>
            <p:cNvPr id="4" name="object 4"/>
            <p:cNvSpPr/>
            <p:nvPr/>
          </p:nvSpPr>
          <p:spPr>
            <a:xfrm>
              <a:off x="3831844" y="543433"/>
              <a:ext cx="5209540" cy="2390775"/>
            </a:xfrm>
            <a:custGeom>
              <a:avLst/>
              <a:gdLst/>
              <a:ahLst/>
              <a:cxnLst/>
              <a:rect l="l" t="t" r="r" b="b"/>
              <a:pathLst>
                <a:path w="5209540" h="2390775">
                  <a:moveTo>
                    <a:pt x="0" y="2390775"/>
                  </a:moveTo>
                  <a:lnTo>
                    <a:pt x="5209413" y="2390775"/>
                  </a:lnTo>
                  <a:lnTo>
                    <a:pt x="5209413" y="0"/>
                  </a:lnTo>
                  <a:lnTo>
                    <a:pt x="0" y="0"/>
                  </a:lnTo>
                  <a:lnTo>
                    <a:pt x="0" y="2390775"/>
                  </a:lnTo>
                  <a:close/>
                </a:path>
              </a:pathLst>
            </a:custGeom>
            <a:ln w="9525">
              <a:solidFill>
                <a:srgbClr val="000000"/>
              </a:solidFill>
            </a:ln>
          </p:spPr>
          <p:txBody>
            <a:bodyPr wrap="square" lIns="0" tIns="0" rIns="0" bIns="0" rtlCol="0"/>
            <a:lstStyle/>
            <a:p>
              <a:endParaRPr sz="2160"/>
            </a:p>
          </p:txBody>
        </p:sp>
      </p:grpSp>
      <p:sp>
        <p:nvSpPr>
          <p:cNvPr id="5" name="object 5"/>
          <p:cNvSpPr txBox="1"/>
          <p:nvPr/>
        </p:nvSpPr>
        <p:spPr>
          <a:xfrm>
            <a:off x="796991" y="21733"/>
            <a:ext cx="10563606" cy="6735947"/>
          </a:xfrm>
          <a:prstGeom prst="rect">
            <a:avLst/>
          </a:prstGeom>
        </p:spPr>
        <p:txBody>
          <a:bodyPr vert="horz" wrap="square" lIns="0" tIns="14478" rIns="0" bIns="0" rtlCol="0">
            <a:spAutoFit/>
          </a:bodyPr>
          <a:lstStyle/>
          <a:p>
            <a:pPr marL="423672" indent="-408432" algn="just">
              <a:spcBef>
                <a:spcPts val="114"/>
              </a:spcBef>
              <a:buFont typeface="Arial MT"/>
              <a:buChar char="•"/>
              <a:tabLst>
                <a:tab pos="423672" algn="l"/>
              </a:tabLst>
            </a:pPr>
            <a:r>
              <a:rPr sz="2280" dirty="0">
                <a:latin typeface="Calibri"/>
                <a:cs typeface="Calibri"/>
              </a:rPr>
              <a:t>The</a:t>
            </a:r>
            <a:r>
              <a:rPr sz="2280" spc="288" dirty="0">
                <a:latin typeface="Calibri"/>
                <a:cs typeface="Calibri"/>
              </a:rPr>
              <a:t> </a:t>
            </a:r>
            <a:r>
              <a:rPr sz="2280" dirty="0">
                <a:latin typeface="Calibri"/>
                <a:cs typeface="Calibri"/>
              </a:rPr>
              <a:t>configuration</a:t>
            </a:r>
            <a:r>
              <a:rPr sz="2280" spc="282" dirty="0">
                <a:latin typeface="Calibri"/>
                <a:cs typeface="Calibri"/>
              </a:rPr>
              <a:t> </a:t>
            </a:r>
            <a:r>
              <a:rPr sz="2280" dirty="0">
                <a:latin typeface="Calibri"/>
                <a:cs typeface="Calibri"/>
              </a:rPr>
              <a:t>management</a:t>
            </a:r>
            <a:r>
              <a:rPr sz="2280" spc="294" dirty="0">
                <a:latin typeface="Calibri"/>
                <a:cs typeface="Calibri"/>
              </a:rPr>
              <a:t> </a:t>
            </a:r>
            <a:r>
              <a:rPr sz="2280" dirty="0">
                <a:latin typeface="Calibri"/>
                <a:cs typeface="Calibri"/>
              </a:rPr>
              <a:t>of</a:t>
            </a:r>
            <a:r>
              <a:rPr sz="2280" spc="282" dirty="0">
                <a:latin typeface="Calibri"/>
                <a:cs typeface="Calibri"/>
              </a:rPr>
              <a:t> </a:t>
            </a:r>
            <a:r>
              <a:rPr sz="2280" dirty="0">
                <a:latin typeface="Calibri"/>
                <a:cs typeface="Calibri"/>
              </a:rPr>
              <a:t>a</a:t>
            </a:r>
            <a:r>
              <a:rPr sz="2280" spc="294" dirty="0">
                <a:latin typeface="Calibri"/>
                <a:cs typeface="Calibri"/>
              </a:rPr>
              <a:t> </a:t>
            </a:r>
            <a:r>
              <a:rPr sz="2280" dirty="0">
                <a:latin typeface="Calibri"/>
                <a:cs typeface="Calibri"/>
              </a:rPr>
              <a:t>software</a:t>
            </a:r>
            <a:r>
              <a:rPr sz="2280" spc="288" dirty="0">
                <a:latin typeface="Calibri"/>
                <a:cs typeface="Calibri"/>
              </a:rPr>
              <a:t> </a:t>
            </a:r>
            <a:r>
              <a:rPr sz="2280" dirty="0">
                <a:latin typeface="Calibri"/>
                <a:cs typeface="Calibri"/>
              </a:rPr>
              <a:t>system</a:t>
            </a:r>
            <a:r>
              <a:rPr sz="2280" spc="288" dirty="0">
                <a:latin typeface="Calibri"/>
                <a:cs typeface="Calibri"/>
              </a:rPr>
              <a:t> </a:t>
            </a:r>
            <a:r>
              <a:rPr sz="2280" dirty="0">
                <a:latin typeface="Calibri"/>
                <a:cs typeface="Calibri"/>
              </a:rPr>
              <a:t>product</a:t>
            </a:r>
            <a:r>
              <a:rPr sz="2280" spc="294" dirty="0">
                <a:latin typeface="Calibri"/>
                <a:cs typeface="Calibri"/>
              </a:rPr>
              <a:t> </a:t>
            </a:r>
            <a:r>
              <a:rPr sz="2280" dirty="0">
                <a:latin typeface="Calibri"/>
                <a:cs typeface="Calibri"/>
              </a:rPr>
              <a:t>involves</a:t>
            </a:r>
            <a:r>
              <a:rPr sz="2280" spc="288" dirty="0">
                <a:latin typeface="Calibri"/>
                <a:cs typeface="Calibri"/>
              </a:rPr>
              <a:t> </a:t>
            </a:r>
            <a:r>
              <a:rPr sz="2280" dirty="0">
                <a:latin typeface="Calibri"/>
                <a:cs typeface="Calibri"/>
              </a:rPr>
              <a:t>four</a:t>
            </a:r>
            <a:r>
              <a:rPr sz="2280" spc="282" dirty="0">
                <a:latin typeface="Calibri"/>
                <a:cs typeface="Calibri"/>
              </a:rPr>
              <a:t> </a:t>
            </a:r>
            <a:r>
              <a:rPr sz="2280" spc="-12" dirty="0">
                <a:latin typeface="Calibri"/>
                <a:cs typeface="Calibri"/>
              </a:rPr>
              <a:t>closely</a:t>
            </a:r>
            <a:endParaRPr sz="2280" dirty="0">
              <a:latin typeface="Calibri"/>
              <a:cs typeface="Calibri"/>
            </a:endParaRPr>
          </a:p>
          <a:p>
            <a:pPr marL="426720" algn="just">
              <a:lnSpc>
                <a:spcPts val="2562"/>
              </a:lnSpc>
            </a:pPr>
            <a:r>
              <a:rPr sz="2280" dirty="0">
                <a:latin typeface="Calibri"/>
                <a:cs typeface="Calibri"/>
              </a:rPr>
              <a:t>related</a:t>
            </a:r>
            <a:r>
              <a:rPr sz="2280" spc="-132" dirty="0">
                <a:latin typeface="Calibri"/>
                <a:cs typeface="Calibri"/>
              </a:rPr>
              <a:t> </a:t>
            </a:r>
            <a:r>
              <a:rPr sz="2280" spc="-12" dirty="0">
                <a:latin typeface="Calibri"/>
                <a:cs typeface="Calibri"/>
              </a:rPr>
              <a:t>activities</a:t>
            </a:r>
            <a:endParaRPr sz="2280" dirty="0">
              <a:latin typeface="Calibri"/>
              <a:cs typeface="Calibri"/>
            </a:endParaRPr>
          </a:p>
          <a:p>
            <a:pPr marL="54864" algn="just">
              <a:lnSpc>
                <a:spcPts val="2562"/>
              </a:lnSpc>
            </a:pPr>
            <a:r>
              <a:rPr sz="2280" b="1" i="1" dirty="0">
                <a:solidFill>
                  <a:srgbClr val="C00000"/>
                </a:solidFill>
                <a:latin typeface="Calibri"/>
                <a:cs typeface="Calibri"/>
              </a:rPr>
              <a:t>1.</a:t>
            </a:r>
            <a:r>
              <a:rPr sz="2280" b="1" i="1" spc="-72" dirty="0">
                <a:solidFill>
                  <a:srgbClr val="C00000"/>
                </a:solidFill>
                <a:latin typeface="Calibri"/>
                <a:cs typeface="Calibri"/>
              </a:rPr>
              <a:t> </a:t>
            </a:r>
            <a:r>
              <a:rPr sz="2280" b="1" i="1" spc="-12" dirty="0">
                <a:solidFill>
                  <a:srgbClr val="C00000"/>
                </a:solidFill>
                <a:latin typeface="Calibri"/>
                <a:cs typeface="Calibri"/>
              </a:rPr>
              <a:t>Version</a:t>
            </a:r>
            <a:r>
              <a:rPr sz="2280" b="1" i="1" spc="-48" dirty="0">
                <a:solidFill>
                  <a:srgbClr val="C00000"/>
                </a:solidFill>
                <a:latin typeface="Calibri"/>
                <a:cs typeface="Calibri"/>
              </a:rPr>
              <a:t> </a:t>
            </a:r>
            <a:r>
              <a:rPr sz="2280" b="1" i="1" spc="-12" dirty="0">
                <a:solidFill>
                  <a:srgbClr val="C00000"/>
                </a:solidFill>
                <a:latin typeface="Calibri"/>
                <a:cs typeface="Calibri"/>
              </a:rPr>
              <a:t>control</a:t>
            </a:r>
            <a:endParaRPr sz="2280" dirty="0">
              <a:latin typeface="Calibri"/>
              <a:cs typeface="Calibri"/>
            </a:endParaRPr>
          </a:p>
          <a:p>
            <a:pPr marL="463296" marR="6328410" indent="-408432" algn="just">
              <a:spcBef>
                <a:spcPts val="551"/>
              </a:spcBef>
              <a:buFont typeface="Arial MT"/>
              <a:buChar char="•"/>
              <a:tabLst>
                <a:tab pos="466344" algn="l"/>
              </a:tabLst>
            </a:pPr>
            <a:r>
              <a:rPr sz="2280" dirty="0">
                <a:latin typeface="Calibri"/>
                <a:cs typeface="Calibri"/>
              </a:rPr>
              <a:t>This</a:t>
            </a:r>
            <a:r>
              <a:rPr sz="2280" spc="432" dirty="0">
                <a:latin typeface="Calibri"/>
                <a:cs typeface="Calibri"/>
              </a:rPr>
              <a:t> </a:t>
            </a:r>
            <a:r>
              <a:rPr sz="2280" dirty="0">
                <a:latin typeface="Calibri"/>
                <a:cs typeface="Calibri"/>
              </a:rPr>
              <a:t>involves</a:t>
            </a:r>
            <a:r>
              <a:rPr sz="2280" spc="450" dirty="0">
                <a:latin typeface="Calibri"/>
                <a:cs typeface="Calibri"/>
              </a:rPr>
              <a:t> </a:t>
            </a:r>
            <a:r>
              <a:rPr sz="2280" b="1" i="1" dirty="0">
                <a:solidFill>
                  <a:srgbClr val="006FC0"/>
                </a:solidFill>
                <a:latin typeface="Calibri"/>
                <a:cs typeface="Calibri"/>
              </a:rPr>
              <a:t>keeping</a:t>
            </a:r>
            <a:r>
              <a:rPr sz="2280" b="1" i="1" spc="438" dirty="0">
                <a:solidFill>
                  <a:srgbClr val="006FC0"/>
                </a:solidFill>
                <a:latin typeface="Calibri"/>
                <a:cs typeface="Calibri"/>
              </a:rPr>
              <a:t> </a:t>
            </a:r>
            <a:r>
              <a:rPr sz="2280" b="1" i="1" dirty="0">
                <a:solidFill>
                  <a:srgbClr val="006FC0"/>
                </a:solidFill>
                <a:latin typeface="Calibri"/>
                <a:cs typeface="Calibri"/>
              </a:rPr>
              <a:t>track</a:t>
            </a:r>
            <a:r>
              <a:rPr sz="2280" b="1" i="1" spc="438" dirty="0">
                <a:solidFill>
                  <a:srgbClr val="006FC0"/>
                </a:solidFill>
                <a:latin typeface="Calibri"/>
                <a:cs typeface="Calibri"/>
              </a:rPr>
              <a:t> </a:t>
            </a:r>
            <a:r>
              <a:rPr sz="2280" b="1" i="1" spc="-30" dirty="0">
                <a:solidFill>
                  <a:srgbClr val="006FC0"/>
                </a:solidFill>
                <a:latin typeface="Calibri"/>
                <a:cs typeface="Calibri"/>
              </a:rPr>
              <a:t>of 	</a:t>
            </a:r>
            <a:r>
              <a:rPr sz="2280" b="1" i="1" dirty="0">
                <a:solidFill>
                  <a:srgbClr val="006FC0"/>
                </a:solidFill>
                <a:latin typeface="Calibri"/>
                <a:cs typeface="Calibri"/>
              </a:rPr>
              <a:t>the</a:t>
            </a:r>
            <a:r>
              <a:rPr sz="2280" b="1" i="1" spc="24" dirty="0">
                <a:solidFill>
                  <a:srgbClr val="006FC0"/>
                </a:solidFill>
                <a:latin typeface="Calibri"/>
                <a:cs typeface="Calibri"/>
              </a:rPr>
              <a:t> </a:t>
            </a:r>
            <a:r>
              <a:rPr sz="2280" b="1" i="1" dirty="0">
                <a:solidFill>
                  <a:srgbClr val="006FC0"/>
                </a:solidFill>
                <a:latin typeface="Calibri"/>
                <a:cs typeface="Calibri"/>
              </a:rPr>
              <a:t>multiple</a:t>
            </a:r>
            <a:r>
              <a:rPr sz="2280" b="1" i="1" spc="36" dirty="0">
                <a:solidFill>
                  <a:srgbClr val="006FC0"/>
                </a:solidFill>
                <a:latin typeface="Calibri"/>
                <a:cs typeface="Calibri"/>
              </a:rPr>
              <a:t> </a:t>
            </a:r>
            <a:r>
              <a:rPr sz="2280" b="1" i="1" dirty="0">
                <a:solidFill>
                  <a:srgbClr val="006FC0"/>
                </a:solidFill>
                <a:latin typeface="Calibri"/>
                <a:cs typeface="Calibri"/>
              </a:rPr>
              <a:t>versions</a:t>
            </a:r>
            <a:r>
              <a:rPr sz="2280" b="1" i="1" spc="12" dirty="0">
                <a:solidFill>
                  <a:srgbClr val="006FC0"/>
                </a:solidFill>
                <a:latin typeface="Calibri"/>
                <a:cs typeface="Calibri"/>
              </a:rPr>
              <a:t> </a:t>
            </a:r>
            <a:r>
              <a:rPr sz="2280" b="1" i="1" dirty="0">
                <a:solidFill>
                  <a:srgbClr val="006FC0"/>
                </a:solidFill>
                <a:latin typeface="Calibri"/>
                <a:cs typeface="Calibri"/>
              </a:rPr>
              <a:t>of</a:t>
            </a:r>
            <a:r>
              <a:rPr sz="2280" b="1" i="1" spc="24" dirty="0">
                <a:solidFill>
                  <a:srgbClr val="006FC0"/>
                </a:solidFill>
                <a:latin typeface="Calibri"/>
                <a:cs typeface="Calibri"/>
              </a:rPr>
              <a:t> </a:t>
            </a:r>
            <a:r>
              <a:rPr sz="2280" b="1" i="1" spc="-12" dirty="0">
                <a:solidFill>
                  <a:srgbClr val="006FC0"/>
                </a:solidFill>
                <a:latin typeface="Calibri"/>
                <a:cs typeface="Calibri"/>
              </a:rPr>
              <a:t>system 	</a:t>
            </a:r>
            <a:r>
              <a:rPr sz="2280" b="1" i="1" dirty="0">
                <a:solidFill>
                  <a:srgbClr val="006FC0"/>
                </a:solidFill>
                <a:latin typeface="Calibri"/>
                <a:cs typeface="Calibri"/>
              </a:rPr>
              <a:t>components</a:t>
            </a:r>
            <a:r>
              <a:rPr sz="2280" b="1" i="1" spc="300" dirty="0">
                <a:solidFill>
                  <a:srgbClr val="006FC0"/>
                </a:solidFill>
                <a:latin typeface="Calibri"/>
                <a:cs typeface="Calibri"/>
              </a:rPr>
              <a:t> </a:t>
            </a:r>
            <a:r>
              <a:rPr sz="2280" dirty="0">
                <a:latin typeface="Calibri"/>
                <a:cs typeface="Calibri"/>
              </a:rPr>
              <a:t>and</a:t>
            </a:r>
            <a:r>
              <a:rPr sz="2280" spc="305" dirty="0">
                <a:latin typeface="Calibri"/>
                <a:cs typeface="Calibri"/>
              </a:rPr>
              <a:t> </a:t>
            </a:r>
            <a:r>
              <a:rPr sz="2280" dirty="0">
                <a:latin typeface="Calibri"/>
                <a:cs typeface="Calibri"/>
              </a:rPr>
              <a:t>ensuring</a:t>
            </a:r>
            <a:r>
              <a:rPr sz="2280" spc="300" dirty="0">
                <a:latin typeface="Calibri"/>
                <a:cs typeface="Calibri"/>
              </a:rPr>
              <a:t> </a:t>
            </a:r>
            <a:r>
              <a:rPr sz="2280" spc="-24" dirty="0">
                <a:latin typeface="Calibri"/>
                <a:cs typeface="Calibri"/>
              </a:rPr>
              <a:t>that 	</a:t>
            </a:r>
            <a:r>
              <a:rPr sz="2280" dirty="0">
                <a:latin typeface="Calibri"/>
                <a:cs typeface="Calibri"/>
              </a:rPr>
              <a:t>changes</a:t>
            </a:r>
            <a:r>
              <a:rPr sz="2280" spc="528" dirty="0">
                <a:latin typeface="Calibri"/>
                <a:cs typeface="Calibri"/>
              </a:rPr>
              <a:t> </a:t>
            </a:r>
            <a:r>
              <a:rPr sz="2280" dirty="0">
                <a:latin typeface="Calibri"/>
                <a:cs typeface="Calibri"/>
              </a:rPr>
              <a:t>made</a:t>
            </a:r>
            <a:r>
              <a:rPr sz="2280" spc="534" dirty="0">
                <a:latin typeface="Calibri"/>
                <a:cs typeface="Calibri"/>
              </a:rPr>
              <a:t> </a:t>
            </a:r>
            <a:r>
              <a:rPr sz="2280" dirty="0">
                <a:latin typeface="Calibri"/>
                <a:cs typeface="Calibri"/>
              </a:rPr>
              <a:t>to</a:t>
            </a:r>
            <a:r>
              <a:rPr sz="2280" spc="516" dirty="0">
                <a:latin typeface="Calibri"/>
                <a:cs typeface="Calibri"/>
              </a:rPr>
              <a:t> </a:t>
            </a:r>
            <a:r>
              <a:rPr sz="2280" spc="-12" dirty="0">
                <a:latin typeface="Calibri"/>
                <a:cs typeface="Calibri"/>
              </a:rPr>
              <a:t>components 	</a:t>
            </a:r>
            <a:r>
              <a:rPr sz="2280" dirty="0">
                <a:latin typeface="Calibri"/>
                <a:cs typeface="Calibri"/>
              </a:rPr>
              <a:t>by</a:t>
            </a:r>
            <a:r>
              <a:rPr sz="2280" spc="270" dirty="0">
                <a:latin typeface="Calibri"/>
                <a:cs typeface="Calibri"/>
              </a:rPr>
              <a:t> </a:t>
            </a:r>
            <a:r>
              <a:rPr sz="2280" dirty="0">
                <a:latin typeface="Calibri"/>
                <a:cs typeface="Calibri"/>
              </a:rPr>
              <a:t>different</a:t>
            </a:r>
            <a:r>
              <a:rPr sz="2280" spc="275" dirty="0">
                <a:latin typeface="Calibri"/>
                <a:cs typeface="Calibri"/>
              </a:rPr>
              <a:t> </a:t>
            </a:r>
            <a:r>
              <a:rPr sz="2280" dirty="0">
                <a:latin typeface="Calibri"/>
                <a:cs typeface="Calibri"/>
              </a:rPr>
              <a:t>developers</a:t>
            </a:r>
            <a:r>
              <a:rPr sz="2280" spc="275" dirty="0">
                <a:latin typeface="Calibri"/>
                <a:cs typeface="Calibri"/>
              </a:rPr>
              <a:t> </a:t>
            </a:r>
            <a:r>
              <a:rPr sz="2280" dirty="0">
                <a:latin typeface="Calibri"/>
                <a:cs typeface="Calibri"/>
              </a:rPr>
              <a:t>do</a:t>
            </a:r>
            <a:r>
              <a:rPr sz="2280" spc="264" dirty="0">
                <a:latin typeface="Calibri"/>
                <a:cs typeface="Calibri"/>
              </a:rPr>
              <a:t> </a:t>
            </a:r>
            <a:r>
              <a:rPr sz="2280" spc="-30" dirty="0">
                <a:latin typeface="Calibri"/>
                <a:cs typeface="Calibri"/>
              </a:rPr>
              <a:t>not 	</a:t>
            </a:r>
            <a:r>
              <a:rPr sz="2280" spc="-12" dirty="0">
                <a:latin typeface="Calibri"/>
                <a:cs typeface="Calibri"/>
              </a:rPr>
              <a:t>interfere</a:t>
            </a:r>
            <a:r>
              <a:rPr sz="2280" spc="-54" dirty="0">
                <a:latin typeface="Calibri"/>
                <a:cs typeface="Calibri"/>
              </a:rPr>
              <a:t> </a:t>
            </a:r>
            <a:r>
              <a:rPr sz="2280" dirty="0">
                <a:latin typeface="Calibri"/>
                <a:cs typeface="Calibri"/>
              </a:rPr>
              <a:t>with</a:t>
            </a:r>
            <a:r>
              <a:rPr sz="2280" spc="-66" dirty="0">
                <a:latin typeface="Calibri"/>
                <a:cs typeface="Calibri"/>
              </a:rPr>
              <a:t> </a:t>
            </a:r>
            <a:r>
              <a:rPr sz="2280" dirty="0">
                <a:latin typeface="Calibri"/>
                <a:cs typeface="Calibri"/>
              </a:rPr>
              <a:t>each</a:t>
            </a:r>
            <a:r>
              <a:rPr sz="2280" spc="-78" dirty="0">
                <a:latin typeface="Calibri"/>
                <a:cs typeface="Calibri"/>
              </a:rPr>
              <a:t> </a:t>
            </a:r>
            <a:r>
              <a:rPr sz="2280" spc="-12" dirty="0">
                <a:latin typeface="Calibri"/>
                <a:cs typeface="Calibri"/>
              </a:rPr>
              <a:t>other.</a:t>
            </a:r>
            <a:endParaRPr sz="2280" dirty="0">
              <a:latin typeface="Calibri"/>
              <a:cs typeface="Calibri"/>
            </a:endParaRPr>
          </a:p>
          <a:p>
            <a:pPr marL="338328" indent="-287274" algn="just">
              <a:spcBef>
                <a:spcPts val="137"/>
              </a:spcBef>
              <a:buFont typeface="Calibri"/>
              <a:buAutoNum type="arabicPeriod" startAt="2"/>
              <a:tabLst>
                <a:tab pos="338328" algn="l"/>
              </a:tabLst>
            </a:pPr>
            <a:r>
              <a:rPr sz="2280" b="1" i="1" dirty="0">
                <a:solidFill>
                  <a:srgbClr val="C00000"/>
                </a:solidFill>
                <a:latin typeface="Calibri"/>
                <a:cs typeface="Calibri"/>
              </a:rPr>
              <a:t>System</a:t>
            </a:r>
            <a:r>
              <a:rPr sz="2280" b="1" i="1" spc="-132" dirty="0">
                <a:solidFill>
                  <a:srgbClr val="C00000"/>
                </a:solidFill>
                <a:latin typeface="Calibri"/>
                <a:cs typeface="Calibri"/>
              </a:rPr>
              <a:t> </a:t>
            </a:r>
            <a:r>
              <a:rPr sz="2280" b="1" i="1" spc="-12" dirty="0">
                <a:solidFill>
                  <a:srgbClr val="C00000"/>
                </a:solidFill>
                <a:latin typeface="Calibri"/>
                <a:cs typeface="Calibri"/>
              </a:rPr>
              <a:t>building</a:t>
            </a:r>
            <a:endParaRPr sz="2280" dirty="0">
              <a:latin typeface="Calibri"/>
              <a:cs typeface="Calibri"/>
            </a:endParaRPr>
          </a:p>
          <a:p>
            <a:pPr marL="459486" lvl="1" indent="-408432" algn="just">
              <a:buFont typeface="Arial MT"/>
              <a:buChar char="•"/>
              <a:tabLst>
                <a:tab pos="459486" algn="l"/>
              </a:tabLst>
            </a:pPr>
            <a:r>
              <a:rPr sz="2280" dirty="0">
                <a:latin typeface="Calibri"/>
                <a:cs typeface="Calibri"/>
              </a:rPr>
              <a:t>This</a:t>
            </a:r>
            <a:r>
              <a:rPr sz="2280" spc="420" dirty="0">
                <a:latin typeface="Calibri"/>
                <a:cs typeface="Calibri"/>
              </a:rPr>
              <a:t> </a:t>
            </a:r>
            <a:r>
              <a:rPr sz="2280" dirty="0">
                <a:latin typeface="Calibri"/>
                <a:cs typeface="Calibri"/>
              </a:rPr>
              <a:t>is</a:t>
            </a:r>
            <a:r>
              <a:rPr sz="2280" spc="408" dirty="0">
                <a:latin typeface="Calibri"/>
                <a:cs typeface="Calibri"/>
              </a:rPr>
              <a:t> </a:t>
            </a:r>
            <a:r>
              <a:rPr sz="2280" dirty="0">
                <a:latin typeface="Calibri"/>
                <a:cs typeface="Calibri"/>
              </a:rPr>
              <a:t>the</a:t>
            </a:r>
            <a:r>
              <a:rPr sz="2280" spc="426" dirty="0">
                <a:latin typeface="Calibri"/>
                <a:cs typeface="Calibri"/>
              </a:rPr>
              <a:t> </a:t>
            </a:r>
            <a:r>
              <a:rPr sz="2280" dirty="0">
                <a:latin typeface="Calibri"/>
                <a:cs typeface="Calibri"/>
              </a:rPr>
              <a:t>process</a:t>
            </a:r>
            <a:r>
              <a:rPr sz="2280" spc="420" dirty="0">
                <a:latin typeface="Calibri"/>
                <a:cs typeface="Calibri"/>
              </a:rPr>
              <a:t> </a:t>
            </a:r>
            <a:r>
              <a:rPr sz="2280" dirty="0">
                <a:latin typeface="Calibri"/>
                <a:cs typeface="Calibri"/>
              </a:rPr>
              <a:t>of</a:t>
            </a:r>
            <a:r>
              <a:rPr sz="2280" spc="402" dirty="0">
                <a:latin typeface="Calibri"/>
                <a:cs typeface="Calibri"/>
              </a:rPr>
              <a:t> </a:t>
            </a:r>
            <a:r>
              <a:rPr sz="2280" b="1" i="1" dirty="0">
                <a:solidFill>
                  <a:srgbClr val="6F2F9F"/>
                </a:solidFill>
                <a:latin typeface="Calibri"/>
                <a:cs typeface="Calibri"/>
              </a:rPr>
              <a:t>assembling</a:t>
            </a:r>
            <a:r>
              <a:rPr sz="2280" b="1" i="1" spc="420" dirty="0">
                <a:solidFill>
                  <a:srgbClr val="6F2F9F"/>
                </a:solidFill>
                <a:latin typeface="Calibri"/>
                <a:cs typeface="Calibri"/>
              </a:rPr>
              <a:t> </a:t>
            </a:r>
            <a:r>
              <a:rPr sz="2280" dirty="0">
                <a:latin typeface="Calibri"/>
                <a:cs typeface="Calibri"/>
              </a:rPr>
              <a:t>program</a:t>
            </a:r>
            <a:r>
              <a:rPr sz="2280" spc="420" dirty="0">
                <a:latin typeface="Calibri"/>
                <a:cs typeface="Calibri"/>
              </a:rPr>
              <a:t> </a:t>
            </a:r>
            <a:r>
              <a:rPr sz="2280" dirty="0">
                <a:latin typeface="Calibri"/>
                <a:cs typeface="Calibri"/>
              </a:rPr>
              <a:t>components,</a:t>
            </a:r>
            <a:r>
              <a:rPr sz="2280" spc="420" dirty="0">
                <a:latin typeface="Calibri"/>
                <a:cs typeface="Calibri"/>
              </a:rPr>
              <a:t> </a:t>
            </a:r>
            <a:r>
              <a:rPr sz="2280" dirty="0">
                <a:latin typeface="Calibri"/>
                <a:cs typeface="Calibri"/>
              </a:rPr>
              <a:t>data,</a:t>
            </a:r>
            <a:r>
              <a:rPr sz="2280" spc="414" dirty="0">
                <a:latin typeface="Calibri"/>
                <a:cs typeface="Calibri"/>
              </a:rPr>
              <a:t> </a:t>
            </a:r>
            <a:r>
              <a:rPr sz="2280" dirty="0">
                <a:latin typeface="Calibri"/>
                <a:cs typeface="Calibri"/>
              </a:rPr>
              <a:t>and</a:t>
            </a:r>
            <a:r>
              <a:rPr sz="2280" spc="438" dirty="0">
                <a:latin typeface="Calibri"/>
                <a:cs typeface="Calibri"/>
              </a:rPr>
              <a:t> </a:t>
            </a:r>
            <a:r>
              <a:rPr sz="2280" dirty="0">
                <a:latin typeface="Calibri"/>
                <a:cs typeface="Calibri"/>
              </a:rPr>
              <a:t>libraries,</a:t>
            </a:r>
            <a:r>
              <a:rPr sz="2280" spc="420" dirty="0">
                <a:latin typeface="Calibri"/>
                <a:cs typeface="Calibri"/>
              </a:rPr>
              <a:t> </a:t>
            </a:r>
            <a:r>
              <a:rPr sz="2280" spc="-24" dirty="0">
                <a:latin typeface="Calibri"/>
                <a:cs typeface="Calibri"/>
              </a:rPr>
              <a:t>then</a:t>
            </a:r>
            <a:endParaRPr sz="2280" dirty="0">
              <a:latin typeface="Calibri"/>
              <a:cs typeface="Calibri"/>
            </a:endParaRPr>
          </a:p>
          <a:p>
            <a:pPr marL="462534" algn="just"/>
            <a:r>
              <a:rPr sz="2280" b="1" i="1" dirty="0">
                <a:solidFill>
                  <a:srgbClr val="6F2F9F"/>
                </a:solidFill>
                <a:latin typeface="Calibri"/>
                <a:cs typeface="Calibri"/>
              </a:rPr>
              <a:t>compiling</a:t>
            </a:r>
            <a:r>
              <a:rPr sz="2280" b="1" i="1" spc="-66" dirty="0">
                <a:solidFill>
                  <a:srgbClr val="6F2F9F"/>
                </a:solidFill>
                <a:latin typeface="Calibri"/>
                <a:cs typeface="Calibri"/>
              </a:rPr>
              <a:t> </a:t>
            </a:r>
            <a:r>
              <a:rPr sz="2280" dirty="0">
                <a:latin typeface="Calibri"/>
                <a:cs typeface="Calibri"/>
              </a:rPr>
              <a:t>and</a:t>
            </a:r>
            <a:r>
              <a:rPr sz="2280" spc="-54" dirty="0">
                <a:latin typeface="Calibri"/>
                <a:cs typeface="Calibri"/>
              </a:rPr>
              <a:t> </a:t>
            </a:r>
            <a:r>
              <a:rPr sz="2280" b="1" i="1" dirty="0">
                <a:solidFill>
                  <a:srgbClr val="6F2F9F"/>
                </a:solidFill>
                <a:latin typeface="Calibri"/>
                <a:cs typeface="Calibri"/>
              </a:rPr>
              <a:t>linking</a:t>
            </a:r>
            <a:r>
              <a:rPr sz="2280" b="1" i="1" spc="-78" dirty="0">
                <a:solidFill>
                  <a:srgbClr val="6F2F9F"/>
                </a:solidFill>
                <a:latin typeface="Calibri"/>
                <a:cs typeface="Calibri"/>
              </a:rPr>
              <a:t> </a:t>
            </a:r>
            <a:r>
              <a:rPr sz="2280" dirty="0">
                <a:latin typeface="Calibri"/>
                <a:cs typeface="Calibri"/>
              </a:rPr>
              <a:t>these</a:t>
            </a:r>
            <a:r>
              <a:rPr sz="2280" spc="-54" dirty="0">
                <a:latin typeface="Calibri"/>
                <a:cs typeface="Calibri"/>
              </a:rPr>
              <a:t> </a:t>
            </a:r>
            <a:r>
              <a:rPr sz="2280" dirty="0">
                <a:latin typeface="Calibri"/>
                <a:cs typeface="Calibri"/>
              </a:rPr>
              <a:t>to</a:t>
            </a:r>
            <a:r>
              <a:rPr sz="2280" spc="-54" dirty="0">
                <a:latin typeface="Calibri"/>
                <a:cs typeface="Calibri"/>
              </a:rPr>
              <a:t> </a:t>
            </a:r>
            <a:r>
              <a:rPr sz="2280" dirty="0">
                <a:latin typeface="Calibri"/>
                <a:cs typeface="Calibri"/>
              </a:rPr>
              <a:t>create</a:t>
            </a:r>
            <a:r>
              <a:rPr sz="2280" spc="-60" dirty="0">
                <a:latin typeface="Calibri"/>
                <a:cs typeface="Calibri"/>
              </a:rPr>
              <a:t> </a:t>
            </a:r>
            <a:r>
              <a:rPr sz="2280" dirty="0">
                <a:latin typeface="Calibri"/>
                <a:cs typeface="Calibri"/>
              </a:rPr>
              <a:t>an</a:t>
            </a:r>
            <a:r>
              <a:rPr sz="2280" spc="-54" dirty="0">
                <a:latin typeface="Calibri"/>
                <a:cs typeface="Calibri"/>
              </a:rPr>
              <a:t> </a:t>
            </a:r>
            <a:r>
              <a:rPr sz="2280" spc="-12" dirty="0">
                <a:latin typeface="Calibri"/>
                <a:cs typeface="Calibri"/>
              </a:rPr>
              <a:t>executable</a:t>
            </a:r>
            <a:r>
              <a:rPr sz="2280" spc="-42" dirty="0">
                <a:latin typeface="Calibri"/>
                <a:cs typeface="Calibri"/>
              </a:rPr>
              <a:t> </a:t>
            </a:r>
            <a:r>
              <a:rPr sz="2280" spc="-12" dirty="0">
                <a:latin typeface="Calibri"/>
                <a:cs typeface="Calibri"/>
              </a:rPr>
              <a:t>system.</a:t>
            </a:r>
            <a:endParaRPr sz="2280" dirty="0">
              <a:latin typeface="Calibri"/>
              <a:cs typeface="Calibri"/>
            </a:endParaRPr>
          </a:p>
          <a:p>
            <a:pPr marL="338328" indent="-287274" algn="just">
              <a:spcBef>
                <a:spcPts val="6"/>
              </a:spcBef>
              <a:buAutoNum type="arabicPeriod" startAt="3"/>
              <a:tabLst>
                <a:tab pos="338328" algn="l"/>
              </a:tabLst>
            </a:pPr>
            <a:r>
              <a:rPr sz="2280" b="1" i="1" dirty="0">
                <a:solidFill>
                  <a:srgbClr val="C00000"/>
                </a:solidFill>
                <a:latin typeface="Calibri"/>
                <a:cs typeface="Calibri"/>
              </a:rPr>
              <a:t>Change</a:t>
            </a:r>
            <a:r>
              <a:rPr sz="2280" b="1" i="1" spc="-54" dirty="0">
                <a:solidFill>
                  <a:srgbClr val="C00000"/>
                </a:solidFill>
                <a:latin typeface="Calibri"/>
                <a:cs typeface="Calibri"/>
              </a:rPr>
              <a:t> </a:t>
            </a:r>
            <a:r>
              <a:rPr sz="2280" b="1" i="1" spc="-12" dirty="0">
                <a:solidFill>
                  <a:srgbClr val="C00000"/>
                </a:solidFill>
                <a:latin typeface="Calibri"/>
                <a:cs typeface="Calibri"/>
              </a:rPr>
              <a:t>management</a:t>
            </a:r>
            <a:endParaRPr sz="2280" dirty="0">
              <a:latin typeface="Calibri"/>
              <a:cs typeface="Calibri"/>
            </a:endParaRPr>
          </a:p>
          <a:p>
            <a:pPr marL="459486" marR="6096" lvl="1" indent="-408432" algn="just">
              <a:buFont typeface="Arial MT"/>
              <a:buChar char="•"/>
              <a:tabLst>
                <a:tab pos="462534" algn="l"/>
              </a:tabLst>
            </a:pPr>
            <a:r>
              <a:rPr sz="2280" dirty="0">
                <a:latin typeface="Calibri"/>
                <a:cs typeface="Calibri"/>
              </a:rPr>
              <a:t>This</a:t>
            </a:r>
            <a:r>
              <a:rPr sz="2280" spc="480" dirty="0">
                <a:latin typeface="Calibri"/>
                <a:cs typeface="Calibri"/>
              </a:rPr>
              <a:t> </a:t>
            </a:r>
            <a:r>
              <a:rPr sz="2280" dirty="0">
                <a:latin typeface="Calibri"/>
                <a:cs typeface="Calibri"/>
              </a:rPr>
              <a:t>involves</a:t>
            </a:r>
            <a:r>
              <a:rPr sz="2280" spc="498" dirty="0">
                <a:latin typeface="Calibri"/>
                <a:cs typeface="Calibri"/>
              </a:rPr>
              <a:t> </a:t>
            </a:r>
            <a:r>
              <a:rPr sz="2280" b="1" i="1" dirty="0">
                <a:solidFill>
                  <a:srgbClr val="6F2F9F"/>
                </a:solidFill>
                <a:latin typeface="Calibri"/>
                <a:cs typeface="Calibri"/>
              </a:rPr>
              <a:t>keeping</a:t>
            </a:r>
            <a:r>
              <a:rPr sz="2280" b="1" i="1" spc="480" dirty="0">
                <a:solidFill>
                  <a:srgbClr val="6F2F9F"/>
                </a:solidFill>
                <a:latin typeface="Calibri"/>
                <a:cs typeface="Calibri"/>
              </a:rPr>
              <a:t> </a:t>
            </a:r>
            <a:r>
              <a:rPr sz="2280" b="1" i="1" dirty="0">
                <a:solidFill>
                  <a:srgbClr val="6F2F9F"/>
                </a:solidFill>
                <a:latin typeface="Calibri"/>
                <a:cs typeface="Calibri"/>
              </a:rPr>
              <a:t>track</a:t>
            </a:r>
            <a:r>
              <a:rPr sz="2280" b="1" i="1" spc="491" dirty="0">
                <a:solidFill>
                  <a:srgbClr val="6F2F9F"/>
                </a:solidFill>
                <a:latin typeface="Calibri"/>
                <a:cs typeface="Calibri"/>
              </a:rPr>
              <a:t> </a:t>
            </a:r>
            <a:r>
              <a:rPr sz="2280" b="1" i="1" dirty="0">
                <a:solidFill>
                  <a:srgbClr val="6F2F9F"/>
                </a:solidFill>
                <a:latin typeface="Calibri"/>
                <a:cs typeface="Calibri"/>
              </a:rPr>
              <a:t>of</a:t>
            </a:r>
            <a:r>
              <a:rPr sz="2280" b="1" i="1" spc="480" dirty="0">
                <a:solidFill>
                  <a:srgbClr val="6F2F9F"/>
                </a:solidFill>
                <a:latin typeface="Calibri"/>
                <a:cs typeface="Calibri"/>
              </a:rPr>
              <a:t> </a:t>
            </a:r>
            <a:r>
              <a:rPr sz="2280" b="1" i="1" dirty="0">
                <a:solidFill>
                  <a:srgbClr val="6F2F9F"/>
                </a:solidFill>
                <a:latin typeface="Calibri"/>
                <a:cs typeface="Calibri"/>
              </a:rPr>
              <a:t>requests</a:t>
            </a:r>
            <a:r>
              <a:rPr sz="2280" b="1" i="1" spc="486" dirty="0">
                <a:solidFill>
                  <a:srgbClr val="6F2F9F"/>
                </a:solidFill>
                <a:latin typeface="Calibri"/>
                <a:cs typeface="Calibri"/>
              </a:rPr>
              <a:t> </a:t>
            </a:r>
            <a:r>
              <a:rPr sz="2280" b="1" i="1" dirty="0">
                <a:solidFill>
                  <a:srgbClr val="6F2F9F"/>
                </a:solidFill>
                <a:latin typeface="Calibri"/>
                <a:cs typeface="Calibri"/>
              </a:rPr>
              <a:t>for</a:t>
            </a:r>
            <a:r>
              <a:rPr sz="2280" b="1" i="1" spc="498" dirty="0">
                <a:solidFill>
                  <a:srgbClr val="6F2F9F"/>
                </a:solidFill>
                <a:latin typeface="Calibri"/>
                <a:cs typeface="Calibri"/>
              </a:rPr>
              <a:t> </a:t>
            </a:r>
            <a:r>
              <a:rPr sz="2280" b="1" i="1" dirty="0">
                <a:solidFill>
                  <a:srgbClr val="6F2F9F"/>
                </a:solidFill>
                <a:latin typeface="Calibri"/>
                <a:cs typeface="Calibri"/>
              </a:rPr>
              <a:t>changes</a:t>
            </a:r>
            <a:r>
              <a:rPr sz="2280" b="1" i="1" spc="486" dirty="0">
                <a:solidFill>
                  <a:srgbClr val="6F2F9F"/>
                </a:solidFill>
                <a:latin typeface="Calibri"/>
                <a:cs typeface="Calibri"/>
              </a:rPr>
              <a:t> </a:t>
            </a:r>
            <a:r>
              <a:rPr sz="2280" b="1" i="1" dirty="0">
                <a:solidFill>
                  <a:srgbClr val="6F2F9F"/>
                </a:solidFill>
                <a:latin typeface="Calibri"/>
                <a:cs typeface="Calibri"/>
              </a:rPr>
              <a:t>to</a:t>
            </a:r>
            <a:r>
              <a:rPr sz="2280" b="1" i="1" spc="491" dirty="0">
                <a:solidFill>
                  <a:srgbClr val="6F2F9F"/>
                </a:solidFill>
                <a:latin typeface="Calibri"/>
                <a:cs typeface="Calibri"/>
              </a:rPr>
              <a:t> </a:t>
            </a:r>
            <a:r>
              <a:rPr sz="2280" b="1" i="1" dirty="0">
                <a:solidFill>
                  <a:srgbClr val="6F2F9F"/>
                </a:solidFill>
                <a:latin typeface="Calibri"/>
                <a:cs typeface="Calibri"/>
              </a:rPr>
              <a:t>delivered</a:t>
            </a:r>
            <a:r>
              <a:rPr sz="2280" b="1" i="1" spc="491" dirty="0">
                <a:solidFill>
                  <a:srgbClr val="6F2F9F"/>
                </a:solidFill>
                <a:latin typeface="Calibri"/>
                <a:cs typeface="Calibri"/>
              </a:rPr>
              <a:t> </a:t>
            </a:r>
            <a:r>
              <a:rPr sz="2280" b="1" i="1" dirty="0">
                <a:solidFill>
                  <a:srgbClr val="6F2F9F"/>
                </a:solidFill>
                <a:latin typeface="Calibri"/>
                <a:cs typeface="Calibri"/>
              </a:rPr>
              <a:t>software</a:t>
            </a:r>
            <a:r>
              <a:rPr sz="2280" b="1" i="1" spc="491" dirty="0">
                <a:solidFill>
                  <a:srgbClr val="6F2F9F"/>
                </a:solidFill>
                <a:latin typeface="Calibri"/>
                <a:cs typeface="Calibri"/>
              </a:rPr>
              <a:t> </a:t>
            </a:r>
            <a:r>
              <a:rPr sz="2280" spc="-24" dirty="0">
                <a:latin typeface="Calibri"/>
                <a:cs typeface="Calibri"/>
              </a:rPr>
              <a:t>from 	</a:t>
            </a:r>
            <a:r>
              <a:rPr sz="2280" dirty="0">
                <a:latin typeface="Calibri"/>
                <a:cs typeface="Calibri"/>
              </a:rPr>
              <a:t>customers</a:t>
            </a:r>
            <a:r>
              <a:rPr sz="2280" spc="564" dirty="0">
                <a:latin typeface="Calibri"/>
                <a:cs typeface="Calibri"/>
              </a:rPr>
              <a:t> </a:t>
            </a:r>
            <a:r>
              <a:rPr sz="2280" dirty="0">
                <a:latin typeface="Calibri"/>
                <a:cs typeface="Calibri"/>
              </a:rPr>
              <a:t>and</a:t>
            </a:r>
            <a:r>
              <a:rPr sz="2280" spc="581" dirty="0">
                <a:latin typeface="Calibri"/>
                <a:cs typeface="Calibri"/>
              </a:rPr>
              <a:t> </a:t>
            </a:r>
            <a:r>
              <a:rPr sz="2280" dirty="0">
                <a:latin typeface="Calibri"/>
                <a:cs typeface="Calibri"/>
              </a:rPr>
              <a:t>developers,</a:t>
            </a:r>
            <a:r>
              <a:rPr sz="2280" spc="558" dirty="0">
                <a:latin typeface="Calibri"/>
                <a:cs typeface="Calibri"/>
              </a:rPr>
              <a:t> </a:t>
            </a:r>
            <a:r>
              <a:rPr sz="2280" b="1" i="1" dirty="0">
                <a:solidFill>
                  <a:srgbClr val="006FC0"/>
                </a:solidFill>
                <a:latin typeface="Calibri"/>
                <a:cs typeface="Calibri"/>
              </a:rPr>
              <a:t>working</a:t>
            </a:r>
            <a:r>
              <a:rPr sz="2280" b="1" i="1" spc="558" dirty="0">
                <a:solidFill>
                  <a:srgbClr val="006FC0"/>
                </a:solidFill>
                <a:latin typeface="Calibri"/>
                <a:cs typeface="Calibri"/>
              </a:rPr>
              <a:t> </a:t>
            </a:r>
            <a:r>
              <a:rPr sz="2280" b="1" i="1" dirty="0">
                <a:solidFill>
                  <a:srgbClr val="006FC0"/>
                </a:solidFill>
                <a:latin typeface="Calibri"/>
                <a:cs typeface="Calibri"/>
              </a:rPr>
              <a:t>out</a:t>
            </a:r>
            <a:r>
              <a:rPr sz="2280" b="1" i="1" spc="564" dirty="0">
                <a:solidFill>
                  <a:srgbClr val="006FC0"/>
                </a:solidFill>
                <a:latin typeface="Calibri"/>
                <a:cs typeface="Calibri"/>
              </a:rPr>
              <a:t> </a:t>
            </a:r>
            <a:r>
              <a:rPr sz="2280" b="1" i="1" dirty="0">
                <a:solidFill>
                  <a:srgbClr val="006FC0"/>
                </a:solidFill>
                <a:latin typeface="Calibri"/>
                <a:cs typeface="Calibri"/>
              </a:rPr>
              <a:t>the</a:t>
            </a:r>
            <a:r>
              <a:rPr sz="2280" b="1" i="1" spc="581" dirty="0">
                <a:solidFill>
                  <a:srgbClr val="006FC0"/>
                </a:solidFill>
                <a:latin typeface="Calibri"/>
                <a:cs typeface="Calibri"/>
              </a:rPr>
              <a:t> </a:t>
            </a:r>
            <a:r>
              <a:rPr sz="2280" b="1" i="1" dirty="0">
                <a:solidFill>
                  <a:srgbClr val="006FC0"/>
                </a:solidFill>
                <a:latin typeface="Calibri"/>
                <a:cs typeface="Calibri"/>
              </a:rPr>
              <a:t>costs</a:t>
            </a:r>
            <a:r>
              <a:rPr sz="2280" b="1" i="1" spc="570" dirty="0">
                <a:solidFill>
                  <a:srgbClr val="006FC0"/>
                </a:solidFill>
                <a:latin typeface="Calibri"/>
                <a:cs typeface="Calibri"/>
              </a:rPr>
              <a:t> </a:t>
            </a:r>
            <a:r>
              <a:rPr sz="2280" b="1" i="1" dirty="0">
                <a:solidFill>
                  <a:srgbClr val="006FC0"/>
                </a:solidFill>
                <a:latin typeface="Calibri"/>
                <a:cs typeface="Calibri"/>
              </a:rPr>
              <a:t>and</a:t>
            </a:r>
            <a:r>
              <a:rPr sz="2280" b="1" i="1" spc="558" dirty="0">
                <a:solidFill>
                  <a:srgbClr val="006FC0"/>
                </a:solidFill>
                <a:latin typeface="Calibri"/>
                <a:cs typeface="Calibri"/>
              </a:rPr>
              <a:t> </a:t>
            </a:r>
            <a:r>
              <a:rPr sz="2280" b="1" i="1" dirty="0">
                <a:solidFill>
                  <a:srgbClr val="006FC0"/>
                </a:solidFill>
                <a:latin typeface="Calibri"/>
                <a:cs typeface="Calibri"/>
              </a:rPr>
              <a:t>impact</a:t>
            </a:r>
            <a:r>
              <a:rPr sz="2280" b="1" i="1" spc="570" dirty="0">
                <a:solidFill>
                  <a:srgbClr val="006FC0"/>
                </a:solidFill>
                <a:latin typeface="Calibri"/>
                <a:cs typeface="Calibri"/>
              </a:rPr>
              <a:t> </a:t>
            </a:r>
            <a:r>
              <a:rPr sz="2280" b="1" i="1" dirty="0">
                <a:solidFill>
                  <a:srgbClr val="006FC0"/>
                </a:solidFill>
                <a:latin typeface="Calibri"/>
                <a:cs typeface="Calibri"/>
              </a:rPr>
              <a:t>of</a:t>
            </a:r>
            <a:r>
              <a:rPr sz="2280" b="1" i="1" spc="570" dirty="0">
                <a:solidFill>
                  <a:srgbClr val="006FC0"/>
                </a:solidFill>
                <a:latin typeface="Calibri"/>
                <a:cs typeface="Calibri"/>
              </a:rPr>
              <a:t> </a:t>
            </a:r>
            <a:r>
              <a:rPr sz="2280" b="1" i="1" dirty="0">
                <a:solidFill>
                  <a:srgbClr val="006FC0"/>
                </a:solidFill>
                <a:latin typeface="Calibri"/>
                <a:cs typeface="Calibri"/>
              </a:rPr>
              <a:t>making</a:t>
            </a:r>
            <a:r>
              <a:rPr sz="2280" b="1" i="1" spc="564" dirty="0">
                <a:solidFill>
                  <a:srgbClr val="006FC0"/>
                </a:solidFill>
                <a:latin typeface="Calibri"/>
                <a:cs typeface="Calibri"/>
              </a:rPr>
              <a:t> </a:t>
            </a:r>
            <a:r>
              <a:rPr sz="2280" b="1" i="1" spc="-12" dirty="0">
                <a:solidFill>
                  <a:srgbClr val="006FC0"/>
                </a:solidFill>
                <a:latin typeface="Calibri"/>
                <a:cs typeface="Calibri"/>
              </a:rPr>
              <a:t>these 	</a:t>
            </a:r>
            <a:r>
              <a:rPr sz="2280" b="1" i="1" dirty="0">
                <a:solidFill>
                  <a:srgbClr val="006FC0"/>
                </a:solidFill>
                <a:latin typeface="Calibri"/>
                <a:cs typeface="Calibri"/>
              </a:rPr>
              <a:t>changes</a:t>
            </a:r>
            <a:r>
              <a:rPr sz="2280" dirty="0">
                <a:latin typeface="Calibri"/>
                <a:cs typeface="Calibri"/>
              </a:rPr>
              <a:t>,</a:t>
            </a:r>
            <a:r>
              <a:rPr sz="2280" spc="-24" dirty="0">
                <a:latin typeface="Calibri"/>
                <a:cs typeface="Calibri"/>
              </a:rPr>
              <a:t> </a:t>
            </a:r>
            <a:r>
              <a:rPr sz="2280" dirty="0">
                <a:latin typeface="Calibri"/>
                <a:cs typeface="Calibri"/>
              </a:rPr>
              <a:t>and</a:t>
            </a:r>
            <a:r>
              <a:rPr sz="2280" spc="-60" dirty="0">
                <a:latin typeface="Calibri"/>
                <a:cs typeface="Calibri"/>
              </a:rPr>
              <a:t> </a:t>
            </a:r>
            <a:r>
              <a:rPr sz="2280" dirty="0">
                <a:latin typeface="Calibri"/>
                <a:cs typeface="Calibri"/>
              </a:rPr>
              <a:t>deciding</a:t>
            </a:r>
            <a:r>
              <a:rPr sz="2280" spc="-42" dirty="0">
                <a:latin typeface="Calibri"/>
                <a:cs typeface="Calibri"/>
              </a:rPr>
              <a:t> </a:t>
            </a:r>
            <a:r>
              <a:rPr sz="2280" dirty="0">
                <a:latin typeface="Calibri"/>
                <a:cs typeface="Calibri"/>
              </a:rPr>
              <a:t>if</a:t>
            </a:r>
            <a:r>
              <a:rPr sz="2280" spc="-60" dirty="0">
                <a:latin typeface="Calibri"/>
                <a:cs typeface="Calibri"/>
              </a:rPr>
              <a:t> </a:t>
            </a:r>
            <a:r>
              <a:rPr sz="2280" dirty="0">
                <a:latin typeface="Calibri"/>
                <a:cs typeface="Calibri"/>
              </a:rPr>
              <a:t>and</a:t>
            </a:r>
            <a:r>
              <a:rPr sz="2280" spc="-54" dirty="0">
                <a:latin typeface="Calibri"/>
                <a:cs typeface="Calibri"/>
              </a:rPr>
              <a:t> </a:t>
            </a:r>
            <a:r>
              <a:rPr sz="2280" dirty="0">
                <a:latin typeface="Calibri"/>
                <a:cs typeface="Calibri"/>
              </a:rPr>
              <a:t>when</a:t>
            </a:r>
            <a:r>
              <a:rPr sz="2280" spc="-42" dirty="0">
                <a:latin typeface="Calibri"/>
                <a:cs typeface="Calibri"/>
              </a:rPr>
              <a:t> </a:t>
            </a:r>
            <a:r>
              <a:rPr sz="2280" dirty="0">
                <a:latin typeface="Calibri"/>
                <a:cs typeface="Calibri"/>
              </a:rPr>
              <a:t>the</a:t>
            </a:r>
            <a:r>
              <a:rPr sz="2280" spc="-54" dirty="0">
                <a:latin typeface="Calibri"/>
                <a:cs typeface="Calibri"/>
              </a:rPr>
              <a:t> </a:t>
            </a:r>
            <a:r>
              <a:rPr sz="2280" dirty="0">
                <a:latin typeface="Calibri"/>
                <a:cs typeface="Calibri"/>
              </a:rPr>
              <a:t>changes</a:t>
            </a:r>
            <a:r>
              <a:rPr sz="2280" spc="-54" dirty="0">
                <a:latin typeface="Calibri"/>
                <a:cs typeface="Calibri"/>
              </a:rPr>
              <a:t> </a:t>
            </a:r>
            <a:r>
              <a:rPr sz="2280" dirty="0">
                <a:latin typeface="Calibri"/>
                <a:cs typeface="Calibri"/>
              </a:rPr>
              <a:t>should</a:t>
            </a:r>
            <a:r>
              <a:rPr sz="2280" spc="-66" dirty="0">
                <a:latin typeface="Calibri"/>
                <a:cs typeface="Calibri"/>
              </a:rPr>
              <a:t> </a:t>
            </a:r>
            <a:r>
              <a:rPr sz="2280" dirty="0">
                <a:latin typeface="Calibri"/>
                <a:cs typeface="Calibri"/>
              </a:rPr>
              <a:t>be</a:t>
            </a:r>
            <a:r>
              <a:rPr sz="2280" spc="-60" dirty="0">
                <a:latin typeface="Calibri"/>
                <a:cs typeface="Calibri"/>
              </a:rPr>
              <a:t> </a:t>
            </a:r>
            <a:r>
              <a:rPr sz="2280" spc="-12" dirty="0">
                <a:latin typeface="Calibri"/>
                <a:cs typeface="Calibri"/>
              </a:rPr>
              <a:t>implemented.</a:t>
            </a:r>
            <a:endParaRPr sz="2280" dirty="0">
              <a:latin typeface="Calibri"/>
              <a:cs typeface="Calibri"/>
            </a:endParaRPr>
          </a:p>
          <a:p>
            <a:pPr marL="338328" indent="-287274" algn="just">
              <a:buFont typeface="Calibri"/>
              <a:buAutoNum type="arabicPeriod" startAt="4"/>
              <a:tabLst>
                <a:tab pos="338328" algn="l"/>
              </a:tabLst>
            </a:pPr>
            <a:r>
              <a:rPr sz="2280" b="1" i="1" dirty="0">
                <a:solidFill>
                  <a:srgbClr val="C00000"/>
                </a:solidFill>
                <a:latin typeface="Calibri"/>
                <a:cs typeface="Calibri"/>
              </a:rPr>
              <a:t>Release</a:t>
            </a:r>
            <a:r>
              <a:rPr sz="2280" b="1" i="1" spc="-102" dirty="0">
                <a:solidFill>
                  <a:srgbClr val="C00000"/>
                </a:solidFill>
                <a:latin typeface="Calibri"/>
                <a:cs typeface="Calibri"/>
              </a:rPr>
              <a:t> </a:t>
            </a:r>
            <a:r>
              <a:rPr sz="2280" b="1" i="1" spc="-12" dirty="0">
                <a:solidFill>
                  <a:srgbClr val="C00000"/>
                </a:solidFill>
                <a:latin typeface="Calibri"/>
                <a:cs typeface="Calibri"/>
              </a:rPr>
              <a:t>management</a:t>
            </a:r>
            <a:endParaRPr sz="2280" dirty="0">
              <a:latin typeface="Calibri"/>
              <a:cs typeface="Calibri"/>
            </a:endParaRPr>
          </a:p>
          <a:p>
            <a:pPr marL="459486" marR="8382" lvl="1" indent="-408432" algn="just">
              <a:buFont typeface="Arial MT"/>
              <a:buChar char="•"/>
              <a:tabLst>
                <a:tab pos="462534" algn="l"/>
              </a:tabLst>
            </a:pPr>
            <a:r>
              <a:rPr sz="2280" dirty="0">
                <a:latin typeface="Calibri"/>
                <a:cs typeface="Calibri"/>
              </a:rPr>
              <a:t>This</a:t>
            </a:r>
            <a:r>
              <a:rPr sz="2280" spc="516" dirty="0">
                <a:latin typeface="Calibri"/>
                <a:cs typeface="Calibri"/>
              </a:rPr>
              <a:t> </a:t>
            </a:r>
            <a:r>
              <a:rPr sz="2280" dirty="0">
                <a:latin typeface="Calibri"/>
                <a:cs typeface="Calibri"/>
              </a:rPr>
              <a:t>involves</a:t>
            </a:r>
            <a:r>
              <a:rPr sz="2280" spc="528" dirty="0">
                <a:latin typeface="Calibri"/>
                <a:cs typeface="Calibri"/>
              </a:rPr>
              <a:t> </a:t>
            </a:r>
            <a:r>
              <a:rPr sz="2280" b="1" i="1" dirty="0">
                <a:solidFill>
                  <a:srgbClr val="6F2F9F"/>
                </a:solidFill>
                <a:latin typeface="Calibri"/>
                <a:cs typeface="Calibri"/>
              </a:rPr>
              <a:t>preparing</a:t>
            </a:r>
            <a:r>
              <a:rPr sz="2280" b="1" i="1" spc="516" dirty="0">
                <a:solidFill>
                  <a:srgbClr val="6F2F9F"/>
                </a:solidFill>
                <a:latin typeface="Calibri"/>
                <a:cs typeface="Calibri"/>
              </a:rPr>
              <a:t> </a:t>
            </a:r>
            <a:r>
              <a:rPr sz="2280" b="1" i="1" dirty="0">
                <a:solidFill>
                  <a:srgbClr val="6F2F9F"/>
                </a:solidFill>
                <a:latin typeface="Calibri"/>
                <a:cs typeface="Calibri"/>
              </a:rPr>
              <a:t>software</a:t>
            </a:r>
            <a:r>
              <a:rPr sz="2280" b="1" i="1" spc="528" dirty="0">
                <a:solidFill>
                  <a:srgbClr val="6F2F9F"/>
                </a:solidFill>
                <a:latin typeface="Calibri"/>
                <a:cs typeface="Calibri"/>
              </a:rPr>
              <a:t> </a:t>
            </a:r>
            <a:r>
              <a:rPr sz="2280" b="1" i="1" dirty="0">
                <a:solidFill>
                  <a:srgbClr val="6F2F9F"/>
                </a:solidFill>
                <a:latin typeface="Calibri"/>
                <a:cs typeface="Calibri"/>
              </a:rPr>
              <a:t>for</a:t>
            </a:r>
            <a:r>
              <a:rPr sz="2280" b="1" i="1" spc="516" dirty="0">
                <a:solidFill>
                  <a:srgbClr val="6F2F9F"/>
                </a:solidFill>
                <a:latin typeface="Calibri"/>
                <a:cs typeface="Calibri"/>
              </a:rPr>
              <a:t> </a:t>
            </a:r>
            <a:r>
              <a:rPr sz="2280" b="1" i="1" dirty="0">
                <a:solidFill>
                  <a:srgbClr val="6F2F9F"/>
                </a:solidFill>
                <a:latin typeface="Calibri"/>
                <a:cs typeface="Calibri"/>
              </a:rPr>
              <a:t>external</a:t>
            </a:r>
            <a:r>
              <a:rPr sz="2280" b="1" i="1" spc="521" dirty="0">
                <a:solidFill>
                  <a:srgbClr val="6F2F9F"/>
                </a:solidFill>
                <a:latin typeface="Calibri"/>
                <a:cs typeface="Calibri"/>
              </a:rPr>
              <a:t> </a:t>
            </a:r>
            <a:r>
              <a:rPr sz="2280" b="1" i="1" dirty="0">
                <a:solidFill>
                  <a:srgbClr val="6F2F9F"/>
                </a:solidFill>
                <a:latin typeface="Calibri"/>
                <a:cs typeface="Calibri"/>
              </a:rPr>
              <a:t>release</a:t>
            </a:r>
            <a:r>
              <a:rPr sz="2280" b="1" i="1" spc="528" dirty="0">
                <a:solidFill>
                  <a:srgbClr val="6F2F9F"/>
                </a:solidFill>
                <a:latin typeface="Calibri"/>
                <a:cs typeface="Calibri"/>
              </a:rPr>
              <a:t> </a:t>
            </a:r>
            <a:r>
              <a:rPr sz="2280" dirty="0">
                <a:latin typeface="Calibri"/>
                <a:cs typeface="Calibri"/>
              </a:rPr>
              <a:t>and</a:t>
            </a:r>
            <a:r>
              <a:rPr sz="2280" spc="528" dirty="0">
                <a:latin typeface="Calibri"/>
                <a:cs typeface="Calibri"/>
              </a:rPr>
              <a:t> </a:t>
            </a:r>
            <a:r>
              <a:rPr sz="2280" b="1" i="1" dirty="0">
                <a:solidFill>
                  <a:srgbClr val="6F2F9F"/>
                </a:solidFill>
                <a:latin typeface="Calibri"/>
                <a:cs typeface="Calibri"/>
              </a:rPr>
              <a:t>keeping</a:t>
            </a:r>
            <a:r>
              <a:rPr sz="2280" b="1" i="1" spc="521" dirty="0">
                <a:solidFill>
                  <a:srgbClr val="6F2F9F"/>
                </a:solidFill>
                <a:latin typeface="Calibri"/>
                <a:cs typeface="Calibri"/>
              </a:rPr>
              <a:t> </a:t>
            </a:r>
            <a:r>
              <a:rPr sz="2280" b="1" i="1" dirty="0">
                <a:solidFill>
                  <a:srgbClr val="6F2F9F"/>
                </a:solidFill>
                <a:latin typeface="Calibri"/>
                <a:cs typeface="Calibri"/>
              </a:rPr>
              <a:t>track</a:t>
            </a:r>
            <a:r>
              <a:rPr sz="2280" b="1" i="1" spc="534" dirty="0">
                <a:solidFill>
                  <a:srgbClr val="6F2F9F"/>
                </a:solidFill>
                <a:latin typeface="Calibri"/>
                <a:cs typeface="Calibri"/>
              </a:rPr>
              <a:t> </a:t>
            </a:r>
            <a:r>
              <a:rPr sz="2280" b="1" i="1" dirty="0">
                <a:solidFill>
                  <a:srgbClr val="6F2F9F"/>
                </a:solidFill>
                <a:latin typeface="Calibri"/>
                <a:cs typeface="Calibri"/>
              </a:rPr>
              <a:t>of</a:t>
            </a:r>
            <a:r>
              <a:rPr sz="2280" b="1" i="1" spc="516" dirty="0">
                <a:solidFill>
                  <a:srgbClr val="6F2F9F"/>
                </a:solidFill>
                <a:latin typeface="Calibri"/>
                <a:cs typeface="Calibri"/>
              </a:rPr>
              <a:t> </a:t>
            </a:r>
            <a:r>
              <a:rPr sz="2280" b="1" i="1" spc="-30" dirty="0">
                <a:solidFill>
                  <a:srgbClr val="6F2F9F"/>
                </a:solidFill>
                <a:latin typeface="Calibri"/>
                <a:cs typeface="Calibri"/>
              </a:rPr>
              <a:t>the 	</a:t>
            </a:r>
            <a:r>
              <a:rPr sz="2280" b="1" i="1" spc="-12" dirty="0">
                <a:solidFill>
                  <a:srgbClr val="6F2F9F"/>
                </a:solidFill>
                <a:latin typeface="Calibri"/>
                <a:cs typeface="Calibri"/>
              </a:rPr>
              <a:t>system</a:t>
            </a:r>
            <a:r>
              <a:rPr sz="2280" b="1" i="1" spc="-84" dirty="0">
                <a:solidFill>
                  <a:srgbClr val="6F2F9F"/>
                </a:solidFill>
                <a:latin typeface="Calibri"/>
                <a:cs typeface="Calibri"/>
              </a:rPr>
              <a:t> </a:t>
            </a:r>
            <a:r>
              <a:rPr sz="2280" b="1" i="1" dirty="0">
                <a:solidFill>
                  <a:srgbClr val="6F2F9F"/>
                </a:solidFill>
                <a:latin typeface="Calibri"/>
                <a:cs typeface="Calibri"/>
              </a:rPr>
              <a:t>versions</a:t>
            </a:r>
            <a:r>
              <a:rPr sz="2280" b="1" i="1" spc="-66" dirty="0">
                <a:solidFill>
                  <a:srgbClr val="6F2F9F"/>
                </a:solidFill>
                <a:latin typeface="Calibri"/>
                <a:cs typeface="Calibri"/>
              </a:rPr>
              <a:t> </a:t>
            </a:r>
            <a:r>
              <a:rPr sz="2280" dirty="0">
                <a:latin typeface="Calibri"/>
                <a:cs typeface="Calibri"/>
              </a:rPr>
              <a:t>that</a:t>
            </a:r>
            <a:r>
              <a:rPr sz="2280" spc="-84" dirty="0">
                <a:latin typeface="Calibri"/>
                <a:cs typeface="Calibri"/>
              </a:rPr>
              <a:t> </a:t>
            </a:r>
            <a:r>
              <a:rPr sz="2280" dirty="0">
                <a:latin typeface="Calibri"/>
                <a:cs typeface="Calibri"/>
              </a:rPr>
              <a:t>have</a:t>
            </a:r>
            <a:r>
              <a:rPr sz="2280" spc="-66" dirty="0">
                <a:latin typeface="Calibri"/>
                <a:cs typeface="Calibri"/>
              </a:rPr>
              <a:t> </a:t>
            </a:r>
            <a:r>
              <a:rPr sz="2280" dirty="0">
                <a:latin typeface="Calibri"/>
                <a:cs typeface="Calibri"/>
              </a:rPr>
              <a:t>been</a:t>
            </a:r>
            <a:r>
              <a:rPr sz="2280" spc="-72" dirty="0">
                <a:latin typeface="Calibri"/>
                <a:cs typeface="Calibri"/>
              </a:rPr>
              <a:t> </a:t>
            </a:r>
            <a:r>
              <a:rPr sz="2280" dirty="0">
                <a:latin typeface="Calibri"/>
                <a:cs typeface="Calibri"/>
              </a:rPr>
              <a:t>released</a:t>
            </a:r>
            <a:r>
              <a:rPr sz="2280" spc="-78" dirty="0">
                <a:latin typeface="Calibri"/>
                <a:cs typeface="Calibri"/>
              </a:rPr>
              <a:t> </a:t>
            </a:r>
            <a:r>
              <a:rPr sz="2280" dirty="0">
                <a:latin typeface="Calibri"/>
                <a:cs typeface="Calibri"/>
              </a:rPr>
              <a:t>for</a:t>
            </a:r>
            <a:r>
              <a:rPr sz="2280" spc="-90" dirty="0">
                <a:latin typeface="Calibri"/>
                <a:cs typeface="Calibri"/>
              </a:rPr>
              <a:t> </a:t>
            </a:r>
            <a:r>
              <a:rPr sz="2280" dirty="0">
                <a:latin typeface="Calibri"/>
                <a:cs typeface="Calibri"/>
              </a:rPr>
              <a:t>customer</a:t>
            </a:r>
            <a:r>
              <a:rPr sz="2280" spc="-78" dirty="0">
                <a:latin typeface="Calibri"/>
                <a:cs typeface="Calibri"/>
              </a:rPr>
              <a:t> </a:t>
            </a:r>
            <a:r>
              <a:rPr sz="2280" spc="-24" dirty="0">
                <a:latin typeface="Calibri"/>
                <a:cs typeface="Calibri"/>
              </a:rPr>
              <a:t>use.</a:t>
            </a:r>
            <a:endParaRPr sz="2280" dirty="0">
              <a:latin typeface="Calibri"/>
              <a:cs typeface="Calibri"/>
            </a:endParaRPr>
          </a:p>
        </p:txBody>
      </p:sp>
    </p:spTree>
    <p:extLst>
      <p:ext uri="{BB962C8B-B14F-4D97-AF65-F5344CB8AC3E}">
        <p14:creationId xmlns:p14="http://schemas.microsoft.com/office/powerpoint/2010/main" val="2299749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201" y="80254"/>
            <a:ext cx="10527792" cy="6681060"/>
          </a:xfrm>
          <a:prstGeom prst="rect">
            <a:avLst/>
          </a:prstGeom>
        </p:spPr>
        <p:txBody>
          <a:bodyPr vert="horz" wrap="square" lIns="0" tIns="14478" rIns="0" bIns="0" rtlCol="0">
            <a:spAutoFit/>
          </a:bodyPr>
          <a:lstStyle/>
          <a:p>
            <a:pPr marL="425958" indent="-410718">
              <a:spcBef>
                <a:spcPts val="114"/>
              </a:spcBef>
              <a:buFont typeface="Arial MT"/>
              <a:buChar char="•"/>
              <a:tabLst>
                <a:tab pos="425958" algn="l"/>
              </a:tabLst>
            </a:pPr>
            <a:r>
              <a:rPr sz="2280" dirty="0">
                <a:latin typeface="Calibri"/>
                <a:cs typeface="Calibri"/>
              </a:rPr>
              <a:t>The</a:t>
            </a:r>
            <a:r>
              <a:rPr sz="2280" spc="258" dirty="0">
                <a:latin typeface="Calibri"/>
                <a:cs typeface="Calibri"/>
              </a:rPr>
              <a:t> </a:t>
            </a:r>
            <a:r>
              <a:rPr sz="2280" dirty="0">
                <a:latin typeface="Calibri"/>
                <a:cs typeface="Calibri"/>
              </a:rPr>
              <a:t>development</a:t>
            </a:r>
            <a:r>
              <a:rPr sz="2280" spc="270" dirty="0">
                <a:latin typeface="Calibri"/>
                <a:cs typeface="Calibri"/>
              </a:rPr>
              <a:t> </a:t>
            </a:r>
            <a:r>
              <a:rPr sz="2280" dirty="0">
                <a:latin typeface="Calibri"/>
                <a:cs typeface="Calibri"/>
              </a:rPr>
              <a:t>of</a:t>
            </a:r>
            <a:r>
              <a:rPr sz="2280" spc="258" dirty="0">
                <a:latin typeface="Calibri"/>
                <a:cs typeface="Calibri"/>
              </a:rPr>
              <a:t> </a:t>
            </a:r>
            <a:r>
              <a:rPr sz="2280" dirty="0">
                <a:latin typeface="Calibri"/>
                <a:cs typeface="Calibri"/>
              </a:rPr>
              <a:t>a</a:t>
            </a:r>
            <a:r>
              <a:rPr sz="2280" spc="252" dirty="0">
                <a:latin typeface="Calibri"/>
                <a:cs typeface="Calibri"/>
              </a:rPr>
              <a:t> </a:t>
            </a:r>
            <a:r>
              <a:rPr sz="2280" dirty="0">
                <a:latin typeface="Calibri"/>
                <a:cs typeface="Calibri"/>
              </a:rPr>
              <a:t>software</a:t>
            </a:r>
            <a:r>
              <a:rPr sz="2280" spc="264" dirty="0">
                <a:latin typeface="Calibri"/>
                <a:cs typeface="Calibri"/>
              </a:rPr>
              <a:t> </a:t>
            </a:r>
            <a:r>
              <a:rPr sz="2280" dirty="0">
                <a:latin typeface="Calibri"/>
                <a:cs typeface="Calibri"/>
              </a:rPr>
              <a:t>product</a:t>
            </a:r>
            <a:r>
              <a:rPr sz="2280" spc="264" dirty="0">
                <a:latin typeface="Calibri"/>
                <a:cs typeface="Calibri"/>
              </a:rPr>
              <a:t> </a:t>
            </a:r>
            <a:r>
              <a:rPr sz="2280" dirty="0">
                <a:latin typeface="Calibri"/>
                <a:cs typeface="Calibri"/>
              </a:rPr>
              <a:t>or</a:t>
            </a:r>
            <a:r>
              <a:rPr sz="2280" spc="258" dirty="0">
                <a:latin typeface="Calibri"/>
                <a:cs typeface="Calibri"/>
              </a:rPr>
              <a:t> </a:t>
            </a:r>
            <a:r>
              <a:rPr sz="2280" dirty="0">
                <a:latin typeface="Calibri"/>
                <a:cs typeface="Calibri"/>
              </a:rPr>
              <a:t>custom</a:t>
            </a:r>
            <a:r>
              <a:rPr sz="2280" spc="252" dirty="0">
                <a:latin typeface="Calibri"/>
                <a:cs typeface="Calibri"/>
              </a:rPr>
              <a:t> </a:t>
            </a:r>
            <a:r>
              <a:rPr sz="2280" dirty="0">
                <a:latin typeface="Calibri"/>
                <a:cs typeface="Calibri"/>
              </a:rPr>
              <a:t>software</a:t>
            </a:r>
            <a:r>
              <a:rPr sz="2280" spc="264" dirty="0">
                <a:latin typeface="Calibri"/>
                <a:cs typeface="Calibri"/>
              </a:rPr>
              <a:t> </a:t>
            </a:r>
            <a:r>
              <a:rPr sz="2280" dirty="0">
                <a:latin typeface="Calibri"/>
                <a:cs typeface="Calibri"/>
              </a:rPr>
              <a:t>system</a:t>
            </a:r>
            <a:r>
              <a:rPr sz="2280" spc="264" dirty="0">
                <a:latin typeface="Calibri"/>
                <a:cs typeface="Calibri"/>
              </a:rPr>
              <a:t> </a:t>
            </a:r>
            <a:r>
              <a:rPr sz="2280" dirty="0">
                <a:latin typeface="Calibri"/>
                <a:cs typeface="Calibri"/>
              </a:rPr>
              <a:t>takes</a:t>
            </a:r>
            <a:r>
              <a:rPr sz="2280" spc="258" dirty="0">
                <a:latin typeface="Calibri"/>
                <a:cs typeface="Calibri"/>
              </a:rPr>
              <a:t> </a:t>
            </a:r>
            <a:r>
              <a:rPr sz="2280" dirty="0">
                <a:latin typeface="Calibri"/>
                <a:cs typeface="Calibri"/>
              </a:rPr>
              <a:t>place</a:t>
            </a:r>
            <a:r>
              <a:rPr sz="2280" spc="258" dirty="0">
                <a:latin typeface="Calibri"/>
                <a:cs typeface="Calibri"/>
              </a:rPr>
              <a:t> </a:t>
            </a:r>
            <a:r>
              <a:rPr sz="2280" spc="-30" dirty="0">
                <a:latin typeface="Calibri"/>
                <a:cs typeface="Calibri"/>
              </a:rPr>
              <a:t>in</a:t>
            </a:r>
            <a:endParaRPr sz="2280">
              <a:latin typeface="Calibri"/>
              <a:cs typeface="Calibri"/>
            </a:endParaRPr>
          </a:p>
          <a:p>
            <a:pPr marL="425958"/>
            <a:r>
              <a:rPr sz="2280" dirty="0">
                <a:latin typeface="Calibri"/>
                <a:cs typeface="Calibri"/>
              </a:rPr>
              <a:t>three</a:t>
            </a:r>
            <a:r>
              <a:rPr sz="2280" spc="-90" dirty="0">
                <a:latin typeface="Calibri"/>
                <a:cs typeface="Calibri"/>
              </a:rPr>
              <a:t> </a:t>
            </a:r>
            <a:r>
              <a:rPr sz="2280" dirty="0">
                <a:latin typeface="Calibri"/>
                <a:cs typeface="Calibri"/>
              </a:rPr>
              <a:t>distinct</a:t>
            </a:r>
            <a:r>
              <a:rPr sz="2280" spc="-78" dirty="0">
                <a:latin typeface="Calibri"/>
                <a:cs typeface="Calibri"/>
              </a:rPr>
              <a:t> </a:t>
            </a:r>
            <a:r>
              <a:rPr sz="2280" spc="-12" dirty="0">
                <a:latin typeface="Calibri"/>
                <a:cs typeface="Calibri"/>
              </a:rPr>
              <a:t>phases:</a:t>
            </a:r>
            <a:endParaRPr sz="2280">
              <a:latin typeface="Calibri"/>
              <a:cs typeface="Calibri"/>
            </a:endParaRPr>
          </a:p>
          <a:p>
            <a:pPr marL="15240"/>
            <a:r>
              <a:rPr sz="2280" b="1" dirty="0">
                <a:solidFill>
                  <a:srgbClr val="C00000"/>
                </a:solidFill>
                <a:latin typeface="Calibri"/>
                <a:cs typeface="Calibri"/>
              </a:rPr>
              <a:t>1.</a:t>
            </a:r>
            <a:r>
              <a:rPr sz="2280" b="1" spc="-42" dirty="0">
                <a:solidFill>
                  <a:srgbClr val="C00000"/>
                </a:solidFill>
                <a:latin typeface="Calibri"/>
                <a:cs typeface="Calibri"/>
              </a:rPr>
              <a:t> </a:t>
            </a:r>
            <a:r>
              <a:rPr sz="2280" b="1" i="1" dirty="0">
                <a:solidFill>
                  <a:srgbClr val="C00000"/>
                </a:solidFill>
                <a:latin typeface="Calibri"/>
                <a:cs typeface="Calibri"/>
              </a:rPr>
              <a:t>A</a:t>
            </a:r>
            <a:r>
              <a:rPr sz="2280" b="1" i="1" spc="-30" dirty="0">
                <a:solidFill>
                  <a:srgbClr val="C00000"/>
                </a:solidFill>
                <a:latin typeface="Calibri"/>
                <a:cs typeface="Calibri"/>
              </a:rPr>
              <a:t> </a:t>
            </a:r>
            <a:r>
              <a:rPr sz="2280" b="1" i="1" spc="-12" dirty="0">
                <a:solidFill>
                  <a:srgbClr val="C00000"/>
                </a:solidFill>
                <a:latin typeface="Calibri"/>
                <a:cs typeface="Calibri"/>
              </a:rPr>
              <a:t>Development</a:t>
            </a:r>
            <a:r>
              <a:rPr sz="2280" b="1" i="1" spc="-42" dirty="0">
                <a:solidFill>
                  <a:srgbClr val="C00000"/>
                </a:solidFill>
                <a:latin typeface="Calibri"/>
                <a:cs typeface="Calibri"/>
              </a:rPr>
              <a:t> </a:t>
            </a:r>
            <a:r>
              <a:rPr sz="2280" b="1" i="1" spc="-24" dirty="0">
                <a:solidFill>
                  <a:srgbClr val="C00000"/>
                </a:solidFill>
                <a:latin typeface="Calibri"/>
                <a:cs typeface="Calibri"/>
              </a:rPr>
              <a:t>Phase</a:t>
            </a:r>
            <a:endParaRPr sz="2280">
              <a:latin typeface="Calibri"/>
              <a:cs typeface="Calibri"/>
            </a:endParaRPr>
          </a:p>
          <a:p>
            <a:pPr marL="425958" indent="-410718">
              <a:buFont typeface="Arial MT"/>
              <a:buChar char="•"/>
              <a:tabLst>
                <a:tab pos="425958" algn="l"/>
              </a:tabLst>
            </a:pPr>
            <a:r>
              <a:rPr sz="2280" dirty="0">
                <a:latin typeface="Calibri"/>
                <a:cs typeface="Calibri"/>
              </a:rPr>
              <a:t>The</a:t>
            </a:r>
            <a:r>
              <a:rPr sz="2280" spc="72" dirty="0">
                <a:latin typeface="Calibri"/>
                <a:cs typeface="Calibri"/>
              </a:rPr>
              <a:t> </a:t>
            </a:r>
            <a:r>
              <a:rPr sz="2280" dirty="0">
                <a:latin typeface="Calibri"/>
                <a:cs typeface="Calibri"/>
              </a:rPr>
              <a:t>development</a:t>
            </a:r>
            <a:r>
              <a:rPr sz="2280" spc="90" dirty="0">
                <a:latin typeface="Calibri"/>
                <a:cs typeface="Calibri"/>
              </a:rPr>
              <a:t> </a:t>
            </a:r>
            <a:r>
              <a:rPr sz="2280" dirty="0">
                <a:latin typeface="Calibri"/>
                <a:cs typeface="Calibri"/>
              </a:rPr>
              <a:t>team</a:t>
            </a:r>
            <a:r>
              <a:rPr sz="2280" spc="78" dirty="0">
                <a:latin typeface="Calibri"/>
                <a:cs typeface="Calibri"/>
              </a:rPr>
              <a:t> </a:t>
            </a:r>
            <a:r>
              <a:rPr sz="2280" dirty="0">
                <a:latin typeface="Calibri"/>
                <a:cs typeface="Calibri"/>
              </a:rPr>
              <a:t>is</a:t>
            </a:r>
            <a:r>
              <a:rPr sz="2280" spc="84" dirty="0">
                <a:latin typeface="Calibri"/>
                <a:cs typeface="Calibri"/>
              </a:rPr>
              <a:t> </a:t>
            </a:r>
            <a:r>
              <a:rPr sz="2280" b="1" i="1" dirty="0">
                <a:solidFill>
                  <a:srgbClr val="006FC0"/>
                </a:solidFill>
                <a:latin typeface="Calibri"/>
                <a:cs typeface="Calibri"/>
              </a:rPr>
              <a:t>responsible</a:t>
            </a:r>
            <a:r>
              <a:rPr sz="2280" b="1" i="1" spc="90" dirty="0">
                <a:solidFill>
                  <a:srgbClr val="006FC0"/>
                </a:solidFill>
                <a:latin typeface="Calibri"/>
                <a:cs typeface="Calibri"/>
              </a:rPr>
              <a:t> </a:t>
            </a:r>
            <a:r>
              <a:rPr sz="2280" b="1" i="1" dirty="0">
                <a:solidFill>
                  <a:srgbClr val="006FC0"/>
                </a:solidFill>
                <a:latin typeface="Calibri"/>
                <a:cs typeface="Calibri"/>
              </a:rPr>
              <a:t>for</a:t>
            </a:r>
            <a:r>
              <a:rPr sz="2280" b="1" i="1" spc="78" dirty="0">
                <a:solidFill>
                  <a:srgbClr val="006FC0"/>
                </a:solidFill>
                <a:latin typeface="Calibri"/>
                <a:cs typeface="Calibri"/>
              </a:rPr>
              <a:t> </a:t>
            </a:r>
            <a:r>
              <a:rPr sz="2280" b="1" i="1" dirty="0">
                <a:solidFill>
                  <a:srgbClr val="006FC0"/>
                </a:solidFill>
                <a:latin typeface="Calibri"/>
                <a:cs typeface="Calibri"/>
              </a:rPr>
              <a:t>managing</a:t>
            </a:r>
            <a:r>
              <a:rPr sz="2280" b="1" i="1" spc="66" dirty="0">
                <a:solidFill>
                  <a:srgbClr val="006FC0"/>
                </a:solidFill>
                <a:latin typeface="Calibri"/>
                <a:cs typeface="Calibri"/>
              </a:rPr>
              <a:t> </a:t>
            </a:r>
            <a:r>
              <a:rPr sz="2280" b="1" i="1" dirty="0">
                <a:solidFill>
                  <a:srgbClr val="006FC0"/>
                </a:solidFill>
                <a:latin typeface="Calibri"/>
                <a:cs typeface="Calibri"/>
              </a:rPr>
              <a:t>the</a:t>
            </a:r>
            <a:r>
              <a:rPr sz="2280" b="1" i="1" spc="78" dirty="0">
                <a:solidFill>
                  <a:srgbClr val="006FC0"/>
                </a:solidFill>
                <a:latin typeface="Calibri"/>
                <a:cs typeface="Calibri"/>
              </a:rPr>
              <a:t> </a:t>
            </a:r>
            <a:r>
              <a:rPr sz="2280" b="1" i="1" dirty="0">
                <a:solidFill>
                  <a:srgbClr val="006FC0"/>
                </a:solidFill>
                <a:latin typeface="Calibri"/>
                <a:cs typeface="Calibri"/>
              </a:rPr>
              <a:t>software</a:t>
            </a:r>
            <a:r>
              <a:rPr sz="2280" b="1" i="1" spc="84" dirty="0">
                <a:solidFill>
                  <a:srgbClr val="006FC0"/>
                </a:solidFill>
                <a:latin typeface="Calibri"/>
                <a:cs typeface="Calibri"/>
              </a:rPr>
              <a:t> </a:t>
            </a:r>
            <a:r>
              <a:rPr sz="2280" b="1" i="1" dirty="0">
                <a:solidFill>
                  <a:srgbClr val="006FC0"/>
                </a:solidFill>
                <a:latin typeface="Calibri"/>
                <a:cs typeface="Calibri"/>
              </a:rPr>
              <a:t>configuration</a:t>
            </a:r>
            <a:r>
              <a:rPr sz="2280" b="1" i="1" spc="78" dirty="0">
                <a:solidFill>
                  <a:srgbClr val="006FC0"/>
                </a:solidFill>
                <a:latin typeface="Calibri"/>
                <a:cs typeface="Calibri"/>
              </a:rPr>
              <a:t> </a:t>
            </a:r>
            <a:r>
              <a:rPr sz="2280" spc="-30" dirty="0">
                <a:latin typeface="Calibri"/>
                <a:cs typeface="Calibri"/>
              </a:rPr>
              <a:t>and</a:t>
            </a:r>
            <a:endParaRPr sz="2280">
              <a:latin typeface="Calibri"/>
              <a:cs typeface="Calibri"/>
            </a:endParaRPr>
          </a:p>
          <a:p>
            <a:pPr marL="425958">
              <a:spcBef>
                <a:spcPts val="6"/>
              </a:spcBef>
            </a:pPr>
            <a:r>
              <a:rPr sz="2280" b="1" i="1" dirty="0">
                <a:solidFill>
                  <a:srgbClr val="006FC0"/>
                </a:solidFill>
                <a:latin typeface="Calibri"/>
                <a:cs typeface="Calibri"/>
              </a:rPr>
              <a:t>new</a:t>
            </a:r>
            <a:r>
              <a:rPr sz="2280" b="1" i="1" spc="-66" dirty="0">
                <a:solidFill>
                  <a:srgbClr val="006FC0"/>
                </a:solidFill>
                <a:latin typeface="Calibri"/>
                <a:cs typeface="Calibri"/>
              </a:rPr>
              <a:t> </a:t>
            </a:r>
            <a:r>
              <a:rPr sz="2280" b="1" i="1" dirty="0">
                <a:solidFill>
                  <a:srgbClr val="006FC0"/>
                </a:solidFill>
                <a:latin typeface="Calibri"/>
                <a:cs typeface="Calibri"/>
              </a:rPr>
              <a:t>functionality</a:t>
            </a:r>
            <a:r>
              <a:rPr sz="2280" b="1" i="1" spc="-36" dirty="0">
                <a:solidFill>
                  <a:srgbClr val="006FC0"/>
                </a:solidFill>
                <a:latin typeface="Calibri"/>
                <a:cs typeface="Calibri"/>
              </a:rPr>
              <a:t> </a:t>
            </a:r>
            <a:r>
              <a:rPr sz="2280" dirty="0">
                <a:latin typeface="Calibri"/>
                <a:cs typeface="Calibri"/>
              </a:rPr>
              <a:t>is</a:t>
            </a:r>
            <a:r>
              <a:rPr sz="2280" spc="-60" dirty="0">
                <a:latin typeface="Calibri"/>
                <a:cs typeface="Calibri"/>
              </a:rPr>
              <a:t> </a:t>
            </a:r>
            <a:r>
              <a:rPr sz="2280" dirty="0">
                <a:latin typeface="Calibri"/>
                <a:cs typeface="Calibri"/>
              </a:rPr>
              <a:t>being</a:t>
            </a:r>
            <a:r>
              <a:rPr sz="2280" spc="-30" dirty="0">
                <a:latin typeface="Calibri"/>
                <a:cs typeface="Calibri"/>
              </a:rPr>
              <a:t> </a:t>
            </a:r>
            <a:r>
              <a:rPr sz="2280" dirty="0">
                <a:latin typeface="Calibri"/>
                <a:cs typeface="Calibri"/>
              </a:rPr>
              <a:t>added</a:t>
            </a:r>
            <a:r>
              <a:rPr sz="2280" spc="-42" dirty="0">
                <a:latin typeface="Calibri"/>
                <a:cs typeface="Calibri"/>
              </a:rPr>
              <a:t> </a:t>
            </a:r>
            <a:r>
              <a:rPr sz="2280" dirty="0">
                <a:latin typeface="Calibri"/>
                <a:cs typeface="Calibri"/>
              </a:rPr>
              <a:t>to</a:t>
            </a:r>
            <a:r>
              <a:rPr sz="2280" spc="-60" dirty="0">
                <a:latin typeface="Calibri"/>
                <a:cs typeface="Calibri"/>
              </a:rPr>
              <a:t> </a:t>
            </a:r>
            <a:r>
              <a:rPr sz="2280" dirty="0">
                <a:latin typeface="Calibri"/>
                <a:cs typeface="Calibri"/>
              </a:rPr>
              <a:t>the</a:t>
            </a:r>
            <a:r>
              <a:rPr sz="2280" spc="-48" dirty="0">
                <a:latin typeface="Calibri"/>
                <a:cs typeface="Calibri"/>
              </a:rPr>
              <a:t> </a:t>
            </a:r>
            <a:r>
              <a:rPr sz="2280" spc="-12" dirty="0">
                <a:latin typeface="Calibri"/>
                <a:cs typeface="Calibri"/>
              </a:rPr>
              <a:t>software.</a:t>
            </a:r>
            <a:endParaRPr sz="2280">
              <a:latin typeface="Calibri"/>
              <a:cs typeface="Calibri"/>
            </a:endParaRPr>
          </a:p>
          <a:p>
            <a:pPr marL="425958" indent="-410718">
              <a:buFont typeface="Arial MT"/>
              <a:buChar char="•"/>
              <a:tabLst>
                <a:tab pos="425958" algn="l"/>
              </a:tabLst>
            </a:pPr>
            <a:r>
              <a:rPr sz="2280" dirty="0">
                <a:latin typeface="Calibri"/>
                <a:cs typeface="Calibri"/>
              </a:rPr>
              <a:t>The</a:t>
            </a:r>
            <a:r>
              <a:rPr sz="2280" spc="-54" dirty="0">
                <a:latin typeface="Calibri"/>
                <a:cs typeface="Calibri"/>
              </a:rPr>
              <a:t> </a:t>
            </a:r>
            <a:r>
              <a:rPr sz="2280" spc="-12" dirty="0">
                <a:latin typeface="Calibri"/>
                <a:cs typeface="Calibri"/>
              </a:rPr>
              <a:t>development</a:t>
            </a:r>
            <a:r>
              <a:rPr sz="2280" spc="-6" dirty="0">
                <a:latin typeface="Calibri"/>
                <a:cs typeface="Calibri"/>
              </a:rPr>
              <a:t> </a:t>
            </a:r>
            <a:r>
              <a:rPr sz="2280" dirty="0">
                <a:latin typeface="Calibri"/>
                <a:cs typeface="Calibri"/>
              </a:rPr>
              <a:t>team</a:t>
            </a:r>
            <a:r>
              <a:rPr sz="2280" spc="-54" dirty="0">
                <a:latin typeface="Calibri"/>
                <a:cs typeface="Calibri"/>
              </a:rPr>
              <a:t> </a:t>
            </a:r>
            <a:r>
              <a:rPr sz="2280" dirty="0">
                <a:latin typeface="Calibri"/>
                <a:cs typeface="Calibri"/>
              </a:rPr>
              <a:t>decides</a:t>
            </a:r>
            <a:r>
              <a:rPr sz="2280" spc="-36" dirty="0">
                <a:latin typeface="Calibri"/>
                <a:cs typeface="Calibri"/>
              </a:rPr>
              <a:t> </a:t>
            </a:r>
            <a:r>
              <a:rPr sz="2280" dirty="0">
                <a:latin typeface="Calibri"/>
                <a:cs typeface="Calibri"/>
              </a:rPr>
              <a:t>on</a:t>
            </a:r>
            <a:r>
              <a:rPr sz="2280" spc="-54" dirty="0">
                <a:latin typeface="Calibri"/>
                <a:cs typeface="Calibri"/>
              </a:rPr>
              <a:t> </a:t>
            </a:r>
            <a:r>
              <a:rPr sz="2280" dirty="0">
                <a:latin typeface="Calibri"/>
                <a:cs typeface="Calibri"/>
              </a:rPr>
              <a:t>the</a:t>
            </a:r>
            <a:r>
              <a:rPr sz="2280" spc="-48" dirty="0">
                <a:latin typeface="Calibri"/>
                <a:cs typeface="Calibri"/>
              </a:rPr>
              <a:t> </a:t>
            </a:r>
            <a:r>
              <a:rPr sz="2280" dirty="0">
                <a:latin typeface="Calibri"/>
                <a:cs typeface="Calibri"/>
              </a:rPr>
              <a:t>changes</a:t>
            </a:r>
            <a:r>
              <a:rPr sz="2280" spc="-42" dirty="0">
                <a:latin typeface="Calibri"/>
                <a:cs typeface="Calibri"/>
              </a:rPr>
              <a:t> </a:t>
            </a:r>
            <a:r>
              <a:rPr sz="2280" dirty="0">
                <a:latin typeface="Calibri"/>
                <a:cs typeface="Calibri"/>
              </a:rPr>
              <a:t>to</a:t>
            </a:r>
            <a:r>
              <a:rPr sz="2280" spc="-42" dirty="0">
                <a:latin typeface="Calibri"/>
                <a:cs typeface="Calibri"/>
              </a:rPr>
              <a:t> </a:t>
            </a:r>
            <a:r>
              <a:rPr sz="2280" dirty="0">
                <a:latin typeface="Calibri"/>
                <a:cs typeface="Calibri"/>
              </a:rPr>
              <a:t>be</a:t>
            </a:r>
            <a:r>
              <a:rPr sz="2280" spc="-42" dirty="0">
                <a:latin typeface="Calibri"/>
                <a:cs typeface="Calibri"/>
              </a:rPr>
              <a:t> </a:t>
            </a:r>
            <a:r>
              <a:rPr sz="2280" dirty="0">
                <a:latin typeface="Calibri"/>
                <a:cs typeface="Calibri"/>
              </a:rPr>
              <a:t>made</a:t>
            </a:r>
            <a:r>
              <a:rPr sz="2280" spc="-48" dirty="0">
                <a:latin typeface="Calibri"/>
                <a:cs typeface="Calibri"/>
              </a:rPr>
              <a:t> </a:t>
            </a:r>
            <a:r>
              <a:rPr sz="2280" dirty="0">
                <a:latin typeface="Calibri"/>
                <a:cs typeface="Calibri"/>
              </a:rPr>
              <a:t>to</a:t>
            </a:r>
            <a:r>
              <a:rPr sz="2280" spc="-54" dirty="0">
                <a:latin typeface="Calibri"/>
                <a:cs typeface="Calibri"/>
              </a:rPr>
              <a:t> </a:t>
            </a:r>
            <a:r>
              <a:rPr sz="2280" dirty="0">
                <a:latin typeface="Calibri"/>
                <a:cs typeface="Calibri"/>
              </a:rPr>
              <a:t>the</a:t>
            </a:r>
            <a:r>
              <a:rPr sz="2280" spc="-54" dirty="0">
                <a:latin typeface="Calibri"/>
                <a:cs typeface="Calibri"/>
              </a:rPr>
              <a:t> </a:t>
            </a:r>
            <a:r>
              <a:rPr sz="2280" spc="-12" dirty="0">
                <a:latin typeface="Calibri"/>
                <a:cs typeface="Calibri"/>
              </a:rPr>
              <a:t>system.</a:t>
            </a:r>
            <a:endParaRPr sz="2280">
              <a:latin typeface="Calibri"/>
              <a:cs typeface="Calibri"/>
            </a:endParaRPr>
          </a:p>
          <a:p>
            <a:pPr marL="15240"/>
            <a:r>
              <a:rPr sz="2280" b="1" i="1" dirty="0">
                <a:solidFill>
                  <a:srgbClr val="C00000"/>
                </a:solidFill>
                <a:latin typeface="Calibri"/>
                <a:cs typeface="Calibri"/>
              </a:rPr>
              <a:t>2.</a:t>
            </a:r>
            <a:r>
              <a:rPr sz="2280" b="1" i="1" spc="-42" dirty="0">
                <a:solidFill>
                  <a:srgbClr val="C00000"/>
                </a:solidFill>
                <a:latin typeface="Calibri"/>
                <a:cs typeface="Calibri"/>
              </a:rPr>
              <a:t> </a:t>
            </a:r>
            <a:r>
              <a:rPr sz="2280" b="1" i="1" dirty="0">
                <a:solidFill>
                  <a:srgbClr val="C00000"/>
                </a:solidFill>
                <a:latin typeface="Calibri"/>
                <a:cs typeface="Calibri"/>
              </a:rPr>
              <a:t>A</a:t>
            </a:r>
            <a:r>
              <a:rPr sz="2280" b="1" i="1" spc="-36" dirty="0">
                <a:solidFill>
                  <a:srgbClr val="C00000"/>
                </a:solidFill>
                <a:latin typeface="Calibri"/>
                <a:cs typeface="Calibri"/>
              </a:rPr>
              <a:t> </a:t>
            </a:r>
            <a:r>
              <a:rPr sz="2280" b="1" i="1" spc="-12" dirty="0">
                <a:solidFill>
                  <a:srgbClr val="C00000"/>
                </a:solidFill>
                <a:latin typeface="Calibri"/>
                <a:cs typeface="Calibri"/>
              </a:rPr>
              <a:t>System</a:t>
            </a:r>
            <a:r>
              <a:rPr sz="2280" b="1" i="1" spc="-54" dirty="0">
                <a:solidFill>
                  <a:srgbClr val="C00000"/>
                </a:solidFill>
                <a:latin typeface="Calibri"/>
                <a:cs typeface="Calibri"/>
              </a:rPr>
              <a:t> </a:t>
            </a:r>
            <a:r>
              <a:rPr sz="2280" b="1" i="1" spc="-30" dirty="0">
                <a:solidFill>
                  <a:srgbClr val="C00000"/>
                </a:solidFill>
                <a:latin typeface="Calibri"/>
                <a:cs typeface="Calibri"/>
              </a:rPr>
              <a:t>Testing</a:t>
            </a:r>
            <a:r>
              <a:rPr sz="2280" b="1" i="1" spc="-24" dirty="0">
                <a:solidFill>
                  <a:srgbClr val="C00000"/>
                </a:solidFill>
                <a:latin typeface="Calibri"/>
                <a:cs typeface="Calibri"/>
              </a:rPr>
              <a:t> Phase</a:t>
            </a:r>
            <a:endParaRPr sz="2280">
              <a:latin typeface="Calibri"/>
              <a:cs typeface="Calibri"/>
            </a:endParaRPr>
          </a:p>
          <a:p>
            <a:pPr marL="425958" indent="-410718">
              <a:buFont typeface="Arial MT"/>
              <a:buChar char="•"/>
              <a:tabLst>
                <a:tab pos="425958" algn="l"/>
              </a:tabLst>
            </a:pPr>
            <a:r>
              <a:rPr sz="2280" dirty="0">
                <a:latin typeface="Calibri"/>
                <a:cs typeface="Calibri"/>
              </a:rPr>
              <a:t>A</a:t>
            </a:r>
            <a:r>
              <a:rPr sz="2280" spc="-54" dirty="0">
                <a:latin typeface="Calibri"/>
                <a:cs typeface="Calibri"/>
              </a:rPr>
              <a:t> </a:t>
            </a:r>
            <a:r>
              <a:rPr sz="2280" dirty="0">
                <a:latin typeface="Calibri"/>
                <a:cs typeface="Calibri"/>
              </a:rPr>
              <a:t>version</a:t>
            </a:r>
            <a:r>
              <a:rPr sz="2280" spc="-12" dirty="0">
                <a:latin typeface="Calibri"/>
                <a:cs typeface="Calibri"/>
              </a:rPr>
              <a:t> </a:t>
            </a:r>
            <a:r>
              <a:rPr sz="2280" dirty="0">
                <a:latin typeface="Calibri"/>
                <a:cs typeface="Calibri"/>
              </a:rPr>
              <a:t>of</a:t>
            </a:r>
            <a:r>
              <a:rPr sz="2280" spc="-48" dirty="0">
                <a:latin typeface="Calibri"/>
                <a:cs typeface="Calibri"/>
              </a:rPr>
              <a:t> </a:t>
            </a:r>
            <a:r>
              <a:rPr sz="2280" dirty="0">
                <a:latin typeface="Calibri"/>
                <a:cs typeface="Calibri"/>
              </a:rPr>
              <a:t>the</a:t>
            </a:r>
            <a:r>
              <a:rPr sz="2280" spc="-48" dirty="0">
                <a:latin typeface="Calibri"/>
                <a:cs typeface="Calibri"/>
              </a:rPr>
              <a:t> </a:t>
            </a:r>
            <a:r>
              <a:rPr sz="2280" spc="-12" dirty="0">
                <a:latin typeface="Calibri"/>
                <a:cs typeface="Calibri"/>
              </a:rPr>
              <a:t>system</a:t>
            </a:r>
            <a:r>
              <a:rPr sz="2280" spc="-60" dirty="0">
                <a:latin typeface="Calibri"/>
                <a:cs typeface="Calibri"/>
              </a:rPr>
              <a:t> </a:t>
            </a:r>
            <a:r>
              <a:rPr sz="2280" dirty="0">
                <a:latin typeface="Calibri"/>
                <a:cs typeface="Calibri"/>
              </a:rPr>
              <a:t>is</a:t>
            </a:r>
            <a:r>
              <a:rPr sz="2280" spc="-60" dirty="0">
                <a:latin typeface="Calibri"/>
                <a:cs typeface="Calibri"/>
              </a:rPr>
              <a:t> </a:t>
            </a:r>
            <a:r>
              <a:rPr sz="2280" b="1" i="1" dirty="0">
                <a:solidFill>
                  <a:srgbClr val="006FC0"/>
                </a:solidFill>
                <a:latin typeface="Calibri"/>
                <a:cs typeface="Calibri"/>
              </a:rPr>
              <a:t>released</a:t>
            </a:r>
            <a:r>
              <a:rPr sz="2280" b="1" i="1" spc="-36" dirty="0">
                <a:solidFill>
                  <a:srgbClr val="006FC0"/>
                </a:solidFill>
                <a:latin typeface="Calibri"/>
                <a:cs typeface="Calibri"/>
              </a:rPr>
              <a:t> </a:t>
            </a:r>
            <a:r>
              <a:rPr sz="2280" b="1" i="1" spc="-12" dirty="0">
                <a:solidFill>
                  <a:srgbClr val="006FC0"/>
                </a:solidFill>
                <a:latin typeface="Calibri"/>
                <a:cs typeface="Calibri"/>
              </a:rPr>
              <a:t>internally</a:t>
            </a:r>
            <a:r>
              <a:rPr sz="2280" b="1" i="1" spc="-66" dirty="0">
                <a:solidFill>
                  <a:srgbClr val="006FC0"/>
                </a:solidFill>
                <a:latin typeface="Calibri"/>
                <a:cs typeface="Calibri"/>
              </a:rPr>
              <a:t> </a:t>
            </a:r>
            <a:r>
              <a:rPr sz="2280" b="1" i="1" dirty="0">
                <a:solidFill>
                  <a:srgbClr val="006FC0"/>
                </a:solidFill>
                <a:latin typeface="Calibri"/>
                <a:cs typeface="Calibri"/>
              </a:rPr>
              <a:t>for</a:t>
            </a:r>
            <a:r>
              <a:rPr sz="2280" b="1" i="1" spc="-48" dirty="0">
                <a:solidFill>
                  <a:srgbClr val="006FC0"/>
                </a:solidFill>
                <a:latin typeface="Calibri"/>
                <a:cs typeface="Calibri"/>
              </a:rPr>
              <a:t> </a:t>
            </a:r>
            <a:r>
              <a:rPr sz="2280" b="1" i="1" spc="-12" dirty="0">
                <a:solidFill>
                  <a:srgbClr val="006FC0"/>
                </a:solidFill>
                <a:latin typeface="Calibri"/>
                <a:cs typeface="Calibri"/>
              </a:rPr>
              <a:t>testing</a:t>
            </a:r>
            <a:r>
              <a:rPr sz="2280" spc="-12" dirty="0">
                <a:latin typeface="Calibri"/>
                <a:cs typeface="Calibri"/>
              </a:rPr>
              <a:t>.</a:t>
            </a:r>
            <a:endParaRPr sz="2280">
              <a:latin typeface="Calibri"/>
              <a:cs typeface="Calibri"/>
            </a:endParaRPr>
          </a:p>
          <a:p>
            <a:pPr marL="425958" marR="6096" indent="-411480">
              <a:buFont typeface="Arial MT"/>
              <a:buChar char="•"/>
              <a:tabLst>
                <a:tab pos="425958" algn="l"/>
              </a:tabLst>
            </a:pPr>
            <a:r>
              <a:rPr sz="2280" dirty="0">
                <a:latin typeface="Calibri"/>
                <a:cs typeface="Calibri"/>
              </a:rPr>
              <a:t>This</a:t>
            </a:r>
            <a:r>
              <a:rPr sz="2280" spc="360" dirty="0">
                <a:latin typeface="Calibri"/>
                <a:cs typeface="Calibri"/>
              </a:rPr>
              <a:t> </a:t>
            </a:r>
            <a:r>
              <a:rPr sz="2280" dirty="0">
                <a:latin typeface="Calibri"/>
                <a:cs typeface="Calibri"/>
              </a:rPr>
              <a:t>may</a:t>
            </a:r>
            <a:r>
              <a:rPr sz="2280" spc="378" dirty="0">
                <a:latin typeface="Calibri"/>
                <a:cs typeface="Calibri"/>
              </a:rPr>
              <a:t> </a:t>
            </a:r>
            <a:r>
              <a:rPr sz="2280" dirty="0">
                <a:latin typeface="Calibri"/>
                <a:cs typeface="Calibri"/>
              </a:rPr>
              <a:t>be</a:t>
            </a:r>
            <a:r>
              <a:rPr sz="2280" spc="366" dirty="0">
                <a:latin typeface="Calibri"/>
                <a:cs typeface="Calibri"/>
              </a:rPr>
              <a:t> </a:t>
            </a:r>
            <a:r>
              <a:rPr sz="2280" dirty="0">
                <a:latin typeface="Calibri"/>
                <a:cs typeface="Calibri"/>
              </a:rPr>
              <a:t>the</a:t>
            </a:r>
            <a:r>
              <a:rPr sz="2280" spc="372" dirty="0">
                <a:latin typeface="Calibri"/>
                <a:cs typeface="Calibri"/>
              </a:rPr>
              <a:t> </a:t>
            </a:r>
            <a:r>
              <a:rPr sz="2280" dirty="0">
                <a:latin typeface="Calibri"/>
                <a:cs typeface="Calibri"/>
              </a:rPr>
              <a:t>responsibility</a:t>
            </a:r>
            <a:r>
              <a:rPr sz="2280" spc="378" dirty="0">
                <a:latin typeface="Calibri"/>
                <a:cs typeface="Calibri"/>
              </a:rPr>
              <a:t> </a:t>
            </a:r>
            <a:r>
              <a:rPr sz="2280" dirty="0">
                <a:latin typeface="Calibri"/>
                <a:cs typeface="Calibri"/>
              </a:rPr>
              <a:t>of</a:t>
            </a:r>
            <a:r>
              <a:rPr sz="2280" spc="366" dirty="0">
                <a:latin typeface="Calibri"/>
                <a:cs typeface="Calibri"/>
              </a:rPr>
              <a:t> </a:t>
            </a:r>
            <a:r>
              <a:rPr sz="2280" dirty="0">
                <a:latin typeface="Calibri"/>
                <a:cs typeface="Calibri"/>
              </a:rPr>
              <a:t>a</a:t>
            </a:r>
            <a:r>
              <a:rPr sz="2280" spc="348" dirty="0">
                <a:latin typeface="Calibri"/>
                <a:cs typeface="Calibri"/>
              </a:rPr>
              <a:t> </a:t>
            </a:r>
            <a:r>
              <a:rPr sz="2280" dirty="0">
                <a:latin typeface="Calibri"/>
                <a:cs typeface="Calibri"/>
              </a:rPr>
              <a:t>quality</a:t>
            </a:r>
            <a:r>
              <a:rPr sz="2280" spc="366" dirty="0">
                <a:latin typeface="Calibri"/>
                <a:cs typeface="Calibri"/>
              </a:rPr>
              <a:t> </a:t>
            </a:r>
            <a:r>
              <a:rPr sz="2280" dirty="0">
                <a:latin typeface="Calibri"/>
                <a:cs typeface="Calibri"/>
              </a:rPr>
              <a:t>management</a:t>
            </a:r>
            <a:r>
              <a:rPr sz="2280" spc="366" dirty="0">
                <a:latin typeface="Calibri"/>
                <a:cs typeface="Calibri"/>
              </a:rPr>
              <a:t> </a:t>
            </a:r>
            <a:r>
              <a:rPr sz="2280" dirty="0">
                <a:latin typeface="Calibri"/>
                <a:cs typeface="Calibri"/>
              </a:rPr>
              <a:t>team</a:t>
            </a:r>
            <a:r>
              <a:rPr sz="2280" spc="366" dirty="0">
                <a:latin typeface="Calibri"/>
                <a:cs typeface="Calibri"/>
              </a:rPr>
              <a:t> </a:t>
            </a:r>
            <a:r>
              <a:rPr sz="2280" dirty="0">
                <a:latin typeface="Calibri"/>
                <a:cs typeface="Calibri"/>
              </a:rPr>
              <a:t>or</a:t>
            </a:r>
            <a:r>
              <a:rPr sz="2280" spc="366" dirty="0">
                <a:latin typeface="Calibri"/>
                <a:cs typeface="Calibri"/>
              </a:rPr>
              <a:t> </a:t>
            </a:r>
            <a:r>
              <a:rPr sz="2280" dirty="0">
                <a:latin typeface="Calibri"/>
                <a:cs typeface="Calibri"/>
              </a:rPr>
              <a:t>an</a:t>
            </a:r>
            <a:r>
              <a:rPr sz="2280" spc="360" dirty="0">
                <a:latin typeface="Calibri"/>
                <a:cs typeface="Calibri"/>
              </a:rPr>
              <a:t> </a:t>
            </a:r>
            <a:r>
              <a:rPr sz="2280" dirty="0">
                <a:latin typeface="Calibri"/>
                <a:cs typeface="Calibri"/>
              </a:rPr>
              <a:t>individual</a:t>
            </a:r>
            <a:r>
              <a:rPr sz="2280" spc="360" dirty="0">
                <a:latin typeface="Calibri"/>
                <a:cs typeface="Calibri"/>
              </a:rPr>
              <a:t> </a:t>
            </a:r>
            <a:r>
              <a:rPr sz="2280" spc="-30" dirty="0">
                <a:latin typeface="Calibri"/>
                <a:cs typeface="Calibri"/>
              </a:rPr>
              <a:t>or </a:t>
            </a:r>
            <a:r>
              <a:rPr sz="2280" dirty="0">
                <a:latin typeface="Calibri"/>
                <a:cs typeface="Calibri"/>
              </a:rPr>
              <a:t>group</a:t>
            </a:r>
            <a:r>
              <a:rPr sz="2280" spc="-48" dirty="0">
                <a:latin typeface="Calibri"/>
                <a:cs typeface="Calibri"/>
              </a:rPr>
              <a:t> </a:t>
            </a:r>
            <a:r>
              <a:rPr sz="2280" dirty="0">
                <a:latin typeface="Calibri"/>
                <a:cs typeface="Calibri"/>
              </a:rPr>
              <a:t>within</a:t>
            </a:r>
            <a:r>
              <a:rPr sz="2280" spc="-42" dirty="0">
                <a:latin typeface="Calibri"/>
                <a:cs typeface="Calibri"/>
              </a:rPr>
              <a:t> </a:t>
            </a:r>
            <a:r>
              <a:rPr sz="2280" dirty="0">
                <a:latin typeface="Calibri"/>
                <a:cs typeface="Calibri"/>
              </a:rPr>
              <a:t>the</a:t>
            </a:r>
            <a:r>
              <a:rPr sz="2280" spc="-72" dirty="0">
                <a:latin typeface="Calibri"/>
                <a:cs typeface="Calibri"/>
              </a:rPr>
              <a:t> </a:t>
            </a:r>
            <a:r>
              <a:rPr sz="2280" spc="-12" dirty="0">
                <a:latin typeface="Calibri"/>
                <a:cs typeface="Calibri"/>
              </a:rPr>
              <a:t>development</a:t>
            </a:r>
            <a:r>
              <a:rPr sz="2280" spc="-30" dirty="0">
                <a:latin typeface="Calibri"/>
                <a:cs typeface="Calibri"/>
              </a:rPr>
              <a:t> </a:t>
            </a:r>
            <a:r>
              <a:rPr sz="2280" spc="-12" dirty="0">
                <a:latin typeface="Calibri"/>
                <a:cs typeface="Calibri"/>
              </a:rPr>
              <a:t>team.</a:t>
            </a:r>
            <a:endParaRPr sz="2280">
              <a:latin typeface="Calibri"/>
              <a:cs typeface="Calibri"/>
            </a:endParaRPr>
          </a:p>
          <a:p>
            <a:pPr marL="425958" indent="-410718">
              <a:buFont typeface="Arial MT"/>
              <a:buChar char="•"/>
              <a:tabLst>
                <a:tab pos="425958" algn="l"/>
              </a:tabLst>
            </a:pPr>
            <a:r>
              <a:rPr sz="2280" dirty="0">
                <a:latin typeface="Calibri"/>
                <a:cs typeface="Calibri"/>
              </a:rPr>
              <a:t>At</a:t>
            </a:r>
            <a:r>
              <a:rPr sz="2280" spc="-66" dirty="0">
                <a:latin typeface="Calibri"/>
                <a:cs typeface="Calibri"/>
              </a:rPr>
              <a:t> </a:t>
            </a:r>
            <a:r>
              <a:rPr sz="2280" dirty="0">
                <a:latin typeface="Calibri"/>
                <a:cs typeface="Calibri"/>
              </a:rPr>
              <a:t>this</a:t>
            </a:r>
            <a:r>
              <a:rPr sz="2280" spc="-60" dirty="0">
                <a:latin typeface="Calibri"/>
                <a:cs typeface="Calibri"/>
              </a:rPr>
              <a:t> </a:t>
            </a:r>
            <a:r>
              <a:rPr sz="2280" dirty="0">
                <a:latin typeface="Calibri"/>
                <a:cs typeface="Calibri"/>
              </a:rPr>
              <a:t>stage,</a:t>
            </a:r>
            <a:r>
              <a:rPr sz="2280" spc="-48" dirty="0">
                <a:latin typeface="Calibri"/>
                <a:cs typeface="Calibri"/>
              </a:rPr>
              <a:t> </a:t>
            </a:r>
            <a:r>
              <a:rPr sz="2280" b="1" i="1" dirty="0">
                <a:solidFill>
                  <a:srgbClr val="006FC0"/>
                </a:solidFill>
                <a:latin typeface="Calibri"/>
                <a:cs typeface="Calibri"/>
              </a:rPr>
              <a:t>no</a:t>
            </a:r>
            <a:r>
              <a:rPr sz="2280" b="1" i="1" spc="-66" dirty="0">
                <a:solidFill>
                  <a:srgbClr val="006FC0"/>
                </a:solidFill>
                <a:latin typeface="Calibri"/>
                <a:cs typeface="Calibri"/>
              </a:rPr>
              <a:t> </a:t>
            </a:r>
            <a:r>
              <a:rPr sz="2280" b="1" i="1" dirty="0">
                <a:solidFill>
                  <a:srgbClr val="006FC0"/>
                </a:solidFill>
                <a:latin typeface="Calibri"/>
                <a:cs typeface="Calibri"/>
              </a:rPr>
              <a:t>new</a:t>
            </a:r>
            <a:r>
              <a:rPr sz="2280" b="1" i="1" spc="-72" dirty="0">
                <a:solidFill>
                  <a:srgbClr val="006FC0"/>
                </a:solidFill>
                <a:latin typeface="Calibri"/>
                <a:cs typeface="Calibri"/>
              </a:rPr>
              <a:t> </a:t>
            </a:r>
            <a:r>
              <a:rPr sz="2280" b="1" i="1" dirty="0">
                <a:solidFill>
                  <a:srgbClr val="006FC0"/>
                </a:solidFill>
                <a:latin typeface="Calibri"/>
                <a:cs typeface="Calibri"/>
              </a:rPr>
              <a:t>functionality</a:t>
            </a:r>
            <a:r>
              <a:rPr sz="2280" b="1" i="1" spc="-42" dirty="0">
                <a:solidFill>
                  <a:srgbClr val="006FC0"/>
                </a:solidFill>
                <a:latin typeface="Calibri"/>
                <a:cs typeface="Calibri"/>
              </a:rPr>
              <a:t> </a:t>
            </a:r>
            <a:r>
              <a:rPr sz="2280" b="1" i="1" dirty="0">
                <a:solidFill>
                  <a:srgbClr val="006FC0"/>
                </a:solidFill>
                <a:latin typeface="Calibri"/>
                <a:cs typeface="Calibri"/>
              </a:rPr>
              <a:t>is</a:t>
            </a:r>
            <a:r>
              <a:rPr sz="2280" b="1" i="1" spc="-78" dirty="0">
                <a:solidFill>
                  <a:srgbClr val="006FC0"/>
                </a:solidFill>
                <a:latin typeface="Calibri"/>
                <a:cs typeface="Calibri"/>
              </a:rPr>
              <a:t> </a:t>
            </a:r>
            <a:r>
              <a:rPr sz="2280" b="1" i="1" dirty="0">
                <a:solidFill>
                  <a:srgbClr val="006FC0"/>
                </a:solidFill>
                <a:latin typeface="Calibri"/>
                <a:cs typeface="Calibri"/>
              </a:rPr>
              <a:t>added</a:t>
            </a:r>
            <a:r>
              <a:rPr sz="2280" b="1" i="1" spc="-54" dirty="0">
                <a:solidFill>
                  <a:srgbClr val="006FC0"/>
                </a:solidFill>
                <a:latin typeface="Calibri"/>
                <a:cs typeface="Calibri"/>
              </a:rPr>
              <a:t> </a:t>
            </a:r>
            <a:r>
              <a:rPr sz="2280" b="1" i="1" dirty="0">
                <a:solidFill>
                  <a:srgbClr val="006FC0"/>
                </a:solidFill>
                <a:latin typeface="Calibri"/>
                <a:cs typeface="Calibri"/>
              </a:rPr>
              <a:t>to</a:t>
            </a:r>
            <a:r>
              <a:rPr sz="2280" b="1" i="1" spc="-66" dirty="0">
                <a:solidFill>
                  <a:srgbClr val="006FC0"/>
                </a:solidFill>
                <a:latin typeface="Calibri"/>
                <a:cs typeface="Calibri"/>
              </a:rPr>
              <a:t> </a:t>
            </a:r>
            <a:r>
              <a:rPr sz="2280" b="1" i="1" dirty="0">
                <a:solidFill>
                  <a:srgbClr val="006FC0"/>
                </a:solidFill>
                <a:latin typeface="Calibri"/>
                <a:cs typeface="Calibri"/>
              </a:rPr>
              <a:t>the</a:t>
            </a:r>
            <a:r>
              <a:rPr sz="2280" b="1" i="1" spc="-42" dirty="0">
                <a:solidFill>
                  <a:srgbClr val="006FC0"/>
                </a:solidFill>
                <a:latin typeface="Calibri"/>
                <a:cs typeface="Calibri"/>
              </a:rPr>
              <a:t> </a:t>
            </a:r>
            <a:r>
              <a:rPr sz="2280" b="1" i="1" spc="-12" dirty="0">
                <a:solidFill>
                  <a:srgbClr val="006FC0"/>
                </a:solidFill>
                <a:latin typeface="Calibri"/>
                <a:cs typeface="Calibri"/>
              </a:rPr>
              <a:t>system</a:t>
            </a:r>
            <a:r>
              <a:rPr sz="2280" spc="-12" dirty="0">
                <a:latin typeface="Calibri"/>
                <a:cs typeface="Calibri"/>
              </a:rPr>
              <a:t>.</a:t>
            </a:r>
            <a:endParaRPr sz="2280">
              <a:latin typeface="Calibri"/>
              <a:cs typeface="Calibri"/>
            </a:endParaRPr>
          </a:p>
          <a:p>
            <a:pPr marL="425958" indent="-410718">
              <a:spcBef>
                <a:spcPts val="6"/>
              </a:spcBef>
              <a:buFont typeface="Arial MT"/>
              <a:buChar char="•"/>
              <a:tabLst>
                <a:tab pos="425958" algn="l"/>
              </a:tabLst>
            </a:pPr>
            <a:r>
              <a:rPr sz="2280" dirty="0">
                <a:latin typeface="Calibri"/>
                <a:cs typeface="Calibri"/>
              </a:rPr>
              <a:t>The</a:t>
            </a:r>
            <a:r>
              <a:rPr sz="2280" spc="474" dirty="0">
                <a:latin typeface="Calibri"/>
                <a:cs typeface="Calibri"/>
              </a:rPr>
              <a:t> </a:t>
            </a:r>
            <a:r>
              <a:rPr sz="2280" dirty="0">
                <a:latin typeface="Calibri"/>
                <a:cs typeface="Calibri"/>
              </a:rPr>
              <a:t>changes</a:t>
            </a:r>
            <a:r>
              <a:rPr sz="2280" spc="480" dirty="0">
                <a:latin typeface="Calibri"/>
                <a:cs typeface="Calibri"/>
              </a:rPr>
              <a:t> </a:t>
            </a:r>
            <a:r>
              <a:rPr sz="2280" dirty="0">
                <a:latin typeface="Calibri"/>
                <a:cs typeface="Calibri"/>
              </a:rPr>
              <a:t>made</a:t>
            </a:r>
            <a:r>
              <a:rPr sz="2280" spc="468" dirty="0">
                <a:latin typeface="Calibri"/>
                <a:cs typeface="Calibri"/>
              </a:rPr>
              <a:t> </a:t>
            </a:r>
            <a:r>
              <a:rPr sz="2280" dirty="0">
                <a:latin typeface="Calibri"/>
                <a:cs typeface="Calibri"/>
              </a:rPr>
              <a:t>at</a:t>
            </a:r>
            <a:r>
              <a:rPr sz="2280" spc="480" dirty="0">
                <a:latin typeface="Calibri"/>
                <a:cs typeface="Calibri"/>
              </a:rPr>
              <a:t> </a:t>
            </a:r>
            <a:r>
              <a:rPr sz="2280" dirty="0">
                <a:latin typeface="Calibri"/>
                <a:cs typeface="Calibri"/>
              </a:rPr>
              <a:t>this</a:t>
            </a:r>
            <a:r>
              <a:rPr sz="2280" spc="456" dirty="0">
                <a:latin typeface="Calibri"/>
                <a:cs typeface="Calibri"/>
              </a:rPr>
              <a:t> </a:t>
            </a:r>
            <a:r>
              <a:rPr sz="2280" dirty="0">
                <a:latin typeface="Calibri"/>
                <a:cs typeface="Calibri"/>
              </a:rPr>
              <a:t>stage</a:t>
            </a:r>
            <a:r>
              <a:rPr sz="2280" spc="480" dirty="0">
                <a:latin typeface="Calibri"/>
                <a:cs typeface="Calibri"/>
              </a:rPr>
              <a:t> </a:t>
            </a:r>
            <a:r>
              <a:rPr sz="2280" dirty="0">
                <a:latin typeface="Calibri"/>
                <a:cs typeface="Calibri"/>
              </a:rPr>
              <a:t>are</a:t>
            </a:r>
            <a:r>
              <a:rPr sz="2280" spc="474" dirty="0">
                <a:latin typeface="Calibri"/>
                <a:cs typeface="Calibri"/>
              </a:rPr>
              <a:t> </a:t>
            </a:r>
            <a:r>
              <a:rPr sz="2280" b="1" i="1" dirty="0">
                <a:solidFill>
                  <a:srgbClr val="6F2F9F"/>
                </a:solidFill>
                <a:latin typeface="Calibri"/>
                <a:cs typeface="Calibri"/>
              </a:rPr>
              <a:t>bug</a:t>
            </a:r>
            <a:r>
              <a:rPr sz="2280" b="1" i="1" spc="462" dirty="0">
                <a:solidFill>
                  <a:srgbClr val="6F2F9F"/>
                </a:solidFill>
                <a:latin typeface="Calibri"/>
                <a:cs typeface="Calibri"/>
              </a:rPr>
              <a:t> </a:t>
            </a:r>
            <a:r>
              <a:rPr sz="2280" b="1" i="1" dirty="0">
                <a:solidFill>
                  <a:srgbClr val="6F2F9F"/>
                </a:solidFill>
                <a:latin typeface="Calibri"/>
                <a:cs typeface="Calibri"/>
              </a:rPr>
              <a:t>fixes</a:t>
            </a:r>
            <a:r>
              <a:rPr sz="2280" dirty="0">
                <a:latin typeface="Calibri"/>
                <a:cs typeface="Calibri"/>
              </a:rPr>
              <a:t>,</a:t>
            </a:r>
            <a:r>
              <a:rPr sz="2280" spc="474" dirty="0">
                <a:latin typeface="Calibri"/>
                <a:cs typeface="Calibri"/>
              </a:rPr>
              <a:t> </a:t>
            </a:r>
            <a:r>
              <a:rPr sz="2280" b="1" i="1" dirty="0">
                <a:solidFill>
                  <a:srgbClr val="6F2F9F"/>
                </a:solidFill>
                <a:latin typeface="Calibri"/>
                <a:cs typeface="Calibri"/>
              </a:rPr>
              <a:t>performance</a:t>
            </a:r>
            <a:r>
              <a:rPr sz="2280" b="1" i="1" spc="474" dirty="0">
                <a:solidFill>
                  <a:srgbClr val="6F2F9F"/>
                </a:solidFill>
                <a:latin typeface="Calibri"/>
                <a:cs typeface="Calibri"/>
              </a:rPr>
              <a:t> </a:t>
            </a:r>
            <a:r>
              <a:rPr sz="2280" b="1" i="1" dirty="0">
                <a:solidFill>
                  <a:srgbClr val="6F2F9F"/>
                </a:solidFill>
                <a:latin typeface="Calibri"/>
                <a:cs typeface="Calibri"/>
              </a:rPr>
              <a:t>improvements</a:t>
            </a:r>
            <a:r>
              <a:rPr sz="2280" dirty="0">
                <a:latin typeface="Calibri"/>
                <a:cs typeface="Calibri"/>
              </a:rPr>
              <a:t>,</a:t>
            </a:r>
            <a:r>
              <a:rPr sz="2280" spc="474" dirty="0">
                <a:latin typeface="Calibri"/>
                <a:cs typeface="Calibri"/>
              </a:rPr>
              <a:t> </a:t>
            </a:r>
            <a:r>
              <a:rPr sz="2280" spc="-30" dirty="0">
                <a:latin typeface="Calibri"/>
                <a:cs typeface="Calibri"/>
              </a:rPr>
              <a:t>and</a:t>
            </a:r>
            <a:endParaRPr sz="2280">
              <a:latin typeface="Calibri"/>
              <a:cs typeface="Calibri"/>
            </a:endParaRPr>
          </a:p>
          <a:p>
            <a:pPr marL="425958"/>
            <a:r>
              <a:rPr sz="2280" b="1" i="1" dirty="0">
                <a:solidFill>
                  <a:srgbClr val="6F2F9F"/>
                </a:solidFill>
                <a:latin typeface="Calibri"/>
                <a:cs typeface="Calibri"/>
              </a:rPr>
              <a:t>security</a:t>
            </a:r>
            <a:r>
              <a:rPr sz="2280" b="1" i="1" spc="-60" dirty="0">
                <a:solidFill>
                  <a:srgbClr val="6F2F9F"/>
                </a:solidFill>
                <a:latin typeface="Calibri"/>
                <a:cs typeface="Calibri"/>
              </a:rPr>
              <a:t> </a:t>
            </a:r>
            <a:r>
              <a:rPr sz="2280" b="1" i="1" dirty="0">
                <a:solidFill>
                  <a:srgbClr val="6F2F9F"/>
                </a:solidFill>
                <a:latin typeface="Calibri"/>
                <a:cs typeface="Calibri"/>
              </a:rPr>
              <a:t>vulnerability</a:t>
            </a:r>
            <a:r>
              <a:rPr sz="2280" b="1" i="1" spc="-66" dirty="0">
                <a:solidFill>
                  <a:srgbClr val="6F2F9F"/>
                </a:solidFill>
                <a:latin typeface="Calibri"/>
                <a:cs typeface="Calibri"/>
              </a:rPr>
              <a:t> </a:t>
            </a:r>
            <a:r>
              <a:rPr sz="2280" b="1" i="1" spc="-12" dirty="0">
                <a:solidFill>
                  <a:srgbClr val="6F2F9F"/>
                </a:solidFill>
                <a:latin typeface="Calibri"/>
                <a:cs typeface="Calibri"/>
              </a:rPr>
              <a:t>repairs</a:t>
            </a:r>
            <a:r>
              <a:rPr sz="2280" spc="-12" dirty="0">
                <a:latin typeface="Calibri"/>
                <a:cs typeface="Calibri"/>
              </a:rPr>
              <a:t>.</a:t>
            </a:r>
            <a:endParaRPr sz="2280">
              <a:latin typeface="Calibri"/>
              <a:cs typeface="Calibri"/>
            </a:endParaRPr>
          </a:p>
          <a:p>
            <a:pPr marL="302514" indent="-287274">
              <a:buFont typeface="Calibri"/>
              <a:buAutoNum type="arabicPeriod" startAt="3"/>
              <a:tabLst>
                <a:tab pos="302514" algn="l"/>
              </a:tabLst>
            </a:pPr>
            <a:r>
              <a:rPr sz="2280" b="1" i="1" dirty="0">
                <a:solidFill>
                  <a:srgbClr val="C00000"/>
                </a:solidFill>
                <a:latin typeface="Calibri"/>
                <a:cs typeface="Calibri"/>
              </a:rPr>
              <a:t>A</a:t>
            </a:r>
            <a:r>
              <a:rPr sz="2280" b="1" i="1" spc="-60" dirty="0">
                <a:solidFill>
                  <a:srgbClr val="C00000"/>
                </a:solidFill>
                <a:latin typeface="Calibri"/>
                <a:cs typeface="Calibri"/>
              </a:rPr>
              <a:t> </a:t>
            </a:r>
            <a:r>
              <a:rPr sz="2280" b="1" i="1" dirty="0">
                <a:solidFill>
                  <a:srgbClr val="C00000"/>
                </a:solidFill>
                <a:latin typeface="Calibri"/>
                <a:cs typeface="Calibri"/>
              </a:rPr>
              <a:t>Release</a:t>
            </a:r>
            <a:r>
              <a:rPr sz="2280" b="1" i="1" spc="-60" dirty="0">
                <a:solidFill>
                  <a:srgbClr val="C00000"/>
                </a:solidFill>
                <a:latin typeface="Calibri"/>
                <a:cs typeface="Calibri"/>
              </a:rPr>
              <a:t> </a:t>
            </a:r>
            <a:r>
              <a:rPr sz="2280" b="1" i="1" spc="-24" dirty="0">
                <a:solidFill>
                  <a:srgbClr val="C00000"/>
                </a:solidFill>
                <a:latin typeface="Calibri"/>
                <a:cs typeface="Calibri"/>
              </a:rPr>
              <a:t>Phase</a:t>
            </a:r>
            <a:endParaRPr sz="2280">
              <a:latin typeface="Calibri"/>
              <a:cs typeface="Calibri"/>
            </a:endParaRPr>
          </a:p>
          <a:p>
            <a:pPr marL="425958" lvl="1" indent="-410718">
              <a:buFont typeface="Arial MT"/>
              <a:buChar char="•"/>
              <a:tabLst>
                <a:tab pos="425958" algn="l"/>
              </a:tabLst>
            </a:pPr>
            <a:r>
              <a:rPr sz="2280" dirty="0">
                <a:latin typeface="Calibri"/>
                <a:cs typeface="Calibri"/>
              </a:rPr>
              <a:t>The</a:t>
            </a:r>
            <a:r>
              <a:rPr sz="2280" spc="-54" dirty="0">
                <a:latin typeface="Calibri"/>
                <a:cs typeface="Calibri"/>
              </a:rPr>
              <a:t> </a:t>
            </a:r>
            <a:r>
              <a:rPr sz="2280" spc="-12" dirty="0">
                <a:latin typeface="Calibri"/>
                <a:cs typeface="Calibri"/>
              </a:rPr>
              <a:t>software</a:t>
            </a:r>
            <a:r>
              <a:rPr sz="2280" spc="-54" dirty="0">
                <a:latin typeface="Calibri"/>
                <a:cs typeface="Calibri"/>
              </a:rPr>
              <a:t> </a:t>
            </a:r>
            <a:r>
              <a:rPr sz="2280" dirty="0">
                <a:latin typeface="Calibri"/>
                <a:cs typeface="Calibri"/>
              </a:rPr>
              <a:t>is</a:t>
            </a:r>
            <a:r>
              <a:rPr sz="2280" spc="-48" dirty="0">
                <a:latin typeface="Calibri"/>
                <a:cs typeface="Calibri"/>
              </a:rPr>
              <a:t> </a:t>
            </a:r>
            <a:r>
              <a:rPr sz="2280" b="1" i="1" dirty="0">
                <a:solidFill>
                  <a:srgbClr val="006FC0"/>
                </a:solidFill>
                <a:latin typeface="Calibri"/>
                <a:cs typeface="Calibri"/>
              </a:rPr>
              <a:t>released</a:t>
            </a:r>
            <a:r>
              <a:rPr sz="2280" b="1" i="1" spc="-48" dirty="0">
                <a:solidFill>
                  <a:srgbClr val="006FC0"/>
                </a:solidFill>
                <a:latin typeface="Calibri"/>
                <a:cs typeface="Calibri"/>
              </a:rPr>
              <a:t> </a:t>
            </a:r>
            <a:r>
              <a:rPr sz="2280" b="1" i="1" dirty="0">
                <a:solidFill>
                  <a:srgbClr val="006FC0"/>
                </a:solidFill>
                <a:latin typeface="Calibri"/>
                <a:cs typeface="Calibri"/>
              </a:rPr>
              <a:t>to</a:t>
            </a:r>
            <a:r>
              <a:rPr sz="2280" b="1" i="1" spc="-42" dirty="0">
                <a:solidFill>
                  <a:srgbClr val="006FC0"/>
                </a:solidFill>
                <a:latin typeface="Calibri"/>
                <a:cs typeface="Calibri"/>
              </a:rPr>
              <a:t> </a:t>
            </a:r>
            <a:r>
              <a:rPr sz="2280" b="1" i="1" spc="-12" dirty="0">
                <a:solidFill>
                  <a:srgbClr val="006FC0"/>
                </a:solidFill>
                <a:latin typeface="Calibri"/>
                <a:cs typeface="Calibri"/>
              </a:rPr>
              <a:t>customers</a:t>
            </a:r>
            <a:r>
              <a:rPr sz="2280" b="1" i="1" spc="-24" dirty="0">
                <a:solidFill>
                  <a:srgbClr val="006FC0"/>
                </a:solidFill>
                <a:latin typeface="Calibri"/>
                <a:cs typeface="Calibri"/>
              </a:rPr>
              <a:t> </a:t>
            </a:r>
            <a:r>
              <a:rPr sz="2280" b="1" i="1" dirty="0">
                <a:solidFill>
                  <a:srgbClr val="006FC0"/>
                </a:solidFill>
                <a:latin typeface="Calibri"/>
                <a:cs typeface="Calibri"/>
              </a:rPr>
              <a:t>for</a:t>
            </a:r>
            <a:r>
              <a:rPr sz="2280" b="1" i="1" spc="-54" dirty="0">
                <a:solidFill>
                  <a:srgbClr val="006FC0"/>
                </a:solidFill>
                <a:latin typeface="Calibri"/>
                <a:cs typeface="Calibri"/>
              </a:rPr>
              <a:t> </a:t>
            </a:r>
            <a:r>
              <a:rPr sz="2280" b="1" i="1" spc="-24" dirty="0">
                <a:solidFill>
                  <a:srgbClr val="006FC0"/>
                </a:solidFill>
                <a:latin typeface="Calibri"/>
                <a:cs typeface="Calibri"/>
              </a:rPr>
              <a:t>use</a:t>
            </a:r>
            <a:r>
              <a:rPr sz="2280" spc="-24" dirty="0">
                <a:latin typeface="Calibri"/>
                <a:cs typeface="Calibri"/>
              </a:rPr>
              <a:t>.</a:t>
            </a:r>
            <a:endParaRPr sz="2280">
              <a:latin typeface="Calibri"/>
              <a:cs typeface="Calibri"/>
            </a:endParaRPr>
          </a:p>
          <a:p>
            <a:pPr marL="425958" lvl="1" indent="-410718">
              <a:buFont typeface="Arial MT"/>
              <a:buChar char="•"/>
              <a:tabLst>
                <a:tab pos="425958" algn="l"/>
              </a:tabLst>
            </a:pPr>
            <a:r>
              <a:rPr sz="2280" dirty="0">
                <a:latin typeface="Calibri"/>
                <a:cs typeface="Calibri"/>
              </a:rPr>
              <a:t>After</a:t>
            </a:r>
            <a:r>
              <a:rPr sz="2280" spc="564" dirty="0">
                <a:latin typeface="Calibri"/>
                <a:cs typeface="Calibri"/>
              </a:rPr>
              <a:t> </a:t>
            </a:r>
            <a:r>
              <a:rPr sz="2280" dirty="0">
                <a:latin typeface="Calibri"/>
                <a:cs typeface="Calibri"/>
              </a:rPr>
              <a:t>the</a:t>
            </a:r>
            <a:r>
              <a:rPr sz="2280" spc="576" dirty="0">
                <a:latin typeface="Calibri"/>
                <a:cs typeface="Calibri"/>
              </a:rPr>
              <a:t> </a:t>
            </a:r>
            <a:r>
              <a:rPr sz="2280" dirty="0">
                <a:latin typeface="Calibri"/>
                <a:cs typeface="Calibri"/>
              </a:rPr>
              <a:t>release</a:t>
            </a:r>
            <a:r>
              <a:rPr sz="2280" spc="576" dirty="0">
                <a:latin typeface="Calibri"/>
                <a:cs typeface="Calibri"/>
              </a:rPr>
              <a:t> </a:t>
            </a:r>
            <a:r>
              <a:rPr sz="2280" dirty="0">
                <a:latin typeface="Calibri"/>
                <a:cs typeface="Calibri"/>
              </a:rPr>
              <a:t>has</a:t>
            </a:r>
            <a:r>
              <a:rPr sz="2280" spc="570" dirty="0">
                <a:latin typeface="Calibri"/>
                <a:cs typeface="Calibri"/>
              </a:rPr>
              <a:t> </a:t>
            </a:r>
            <a:r>
              <a:rPr sz="2280" dirty="0">
                <a:latin typeface="Calibri"/>
                <a:cs typeface="Calibri"/>
              </a:rPr>
              <a:t>been</a:t>
            </a:r>
            <a:r>
              <a:rPr sz="2280" spc="558" dirty="0">
                <a:latin typeface="Calibri"/>
                <a:cs typeface="Calibri"/>
              </a:rPr>
              <a:t> </a:t>
            </a:r>
            <a:r>
              <a:rPr sz="2280" dirty="0">
                <a:latin typeface="Calibri"/>
                <a:cs typeface="Calibri"/>
              </a:rPr>
              <a:t>distributed,</a:t>
            </a:r>
            <a:r>
              <a:rPr sz="2280" spc="564" dirty="0">
                <a:latin typeface="Calibri"/>
                <a:cs typeface="Calibri"/>
              </a:rPr>
              <a:t> </a:t>
            </a:r>
            <a:r>
              <a:rPr sz="2280" dirty="0">
                <a:latin typeface="Calibri"/>
                <a:cs typeface="Calibri"/>
              </a:rPr>
              <a:t>customers</a:t>
            </a:r>
            <a:r>
              <a:rPr sz="2280" spc="576" dirty="0">
                <a:latin typeface="Calibri"/>
                <a:cs typeface="Calibri"/>
              </a:rPr>
              <a:t> </a:t>
            </a:r>
            <a:r>
              <a:rPr sz="2280" dirty="0">
                <a:latin typeface="Calibri"/>
                <a:cs typeface="Calibri"/>
              </a:rPr>
              <a:t>may</a:t>
            </a:r>
            <a:r>
              <a:rPr sz="2280" spc="570" dirty="0">
                <a:latin typeface="Calibri"/>
                <a:cs typeface="Calibri"/>
              </a:rPr>
              <a:t> </a:t>
            </a:r>
            <a:r>
              <a:rPr sz="2280" dirty="0">
                <a:latin typeface="Calibri"/>
                <a:cs typeface="Calibri"/>
              </a:rPr>
              <a:t>submit</a:t>
            </a:r>
            <a:r>
              <a:rPr sz="2280" spc="558" dirty="0">
                <a:latin typeface="Calibri"/>
                <a:cs typeface="Calibri"/>
              </a:rPr>
              <a:t> </a:t>
            </a:r>
            <a:r>
              <a:rPr sz="2280" dirty="0">
                <a:latin typeface="Calibri"/>
                <a:cs typeface="Calibri"/>
              </a:rPr>
              <a:t>bug</a:t>
            </a:r>
            <a:r>
              <a:rPr sz="2280" spc="558" dirty="0">
                <a:latin typeface="Calibri"/>
                <a:cs typeface="Calibri"/>
              </a:rPr>
              <a:t> </a:t>
            </a:r>
            <a:r>
              <a:rPr sz="2280" dirty="0">
                <a:latin typeface="Calibri"/>
                <a:cs typeface="Calibri"/>
              </a:rPr>
              <a:t>reports</a:t>
            </a:r>
            <a:r>
              <a:rPr sz="2280" spc="576" dirty="0">
                <a:latin typeface="Calibri"/>
                <a:cs typeface="Calibri"/>
              </a:rPr>
              <a:t> </a:t>
            </a:r>
            <a:r>
              <a:rPr sz="2280" spc="-30" dirty="0">
                <a:latin typeface="Calibri"/>
                <a:cs typeface="Calibri"/>
              </a:rPr>
              <a:t>and</a:t>
            </a:r>
            <a:endParaRPr sz="2280">
              <a:latin typeface="Calibri"/>
              <a:cs typeface="Calibri"/>
            </a:endParaRPr>
          </a:p>
          <a:p>
            <a:pPr marL="425958"/>
            <a:r>
              <a:rPr sz="2280" dirty="0">
                <a:latin typeface="Calibri"/>
                <a:cs typeface="Calibri"/>
              </a:rPr>
              <a:t>change</a:t>
            </a:r>
            <a:r>
              <a:rPr sz="2280" spc="-72" dirty="0">
                <a:latin typeface="Calibri"/>
                <a:cs typeface="Calibri"/>
              </a:rPr>
              <a:t> </a:t>
            </a:r>
            <a:r>
              <a:rPr sz="2280" spc="-12" dirty="0">
                <a:latin typeface="Calibri"/>
                <a:cs typeface="Calibri"/>
              </a:rPr>
              <a:t>requests.</a:t>
            </a:r>
            <a:endParaRPr sz="2280">
              <a:latin typeface="Calibri"/>
              <a:cs typeface="Calibri"/>
            </a:endParaRPr>
          </a:p>
          <a:p>
            <a:pPr marL="425958" lvl="1" indent="-410718">
              <a:buFont typeface="Arial MT"/>
              <a:buChar char="•"/>
              <a:tabLst>
                <a:tab pos="425958" algn="l"/>
                <a:tab pos="1143000" algn="l"/>
                <a:tab pos="2288286" algn="l"/>
                <a:tab pos="2708910" algn="l"/>
                <a:tab pos="3283458" algn="l"/>
                <a:tab pos="4465320" algn="l"/>
                <a:tab pos="5459730" algn="l"/>
                <a:tab pos="6134862" algn="l"/>
                <a:tab pos="6612636" algn="l"/>
                <a:tab pos="8027670" algn="l"/>
                <a:tab pos="8454390" algn="l"/>
                <a:tab pos="9333738" algn="l"/>
                <a:tab pos="10067544" algn="l"/>
              </a:tabLst>
            </a:pPr>
            <a:r>
              <a:rPr sz="2280" spc="-30" dirty="0">
                <a:latin typeface="Calibri"/>
                <a:cs typeface="Calibri"/>
              </a:rPr>
              <a:t>New</a:t>
            </a:r>
            <a:r>
              <a:rPr sz="2280" dirty="0">
                <a:latin typeface="Calibri"/>
                <a:cs typeface="Calibri"/>
              </a:rPr>
              <a:t>	</a:t>
            </a:r>
            <a:r>
              <a:rPr sz="2280" spc="-12" dirty="0">
                <a:latin typeface="Calibri"/>
                <a:cs typeface="Calibri"/>
              </a:rPr>
              <a:t>versions</a:t>
            </a:r>
            <a:r>
              <a:rPr sz="2280" dirty="0">
                <a:latin typeface="Calibri"/>
                <a:cs typeface="Calibri"/>
              </a:rPr>
              <a:t>	</a:t>
            </a:r>
            <a:r>
              <a:rPr sz="2280" spc="-30" dirty="0">
                <a:latin typeface="Calibri"/>
                <a:cs typeface="Calibri"/>
              </a:rPr>
              <a:t>of</a:t>
            </a:r>
            <a:r>
              <a:rPr sz="2280" dirty="0">
                <a:latin typeface="Calibri"/>
                <a:cs typeface="Calibri"/>
              </a:rPr>
              <a:t>	</a:t>
            </a:r>
            <a:r>
              <a:rPr sz="2280" spc="-30" dirty="0">
                <a:latin typeface="Calibri"/>
                <a:cs typeface="Calibri"/>
              </a:rPr>
              <a:t>the</a:t>
            </a:r>
            <a:r>
              <a:rPr sz="2280" dirty="0">
                <a:latin typeface="Calibri"/>
                <a:cs typeface="Calibri"/>
              </a:rPr>
              <a:t>	</a:t>
            </a:r>
            <a:r>
              <a:rPr sz="2280" spc="-12" dirty="0">
                <a:latin typeface="Calibri"/>
                <a:cs typeface="Calibri"/>
              </a:rPr>
              <a:t>released</a:t>
            </a:r>
            <a:r>
              <a:rPr sz="2280" dirty="0">
                <a:latin typeface="Calibri"/>
                <a:cs typeface="Calibri"/>
              </a:rPr>
              <a:t>	</a:t>
            </a:r>
            <a:r>
              <a:rPr sz="2280" spc="-12" dirty="0">
                <a:latin typeface="Calibri"/>
                <a:cs typeface="Calibri"/>
              </a:rPr>
              <a:t>system</a:t>
            </a:r>
            <a:r>
              <a:rPr sz="2280" dirty="0">
                <a:latin typeface="Calibri"/>
                <a:cs typeface="Calibri"/>
              </a:rPr>
              <a:t>	</a:t>
            </a:r>
            <a:r>
              <a:rPr sz="2280" spc="-30" dirty="0">
                <a:latin typeface="Calibri"/>
                <a:cs typeface="Calibri"/>
              </a:rPr>
              <a:t>may</a:t>
            </a:r>
            <a:r>
              <a:rPr sz="2280" dirty="0">
                <a:latin typeface="Calibri"/>
                <a:cs typeface="Calibri"/>
              </a:rPr>
              <a:t>	</a:t>
            </a:r>
            <a:r>
              <a:rPr sz="2280" spc="-30" dirty="0">
                <a:latin typeface="Calibri"/>
                <a:cs typeface="Calibri"/>
              </a:rPr>
              <a:t>be</a:t>
            </a:r>
            <a:r>
              <a:rPr sz="2280" dirty="0">
                <a:latin typeface="Calibri"/>
                <a:cs typeface="Calibri"/>
              </a:rPr>
              <a:t>	</a:t>
            </a:r>
            <a:r>
              <a:rPr sz="2280" spc="-12" dirty="0">
                <a:latin typeface="Calibri"/>
                <a:cs typeface="Calibri"/>
              </a:rPr>
              <a:t>developed</a:t>
            </a:r>
            <a:r>
              <a:rPr sz="2280" dirty="0">
                <a:latin typeface="Calibri"/>
                <a:cs typeface="Calibri"/>
              </a:rPr>
              <a:t>	</a:t>
            </a:r>
            <a:r>
              <a:rPr sz="2280" spc="-30" dirty="0">
                <a:latin typeface="Calibri"/>
                <a:cs typeface="Calibri"/>
              </a:rPr>
              <a:t>to</a:t>
            </a:r>
            <a:r>
              <a:rPr sz="2280" dirty="0">
                <a:latin typeface="Calibri"/>
                <a:cs typeface="Calibri"/>
              </a:rPr>
              <a:t>	</a:t>
            </a:r>
            <a:r>
              <a:rPr sz="2280" spc="-12" dirty="0">
                <a:latin typeface="Calibri"/>
                <a:cs typeface="Calibri"/>
              </a:rPr>
              <a:t>repair</a:t>
            </a:r>
            <a:r>
              <a:rPr sz="2280" dirty="0">
                <a:latin typeface="Calibri"/>
                <a:cs typeface="Calibri"/>
              </a:rPr>
              <a:t>	</a:t>
            </a:r>
            <a:r>
              <a:rPr sz="2280" spc="-24" dirty="0">
                <a:latin typeface="Calibri"/>
                <a:cs typeface="Calibri"/>
              </a:rPr>
              <a:t>bugs</a:t>
            </a:r>
            <a:r>
              <a:rPr sz="2280" dirty="0">
                <a:latin typeface="Calibri"/>
                <a:cs typeface="Calibri"/>
              </a:rPr>
              <a:t>	</a:t>
            </a:r>
            <a:r>
              <a:rPr sz="2280" spc="-30" dirty="0">
                <a:latin typeface="Calibri"/>
                <a:cs typeface="Calibri"/>
              </a:rPr>
              <a:t>and</a:t>
            </a:r>
            <a:endParaRPr sz="2280">
              <a:latin typeface="Calibri"/>
              <a:cs typeface="Calibri"/>
            </a:endParaRPr>
          </a:p>
          <a:p>
            <a:pPr marL="425958"/>
            <a:r>
              <a:rPr sz="2280" spc="-12" dirty="0">
                <a:latin typeface="Calibri"/>
                <a:cs typeface="Calibri"/>
              </a:rPr>
              <a:t>vulnerabilities</a:t>
            </a:r>
            <a:r>
              <a:rPr sz="2280" spc="-24" dirty="0">
                <a:latin typeface="Calibri"/>
                <a:cs typeface="Calibri"/>
              </a:rPr>
              <a:t> </a:t>
            </a:r>
            <a:r>
              <a:rPr sz="2280" dirty="0">
                <a:latin typeface="Calibri"/>
                <a:cs typeface="Calibri"/>
              </a:rPr>
              <a:t>and</a:t>
            </a:r>
            <a:r>
              <a:rPr sz="2280" spc="-42" dirty="0">
                <a:latin typeface="Calibri"/>
                <a:cs typeface="Calibri"/>
              </a:rPr>
              <a:t> </a:t>
            </a:r>
            <a:r>
              <a:rPr sz="2280" dirty="0">
                <a:latin typeface="Calibri"/>
                <a:cs typeface="Calibri"/>
              </a:rPr>
              <a:t>to</a:t>
            </a:r>
            <a:r>
              <a:rPr sz="2280" spc="-66" dirty="0">
                <a:latin typeface="Calibri"/>
                <a:cs typeface="Calibri"/>
              </a:rPr>
              <a:t> </a:t>
            </a:r>
            <a:r>
              <a:rPr sz="2280" dirty="0">
                <a:latin typeface="Calibri"/>
                <a:cs typeface="Calibri"/>
              </a:rPr>
              <a:t>include</a:t>
            </a:r>
            <a:r>
              <a:rPr sz="2280" spc="-48" dirty="0">
                <a:latin typeface="Calibri"/>
                <a:cs typeface="Calibri"/>
              </a:rPr>
              <a:t> </a:t>
            </a:r>
            <a:r>
              <a:rPr sz="2280" dirty="0">
                <a:latin typeface="Calibri"/>
                <a:cs typeface="Calibri"/>
              </a:rPr>
              <a:t>new</a:t>
            </a:r>
            <a:r>
              <a:rPr sz="2280" spc="-54" dirty="0">
                <a:latin typeface="Calibri"/>
                <a:cs typeface="Calibri"/>
              </a:rPr>
              <a:t> </a:t>
            </a:r>
            <a:r>
              <a:rPr sz="2280" spc="-12" dirty="0">
                <a:latin typeface="Calibri"/>
                <a:cs typeface="Calibri"/>
              </a:rPr>
              <a:t>features</a:t>
            </a:r>
            <a:r>
              <a:rPr sz="2280" spc="-66" dirty="0">
                <a:latin typeface="Calibri"/>
                <a:cs typeface="Calibri"/>
              </a:rPr>
              <a:t> </a:t>
            </a:r>
            <a:r>
              <a:rPr sz="2280" spc="-12" dirty="0">
                <a:latin typeface="Calibri"/>
                <a:cs typeface="Calibri"/>
              </a:rPr>
              <a:t>suggested</a:t>
            </a:r>
            <a:r>
              <a:rPr sz="2280" spc="-30" dirty="0">
                <a:latin typeface="Calibri"/>
                <a:cs typeface="Calibri"/>
              </a:rPr>
              <a:t> </a:t>
            </a:r>
            <a:r>
              <a:rPr sz="2280" dirty="0">
                <a:latin typeface="Calibri"/>
                <a:cs typeface="Calibri"/>
              </a:rPr>
              <a:t>by</a:t>
            </a:r>
            <a:r>
              <a:rPr sz="2280" spc="-54" dirty="0">
                <a:latin typeface="Calibri"/>
                <a:cs typeface="Calibri"/>
              </a:rPr>
              <a:t> </a:t>
            </a:r>
            <a:r>
              <a:rPr sz="2280" spc="-12" dirty="0">
                <a:latin typeface="Calibri"/>
                <a:cs typeface="Calibri"/>
              </a:rPr>
              <a:t>customers.</a:t>
            </a:r>
            <a:endParaRPr sz="2280">
              <a:latin typeface="Calibri"/>
              <a:cs typeface="Calibri"/>
            </a:endParaRPr>
          </a:p>
        </p:txBody>
      </p:sp>
    </p:spTree>
    <p:extLst>
      <p:ext uri="{BB962C8B-B14F-4D97-AF65-F5344CB8AC3E}">
        <p14:creationId xmlns:p14="http://schemas.microsoft.com/office/powerpoint/2010/main" val="1594335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087444" y="1043254"/>
            <a:ext cx="7463790" cy="3520440"/>
            <a:chOff x="2898203" y="869378"/>
            <a:chExt cx="6219825" cy="2933700"/>
          </a:xfrm>
        </p:grpSpPr>
        <p:pic>
          <p:nvPicPr>
            <p:cNvPr id="3" name="object 3"/>
            <p:cNvPicPr/>
            <p:nvPr/>
          </p:nvPicPr>
          <p:blipFill>
            <a:blip r:embed="rId2" cstate="print"/>
            <a:stretch>
              <a:fillRect/>
            </a:stretch>
          </p:blipFill>
          <p:spPr>
            <a:xfrm>
              <a:off x="3041142" y="936117"/>
              <a:ext cx="5886450" cy="2800349"/>
            </a:xfrm>
            <a:prstGeom prst="rect">
              <a:avLst/>
            </a:prstGeom>
          </p:spPr>
        </p:pic>
        <p:sp>
          <p:nvSpPr>
            <p:cNvPr id="4" name="object 4"/>
            <p:cNvSpPr/>
            <p:nvPr/>
          </p:nvSpPr>
          <p:spPr>
            <a:xfrm>
              <a:off x="2902966" y="874141"/>
              <a:ext cx="6210300" cy="2924175"/>
            </a:xfrm>
            <a:custGeom>
              <a:avLst/>
              <a:gdLst/>
              <a:ahLst/>
              <a:cxnLst/>
              <a:rect l="l" t="t" r="r" b="b"/>
              <a:pathLst>
                <a:path w="6210300" h="2924175">
                  <a:moveTo>
                    <a:pt x="0" y="2924174"/>
                  </a:moveTo>
                  <a:lnTo>
                    <a:pt x="6210300" y="2924174"/>
                  </a:lnTo>
                  <a:lnTo>
                    <a:pt x="6210300" y="0"/>
                  </a:lnTo>
                  <a:lnTo>
                    <a:pt x="0" y="0"/>
                  </a:lnTo>
                  <a:lnTo>
                    <a:pt x="0" y="2924174"/>
                  </a:lnTo>
                  <a:close/>
                </a:path>
              </a:pathLst>
            </a:custGeom>
            <a:ln w="9525">
              <a:solidFill>
                <a:srgbClr val="000000"/>
              </a:solidFill>
            </a:ln>
          </p:spPr>
          <p:txBody>
            <a:bodyPr wrap="square" lIns="0" tIns="0" rIns="0" bIns="0" rtlCol="0"/>
            <a:lstStyle/>
            <a:p>
              <a:endParaRPr sz="2160"/>
            </a:p>
          </p:txBody>
        </p:sp>
      </p:grpSp>
      <p:sp>
        <p:nvSpPr>
          <p:cNvPr id="5" name="object 5"/>
          <p:cNvSpPr txBox="1"/>
          <p:nvPr/>
        </p:nvSpPr>
        <p:spPr>
          <a:xfrm>
            <a:off x="833201" y="166879"/>
            <a:ext cx="10504932" cy="6522555"/>
          </a:xfrm>
          <a:prstGeom prst="rect">
            <a:avLst/>
          </a:prstGeom>
        </p:spPr>
        <p:txBody>
          <a:bodyPr vert="horz" wrap="square" lIns="0" tIns="14478" rIns="0" bIns="0" rtlCol="0">
            <a:spAutoFit/>
          </a:bodyPr>
          <a:lstStyle/>
          <a:p>
            <a:pPr marL="422910" marR="71628" indent="-408432" algn="just">
              <a:spcBef>
                <a:spcPts val="114"/>
              </a:spcBef>
              <a:buFont typeface="Arial MT"/>
              <a:buChar char="•"/>
              <a:tabLst>
                <a:tab pos="425958" algn="l"/>
              </a:tabLst>
            </a:pPr>
            <a:r>
              <a:rPr sz="2280" dirty="0">
                <a:latin typeface="Calibri"/>
                <a:cs typeface="Calibri"/>
              </a:rPr>
              <a:t>For</a:t>
            </a:r>
            <a:r>
              <a:rPr sz="2280" spc="132" dirty="0">
                <a:latin typeface="Calibri"/>
                <a:cs typeface="Calibri"/>
              </a:rPr>
              <a:t> </a:t>
            </a:r>
            <a:r>
              <a:rPr sz="2280" b="1" dirty="0">
                <a:latin typeface="Calibri"/>
                <a:cs typeface="Calibri"/>
              </a:rPr>
              <a:t>large</a:t>
            </a:r>
            <a:r>
              <a:rPr sz="2280" b="1" spc="150" dirty="0">
                <a:latin typeface="Calibri"/>
                <a:cs typeface="Calibri"/>
              </a:rPr>
              <a:t> </a:t>
            </a:r>
            <a:r>
              <a:rPr sz="2280" b="1" dirty="0">
                <a:latin typeface="Calibri"/>
                <a:cs typeface="Calibri"/>
              </a:rPr>
              <a:t>systems</a:t>
            </a:r>
            <a:r>
              <a:rPr sz="2280" dirty="0">
                <a:latin typeface="Calibri"/>
                <a:cs typeface="Calibri"/>
              </a:rPr>
              <a:t>,</a:t>
            </a:r>
            <a:r>
              <a:rPr sz="2280" spc="137" dirty="0">
                <a:latin typeface="Calibri"/>
                <a:cs typeface="Calibri"/>
              </a:rPr>
              <a:t> </a:t>
            </a:r>
            <a:r>
              <a:rPr sz="2280" dirty="0">
                <a:latin typeface="Calibri"/>
                <a:cs typeface="Calibri"/>
              </a:rPr>
              <a:t>there</a:t>
            </a:r>
            <a:r>
              <a:rPr sz="2280" spc="144" dirty="0">
                <a:latin typeface="Calibri"/>
                <a:cs typeface="Calibri"/>
              </a:rPr>
              <a:t> </a:t>
            </a:r>
            <a:r>
              <a:rPr sz="2280" dirty="0">
                <a:latin typeface="Calibri"/>
                <a:cs typeface="Calibri"/>
              </a:rPr>
              <a:t>is</a:t>
            </a:r>
            <a:r>
              <a:rPr sz="2280" spc="144" dirty="0">
                <a:latin typeface="Calibri"/>
                <a:cs typeface="Calibri"/>
              </a:rPr>
              <a:t> </a:t>
            </a:r>
            <a:r>
              <a:rPr sz="2280" dirty="0">
                <a:latin typeface="Calibri"/>
                <a:cs typeface="Calibri"/>
              </a:rPr>
              <a:t>never</a:t>
            </a:r>
            <a:r>
              <a:rPr sz="2280" spc="144" dirty="0">
                <a:latin typeface="Calibri"/>
                <a:cs typeface="Calibri"/>
              </a:rPr>
              <a:t> </a:t>
            </a:r>
            <a:r>
              <a:rPr sz="2280" dirty="0">
                <a:latin typeface="Calibri"/>
                <a:cs typeface="Calibri"/>
              </a:rPr>
              <a:t>just</a:t>
            </a:r>
            <a:r>
              <a:rPr sz="2280" spc="137" dirty="0">
                <a:latin typeface="Calibri"/>
                <a:cs typeface="Calibri"/>
              </a:rPr>
              <a:t> </a:t>
            </a:r>
            <a:r>
              <a:rPr sz="2280" dirty="0">
                <a:latin typeface="Calibri"/>
                <a:cs typeface="Calibri"/>
              </a:rPr>
              <a:t>one</a:t>
            </a:r>
            <a:r>
              <a:rPr sz="2280" spc="137" dirty="0">
                <a:latin typeface="Calibri"/>
                <a:cs typeface="Calibri"/>
              </a:rPr>
              <a:t> </a:t>
            </a:r>
            <a:r>
              <a:rPr sz="2280" dirty="0">
                <a:latin typeface="Calibri"/>
                <a:cs typeface="Calibri"/>
              </a:rPr>
              <a:t>“working”</a:t>
            </a:r>
            <a:r>
              <a:rPr sz="2280" spc="156" dirty="0">
                <a:latin typeface="Calibri"/>
                <a:cs typeface="Calibri"/>
              </a:rPr>
              <a:t> </a:t>
            </a:r>
            <a:r>
              <a:rPr sz="2280" dirty="0">
                <a:latin typeface="Calibri"/>
                <a:cs typeface="Calibri"/>
              </a:rPr>
              <a:t>version</a:t>
            </a:r>
            <a:r>
              <a:rPr sz="2280" spc="150" dirty="0">
                <a:latin typeface="Calibri"/>
                <a:cs typeface="Calibri"/>
              </a:rPr>
              <a:t> </a:t>
            </a:r>
            <a:r>
              <a:rPr sz="2280" dirty="0">
                <a:latin typeface="Calibri"/>
                <a:cs typeface="Calibri"/>
              </a:rPr>
              <a:t>of</a:t>
            </a:r>
            <a:r>
              <a:rPr sz="2280" spc="132" dirty="0">
                <a:latin typeface="Calibri"/>
                <a:cs typeface="Calibri"/>
              </a:rPr>
              <a:t> </a:t>
            </a:r>
            <a:r>
              <a:rPr sz="2280" dirty="0">
                <a:latin typeface="Calibri"/>
                <a:cs typeface="Calibri"/>
              </a:rPr>
              <a:t>a</a:t>
            </a:r>
            <a:r>
              <a:rPr sz="2280" spc="137" dirty="0">
                <a:latin typeface="Calibri"/>
                <a:cs typeface="Calibri"/>
              </a:rPr>
              <a:t> </a:t>
            </a:r>
            <a:r>
              <a:rPr sz="2280" dirty="0">
                <a:latin typeface="Calibri"/>
                <a:cs typeface="Calibri"/>
              </a:rPr>
              <a:t>system;</a:t>
            </a:r>
            <a:r>
              <a:rPr sz="2280" spc="132" dirty="0">
                <a:latin typeface="Calibri"/>
                <a:cs typeface="Calibri"/>
              </a:rPr>
              <a:t> </a:t>
            </a:r>
            <a:r>
              <a:rPr sz="2280" dirty="0">
                <a:latin typeface="Calibri"/>
                <a:cs typeface="Calibri"/>
              </a:rPr>
              <a:t>there</a:t>
            </a:r>
            <a:r>
              <a:rPr sz="2280" spc="144" dirty="0">
                <a:latin typeface="Calibri"/>
                <a:cs typeface="Calibri"/>
              </a:rPr>
              <a:t> </a:t>
            </a:r>
            <a:r>
              <a:rPr sz="2280" spc="-30" dirty="0">
                <a:latin typeface="Calibri"/>
                <a:cs typeface="Calibri"/>
              </a:rPr>
              <a:t>are 	</a:t>
            </a:r>
            <a:r>
              <a:rPr sz="2280" spc="-12" dirty="0">
                <a:latin typeface="Calibri"/>
                <a:cs typeface="Calibri"/>
              </a:rPr>
              <a:t>always</a:t>
            </a:r>
            <a:r>
              <a:rPr sz="2280" spc="-60" dirty="0">
                <a:latin typeface="Calibri"/>
                <a:cs typeface="Calibri"/>
              </a:rPr>
              <a:t> </a:t>
            </a:r>
            <a:r>
              <a:rPr sz="2280" spc="-12" dirty="0">
                <a:latin typeface="Calibri"/>
                <a:cs typeface="Calibri"/>
              </a:rPr>
              <a:t>several</a:t>
            </a:r>
            <a:r>
              <a:rPr sz="2280" spc="-48" dirty="0">
                <a:latin typeface="Calibri"/>
                <a:cs typeface="Calibri"/>
              </a:rPr>
              <a:t> </a:t>
            </a:r>
            <a:r>
              <a:rPr sz="2280" dirty="0">
                <a:latin typeface="Calibri"/>
                <a:cs typeface="Calibri"/>
              </a:rPr>
              <a:t>versions</a:t>
            </a:r>
            <a:r>
              <a:rPr sz="2280" spc="-48" dirty="0">
                <a:latin typeface="Calibri"/>
                <a:cs typeface="Calibri"/>
              </a:rPr>
              <a:t> </a:t>
            </a:r>
            <a:r>
              <a:rPr sz="2280" dirty="0">
                <a:latin typeface="Calibri"/>
                <a:cs typeface="Calibri"/>
              </a:rPr>
              <a:t>of</a:t>
            </a:r>
            <a:r>
              <a:rPr sz="2280" spc="-66" dirty="0">
                <a:latin typeface="Calibri"/>
                <a:cs typeface="Calibri"/>
              </a:rPr>
              <a:t> </a:t>
            </a:r>
            <a:r>
              <a:rPr sz="2280" dirty="0">
                <a:latin typeface="Calibri"/>
                <a:cs typeface="Calibri"/>
              </a:rPr>
              <a:t>the</a:t>
            </a:r>
            <a:r>
              <a:rPr sz="2280" spc="-60" dirty="0">
                <a:latin typeface="Calibri"/>
                <a:cs typeface="Calibri"/>
              </a:rPr>
              <a:t> </a:t>
            </a:r>
            <a:r>
              <a:rPr sz="2280" spc="-12" dirty="0">
                <a:latin typeface="Calibri"/>
                <a:cs typeface="Calibri"/>
              </a:rPr>
              <a:t>system</a:t>
            </a:r>
            <a:r>
              <a:rPr sz="2280" spc="-72" dirty="0">
                <a:latin typeface="Calibri"/>
                <a:cs typeface="Calibri"/>
              </a:rPr>
              <a:t> </a:t>
            </a:r>
            <a:r>
              <a:rPr sz="2280" dirty="0">
                <a:latin typeface="Calibri"/>
                <a:cs typeface="Calibri"/>
              </a:rPr>
              <a:t>at</a:t>
            </a:r>
            <a:r>
              <a:rPr sz="2280" spc="-72" dirty="0">
                <a:latin typeface="Calibri"/>
                <a:cs typeface="Calibri"/>
              </a:rPr>
              <a:t> </a:t>
            </a:r>
            <a:r>
              <a:rPr sz="2280" spc="-12" dirty="0">
                <a:latin typeface="Calibri"/>
                <a:cs typeface="Calibri"/>
              </a:rPr>
              <a:t>different</a:t>
            </a:r>
            <a:r>
              <a:rPr sz="2280" spc="-42" dirty="0">
                <a:latin typeface="Calibri"/>
                <a:cs typeface="Calibri"/>
              </a:rPr>
              <a:t> </a:t>
            </a:r>
            <a:r>
              <a:rPr sz="2280" spc="-12" dirty="0">
                <a:latin typeface="Calibri"/>
                <a:cs typeface="Calibri"/>
              </a:rPr>
              <a:t>stages</a:t>
            </a:r>
            <a:r>
              <a:rPr sz="2280" spc="-66" dirty="0">
                <a:latin typeface="Calibri"/>
                <a:cs typeface="Calibri"/>
              </a:rPr>
              <a:t> </a:t>
            </a:r>
            <a:r>
              <a:rPr sz="2280" dirty="0">
                <a:latin typeface="Calibri"/>
                <a:cs typeface="Calibri"/>
              </a:rPr>
              <a:t>of</a:t>
            </a:r>
            <a:r>
              <a:rPr sz="2280" spc="-66" dirty="0">
                <a:latin typeface="Calibri"/>
                <a:cs typeface="Calibri"/>
              </a:rPr>
              <a:t> </a:t>
            </a:r>
            <a:r>
              <a:rPr sz="2280" spc="-12" dirty="0">
                <a:latin typeface="Calibri"/>
                <a:cs typeface="Calibri"/>
              </a:rPr>
              <a:t>development.</a:t>
            </a:r>
            <a:endParaRPr sz="2280">
              <a:latin typeface="Calibri"/>
              <a:cs typeface="Calibri"/>
            </a:endParaRPr>
          </a:p>
          <a:p>
            <a:pPr marL="422910" marR="7587996" indent="-408432" algn="just">
              <a:spcBef>
                <a:spcPts val="654"/>
              </a:spcBef>
              <a:buFont typeface="Arial MT"/>
              <a:buChar char="•"/>
              <a:tabLst>
                <a:tab pos="425958" algn="l"/>
              </a:tabLst>
            </a:pPr>
            <a:r>
              <a:rPr sz="2280" b="1" dirty="0">
                <a:solidFill>
                  <a:srgbClr val="FF0000"/>
                </a:solidFill>
                <a:latin typeface="Calibri"/>
                <a:cs typeface="Calibri"/>
              </a:rPr>
              <a:t>Version</a:t>
            </a:r>
            <a:r>
              <a:rPr sz="2280" b="1" spc="192" dirty="0">
                <a:solidFill>
                  <a:srgbClr val="FF0000"/>
                </a:solidFill>
                <a:latin typeface="Calibri"/>
                <a:cs typeface="Calibri"/>
              </a:rPr>
              <a:t>  </a:t>
            </a:r>
            <a:r>
              <a:rPr sz="2280" b="1" dirty="0">
                <a:solidFill>
                  <a:srgbClr val="FF0000"/>
                </a:solidFill>
                <a:latin typeface="Calibri"/>
                <a:cs typeface="Calibri"/>
              </a:rPr>
              <a:t>1.5</a:t>
            </a:r>
            <a:r>
              <a:rPr sz="2280" b="1" spc="198" dirty="0">
                <a:solidFill>
                  <a:srgbClr val="FF0000"/>
                </a:solidFill>
                <a:latin typeface="Calibri"/>
                <a:cs typeface="Calibri"/>
              </a:rPr>
              <a:t>  </a:t>
            </a:r>
            <a:r>
              <a:rPr sz="2280" dirty="0">
                <a:latin typeface="Calibri"/>
                <a:cs typeface="Calibri"/>
              </a:rPr>
              <a:t>of</a:t>
            </a:r>
            <a:r>
              <a:rPr sz="2280" spc="192" dirty="0">
                <a:latin typeface="Calibri"/>
                <a:cs typeface="Calibri"/>
              </a:rPr>
              <a:t>  </a:t>
            </a:r>
            <a:r>
              <a:rPr sz="2280" spc="-30" dirty="0">
                <a:latin typeface="Calibri"/>
                <a:cs typeface="Calibri"/>
              </a:rPr>
              <a:t>the 	</a:t>
            </a:r>
            <a:r>
              <a:rPr sz="2280" dirty="0">
                <a:latin typeface="Calibri"/>
                <a:cs typeface="Calibri"/>
              </a:rPr>
              <a:t>system</a:t>
            </a:r>
            <a:r>
              <a:rPr sz="2280" spc="318" dirty="0">
                <a:latin typeface="Calibri"/>
                <a:cs typeface="Calibri"/>
              </a:rPr>
              <a:t>   </a:t>
            </a:r>
            <a:r>
              <a:rPr sz="2280" dirty="0">
                <a:latin typeface="Calibri"/>
                <a:cs typeface="Calibri"/>
              </a:rPr>
              <a:t>has</a:t>
            </a:r>
            <a:r>
              <a:rPr sz="2280" spc="324" dirty="0">
                <a:latin typeface="Calibri"/>
                <a:cs typeface="Calibri"/>
              </a:rPr>
              <a:t>   </a:t>
            </a:r>
            <a:r>
              <a:rPr sz="2280" spc="-24" dirty="0">
                <a:latin typeface="Calibri"/>
                <a:cs typeface="Calibri"/>
              </a:rPr>
              <a:t>been 	</a:t>
            </a:r>
            <a:r>
              <a:rPr sz="2280" b="1" i="1" dirty="0">
                <a:solidFill>
                  <a:srgbClr val="006FC0"/>
                </a:solidFill>
                <a:latin typeface="Calibri"/>
                <a:cs typeface="Calibri"/>
              </a:rPr>
              <a:t>developed</a:t>
            </a:r>
            <a:r>
              <a:rPr sz="2280" b="1" i="1" spc="426" dirty="0">
                <a:solidFill>
                  <a:srgbClr val="006FC0"/>
                </a:solidFill>
                <a:latin typeface="Calibri"/>
                <a:cs typeface="Calibri"/>
              </a:rPr>
              <a:t> </a:t>
            </a:r>
            <a:r>
              <a:rPr sz="2280" b="1" i="1" dirty="0">
                <a:solidFill>
                  <a:srgbClr val="006FC0"/>
                </a:solidFill>
                <a:latin typeface="Calibri"/>
                <a:cs typeface="Calibri"/>
              </a:rPr>
              <a:t>to</a:t>
            </a:r>
            <a:r>
              <a:rPr sz="2280" b="1" i="1" spc="444" dirty="0">
                <a:solidFill>
                  <a:srgbClr val="006FC0"/>
                </a:solidFill>
                <a:latin typeface="Calibri"/>
                <a:cs typeface="Calibri"/>
              </a:rPr>
              <a:t> </a:t>
            </a:r>
            <a:r>
              <a:rPr sz="2280" b="1" i="1" spc="-12" dirty="0">
                <a:solidFill>
                  <a:srgbClr val="006FC0"/>
                </a:solidFill>
                <a:latin typeface="Calibri"/>
                <a:cs typeface="Calibri"/>
              </a:rPr>
              <a:t>repair 	</a:t>
            </a:r>
            <a:r>
              <a:rPr sz="2280" b="1" i="1" dirty="0">
                <a:solidFill>
                  <a:srgbClr val="006FC0"/>
                </a:solidFill>
                <a:latin typeface="Calibri"/>
                <a:cs typeface="Calibri"/>
              </a:rPr>
              <a:t>bug</a:t>
            </a:r>
            <a:r>
              <a:rPr sz="2280" b="1" i="1" spc="462" dirty="0">
                <a:solidFill>
                  <a:srgbClr val="006FC0"/>
                </a:solidFill>
                <a:latin typeface="Calibri"/>
                <a:cs typeface="Calibri"/>
              </a:rPr>
              <a:t>    </a:t>
            </a:r>
            <a:r>
              <a:rPr sz="2280" b="1" i="1" dirty="0">
                <a:solidFill>
                  <a:srgbClr val="006FC0"/>
                </a:solidFill>
                <a:latin typeface="Calibri"/>
                <a:cs typeface="Calibri"/>
              </a:rPr>
              <a:t>fixes</a:t>
            </a:r>
            <a:r>
              <a:rPr sz="2280" b="1" i="1" spc="474" dirty="0">
                <a:solidFill>
                  <a:srgbClr val="006FC0"/>
                </a:solidFill>
                <a:latin typeface="Calibri"/>
                <a:cs typeface="Calibri"/>
              </a:rPr>
              <a:t>    </a:t>
            </a:r>
            <a:r>
              <a:rPr sz="2280" b="1" i="1" spc="-30" dirty="0">
                <a:solidFill>
                  <a:srgbClr val="006FC0"/>
                </a:solidFill>
                <a:latin typeface="Calibri"/>
                <a:cs typeface="Calibri"/>
              </a:rPr>
              <a:t>and</a:t>
            </a:r>
            <a:endParaRPr sz="2280">
              <a:latin typeface="Calibri"/>
              <a:cs typeface="Calibri"/>
            </a:endParaRPr>
          </a:p>
          <a:p>
            <a:pPr marL="425958" marR="7587996" algn="just">
              <a:tabLst>
                <a:tab pos="2510027" algn="l"/>
              </a:tabLst>
            </a:pPr>
            <a:r>
              <a:rPr sz="2280" b="1" i="1" spc="-12" dirty="0">
                <a:solidFill>
                  <a:srgbClr val="006FC0"/>
                </a:solidFill>
                <a:latin typeface="Calibri"/>
                <a:cs typeface="Calibri"/>
              </a:rPr>
              <a:t>improve</a:t>
            </a:r>
            <a:r>
              <a:rPr sz="2280" b="1" i="1" dirty="0">
                <a:solidFill>
                  <a:srgbClr val="006FC0"/>
                </a:solidFill>
                <a:latin typeface="Calibri"/>
                <a:cs typeface="Calibri"/>
              </a:rPr>
              <a:t>	</a:t>
            </a:r>
            <a:r>
              <a:rPr sz="2280" b="1" i="1" spc="-30" dirty="0">
                <a:solidFill>
                  <a:srgbClr val="006FC0"/>
                </a:solidFill>
                <a:latin typeface="Calibri"/>
                <a:cs typeface="Calibri"/>
              </a:rPr>
              <a:t>the </a:t>
            </a:r>
            <a:r>
              <a:rPr sz="2280" b="1" i="1" dirty="0">
                <a:solidFill>
                  <a:srgbClr val="006FC0"/>
                </a:solidFill>
                <a:latin typeface="Calibri"/>
                <a:cs typeface="Calibri"/>
              </a:rPr>
              <a:t>performance</a:t>
            </a:r>
            <a:r>
              <a:rPr sz="2280" b="1" i="1" spc="54" dirty="0">
                <a:solidFill>
                  <a:srgbClr val="006FC0"/>
                </a:solidFill>
                <a:latin typeface="Calibri"/>
                <a:cs typeface="Calibri"/>
              </a:rPr>
              <a:t>  </a:t>
            </a:r>
            <a:r>
              <a:rPr sz="2280" dirty="0">
                <a:latin typeface="Calibri"/>
                <a:cs typeface="Calibri"/>
              </a:rPr>
              <a:t>of</a:t>
            </a:r>
            <a:r>
              <a:rPr sz="2280" spc="48" dirty="0">
                <a:latin typeface="Calibri"/>
                <a:cs typeface="Calibri"/>
              </a:rPr>
              <a:t>  </a:t>
            </a:r>
            <a:r>
              <a:rPr sz="2280" spc="-30" dirty="0">
                <a:latin typeface="Calibri"/>
                <a:cs typeface="Calibri"/>
              </a:rPr>
              <a:t>the </a:t>
            </a:r>
            <a:r>
              <a:rPr sz="2280" dirty="0">
                <a:latin typeface="Calibri"/>
                <a:cs typeface="Calibri"/>
              </a:rPr>
              <a:t>first</a:t>
            </a:r>
            <a:r>
              <a:rPr sz="2280" spc="156" dirty="0">
                <a:latin typeface="Calibri"/>
                <a:cs typeface="Calibri"/>
              </a:rPr>
              <a:t>  </a:t>
            </a:r>
            <a:r>
              <a:rPr sz="2280" dirty="0">
                <a:latin typeface="Calibri"/>
                <a:cs typeface="Calibri"/>
              </a:rPr>
              <a:t>release</a:t>
            </a:r>
            <a:r>
              <a:rPr sz="2280" spc="168" dirty="0">
                <a:latin typeface="Calibri"/>
                <a:cs typeface="Calibri"/>
              </a:rPr>
              <a:t>  </a:t>
            </a:r>
            <a:r>
              <a:rPr sz="2280" dirty="0">
                <a:latin typeface="Calibri"/>
                <a:cs typeface="Calibri"/>
              </a:rPr>
              <a:t>of</a:t>
            </a:r>
            <a:r>
              <a:rPr sz="2280" spc="156" dirty="0">
                <a:latin typeface="Calibri"/>
                <a:cs typeface="Calibri"/>
              </a:rPr>
              <a:t>  </a:t>
            </a:r>
            <a:r>
              <a:rPr sz="2280" spc="-30" dirty="0">
                <a:latin typeface="Calibri"/>
                <a:cs typeface="Calibri"/>
              </a:rPr>
              <a:t>the </a:t>
            </a:r>
            <a:r>
              <a:rPr sz="2280" spc="-12" dirty="0">
                <a:latin typeface="Calibri"/>
                <a:cs typeface="Calibri"/>
              </a:rPr>
              <a:t>system.</a:t>
            </a:r>
            <a:endParaRPr sz="2280">
              <a:latin typeface="Calibri"/>
              <a:cs typeface="Calibri"/>
            </a:endParaRPr>
          </a:p>
          <a:p>
            <a:pPr marL="422910" marR="7587996" indent="-408432" algn="just">
              <a:spcBef>
                <a:spcPts val="6"/>
              </a:spcBef>
              <a:buFont typeface="Arial MT"/>
              <a:buChar char="•"/>
              <a:tabLst>
                <a:tab pos="425958" algn="l"/>
                <a:tab pos="2092452" algn="l"/>
              </a:tabLst>
            </a:pPr>
            <a:r>
              <a:rPr sz="2280" dirty="0">
                <a:latin typeface="Calibri"/>
                <a:cs typeface="Calibri"/>
              </a:rPr>
              <a:t>It</a:t>
            </a:r>
            <a:r>
              <a:rPr sz="2280" spc="282" dirty="0">
                <a:latin typeface="Calibri"/>
                <a:cs typeface="Calibri"/>
              </a:rPr>
              <a:t> </a:t>
            </a:r>
            <a:r>
              <a:rPr sz="2280" dirty="0">
                <a:latin typeface="Calibri"/>
                <a:cs typeface="Calibri"/>
              </a:rPr>
              <a:t>is</a:t>
            </a:r>
            <a:r>
              <a:rPr sz="2280" spc="282" dirty="0">
                <a:latin typeface="Calibri"/>
                <a:cs typeface="Calibri"/>
              </a:rPr>
              <a:t> </a:t>
            </a:r>
            <a:r>
              <a:rPr sz="2280" dirty="0">
                <a:latin typeface="Calibri"/>
                <a:cs typeface="Calibri"/>
              </a:rPr>
              <a:t>the</a:t>
            </a:r>
            <a:r>
              <a:rPr sz="2280" spc="282" dirty="0">
                <a:latin typeface="Calibri"/>
                <a:cs typeface="Calibri"/>
              </a:rPr>
              <a:t> </a:t>
            </a:r>
            <a:r>
              <a:rPr sz="2280" dirty="0">
                <a:latin typeface="Calibri"/>
                <a:cs typeface="Calibri"/>
              </a:rPr>
              <a:t>basis</a:t>
            </a:r>
            <a:r>
              <a:rPr sz="2280" spc="270" dirty="0">
                <a:latin typeface="Calibri"/>
                <a:cs typeface="Calibri"/>
              </a:rPr>
              <a:t> </a:t>
            </a:r>
            <a:r>
              <a:rPr sz="2280" dirty="0">
                <a:latin typeface="Calibri"/>
                <a:cs typeface="Calibri"/>
              </a:rPr>
              <a:t>of</a:t>
            </a:r>
            <a:r>
              <a:rPr sz="2280" spc="275" dirty="0">
                <a:latin typeface="Calibri"/>
                <a:cs typeface="Calibri"/>
              </a:rPr>
              <a:t> </a:t>
            </a:r>
            <a:r>
              <a:rPr sz="2280" spc="-30" dirty="0">
                <a:latin typeface="Calibri"/>
                <a:cs typeface="Calibri"/>
              </a:rPr>
              <a:t>the 	</a:t>
            </a:r>
            <a:r>
              <a:rPr sz="2280" spc="-12" dirty="0">
                <a:latin typeface="Calibri"/>
                <a:cs typeface="Calibri"/>
              </a:rPr>
              <a:t>second</a:t>
            </a:r>
            <a:r>
              <a:rPr sz="2280" dirty="0">
                <a:latin typeface="Calibri"/>
                <a:cs typeface="Calibri"/>
              </a:rPr>
              <a:t>	</a:t>
            </a:r>
            <a:r>
              <a:rPr sz="2280" spc="-36" dirty="0">
                <a:latin typeface="Calibri"/>
                <a:cs typeface="Calibri"/>
              </a:rPr>
              <a:t>system 	</a:t>
            </a:r>
            <a:r>
              <a:rPr sz="2280" dirty="0">
                <a:latin typeface="Calibri"/>
                <a:cs typeface="Calibri"/>
              </a:rPr>
              <a:t>release</a:t>
            </a:r>
            <a:r>
              <a:rPr sz="2280" spc="-102" dirty="0">
                <a:latin typeface="Calibri"/>
                <a:cs typeface="Calibri"/>
              </a:rPr>
              <a:t> </a:t>
            </a:r>
            <a:r>
              <a:rPr sz="2280" spc="-12" dirty="0">
                <a:latin typeface="Calibri"/>
                <a:cs typeface="Calibri"/>
              </a:rPr>
              <a:t>(R1.1).</a:t>
            </a:r>
            <a:endParaRPr sz="2280">
              <a:latin typeface="Calibri"/>
              <a:cs typeface="Calibri"/>
            </a:endParaRPr>
          </a:p>
          <a:p>
            <a:pPr marL="441960" marR="7620" lvl="1" indent="-341376" algn="just">
              <a:spcBef>
                <a:spcPts val="804"/>
              </a:spcBef>
              <a:buFont typeface="Arial MT"/>
              <a:buChar char="•"/>
              <a:tabLst>
                <a:tab pos="445008" algn="l"/>
              </a:tabLst>
            </a:pPr>
            <a:r>
              <a:rPr sz="2280" b="1" dirty="0">
                <a:solidFill>
                  <a:srgbClr val="FF0000"/>
                </a:solidFill>
                <a:latin typeface="Calibri"/>
                <a:cs typeface="Calibri"/>
              </a:rPr>
              <a:t>Version</a:t>
            </a:r>
            <a:r>
              <a:rPr sz="2280" b="1" spc="90" dirty="0">
                <a:solidFill>
                  <a:srgbClr val="FF0000"/>
                </a:solidFill>
                <a:latin typeface="Calibri"/>
                <a:cs typeface="Calibri"/>
              </a:rPr>
              <a:t> </a:t>
            </a:r>
            <a:r>
              <a:rPr sz="2280" b="1" dirty="0">
                <a:solidFill>
                  <a:srgbClr val="FF0000"/>
                </a:solidFill>
                <a:latin typeface="Calibri"/>
                <a:cs typeface="Calibri"/>
              </a:rPr>
              <a:t>2.4</a:t>
            </a:r>
            <a:r>
              <a:rPr sz="2280" b="1" spc="84" dirty="0">
                <a:solidFill>
                  <a:srgbClr val="FF0000"/>
                </a:solidFill>
                <a:latin typeface="Calibri"/>
                <a:cs typeface="Calibri"/>
              </a:rPr>
              <a:t> </a:t>
            </a:r>
            <a:r>
              <a:rPr sz="2280" dirty="0">
                <a:latin typeface="Calibri"/>
                <a:cs typeface="Calibri"/>
              </a:rPr>
              <a:t>is</a:t>
            </a:r>
            <a:r>
              <a:rPr sz="2280" spc="90" dirty="0">
                <a:latin typeface="Calibri"/>
                <a:cs typeface="Calibri"/>
              </a:rPr>
              <a:t> </a:t>
            </a:r>
            <a:r>
              <a:rPr sz="2280" dirty="0">
                <a:latin typeface="Calibri"/>
                <a:cs typeface="Calibri"/>
              </a:rPr>
              <a:t>being</a:t>
            </a:r>
            <a:r>
              <a:rPr sz="2280" spc="78" dirty="0">
                <a:latin typeface="Calibri"/>
                <a:cs typeface="Calibri"/>
              </a:rPr>
              <a:t> </a:t>
            </a:r>
            <a:r>
              <a:rPr sz="2280" b="1" i="1" dirty="0">
                <a:solidFill>
                  <a:srgbClr val="006FC0"/>
                </a:solidFill>
                <a:latin typeface="Calibri"/>
                <a:cs typeface="Calibri"/>
              </a:rPr>
              <a:t>tested</a:t>
            </a:r>
            <a:r>
              <a:rPr sz="2280" b="1" i="1" spc="102" dirty="0">
                <a:solidFill>
                  <a:srgbClr val="006FC0"/>
                </a:solidFill>
                <a:latin typeface="Calibri"/>
                <a:cs typeface="Calibri"/>
              </a:rPr>
              <a:t> </a:t>
            </a:r>
            <a:r>
              <a:rPr sz="2280" dirty="0">
                <a:latin typeface="Calibri"/>
                <a:cs typeface="Calibri"/>
              </a:rPr>
              <a:t>with</a:t>
            </a:r>
            <a:r>
              <a:rPr sz="2280" spc="84" dirty="0">
                <a:latin typeface="Calibri"/>
                <a:cs typeface="Calibri"/>
              </a:rPr>
              <a:t> </a:t>
            </a:r>
            <a:r>
              <a:rPr sz="2280" dirty="0">
                <a:latin typeface="Calibri"/>
                <a:cs typeface="Calibri"/>
              </a:rPr>
              <a:t>a</a:t>
            </a:r>
            <a:r>
              <a:rPr sz="2280" spc="90" dirty="0">
                <a:latin typeface="Calibri"/>
                <a:cs typeface="Calibri"/>
              </a:rPr>
              <a:t> </a:t>
            </a:r>
            <a:r>
              <a:rPr sz="2280" dirty="0">
                <a:latin typeface="Calibri"/>
                <a:cs typeface="Calibri"/>
              </a:rPr>
              <a:t>view</a:t>
            </a:r>
            <a:r>
              <a:rPr sz="2280" spc="90" dirty="0">
                <a:latin typeface="Calibri"/>
                <a:cs typeface="Calibri"/>
              </a:rPr>
              <a:t> </a:t>
            </a:r>
            <a:r>
              <a:rPr sz="2280" dirty="0">
                <a:latin typeface="Calibri"/>
                <a:cs typeface="Calibri"/>
              </a:rPr>
              <a:t>to</a:t>
            </a:r>
            <a:r>
              <a:rPr sz="2280" spc="84" dirty="0">
                <a:latin typeface="Calibri"/>
                <a:cs typeface="Calibri"/>
              </a:rPr>
              <a:t> </a:t>
            </a:r>
            <a:r>
              <a:rPr sz="2280" dirty="0">
                <a:latin typeface="Calibri"/>
                <a:cs typeface="Calibri"/>
              </a:rPr>
              <a:t>it</a:t>
            </a:r>
            <a:r>
              <a:rPr sz="2280" spc="78" dirty="0">
                <a:latin typeface="Calibri"/>
                <a:cs typeface="Calibri"/>
              </a:rPr>
              <a:t> </a:t>
            </a:r>
            <a:r>
              <a:rPr sz="2280" dirty="0">
                <a:latin typeface="Calibri"/>
                <a:cs typeface="Calibri"/>
              </a:rPr>
              <a:t>becoming</a:t>
            </a:r>
            <a:r>
              <a:rPr sz="2280" spc="84" dirty="0">
                <a:latin typeface="Calibri"/>
                <a:cs typeface="Calibri"/>
              </a:rPr>
              <a:t> </a:t>
            </a:r>
            <a:r>
              <a:rPr sz="2280" dirty="0">
                <a:latin typeface="Calibri"/>
                <a:cs typeface="Calibri"/>
              </a:rPr>
              <a:t>release</a:t>
            </a:r>
            <a:r>
              <a:rPr sz="2280" spc="102" dirty="0">
                <a:latin typeface="Calibri"/>
                <a:cs typeface="Calibri"/>
              </a:rPr>
              <a:t> </a:t>
            </a:r>
            <a:r>
              <a:rPr sz="2280" dirty="0">
                <a:latin typeface="Calibri"/>
                <a:cs typeface="Calibri"/>
              </a:rPr>
              <a:t>2.0</a:t>
            </a:r>
            <a:r>
              <a:rPr sz="2280" spc="78" dirty="0">
                <a:latin typeface="Calibri"/>
                <a:cs typeface="Calibri"/>
              </a:rPr>
              <a:t> </a:t>
            </a:r>
            <a:r>
              <a:rPr sz="2280" dirty="0">
                <a:latin typeface="Calibri"/>
                <a:cs typeface="Calibri"/>
              </a:rPr>
              <a:t>of</a:t>
            </a:r>
            <a:r>
              <a:rPr sz="2280" spc="78" dirty="0">
                <a:latin typeface="Calibri"/>
                <a:cs typeface="Calibri"/>
              </a:rPr>
              <a:t> </a:t>
            </a:r>
            <a:r>
              <a:rPr sz="2280" dirty="0">
                <a:latin typeface="Calibri"/>
                <a:cs typeface="Calibri"/>
              </a:rPr>
              <a:t>the</a:t>
            </a:r>
            <a:r>
              <a:rPr sz="2280" spc="84" dirty="0">
                <a:latin typeface="Calibri"/>
                <a:cs typeface="Calibri"/>
              </a:rPr>
              <a:t> </a:t>
            </a:r>
            <a:r>
              <a:rPr sz="2280" dirty="0">
                <a:latin typeface="Calibri"/>
                <a:cs typeface="Calibri"/>
              </a:rPr>
              <a:t>system.</a:t>
            </a:r>
            <a:r>
              <a:rPr sz="2280" spc="84" dirty="0">
                <a:latin typeface="Calibri"/>
                <a:cs typeface="Calibri"/>
              </a:rPr>
              <a:t> </a:t>
            </a:r>
            <a:r>
              <a:rPr sz="2280" spc="-30" dirty="0">
                <a:latin typeface="Calibri"/>
                <a:cs typeface="Calibri"/>
              </a:rPr>
              <a:t>No 	</a:t>
            </a:r>
            <a:r>
              <a:rPr sz="2280" dirty="0">
                <a:latin typeface="Calibri"/>
                <a:cs typeface="Calibri"/>
              </a:rPr>
              <a:t>new</a:t>
            </a:r>
            <a:r>
              <a:rPr sz="2280" spc="-42" dirty="0">
                <a:latin typeface="Calibri"/>
                <a:cs typeface="Calibri"/>
              </a:rPr>
              <a:t> </a:t>
            </a:r>
            <a:r>
              <a:rPr sz="2280" spc="-12" dirty="0">
                <a:latin typeface="Calibri"/>
                <a:cs typeface="Calibri"/>
              </a:rPr>
              <a:t>features</a:t>
            </a:r>
            <a:r>
              <a:rPr sz="2280" spc="-60" dirty="0">
                <a:latin typeface="Calibri"/>
                <a:cs typeface="Calibri"/>
              </a:rPr>
              <a:t> </a:t>
            </a:r>
            <a:r>
              <a:rPr sz="2280" dirty="0">
                <a:latin typeface="Calibri"/>
                <a:cs typeface="Calibri"/>
              </a:rPr>
              <a:t>are</a:t>
            </a:r>
            <a:r>
              <a:rPr sz="2280" spc="-48" dirty="0">
                <a:latin typeface="Calibri"/>
                <a:cs typeface="Calibri"/>
              </a:rPr>
              <a:t> </a:t>
            </a:r>
            <a:r>
              <a:rPr sz="2280" dirty="0">
                <a:latin typeface="Calibri"/>
                <a:cs typeface="Calibri"/>
              </a:rPr>
              <a:t>being</a:t>
            </a:r>
            <a:r>
              <a:rPr sz="2280" spc="-42" dirty="0">
                <a:latin typeface="Calibri"/>
                <a:cs typeface="Calibri"/>
              </a:rPr>
              <a:t> </a:t>
            </a:r>
            <a:r>
              <a:rPr sz="2280" dirty="0">
                <a:latin typeface="Calibri"/>
                <a:cs typeface="Calibri"/>
              </a:rPr>
              <a:t>added</a:t>
            </a:r>
            <a:r>
              <a:rPr sz="2280" spc="-42" dirty="0">
                <a:latin typeface="Calibri"/>
                <a:cs typeface="Calibri"/>
              </a:rPr>
              <a:t> </a:t>
            </a:r>
            <a:r>
              <a:rPr sz="2280" dirty="0">
                <a:latin typeface="Calibri"/>
                <a:cs typeface="Calibri"/>
              </a:rPr>
              <a:t>at</a:t>
            </a:r>
            <a:r>
              <a:rPr sz="2280" spc="-66" dirty="0">
                <a:latin typeface="Calibri"/>
                <a:cs typeface="Calibri"/>
              </a:rPr>
              <a:t> </a:t>
            </a:r>
            <a:r>
              <a:rPr sz="2280" dirty="0">
                <a:latin typeface="Calibri"/>
                <a:cs typeface="Calibri"/>
              </a:rPr>
              <a:t>this</a:t>
            </a:r>
            <a:r>
              <a:rPr sz="2280" spc="-54" dirty="0">
                <a:latin typeface="Calibri"/>
                <a:cs typeface="Calibri"/>
              </a:rPr>
              <a:t> </a:t>
            </a:r>
            <a:r>
              <a:rPr sz="2280" spc="-12" dirty="0">
                <a:latin typeface="Calibri"/>
                <a:cs typeface="Calibri"/>
              </a:rPr>
              <a:t>stage.</a:t>
            </a:r>
            <a:endParaRPr sz="2280">
              <a:latin typeface="Calibri"/>
              <a:cs typeface="Calibri"/>
            </a:endParaRPr>
          </a:p>
          <a:p>
            <a:pPr marL="441960" marR="6096" lvl="1" indent="-341376" algn="just">
              <a:spcBef>
                <a:spcPts val="6"/>
              </a:spcBef>
              <a:buFont typeface="Arial MT"/>
              <a:buChar char="•"/>
              <a:tabLst>
                <a:tab pos="445008" algn="l"/>
              </a:tabLst>
            </a:pPr>
            <a:r>
              <a:rPr sz="2280" b="1" spc="-12" dirty="0">
                <a:solidFill>
                  <a:srgbClr val="FF0000"/>
                </a:solidFill>
                <a:latin typeface="Calibri"/>
                <a:cs typeface="Calibri"/>
              </a:rPr>
              <a:t>Version</a:t>
            </a:r>
            <a:r>
              <a:rPr sz="2280" b="1" spc="12" dirty="0">
                <a:solidFill>
                  <a:srgbClr val="FF0000"/>
                </a:solidFill>
                <a:latin typeface="Calibri"/>
                <a:cs typeface="Calibri"/>
              </a:rPr>
              <a:t> </a:t>
            </a:r>
            <a:r>
              <a:rPr sz="2280" b="1" dirty="0">
                <a:solidFill>
                  <a:srgbClr val="FF0000"/>
                </a:solidFill>
                <a:latin typeface="Calibri"/>
                <a:cs typeface="Calibri"/>
              </a:rPr>
              <a:t>3</a:t>
            </a:r>
            <a:r>
              <a:rPr sz="2280" b="1" spc="18" dirty="0">
                <a:solidFill>
                  <a:srgbClr val="FF0000"/>
                </a:solidFill>
                <a:latin typeface="Calibri"/>
                <a:cs typeface="Calibri"/>
              </a:rPr>
              <a:t> </a:t>
            </a:r>
            <a:r>
              <a:rPr sz="2280" dirty="0">
                <a:latin typeface="Calibri"/>
                <a:cs typeface="Calibri"/>
              </a:rPr>
              <a:t>is</a:t>
            </a:r>
            <a:r>
              <a:rPr sz="2280" spc="12" dirty="0">
                <a:latin typeface="Calibri"/>
                <a:cs typeface="Calibri"/>
              </a:rPr>
              <a:t> </a:t>
            </a:r>
            <a:r>
              <a:rPr sz="2280" dirty="0">
                <a:latin typeface="Calibri"/>
                <a:cs typeface="Calibri"/>
              </a:rPr>
              <a:t>a</a:t>
            </a:r>
            <a:r>
              <a:rPr sz="2280" spc="18" dirty="0">
                <a:latin typeface="Calibri"/>
                <a:cs typeface="Calibri"/>
              </a:rPr>
              <a:t> </a:t>
            </a:r>
            <a:r>
              <a:rPr sz="2280" b="1" i="1" dirty="0">
                <a:solidFill>
                  <a:srgbClr val="006FC0"/>
                </a:solidFill>
                <a:latin typeface="Calibri"/>
                <a:cs typeface="Calibri"/>
              </a:rPr>
              <a:t>development</a:t>
            </a:r>
            <a:r>
              <a:rPr sz="2280" b="1" i="1" spc="18" dirty="0">
                <a:solidFill>
                  <a:srgbClr val="006FC0"/>
                </a:solidFill>
                <a:latin typeface="Calibri"/>
                <a:cs typeface="Calibri"/>
              </a:rPr>
              <a:t> </a:t>
            </a:r>
            <a:r>
              <a:rPr sz="2280" b="1" i="1" dirty="0">
                <a:solidFill>
                  <a:srgbClr val="006FC0"/>
                </a:solidFill>
                <a:latin typeface="Calibri"/>
                <a:cs typeface="Calibri"/>
              </a:rPr>
              <a:t>system</a:t>
            </a:r>
            <a:r>
              <a:rPr sz="2280" b="1" i="1" spc="18" dirty="0">
                <a:solidFill>
                  <a:srgbClr val="006FC0"/>
                </a:solidFill>
                <a:latin typeface="Calibri"/>
                <a:cs typeface="Calibri"/>
              </a:rPr>
              <a:t> </a:t>
            </a:r>
            <a:r>
              <a:rPr sz="2280" dirty="0">
                <a:latin typeface="Calibri"/>
                <a:cs typeface="Calibri"/>
              </a:rPr>
              <a:t>where</a:t>
            </a:r>
            <a:r>
              <a:rPr sz="2280" spc="18" dirty="0">
                <a:latin typeface="Calibri"/>
                <a:cs typeface="Calibri"/>
              </a:rPr>
              <a:t> </a:t>
            </a:r>
            <a:r>
              <a:rPr sz="2280" dirty="0">
                <a:latin typeface="Calibri"/>
                <a:cs typeface="Calibri"/>
              </a:rPr>
              <a:t>new</a:t>
            </a:r>
            <a:r>
              <a:rPr sz="2280" spc="18" dirty="0">
                <a:latin typeface="Calibri"/>
                <a:cs typeface="Calibri"/>
              </a:rPr>
              <a:t> </a:t>
            </a:r>
            <a:r>
              <a:rPr sz="2280" dirty="0">
                <a:latin typeface="Calibri"/>
                <a:cs typeface="Calibri"/>
              </a:rPr>
              <a:t>features</a:t>
            </a:r>
            <a:r>
              <a:rPr sz="2280" spc="18" dirty="0">
                <a:latin typeface="Calibri"/>
                <a:cs typeface="Calibri"/>
              </a:rPr>
              <a:t> </a:t>
            </a:r>
            <a:r>
              <a:rPr sz="2280" dirty="0">
                <a:latin typeface="Calibri"/>
                <a:cs typeface="Calibri"/>
              </a:rPr>
              <a:t>are</a:t>
            </a:r>
            <a:r>
              <a:rPr sz="2280" spc="18" dirty="0">
                <a:latin typeface="Calibri"/>
                <a:cs typeface="Calibri"/>
              </a:rPr>
              <a:t> </a:t>
            </a:r>
            <a:r>
              <a:rPr sz="2280" dirty="0">
                <a:latin typeface="Calibri"/>
                <a:cs typeface="Calibri"/>
              </a:rPr>
              <a:t>being</a:t>
            </a:r>
            <a:r>
              <a:rPr sz="2280" spc="18" dirty="0">
                <a:latin typeface="Calibri"/>
                <a:cs typeface="Calibri"/>
              </a:rPr>
              <a:t> </a:t>
            </a:r>
            <a:r>
              <a:rPr sz="2280" dirty="0">
                <a:latin typeface="Calibri"/>
                <a:cs typeface="Calibri"/>
              </a:rPr>
              <a:t>added</a:t>
            </a:r>
            <a:r>
              <a:rPr sz="2280" spc="36" dirty="0">
                <a:latin typeface="Calibri"/>
                <a:cs typeface="Calibri"/>
              </a:rPr>
              <a:t> </a:t>
            </a:r>
            <a:r>
              <a:rPr sz="2280" dirty="0">
                <a:latin typeface="Calibri"/>
                <a:cs typeface="Calibri"/>
              </a:rPr>
              <a:t>in</a:t>
            </a:r>
            <a:r>
              <a:rPr sz="2280" spc="24" dirty="0">
                <a:latin typeface="Calibri"/>
                <a:cs typeface="Calibri"/>
              </a:rPr>
              <a:t> </a:t>
            </a:r>
            <a:r>
              <a:rPr sz="2280" spc="-12" dirty="0">
                <a:latin typeface="Calibri"/>
                <a:cs typeface="Calibri"/>
              </a:rPr>
              <a:t>response 	</a:t>
            </a:r>
            <a:r>
              <a:rPr sz="2280" dirty="0">
                <a:latin typeface="Calibri"/>
                <a:cs typeface="Calibri"/>
              </a:rPr>
              <a:t>to</a:t>
            </a:r>
            <a:r>
              <a:rPr sz="2280" spc="108" dirty="0">
                <a:latin typeface="Calibri"/>
                <a:cs typeface="Calibri"/>
              </a:rPr>
              <a:t> </a:t>
            </a:r>
            <a:r>
              <a:rPr sz="2280" dirty="0">
                <a:latin typeface="Calibri"/>
                <a:cs typeface="Calibri"/>
              </a:rPr>
              <a:t>change</a:t>
            </a:r>
            <a:r>
              <a:rPr sz="2280" spc="114" dirty="0">
                <a:latin typeface="Calibri"/>
                <a:cs typeface="Calibri"/>
              </a:rPr>
              <a:t> </a:t>
            </a:r>
            <a:r>
              <a:rPr sz="2280" dirty="0">
                <a:latin typeface="Calibri"/>
                <a:cs typeface="Calibri"/>
              </a:rPr>
              <a:t>requests</a:t>
            </a:r>
            <a:r>
              <a:rPr sz="2280" spc="114" dirty="0">
                <a:latin typeface="Calibri"/>
                <a:cs typeface="Calibri"/>
              </a:rPr>
              <a:t> </a:t>
            </a:r>
            <a:r>
              <a:rPr sz="2280" dirty="0">
                <a:latin typeface="Calibri"/>
                <a:cs typeface="Calibri"/>
              </a:rPr>
              <a:t>from</a:t>
            </a:r>
            <a:r>
              <a:rPr sz="2280" spc="108" dirty="0">
                <a:latin typeface="Calibri"/>
                <a:cs typeface="Calibri"/>
              </a:rPr>
              <a:t> </a:t>
            </a:r>
            <a:r>
              <a:rPr sz="2280" dirty="0">
                <a:latin typeface="Calibri"/>
                <a:cs typeface="Calibri"/>
              </a:rPr>
              <a:t>customers</a:t>
            </a:r>
            <a:r>
              <a:rPr sz="2280" spc="108" dirty="0">
                <a:latin typeface="Calibri"/>
                <a:cs typeface="Calibri"/>
              </a:rPr>
              <a:t> </a:t>
            </a:r>
            <a:r>
              <a:rPr sz="2280" dirty="0">
                <a:latin typeface="Calibri"/>
                <a:cs typeface="Calibri"/>
              </a:rPr>
              <a:t>and</a:t>
            </a:r>
            <a:r>
              <a:rPr sz="2280" spc="114" dirty="0">
                <a:latin typeface="Calibri"/>
                <a:cs typeface="Calibri"/>
              </a:rPr>
              <a:t> </a:t>
            </a:r>
            <a:r>
              <a:rPr sz="2280" dirty="0">
                <a:latin typeface="Calibri"/>
                <a:cs typeface="Calibri"/>
              </a:rPr>
              <a:t>the</a:t>
            </a:r>
            <a:r>
              <a:rPr sz="2280" spc="114" dirty="0">
                <a:latin typeface="Calibri"/>
                <a:cs typeface="Calibri"/>
              </a:rPr>
              <a:t> </a:t>
            </a:r>
            <a:r>
              <a:rPr sz="2280" dirty="0">
                <a:latin typeface="Calibri"/>
                <a:cs typeface="Calibri"/>
              </a:rPr>
              <a:t>development</a:t>
            </a:r>
            <a:r>
              <a:rPr sz="2280" spc="114" dirty="0">
                <a:latin typeface="Calibri"/>
                <a:cs typeface="Calibri"/>
              </a:rPr>
              <a:t> </a:t>
            </a:r>
            <a:r>
              <a:rPr sz="2280" dirty="0">
                <a:latin typeface="Calibri"/>
                <a:cs typeface="Calibri"/>
              </a:rPr>
              <a:t>team.</a:t>
            </a:r>
            <a:r>
              <a:rPr sz="2280" spc="114" dirty="0">
                <a:latin typeface="Calibri"/>
                <a:cs typeface="Calibri"/>
              </a:rPr>
              <a:t> </a:t>
            </a:r>
            <a:r>
              <a:rPr sz="2280" dirty="0">
                <a:latin typeface="Calibri"/>
                <a:cs typeface="Calibri"/>
              </a:rPr>
              <a:t>This</a:t>
            </a:r>
            <a:r>
              <a:rPr sz="2280" spc="108" dirty="0">
                <a:latin typeface="Calibri"/>
                <a:cs typeface="Calibri"/>
              </a:rPr>
              <a:t> </a:t>
            </a:r>
            <a:r>
              <a:rPr sz="2280" dirty="0">
                <a:latin typeface="Calibri"/>
                <a:cs typeface="Calibri"/>
              </a:rPr>
              <a:t>will</a:t>
            </a:r>
            <a:r>
              <a:rPr sz="2280" spc="102" dirty="0">
                <a:latin typeface="Calibri"/>
                <a:cs typeface="Calibri"/>
              </a:rPr>
              <a:t> </a:t>
            </a:r>
            <a:r>
              <a:rPr sz="2280" spc="-12" dirty="0">
                <a:latin typeface="Calibri"/>
                <a:cs typeface="Calibri"/>
              </a:rPr>
              <a:t>eventually 	</a:t>
            </a:r>
            <a:r>
              <a:rPr sz="2280" dirty="0">
                <a:latin typeface="Calibri"/>
                <a:cs typeface="Calibri"/>
              </a:rPr>
              <a:t>be</a:t>
            </a:r>
            <a:r>
              <a:rPr sz="2280" spc="-60" dirty="0">
                <a:latin typeface="Calibri"/>
                <a:cs typeface="Calibri"/>
              </a:rPr>
              <a:t> </a:t>
            </a:r>
            <a:r>
              <a:rPr sz="2280" dirty="0">
                <a:latin typeface="Calibri"/>
                <a:cs typeface="Calibri"/>
              </a:rPr>
              <a:t>released</a:t>
            </a:r>
            <a:r>
              <a:rPr sz="2280" spc="-48" dirty="0">
                <a:latin typeface="Calibri"/>
                <a:cs typeface="Calibri"/>
              </a:rPr>
              <a:t> </a:t>
            </a:r>
            <a:r>
              <a:rPr sz="2280" dirty="0">
                <a:latin typeface="Calibri"/>
                <a:cs typeface="Calibri"/>
              </a:rPr>
              <a:t>as</a:t>
            </a:r>
            <a:r>
              <a:rPr sz="2280" spc="-78" dirty="0">
                <a:latin typeface="Calibri"/>
                <a:cs typeface="Calibri"/>
              </a:rPr>
              <a:t> </a:t>
            </a:r>
            <a:r>
              <a:rPr sz="2280" dirty="0">
                <a:latin typeface="Calibri"/>
                <a:cs typeface="Calibri"/>
              </a:rPr>
              <a:t>release</a:t>
            </a:r>
            <a:r>
              <a:rPr sz="2280" spc="-48" dirty="0">
                <a:latin typeface="Calibri"/>
                <a:cs typeface="Calibri"/>
              </a:rPr>
              <a:t> </a:t>
            </a:r>
            <a:r>
              <a:rPr sz="2280" spc="-24" dirty="0">
                <a:latin typeface="Calibri"/>
                <a:cs typeface="Calibri"/>
              </a:rPr>
              <a:t>3.0.</a:t>
            </a:r>
            <a:endParaRPr sz="2280">
              <a:latin typeface="Calibri"/>
              <a:cs typeface="Calibri"/>
            </a:endParaRPr>
          </a:p>
        </p:txBody>
      </p:sp>
    </p:spTree>
    <p:extLst>
      <p:ext uri="{BB962C8B-B14F-4D97-AF65-F5344CB8AC3E}">
        <p14:creationId xmlns:p14="http://schemas.microsoft.com/office/powerpoint/2010/main" val="2078247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269461" y="269973"/>
            <a:ext cx="5030787" cy="366713"/>
          </a:xfrm>
          <a:prstGeom prst="rect">
            <a:avLst/>
          </a:prstGeom>
        </p:spPr>
        <p:txBody>
          <a:bodyPr vert="horz" wrap="square" lIns="0" tIns="14478" rIns="0" bIns="0" rtlCol="0" anchor="t">
            <a:spAutoFit/>
          </a:bodyPr>
          <a:lstStyle/>
          <a:p>
            <a:pPr marL="15240">
              <a:spcBef>
                <a:spcPts val="114"/>
              </a:spcBef>
            </a:pPr>
            <a:r>
              <a:rPr sz="2280" dirty="0">
                <a:solidFill>
                  <a:srgbClr val="000000"/>
                </a:solidFill>
              </a:rPr>
              <a:t>CM</a:t>
            </a:r>
            <a:r>
              <a:rPr sz="2280" spc="-42" dirty="0">
                <a:solidFill>
                  <a:srgbClr val="000000"/>
                </a:solidFill>
              </a:rPr>
              <a:t> </a:t>
            </a:r>
            <a:r>
              <a:rPr sz="2280" spc="-12" dirty="0">
                <a:solidFill>
                  <a:srgbClr val="000000"/>
                </a:solidFill>
              </a:rPr>
              <a:t>Terminology</a:t>
            </a:r>
            <a:endParaRPr sz="2280" dirty="0"/>
          </a:p>
        </p:txBody>
      </p:sp>
      <p:graphicFrame>
        <p:nvGraphicFramePr>
          <p:cNvPr id="3" name="object 3"/>
          <p:cNvGraphicFramePr>
            <a:graphicFrameLocks noGrp="1"/>
          </p:cNvGraphicFramePr>
          <p:nvPr>
            <p:extLst>
              <p:ext uri="{D42A27DB-BD31-4B8C-83A1-F6EECF244321}">
                <p14:modId xmlns:p14="http://schemas.microsoft.com/office/powerpoint/2010/main" val="2977237181"/>
              </p:ext>
            </p:extLst>
          </p:nvPr>
        </p:nvGraphicFramePr>
        <p:xfrm>
          <a:off x="790686" y="804404"/>
          <a:ext cx="10370058" cy="5419344"/>
        </p:xfrm>
        <a:graphic>
          <a:graphicData uri="http://schemas.openxmlformats.org/drawingml/2006/table">
            <a:tbl>
              <a:tblPr firstRow="1" bandRow="1">
                <a:tableStyleId>{2D5ABB26-0587-4C30-8999-92F81FD0307C}</a:tableStyleId>
              </a:tblPr>
              <a:tblGrid>
                <a:gridCol w="2074164">
                  <a:extLst>
                    <a:ext uri="{9D8B030D-6E8A-4147-A177-3AD203B41FA5}">
                      <a16:colId xmlns:a16="http://schemas.microsoft.com/office/drawing/2014/main" val="20000"/>
                    </a:ext>
                  </a:extLst>
                </a:gridCol>
                <a:gridCol w="8295894">
                  <a:extLst>
                    <a:ext uri="{9D8B030D-6E8A-4147-A177-3AD203B41FA5}">
                      <a16:colId xmlns:a16="http://schemas.microsoft.com/office/drawing/2014/main" val="20001"/>
                    </a:ext>
                  </a:extLst>
                </a:gridCol>
              </a:tblGrid>
              <a:tr h="0">
                <a:tc>
                  <a:txBody>
                    <a:bodyPr/>
                    <a:lstStyle/>
                    <a:p>
                      <a:pPr marL="635" algn="ctr">
                        <a:lnSpc>
                          <a:spcPct val="100000"/>
                        </a:lnSpc>
                        <a:spcBef>
                          <a:spcPts val="240"/>
                        </a:spcBef>
                      </a:pPr>
                      <a:r>
                        <a:rPr sz="2200" b="1" spc="-20" dirty="0">
                          <a:solidFill>
                            <a:srgbClr val="FFFFFF"/>
                          </a:solidFill>
                          <a:latin typeface="Calibri"/>
                          <a:cs typeface="Calibri"/>
                        </a:rPr>
                        <a:t>Term</a:t>
                      </a:r>
                      <a:endParaRPr sz="2200" dirty="0">
                        <a:latin typeface="Calibri"/>
                        <a:cs typeface="Calibri"/>
                      </a:endParaRPr>
                    </a:p>
                  </a:txBody>
                  <a:tcPr marL="0" marR="0" marT="3657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063A1"/>
                    </a:solidFill>
                  </a:tcPr>
                </a:tc>
                <a:tc>
                  <a:txBody>
                    <a:bodyPr/>
                    <a:lstStyle/>
                    <a:p>
                      <a:pPr marL="635" algn="ctr">
                        <a:lnSpc>
                          <a:spcPct val="100000"/>
                        </a:lnSpc>
                        <a:spcBef>
                          <a:spcPts val="240"/>
                        </a:spcBef>
                      </a:pPr>
                      <a:r>
                        <a:rPr sz="2200" b="1" spc="-10" dirty="0">
                          <a:solidFill>
                            <a:srgbClr val="FFFFFF"/>
                          </a:solidFill>
                          <a:latin typeface="Calibri"/>
                          <a:cs typeface="Calibri"/>
                        </a:rPr>
                        <a:t>Explanation</a:t>
                      </a:r>
                      <a:endParaRPr sz="2200">
                        <a:latin typeface="Calibri"/>
                        <a:cs typeface="Calibri"/>
                      </a:endParaRPr>
                    </a:p>
                  </a:txBody>
                  <a:tcPr marL="0" marR="0" marT="3657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063A1"/>
                    </a:solidFill>
                  </a:tcPr>
                </a:tc>
                <a:extLst>
                  <a:ext uri="{0D108BD9-81ED-4DB2-BD59-A6C34878D82A}">
                    <a16:rowId xmlns:a16="http://schemas.microsoft.com/office/drawing/2014/main" val="10000"/>
                  </a:ext>
                </a:extLst>
              </a:tr>
              <a:tr h="1755648">
                <a:tc>
                  <a:txBody>
                    <a:bodyPr/>
                    <a:lstStyle/>
                    <a:p>
                      <a:pPr marL="90805">
                        <a:lnSpc>
                          <a:spcPct val="100000"/>
                        </a:lnSpc>
                        <a:spcBef>
                          <a:spcPts val="240"/>
                        </a:spcBef>
                      </a:pPr>
                      <a:r>
                        <a:rPr sz="2200" b="1" i="1" spc="-10" dirty="0">
                          <a:solidFill>
                            <a:srgbClr val="C00000"/>
                          </a:solidFill>
                          <a:latin typeface="Calibri"/>
                          <a:cs typeface="Calibri"/>
                        </a:rPr>
                        <a:t>Baseline</a:t>
                      </a:r>
                      <a:endParaRPr sz="2200">
                        <a:latin typeface="Calibri"/>
                        <a:cs typeface="Calibri"/>
                      </a:endParaRPr>
                    </a:p>
                  </a:txBody>
                  <a:tcPr marL="0" marR="0" marT="3657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indent="-286385">
                        <a:lnSpc>
                          <a:spcPct val="100000"/>
                        </a:lnSpc>
                        <a:spcBef>
                          <a:spcPts val="240"/>
                        </a:spcBef>
                        <a:buFont typeface="Arial MT"/>
                        <a:buChar char="•"/>
                        <a:tabLst>
                          <a:tab pos="377825" algn="l"/>
                        </a:tabLst>
                      </a:pPr>
                      <a:r>
                        <a:rPr sz="2200" dirty="0">
                          <a:latin typeface="Calibri"/>
                          <a:cs typeface="Calibri"/>
                        </a:rPr>
                        <a:t>A</a:t>
                      </a:r>
                      <a:r>
                        <a:rPr sz="2200" spc="-45" dirty="0">
                          <a:latin typeface="Calibri"/>
                          <a:cs typeface="Calibri"/>
                        </a:rPr>
                        <a:t> </a:t>
                      </a:r>
                      <a:r>
                        <a:rPr sz="2200" dirty="0">
                          <a:latin typeface="Calibri"/>
                          <a:cs typeface="Calibri"/>
                        </a:rPr>
                        <a:t>collection</a:t>
                      </a:r>
                      <a:r>
                        <a:rPr sz="2200" spc="-15" dirty="0">
                          <a:latin typeface="Calibri"/>
                          <a:cs typeface="Calibri"/>
                        </a:rPr>
                        <a:t> </a:t>
                      </a:r>
                      <a:r>
                        <a:rPr sz="2200" dirty="0">
                          <a:latin typeface="Calibri"/>
                          <a:cs typeface="Calibri"/>
                        </a:rPr>
                        <a:t>of</a:t>
                      </a:r>
                      <a:r>
                        <a:rPr sz="2200" spc="-45" dirty="0">
                          <a:latin typeface="Calibri"/>
                          <a:cs typeface="Calibri"/>
                        </a:rPr>
                        <a:t> </a:t>
                      </a:r>
                      <a:r>
                        <a:rPr sz="2200" spc="-10" dirty="0">
                          <a:latin typeface="Calibri"/>
                          <a:cs typeface="Calibri"/>
                        </a:rPr>
                        <a:t>component</a:t>
                      </a:r>
                      <a:r>
                        <a:rPr sz="2200" spc="-30" dirty="0">
                          <a:latin typeface="Calibri"/>
                          <a:cs typeface="Calibri"/>
                        </a:rPr>
                        <a:t> </a:t>
                      </a:r>
                      <a:r>
                        <a:rPr sz="2200" dirty="0">
                          <a:latin typeface="Calibri"/>
                          <a:cs typeface="Calibri"/>
                        </a:rPr>
                        <a:t>versions</a:t>
                      </a:r>
                      <a:r>
                        <a:rPr sz="2200" spc="-50" dirty="0">
                          <a:latin typeface="Calibri"/>
                          <a:cs typeface="Calibri"/>
                        </a:rPr>
                        <a:t> </a:t>
                      </a:r>
                      <a:r>
                        <a:rPr sz="2200" dirty="0">
                          <a:latin typeface="Calibri"/>
                          <a:cs typeface="Calibri"/>
                        </a:rPr>
                        <a:t>that</a:t>
                      </a:r>
                      <a:r>
                        <a:rPr sz="2200" spc="-35" dirty="0">
                          <a:latin typeface="Calibri"/>
                          <a:cs typeface="Calibri"/>
                        </a:rPr>
                        <a:t> </a:t>
                      </a:r>
                      <a:r>
                        <a:rPr sz="2200" dirty="0">
                          <a:latin typeface="Calibri"/>
                          <a:cs typeface="Calibri"/>
                        </a:rPr>
                        <a:t>make</a:t>
                      </a:r>
                      <a:r>
                        <a:rPr sz="2200" spc="-50" dirty="0">
                          <a:latin typeface="Calibri"/>
                          <a:cs typeface="Calibri"/>
                        </a:rPr>
                        <a:t> </a:t>
                      </a:r>
                      <a:r>
                        <a:rPr sz="2200" dirty="0">
                          <a:latin typeface="Calibri"/>
                          <a:cs typeface="Calibri"/>
                        </a:rPr>
                        <a:t>up</a:t>
                      </a:r>
                      <a:r>
                        <a:rPr sz="2200" spc="-30" dirty="0">
                          <a:latin typeface="Calibri"/>
                          <a:cs typeface="Calibri"/>
                        </a:rPr>
                        <a:t> </a:t>
                      </a:r>
                      <a:r>
                        <a:rPr sz="2200" dirty="0">
                          <a:latin typeface="Calibri"/>
                          <a:cs typeface="Calibri"/>
                        </a:rPr>
                        <a:t>a</a:t>
                      </a:r>
                      <a:r>
                        <a:rPr sz="2200" spc="-45" dirty="0">
                          <a:latin typeface="Calibri"/>
                          <a:cs typeface="Calibri"/>
                        </a:rPr>
                        <a:t> </a:t>
                      </a:r>
                      <a:r>
                        <a:rPr sz="2200" spc="-10" dirty="0">
                          <a:latin typeface="Calibri"/>
                          <a:cs typeface="Calibri"/>
                        </a:rPr>
                        <a:t>system.</a:t>
                      </a:r>
                      <a:endParaRPr sz="2200" dirty="0">
                        <a:latin typeface="Calibri"/>
                        <a:cs typeface="Calibri"/>
                      </a:endParaRPr>
                    </a:p>
                    <a:p>
                      <a:pPr marL="377825" marR="82550" indent="-287020">
                        <a:lnSpc>
                          <a:spcPct val="100000"/>
                        </a:lnSpc>
                        <a:buFont typeface="Arial MT"/>
                        <a:buChar char="•"/>
                        <a:tabLst>
                          <a:tab pos="377825" algn="l"/>
                        </a:tabLst>
                      </a:pPr>
                      <a:r>
                        <a:rPr sz="2200" dirty="0">
                          <a:latin typeface="Calibri"/>
                          <a:cs typeface="Calibri"/>
                        </a:rPr>
                        <a:t>Baselines</a:t>
                      </a:r>
                      <a:r>
                        <a:rPr sz="2200" spc="95" dirty="0">
                          <a:latin typeface="Calibri"/>
                          <a:cs typeface="Calibri"/>
                        </a:rPr>
                        <a:t> </a:t>
                      </a:r>
                      <a:r>
                        <a:rPr sz="2200" dirty="0">
                          <a:latin typeface="Calibri"/>
                          <a:cs typeface="Calibri"/>
                        </a:rPr>
                        <a:t>are</a:t>
                      </a:r>
                      <a:r>
                        <a:rPr sz="2200" spc="95" dirty="0">
                          <a:latin typeface="Calibri"/>
                          <a:cs typeface="Calibri"/>
                        </a:rPr>
                        <a:t> </a:t>
                      </a:r>
                      <a:r>
                        <a:rPr sz="2200" dirty="0">
                          <a:latin typeface="Calibri"/>
                          <a:cs typeface="Calibri"/>
                        </a:rPr>
                        <a:t>controlled,</a:t>
                      </a:r>
                      <a:r>
                        <a:rPr sz="2200" spc="105" dirty="0">
                          <a:latin typeface="Calibri"/>
                          <a:cs typeface="Calibri"/>
                        </a:rPr>
                        <a:t> </a:t>
                      </a:r>
                      <a:r>
                        <a:rPr sz="2200" dirty="0">
                          <a:latin typeface="Calibri"/>
                          <a:cs typeface="Calibri"/>
                        </a:rPr>
                        <a:t>which</a:t>
                      </a:r>
                      <a:r>
                        <a:rPr sz="2200" spc="114" dirty="0">
                          <a:latin typeface="Calibri"/>
                          <a:cs typeface="Calibri"/>
                        </a:rPr>
                        <a:t> </a:t>
                      </a:r>
                      <a:r>
                        <a:rPr sz="2200" dirty="0">
                          <a:latin typeface="Calibri"/>
                          <a:cs typeface="Calibri"/>
                        </a:rPr>
                        <a:t>means</a:t>
                      </a:r>
                      <a:r>
                        <a:rPr sz="2200" spc="100" dirty="0">
                          <a:latin typeface="Calibri"/>
                          <a:cs typeface="Calibri"/>
                        </a:rPr>
                        <a:t> </a:t>
                      </a:r>
                      <a:r>
                        <a:rPr sz="2200" dirty="0">
                          <a:latin typeface="Calibri"/>
                          <a:cs typeface="Calibri"/>
                        </a:rPr>
                        <a:t>that</a:t>
                      </a:r>
                      <a:r>
                        <a:rPr sz="2200" spc="90" dirty="0">
                          <a:latin typeface="Calibri"/>
                          <a:cs typeface="Calibri"/>
                        </a:rPr>
                        <a:t> </a:t>
                      </a:r>
                      <a:r>
                        <a:rPr sz="2200" dirty="0">
                          <a:latin typeface="Calibri"/>
                          <a:cs typeface="Calibri"/>
                        </a:rPr>
                        <a:t>the</a:t>
                      </a:r>
                      <a:r>
                        <a:rPr sz="2200" spc="110" dirty="0">
                          <a:latin typeface="Calibri"/>
                          <a:cs typeface="Calibri"/>
                        </a:rPr>
                        <a:t> </a:t>
                      </a:r>
                      <a:r>
                        <a:rPr sz="2200" dirty="0">
                          <a:latin typeface="Calibri"/>
                          <a:cs typeface="Calibri"/>
                        </a:rPr>
                        <a:t>component</a:t>
                      </a:r>
                      <a:r>
                        <a:rPr sz="2200" spc="90" dirty="0">
                          <a:latin typeface="Calibri"/>
                          <a:cs typeface="Calibri"/>
                        </a:rPr>
                        <a:t> </a:t>
                      </a:r>
                      <a:r>
                        <a:rPr sz="2200" spc="-10" dirty="0">
                          <a:latin typeface="Calibri"/>
                          <a:cs typeface="Calibri"/>
                        </a:rPr>
                        <a:t>versions </a:t>
                      </a:r>
                      <a:r>
                        <a:rPr sz="2200" dirty="0">
                          <a:latin typeface="Calibri"/>
                          <a:cs typeface="Calibri"/>
                        </a:rPr>
                        <a:t>used</a:t>
                      </a:r>
                      <a:r>
                        <a:rPr sz="2200" spc="-35" dirty="0">
                          <a:latin typeface="Calibri"/>
                          <a:cs typeface="Calibri"/>
                        </a:rPr>
                        <a:t> </a:t>
                      </a:r>
                      <a:r>
                        <a:rPr sz="2200" dirty="0">
                          <a:latin typeface="Calibri"/>
                          <a:cs typeface="Calibri"/>
                        </a:rPr>
                        <a:t>in</a:t>
                      </a:r>
                      <a:r>
                        <a:rPr sz="2200" spc="-25" dirty="0">
                          <a:latin typeface="Calibri"/>
                          <a:cs typeface="Calibri"/>
                        </a:rPr>
                        <a:t> </a:t>
                      </a:r>
                      <a:r>
                        <a:rPr sz="2200" dirty="0">
                          <a:latin typeface="Calibri"/>
                          <a:cs typeface="Calibri"/>
                        </a:rPr>
                        <a:t>the</a:t>
                      </a:r>
                      <a:r>
                        <a:rPr sz="2200" spc="-40" dirty="0">
                          <a:latin typeface="Calibri"/>
                          <a:cs typeface="Calibri"/>
                        </a:rPr>
                        <a:t> </a:t>
                      </a:r>
                      <a:r>
                        <a:rPr sz="2200" dirty="0">
                          <a:latin typeface="Calibri"/>
                          <a:cs typeface="Calibri"/>
                        </a:rPr>
                        <a:t>baseline</a:t>
                      </a:r>
                      <a:r>
                        <a:rPr sz="2200" spc="-20" dirty="0">
                          <a:latin typeface="Calibri"/>
                          <a:cs typeface="Calibri"/>
                        </a:rPr>
                        <a:t> </a:t>
                      </a:r>
                      <a:r>
                        <a:rPr sz="2200" dirty="0">
                          <a:latin typeface="Calibri"/>
                          <a:cs typeface="Calibri"/>
                        </a:rPr>
                        <a:t>cannot</a:t>
                      </a:r>
                      <a:r>
                        <a:rPr sz="2200" spc="-35" dirty="0">
                          <a:latin typeface="Calibri"/>
                          <a:cs typeface="Calibri"/>
                        </a:rPr>
                        <a:t> </a:t>
                      </a:r>
                      <a:r>
                        <a:rPr sz="2200" dirty="0">
                          <a:latin typeface="Calibri"/>
                          <a:cs typeface="Calibri"/>
                        </a:rPr>
                        <a:t>be</a:t>
                      </a:r>
                      <a:r>
                        <a:rPr sz="2200" spc="-25" dirty="0">
                          <a:latin typeface="Calibri"/>
                          <a:cs typeface="Calibri"/>
                        </a:rPr>
                        <a:t> </a:t>
                      </a:r>
                      <a:r>
                        <a:rPr sz="2200" spc="-10" dirty="0">
                          <a:latin typeface="Calibri"/>
                          <a:cs typeface="Calibri"/>
                        </a:rPr>
                        <a:t>changed.</a:t>
                      </a:r>
                      <a:endParaRPr sz="2200" dirty="0">
                        <a:latin typeface="Calibri"/>
                        <a:cs typeface="Calibri"/>
                      </a:endParaRPr>
                    </a:p>
                    <a:p>
                      <a:pPr marL="377825" marR="81915" indent="-287020">
                        <a:lnSpc>
                          <a:spcPct val="100000"/>
                        </a:lnSpc>
                        <a:spcBef>
                          <a:spcPts val="5"/>
                        </a:spcBef>
                        <a:buFont typeface="Arial MT"/>
                        <a:buChar char="•"/>
                        <a:tabLst>
                          <a:tab pos="377825" algn="l"/>
                        </a:tabLst>
                      </a:pPr>
                      <a:r>
                        <a:rPr sz="2200" dirty="0">
                          <a:latin typeface="Calibri"/>
                          <a:cs typeface="Calibri"/>
                        </a:rPr>
                        <a:t>It</a:t>
                      </a:r>
                      <a:r>
                        <a:rPr sz="2200" spc="450" dirty="0">
                          <a:latin typeface="Calibri"/>
                          <a:cs typeface="Calibri"/>
                        </a:rPr>
                        <a:t> </a:t>
                      </a:r>
                      <a:r>
                        <a:rPr sz="2200" dirty="0">
                          <a:latin typeface="Calibri"/>
                          <a:cs typeface="Calibri"/>
                        </a:rPr>
                        <a:t>is</a:t>
                      </a:r>
                      <a:r>
                        <a:rPr sz="2200" spc="455" dirty="0">
                          <a:latin typeface="Calibri"/>
                          <a:cs typeface="Calibri"/>
                        </a:rPr>
                        <a:t> </a:t>
                      </a:r>
                      <a:r>
                        <a:rPr sz="2200" dirty="0">
                          <a:latin typeface="Calibri"/>
                          <a:cs typeface="Calibri"/>
                        </a:rPr>
                        <a:t>always</a:t>
                      </a:r>
                      <a:r>
                        <a:rPr sz="2200" spc="455" dirty="0">
                          <a:latin typeface="Calibri"/>
                          <a:cs typeface="Calibri"/>
                        </a:rPr>
                        <a:t> </a:t>
                      </a:r>
                      <a:r>
                        <a:rPr sz="2200" dirty="0">
                          <a:latin typeface="Calibri"/>
                          <a:cs typeface="Calibri"/>
                        </a:rPr>
                        <a:t>possible</a:t>
                      </a:r>
                      <a:r>
                        <a:rPr sz="2200" spc="445" dirty="0">
                          <a:latin typeface="Calibri"/>
                          <a:cs typeface="Calibri"/>
                        </a:rPr>
                        <a:t> </a:t>
                      </a:r>
                      <a:r>
                        <a:rPr sz="2200" dirty="0">
                          <a:latin typeface="Calibri"/>
                          <a:cs typeface="Calibri"/>
                        </a:rPr>
                        <a:t>to</a:t>
                      </a:r>
                      <a:r>
                        <a:rPr sz="2200" spc="450" dirty="0">
                          <a:latin typeface="Calibri"/>
                          <a:cs typeface="Calibri"/>
                        </a:rPr>
                        <a:t> </a:t>
                      </a:r>
                      <a:r>
                        <a:rPr sz="2200" spc="-25" dirty="0">
                          <a:latin typeface="Calibri"/>
                          <a:cs typeface="Calibri"/>
                        </a:rPr>
                        <a:t>re-</a:t>
                      </a:r>
                      <a:r>
                        <a:rPr sz="2200" dirty="0">
                          <a:latin typeface="Calibri"/>
                          <a:cs typeface="Calibri"/>
                        </a:rPr>
                        <a:t>create</a:t>
                      </a:r>
                      <a:r>
                        <a:rPr sz="2200" spc="459" dirty="0">
                          <a:latin typeface="Calibri"/>
                          <a:cs typeface="Calibri"/>
                        </a:rPr>
                        <a:t> </a:t>
                      </a:r>
                      <a:r>
                        <a:rPr sz="2200" dirty="0">
                          <a:latin typeface="Calibri"/>
                          <a:cs typeface="Calibri"/>
                        </a:rPr>
                        <a:t>a</a:t>
                      </a:r>
                      <a:r>
                        <a:rPr sz="2200" spc="450" dirty="0">
                          <a:latin typeface="Calibri"/>
                          <a:cs typeface="Calibri"/>
                        </a:rPr>
                        <a:t> </a:t>
                      </a:r>
                      <a:r>
                        <a:rPr sz="2200" dirty="0">
                          <a:latin typeface="Calibri"/>
                          <a:cs typeface="Calibri"/>
                        </a:rPr>
                        <a:t>baseline</a:t>
                      </a:r>
                      <a:r>
                        <a:rPr sz="2200" spc="470" dirty="0">
                          <a:latin typeface="Calibri"/>
                          <a:cs typeface="Calibri"/>
                        </a:rPr>
                        <a:t> </a:t>
                      </a:r>
                      <a:r>
                        <a:rPr sz="2200" dirty="0">
                          <a:latin typeface="Calibri"/>
                          <a:cs typeface="Calibri"/>
                        </a:rPr>
                        <a:t>from</a:t>
                      </a:r>
                      <a:r>
                        <a:rPr sz="2200" spc="455" dirty="0">
                          <a:latin typeface="Calibri"/>
                          <a:cs typeface="Calibri"/>
                        </a:rPr>
                        <a:t> </a:t>
                      </a:r>
                      <a:r>
                        <a:rPr sz="2200" dirty="0">
                          <a:latin typeface="Calibri"/>
                          <a:cs typeface="Calibri"/>
                        </a:rPr>
                        <a:t>its</a:t>
                      </a:r>
                      <a:r>
                        <a:rPr sz="2200" spc="450" dirty="0">
                          <a:latin typeface="Calibri"/>
                          <a:cs typeface="Calibri"/>
                        </a:rPr>
                        <a:t> </a:t>
                      </a:r>
                      <a:r>
                        <a:rPr sz="2200" spc="-10" dirty="0">
                          <a:latin typeface="Calibri"/>
                          <a:cs typeface="Calibri"/>
                        </a:rPr>
                        <a:t>constituent components</a:t>
                      </a:r>
                      <a:endParaRPr sz="2200" dirty="0">
                        <a:latin typeface="Calibri"/>
                        <a:cs typeface="Calibri"/>
                      </a:endParaRPr>
                    </a:p>
                  </a:txBody>
                  <a:tcPr marL="0" marR="0" marT="3657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097280">
                <a:tc>
                  <a:txBody>
                    <a:bodyPr/>
                    <a:lstStyle/>
                    <a:p>
                      <a:pPr marL="90805">
                        <a:lnSpc>
                          <a:spcPct val="100000"/>
                        </a:lnSpc>
                        <a:spcBef>
                          <a:spcPts val="245"/>
                        </a:spcBef>
                      </a:pPr>
                      <a:r>
                        <a:rPr sz="2200" b="1" i="1" spc="-10" dirty="0">
                          <a:solidFill>
                            <a:srgbClr val="C00000"/>
                          </a:solidFill>
                          <a:latin typeface="Calibri"/>
                          <a:cs typeface="Calibri"/>
                        </a:rPr>
                        <a:t>Branching</a:t>
                      </a:r>
                      <a:endParaRPr sz="2200">
                        <a:latin typeface="Calibri"/>
                        <a:cs typeface="Calibri"/>
                      </a:endParaRPr>
                    </a:p>
                  </a:txBody>
                  <a:tcPr marL="0" marR="0" marT="3733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indent="-286385">
                        <a:lnSpc>
                          <a:spcPct val="100000"/>
                        </a:lnSpc>
                        <a:spcBef>
                          <a:spcPts val="245"/>
                        </a:spcBef>
                        <a:buFont typeface="Arial MT"/>
                        <a:buChar char="•"/>
                        <a:tabLst>
                          <a:tab pos="377825" algn="l"/>
                        </a:tabLst>
                      </a:pPr>
                      <a:r>
                        <a:rPr sz="2200" dirty="0">
                          <a:latin typeface="Calibri"/>
                          <a:cs typeface="Calibri"/>
                        </a:rPr>
                        <a:t>The</a:t>
                      </a:r>
                      <a:r>
                        <a:rPr sz="2200" spc="-45" dirty="0">
                          <a:latin typeface="Calibri"/>
                          <a:cs typeface="Calibri"/>
                        </a:rPr>
                        <a:t> </a:t>
                      </a:r>
                      <a:r>
                        <a:rPr sz="2200" dirty="0">
                          <a:latin typeface="Calibri"/>
                          <a:cs typeface="Calibri"/>
                        </a:rPr>
                        <a:t>creation</a:t>
                      </a:r>
                      <a:r>
                        <a:rPr sz="2200" spc="-20" dirty="0">
                          <a:latin typeface="Calibri"/>
                          <a:cs typeface="Calibri"/>
                        </a:rPr>
                        <a:t> </a:t>
                      </a:r>
                      <a:r>
                        <a:rPr sz="2200" dirty="0">
                          <a:latin typeface="Calibri"/>
                          <a:cs typeface="Calibri"/>
                        </a:rPr>
                        <a:t>of</a:t>
                      </a:r>
                      <a:r>
                        <a:rPr sz="2200" spc="-40" dirty="0">
                          <a:latin typeface="Calibri"/>
                          <a:cs typeface="Calibri"/>
                        </a:rPr>
                        <a:t> </a:t>
                      </a:r>
                      <a:r>
                        <a:rPr sz="2200" dirty="0">
                          <a:latin typeface="Calibri"/>
                          <a:cs typeface="Calibri"/>
                        </a:rPr>
                        <a:t>a</a:t>
                      </a:r>
                      <a:r>
                        <a:rPr sz="2200" spc="-40" dirty="0">
                          <a:latin typeface="Calibri"/>
                          <a:cs typeface="Calibri"/>
                        </a:rPr>
                        <a:t> </a:t>
                      </a:r>
                      <a:r>
                        <a:rPr sz="2200" dirty="0">
                          <a:latin typeface="Calibri"/>
                          <a:cs typeface="Calibri"/>
                        </a:rPr>
                        <a:t>new</a:t>
                      </a:r>
                      <a:r>
                        <a:rPr sz="2200" spc="-40" dirty="0">
                          <a:latin typeface="Calibri"/>
                          <a:cs typeface="Calibri"/>
                        </a:rPr>
                        <a:t> </a:t>
                      </a:r>
                      <a:r>
                        <a:rPr sz="2200" dirty="0">
                          <a:latin typeface="Calibri"/>
                          <a:cs typeface="Calibri"/>
                        </a:rPr>
                        <a:t>codeline</a:t>
                      </a:r>
                      <a:r>
                        <a:rPr sz="2200" spc="-15" dirty="0">
                          <a:latin typeface="Calibri"/>
                          <a:cs typeface="Calibri"/>
                        </a:rPr>
                        <a:t> </a:t>
                      </a:r>
                      <a:r>
                        <a:rPr sz="2200" dirty="0">
                          <a:latin typeface="Calibri"/>
                          <a:cs typeface="Calibri"/>
                        </a:rPr>
                        <a:t>from</a:t>
                      </a:r>
                      <a:r>
                        <a:rPr sz="2200" spc="-50" dirty="0">
                          <a:latin typeface="Calibri"/>
                          <a:cs typeface="Calibri"/>
                        </a:rPr>
                        <a:t> </a:t>
                      </a:r>
                      <a:r>
                        <a:rPr sz="2200" dirty="0">
                          <a:latin typeface="Calibri"/>
                          <a:cs typeface="Calibri"/>
                        </a:rPr>
                        <a:t>a</a:t>
                      </a:r>
                      <a:r>
                        <a:rPr sz="2200" spc="-40" dirty="0">
                          <a:latin typeface="Calibri"/>
                          <a:cs typeface="Calibri"/>
                        </a:rPr>
                        <a:t> </a:t>
                      </a:r>
                      <a:r>
                        <a:rPr sz="2200" dirty="0">
                          <a:latin typeface="Calibri"/>
                          <a:cs typeface="Calibri"/>
                        </a:rPr>
                        <a:t>version</a:t>
                      </a:r>
                      <a:r>
                        <a:rPr sz="2200" spc="-30" dirty="0">
                          <a:latin typeface="Calibri"/>
                          <a:cs typeface="Calibri"/>
                        </a:rPr>
                        <a:t> </a:t>
                      </a:r>
                      <a:r>
                        <a:rPr sz="2200" dirty="0">
                          <a:latin typeface="Calibri"/>
                          <a:cs typeface="Calibri"/>
                        </a:rPr>
                        <a:t>in</a:t>
                      </a:r>
                      <a:r>
                        <a:rPr sz="2200" spc="-30" dirty="0">
                          <a:latin typeface="Calibri"/>
                          <a:cs typeface="Calibri"/>
                        </a:rPr>
                        <a:t> </a:t>
                      </a:r>
                      <a:r>
                        <a:rPr sz="2200" dirty="0">
                          <a:latin typeface="Calibri"/>
                          <a:cs typeface="Calibri"/>
                        </a:rPr>
                        <a:t>an</a:t>
                      </a:r>
                      <a:r>
                        <a:rPr sz="2200" spc="-40" dirty="0">
                          <a:latin typeface="Calibri"/>
                          <a:cs typeface="Calibri"/>
                        </a:rPr>
                        <a:t> </a:t>
                      </a:r>
                      <a:r>
                        <a:rPr sz="2200" dirty="0">
                          <a:latin typeface="Calibri"/>
                          <a:cs typeface="Calibri"/>
                        </a:rPr>
                        <a:t>existing</a:t>
                      </a:r>
                      <a:r>
                        <a:rPr sz="2200" spc="-45" dirty="0">
                          <a:latin typeface="Calibri"/>
                          <a:cs typeface="Calibri"/>
                        </a:rPr>
                        <a:t> </a:t>
                      </a:r>
                      <a:r>
                        <a:rPr sz="2200" spc="-10" dirty="0">
                          <a:latin typeface="Calibri"/>
                          <a:cs typeface="Calibri"/>
                        </a:rPr>
                        <a:t>codeline.</a:t>
                      </a:r>
                      <a:endParaRPr sz="2200">
                        <a:latin typeface="Calibri"/>
                        <a:cs typeface="Calibri"/>
                      </a:endParaRPr>
                    </a:p>
                    <a:p>
                      <a:pPr marL="377825" marR="82550" indent="-287020">
                        <a:lnSpc>
                          <a:spcPct val="100000"/>
                        </a:lnSpc>
                        <a:buFont typeface="Arial MT"/>
                        <a:buChar char="•"/>
                        <a:tabLst>
                          <a:tab pos="377825" algn="l"/>
                          <a:tab pos="855344" algn="l"/>
                          <a:tab pos="1384300" algn="l"/>
                          <a:tab pos="2306320" algn="l"/>
                          <a:tab pos="2789555" algn="l"/>
                          <a:tab pos="3232785" algn="l"/>
                          <a:tab pos="4069715" algn="l"/>
                          <a:tab pos="4993640" algn="l"/>
                          <a:tab pos="5516245" algn="l"/>
                          <a:tab pos="6078855" algn="l"/>
                        </a:tabLst>
                      </a:pPr>
                      <a:r>
                        <a:rPr sz="2200" spc="-25" dirty="0">
                          <a:latin typeface="Calibri"/>
                          <a:cs typeface="Calibri"/>
                        </a:rPr>
                        <a:t>The</a:t>
                      </a:r>
                      <a:r>
                        <a:rPr sz="2200" dirty="0">
                          <a:latin typeface="Calibri"/>
                          <a:cs typeface="Calibri"/>
                        </a:rPr>
                        <a:t>	</a:t>
                      </a:r>
                      <a:r>
                        <a:rPr sz="2200" spc="-25" dirty="0">
                          <a:latin typeface="Calibri"/>
                          <a:cs typeface="Calibri"/>
                        </a:rPr>
                        <a:t>new</a:t>
                      </a:r>
                      <a:r>
                        <a:rPr sz="2200" dirty="0">
                          <a:latin typeface="Calibri"/>
                          <a:cs typeface="Calibri"/>
                        </a:rPr>
                        <a:t>	</a:t>
                      </a:r>
                      <a:r>
                        <a:rPr sz="2200" spc="-10" dirty="0">
                          <a:latin typeface="Calibri"/>
                          <a:cs typeface="Calibri"/>
                        </a:rPr>
                        <a:t>codeline</a:t>
                      </a:r>
                      <a:r>
                        <a:rPr sz="2200" dirty="0">
                          <a:latin typeface="Calibri"/>
                          <a:cs typeface="Calibri"/>
                        </a:rPr>
                        <a:t>	</a:t>
                      </a:r>
                      <a:r>
                        <a:rPr sz="2200" spc="-25" dirty="0">
                          <a:latin typeface="Calibri"/>
                          <a:cs typeface="Calibri"/>
                        </a:rPr>
                        <a:t>and</a:t>
                      </a:r>
                      <a:r>
                        <a:rPr sz="2200" dirty="0">
                          <a:latin typeface="Calibri"/>
                          <a:cs typeface="Calibri"/>
                        </a:rPr>
                        <a:t>	</a:t>
                      </a:r>
                      <a:r>
                        <a:rPr sz="2200" spc="-25" dirty="0">
                          <a:latin typeface="Calibri"/>
                          <a:cs typeface="Calibri"/>
                        </a:rPr>
                        <a:t>the</a:t>
                      </a:r>
                      <a:r>
                        <a:rPr sz="2200" dirty="0">
                          <a:latin typeface="Calibri"/>
                          <a:cs typeface="Calibri"/>
                        </a:rPr>
                        <a:t>	</a:t>
                      </a:r>
                      <a:r>
                        <a:rPr sz="2200" spc="-10" dirty="0">
                          <a:latin typeface="Calibri"/>
                          <a:cs typeface="Calibri"/>
                        </a:rPr>
                        <a:t>existing</a:t>
                      </a:r>
                      <a:r>
                        <a:rPr sz="2200" dirty="0">
                          <a:latin typeface="Calibri"/>
                          <a:cs typeface="Calibri"/>
                        </a:rPr>
                        <a:t>	</a:t>
                      </a:r>
                      <a:r>
                        <a:rPr sz="2200" spc="-10" dirty="0">
                          <a:latin typeface="Calibri"/>
                          <a:cs typeface="Calibri"/>
                        </a:rPr>
                        <a:t>codeline</a:t>
                      </a:r>
                      <a:r>
                        <a:rPr sz="2200" dirty="0">
                          <a:latin typeface="Calibri"/>
                          <a:cs typeface="Calibri"/>
                        </a:rPr>
                        <a:t>	</a:t>
                      </a:r>
                      <a:r>
                        <a:rPr sz="2200" spc="-25" dirty="0">
                          <a:latin typeface="Calibri"/>
                          <a:cs typeface="Calibri"/>
                        </a:rPr>
                        <a:t>may</a:t>
                      </a:r>
                      <a:r>
                        <a:rPr sz="2200" dirty="0">
                          <a:latin typeface="Calibri"/>
                          <a:cs typeface="Calibri"/>
                        </a:rPr>
                        <a:t>	</a:t>
                      </a:r>
                      <a:r>
                        <a:rPr sz="2200" spc="-20" dirty="0">
                          <a:latin typeface="Calibri"/>
                          <a:cs typeface="Calibri"/>
                        </a:rPr>
                        <a:t>then</a:t>
                      </a:r>
                      <a:r>
                        <a:rPr sz="2200" dirty="0">
                          <a:latin typeface="Calibri"/>
                          <a:cs typeface="Calibri"/>
                        </a:rPr>
                        <a:t>	</a:t>
                      </a:r>
                      <a:r>
                        <a:rPr sz="2200" spc="-10" dirty="0">
                          <a:latin typeface="Calibri"/>
                          <a:cs typeface="Calibri"/>
                        </a:rPr>
                        <a:t>develop independently.</a:t>
                      </a:r>
                      <a:endParaRPr sz="2200">
                        <a:latin typeface="Calibri"/>
                        <a:cs typeface="Calibri"/>
                      </a:endParaRPr>
                    </a:p>
                  </a:txBody>
                  <a:tcPr marL="0" marR="0" marT="3733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768096">
                <a:tc>
                  <a:txBody>
                    <a:bodyPr/>
                    <a:lstStyle/>
                    <a:p>
                      <a:pPr marL="90805">
                        <a:lnSpc>
                          <a:spcPct val="100000"/>
                        </a:lnSpc>
                        <a:spcBef>
                          <a:spcPts val="245"/>
                        </a:spcBef>
                      </a:pPr>
                      <a:r>
                        <a:rPr sz="2200" b="1" i="1" spc="-10" dirty="0">
                          <a:solidFill>
                            <a:srgbClr val="C00000"/>
                          </a:solidFill>
                          <a:latin typeface="Calibri"/>
                          <a:cs typeface="Calibri"/>
                        </a:rPr>
                        <a:t>Codeline</a:t>
                      </a:r>
                      <a:endParaRPr sz="2200">
                        <a:latin typeface="Calibri"/>
                        <a:cs typeface="Calibri"/>
                      </a:endParaRPr>
                    </a:p>
                  </a:txBody>
                  <a:tcPr marL="0" marR="0" marT="3733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indent="-286385">
                        <a:lnSpc>
                          <a:spcPct val="100000"/>
                        </a:lnSpc>
                        <a:spcBef>
                          <a:spcPts val="245"/>
                        </a:spcBef>
                        <a:buFont typeface="Arial MT"/>
                        <a:buChar char="•"/>
                        <a:tabLst>
                          <a:tab pos="377825" algn="l"/>
                        </a:tabLst>
                      </a:pPr>
                      <a:r>
                        <a:rPr sz="2200" dirty="0">
                          <a:latin typeface="Calibri"/>
                          <a:cs typeface="Calibri"/>
                        </a:rPr>
                        <a:t>A</a:t>
                      </a:r>
                      <a:r>
                        <a:rPr sz="2200" spc="170" dirty="0">
                          <a:latin typeface="Calibri"/>
                          <a:cs typeface="Calibri"/>
                        </a:rPr>
                        <a:t> </a:t>
                      </a:r>
                      <a:r>
                        <a:rPr sz="2200" dirty="0">
                          <a:latin typeface="Calibri"/>
                          <a:cs typeface="Calibri"/>
                        </a:rPr>
                        <a:t>set</a:t>
                      </a:r>
                      <a:r>
                        <a:rPr sz="2200" spc="170" dirty="0">
                          <a:latin typeface="Calibri"/>
                          <a:cs typeface="Calibri"/>
                        </a:rPr>
                        <a:t> </a:t>
                      </a:r>
                      <a:r>
                        <a:rPr sz="2200" dirty="0">
                          <a:latin typeface="Calibri"/>
                          <a:cs typeface="Calibri"/>
                        </a:rPr>
                        <a:t>of</a:t>
                      </a:r>
                      <a:r>
                        <a:rPr sz="2200" spc="175" dirty="0">
                          <a:latin typeface="Calibri"/>
                          <a:cs typeface="Calibri"/>
                        </a:rPr>
                        <a:t> </a:t>
                      </a:r>
                      <a:r>
                        <a:rPr sz="2200" dirty="0">
                          <a:latin typeface="Calibri"/>
                          <a:cs typeface="Calibri"/>
                        </a:rPr>
                        <a:t>versions</a:t>
                      </a:r>
                      <a:r>
                        <a:rPr sz="2200" spc="170" dirty="0">
                          <a:latin typeface="Calibri"/>
                          <a:cs typeface="Calibri"/>
                        </a:rPr>
                        <a:t> </a:t>
                      </a:r>
                      <a:r>
                        <a:rPr sz="2200" dirty="0">
                          <a:latin typeface="Calibri"/>
                          <a:cs typeface="Calibri"/>
                        </a:rPr>
                        <a:t>of</a:t>
                      </a:r>
                      <a:r>
                        <a:rPr sz="2200" spc="175" dirty="0">
                          <a:latin typeface="Calibri"/>
                          <a:cs typeface="Calibri"/>
                        </a:rPr>
                        <a:t> </a:t>
                      </a:r>
                      <a:r>
                        <a:rPr sz="2200" dirty="0">
                          <a:latin typeface="Calibri"/>
                          <a:cs typeface="Calibri"/>
                        </a:rPr>
                        <a:t>a</a:t>
                      </a:r>
                      <a:r>
                        <a:rPr sz="2200" spc="175" dirty="0">
                          <a:latin typeface="Calibri"/>
                          <a:cs typeface="Calibri"/>
                        </a:rPr>
                        <a:t> </a:t>
                      </a:r>
                      <a:r>
                        <a:rPr sz="2200" dirty="0">
                          <a:latin typeface="Calibri"/>
                          <a:cs typeface="Calibri"/>
                        </a:rPr>
                        <a:t>software</a:t>
                      </a:r>
                      <a:r>
                        <a:rPr sz="2200" spc="180" dirty="0">
                          <a:latin typeface="Calibri"/>
                          <a:cs typeface="Calibri"/>
                        </a:rPr>
                        <a:t> </a:t>
                      </a:r>
                      <a:r>
                        <a:rPr sz="2200" dirty="0">
                          <a:latin typeface="Calibri"/>
                          <a:cs typeface="Calibri"/>
                        </a:rPr>
                        <a:t>component</a:t>
                      </a:r>
                      <a:r>
                        <a:rPr sz="2200" spc="170" dirty="0">
                          <a:latin typeface="Calibri"/>
                          <a:cs typeface="Calibri"/>
                        </a:rPr>
                        <a:t> </a:t>
                      </a:r>
                      <a:r>
                        <a:rPr sz="2200" dirty="0">
                          <a:latin typeface="Calibri"/>
                          <a:cs typeface="Calibri"/>
                        </a:rPr>
                        <a:t>and</a:t>
                      </a:r>
                      <a:r>
                        <a:rPr sz="2200" spc="190" dirty="0">
                          <a:latin typeface="Calibri"/>
                          <a:cs typeface="Calibri"/>
                        </a:rPr>
                        <a:t> </a:t>
                      </a:r>
                      <a:r>
                        <a:rPr sz="2200" dirty="0">
                          <a:latin typeface="Calibri"/>
                          <a:cs typeface="Calibri"/>
                        </a:rPr>
                        <a:t>other</a:t>
                      </a:r>
                      <a:r>
                        <a:rPr sz="2200" spc="170" dirty="0">
                          <a:latin typeface="Calibri"/>
                          <a:cs typeface="Calibri"/>
                        </a:rPr>
                        <a:t> </a:t>
                      </a:r>
                      <a:r>
                        <a:rPr sz="2200" spc="-10" dirty="0">
                          <a:latin typeface="Calibri"/>
                          <a:cs typeface="Calibri"/>
                        </a:rPr>
                        <a:t>configuration</a:t>
                      </a:r>
                      <a:endParaRPr sz="2200">
                        <a:latin typeface="Calibri"/>
                        <a:cs typeface="Calibri"/>
                      </a:endParaRPr>
                    </a:p>
                    <a:p>
                      <a:pPr marL="377825">
                        <a:lnSpc>
                          <a:spcPct val="100000"/>
                        </a:lnSpc>
                        <a:spcBef>
                          <a:spcPts val="5"/>
                        </a:spcBef>
                      </a:pPr>
                      <a:r>
                        <a:rPr sz="2200" dirty="0">
                          <a:latin typeface="Calibri"/>
                          <a:cs typeface="Calibri"/>
                        </a:rPr>
                        <a:t>items</a:t>
                      </a:r>
                      <a:r>
                        <a:rPr sz="2200" spc="-35" dirty="0">
                          <a:latin typeface="Calibri"/>
                          <a:cs typeface="Calibri"/>
                        </a:rPr>
                        <a:t> </a:t>
                      </a:r>
                      <a:r>
                        <a:rPr sz="2200" dirty="0">
                          <a:latin typeface="Calibri"/>
                          <a:cs typeface="Calibri"/>
                        </a:rPr>
                        <a:t>on</a:t>
                      </a:r>
                      <a:r>
                        <a:rPr sz="2200" spc="-30" dirty="0">
                          <a:latin typeface="Calibri"/>
                          <a:cs typeface="Calibri"/>
                        </a:rPr>
                        <a:t> </a:t>
                      </a:r>
                      <a:r>
                        <a:rPr sz="2200" dirty="0">
                          <a:latin typeface="Calibri"/>
                          <a:cs typeface="Calibri"/>
                        </a:rPr>
                        <a:t>which</a:t>
                      </a:r>
                      <a:r>
                        <a:rPr sz="2200" spc="-20" dirty="0">
                          <a:latin typeface="Calibri"/>
                          <a:cs typeface="Calibri"/>
                        </a:rPr>
                        <a:t> </a:t>
                      </a:r>
                      <a:r>
                        <a:rPr sz="2200" dirty="0">
                          <a:latin typeface="Calibri"/>
                          <a:cs typeface="Calibri"/>
                        </a:rPr>
                        <a:t>that</a:t>
                      </a:r>
                      <a:r>
                        <a:rPr sz="2200" spc="-45" dirty="0">
                          <a:latin typeface="Calibri"/>
                          <a:cs typeface="Calibri"/>
                        </a:rPr>
                        <a:t> </a:t>
                      </a:r>
                      <a:r>
                        <a:rPr sz="2200" spc="-10" dirty="0">
                          <a:latin typeface="Calibri"/>
                          <a:cs typeface="Calibri"/>
                        </a:rPr>
                        <a:t>component</a:t>
                      </a:r>
                      <a:r>
                        <a:rPr sz="2200" spc="-30" dirty="0">
                          <a:latin typeface="Calibri"/>
                          <a:cs typeface="Calibri"/>
                        </a:rPr>
                        <a:t> </a:t>
                      </a:r>
                      <a:r>
                        <a:rPr sz="2200" spc="-10" dirty="0">
                          <a:latin typeface="Calibri"/>
                          <a:cs typeface="Calibri"/>
                        </a:rPr>
                        <a:t>depends.</a:t>
                      </a:r>
                      <a:endParaRPr sz="2200">
                        <a:latin typeface="Calibri"/>
                        <a:cs typeface="Calibri"/>
                      </a:endParaRPr>
                    </a:p>
                  </a:txBody>
                  <a:tcPr marL="0" marR="0" marT="3733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1426464">
                <a:tc>
                  <a:txBody>
                    <a:bodyPr/>
                    <a:lstStyle/>
                    <a:p>
                      <a:pPr marL="90805" marR="322580">
                        <a:lnSpc>
                          <a:spcPct val="100000"/>
                        </a:lnSpc>
                        <a:spcBef>
                          <a:spcPts val="250"/>
                        </a:spcBef>
                      </a:pPr>
                      <a:r>
                        <a:rPr sz="2200" b="1" i="1" spc="-10" dirty="0">
                          <a:solidFill>
                            <a:srgbClr val="C00000"/>
                          </a:solidFill>
                          <a:latin typeface="Calibri"/>
                          <a:cs typeface="Calibri"/>
                        </a:rPr>
                        <a:t>Configuration (version) control</a:t>
                      </a:r>
                      <a:endParaRPr sz="2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marR="81280" indent="-287020" algn="just">
                        <a:lnSpc>
                          <a:spcPct val="100000"/>
                        </a:lnSpc>
                        <a:spcBef>
                          <a:spcPts val="250"/>
                        </a:spcBef>
                        <a:buFont typeface="Arial MT"/>
                        <a:buChar char="•"/>
                        <a:tabLst>
                          <a:tab pos="377825" algn="l"/>
                        </a:tabLst>
                      </a:pPr>
                      <a:r>
                        <a:rPr sz="2200" dirty="0">
                          <a:latin typeface="Calibri"/>
                          <a:cs typeface="Calibri"/>
                        </a:rPr>
                        <a:t>The</a:t>
                      </a:r>
                      <a:r>
                        <a:rPr sz="2200" spc="260" dirty="0">
                          <a:latin typeface="Calibri"/>
                          <a:cs typeface="Calibri"/>
                        </a:rPr>
                        <a:t> </a:t>
                      </a:r>
                      <a:r>
                        <a:rPr sz="2200" dirty="0">
                          <a:latin typeface="Calibri"/>
                          <a:cs typeface="Calibri"/>
                        </a:rPr>
                        <a:t>process</a:t>
                      </a:r>
                      <a:r>
                        <a:rPr sz="2200" spc="260" dirty="0">
                          <a:latin typeface="Calibri"/>
                          <a:cs typeface="Calibri"/>
                        </a:rPr>
                        <a:t> </a:t>
                      </a:r>
                      <a:r>
                        <a:rPr sz="2200" dirty="0">
                          <a:latin typeface="Calibri"/>
                          <a:cs typeface="Calibri"/>
                        </a:rPr>
                        <a:t>of</a:t>
                      </a:r>
                      <a:r>
                        <a:rPr sz="2200" spc="250" dirty="0">
                          <a:latin typeface="Calibri"/>
                          <a:cs typeface="Calibri"/>
                        </a:rPr>
                        <a:t> </a:t>
                      </a:r>
                      <a:r>
                        <a:rPr sz="2200" dirty="0">
                          <a:latin typeface="Calibri"/>
                          <a:cs typeface="Calibri"/>
                        </a:rPr>
                        <a:t>ensuring</a:t>
                      </a:r>
                      <a:r>
                        <a:rPr sz="2200" spc="270" dirty="0">
                          <a:latin typeface="Calibri"/>
                          <a:cs typeface="Calibri"/>
                        </a:rPr>
                        <a:t> </a:t>
                      </a:r>
                      <a:r>
                        <a:rPr sz="2200" dirty="0">
                          <a:latin typeface="Calibri"/>
                          <a:cs typeface="Calibri"/>
                        </a:rPr>
                        <a:t>that</a:t>
                      </a:r>
                      <a:r>
                        <a:rPr sz="2200" spc="254" dirty="0">
                          <a:latin typeface="Calibri"/>
                          <a:cs typeface="Calibri"/>
                        </a:rPr>
                        <a:t> </a:t>
                      </a:r>
                      <a:r>
                        <a:rPr sz="2200" dirty="0">
                          <a:latin typeface="Calibri"/>
                          <a:cs typeface="Calibri"/>
                        </a:rPr>
                        <a:t>versions</a:t>
                      </a:r>
                      <a:r>
                        <a:rPr sz="2200" spc="260" dirty="0">
                          <a:latin typeface="Calibri"/>
                          <a:cs typeface="Calibri"/>
                        </a:rPr>
                        <a:t> </a:t>
                      </a:r>
                      <a:r>
                        <a:rPr sz="2200" dirty="0">
                          <a:latin typeface="Calibri"/>
                          <a:cs typeface="Calibri"/>
                        </a:rPr>
                        <a:t>of</a:t>
                      </a:r>
                      <a:r>
                        <a:rPr sz="2200" spc="265" dirty="0">
                          <a:latin typeface="Calibri"/>
                          <a:cs typeface="Calibri"/>
                        </a:rPr>
                        <a:t> </a:t>
                      </a:r>
                      <a:r>
                        <a:rPr sz="2200" dirty="0">
                          <a:latin typeface="Calibri"/>
                          <a:cs typeface="Calibri"/>
                        </a:rPr>
                        <a:t>systems</a:t>
                      </a:r>
                      <a:r>
                        <a:rPr sz="2200" spc="265" dirty="0">
                          <a:latin typeface="Calibri"/>
                          <a:cs typeface="Calibri"/>
                        </a:rPr>
                        <a:t> </a:t>
                      </a:r>
                      <a:r>
                        <a:rPr sz="2200" dirty="0">
                          <a:latin typeface="Calibri"/>
                          <a:cs typeface="Calibri"/>
                        </a:rPr>
                        <a:t>and</a:t>
                      </a:r>
                      <a:r>
                        <a:rPr sz="2200" spc="260" dirty="0">
                          <a:latin typeface="Calibri"/>
                          <a:cs typeface="Calibri"/>
                        </a:rPr>
                        <a:t> </a:t>
                      </a:r>
                      <a:r>
                        <a:rPr sz="2200" spc="-10" dirty="0">
                          <a:latin typeface="Calibri"/>
                          <a:cs typeface="Calibri"/>
                        </a:rPr>
                        <a:t>components </a:t>
                      </a:r>
                      <a:r>
                        <a:rPr sz="2200" dirty="0">
                          <a:latin typeface="Calibri"/>
                          <a:cs typeface="Calibri"/>
                        </a:rPr>
                        <a:t>are</a:t>
                      </a:r>
                      <a:r>
                        <a:rPr sz="2200" spc="185" dirty="0">
                          <a:latin typeface="Calibri"/>
                          <a:cs typeface="Calibri"/>
                        </a:rPr>
                        <a:t> </a:t>
                      </a:r>
                      <a:r>
                        <a:rPr sz="2200" dirty="0">
                          <a:latin typeface="Calibri"/>
                          <a:cs typeface="Calibri"/>
                        </a:rPr>
                        <a:t>recorded</a:t>
                      </a:r>
                      <a:r>
                        <a:rPr sz="2200" spc="180" dirty="0">
                          <a:latin typeface="Calibri"/>
                          <a:cs typeface="Calibri"/>
                        </a:rPr>
                        <a:t> </a:t>
                      </a:r>
                      <a:r>
                        <a:rPr sz="2200" dirty="0">
                          <a:latin typeface="Calibri"/>
                          <a:cs typeface="Calibri"/>
                        </a:rPr>
                        <a:t>and</a:t>
                      </a:r>
                      <a:r>
                        <a:rPr sz="2200" spc="185" dirty="0">
                          <a:latin typeface="Calibri"/>
                          <a:cs typeface="Calibri"/>
                        </a:rPr>
                        <a:t> </a:t>
                      </a:r>
                      <a:r>
                        <a:rPr sz="2200" dirty="0">
                          <a:latin typeface="Calibri"/>
                          <a:cs typeface="Calibri"/>
                        </a:rPr>
                        <a:t>maintained</a:t>
                      </a:r>
                      <a:r>
                        <a:rPr sz="2200" spc="190" dirty="0">
                          <a:latin typeface="Calibri"/>
                          <a:cs typeface="Calibri"/>
                        </a:rPr>
                        <a:t> </a:t>
                      </a:r>
                      <a:r>
                        <a:rPr sz="2200" dirty="0">
                          <a:latin typeface="Calibri"/>
                          <a:cs typeface="Calibri"/>
                        </a:rPr>
                        <a:t>so</a:t>
                      </a:r>
                      <a:r>
                        <a:rPr sz="2200" spc="175" dirty="0">
                          <a:latin typeface="Calibri"/>
                          <a:cs typeface="Calibri"/>
                        </a:rPr>
                        <a:t> </a:t>
                      </a:r>
                      <a:r>
                        <a:rPr sz="2200" dirty="0">
                          <a:latin typeface="Calibri"/>
                          <a:cs typeface="Calibri"/>
                        </a:rPr>
                        <a:t>that</a:t>
                      </a:r>
                      <a:r>
                        <a:rPr sz="2200" spc="180" dirty="0">
                          <a:latin typeface="Calibri"/>
                          <a:cs typeface="Calibri"/>
                        </a:rPr>
                        <a:t> </a:t>
                      </a:r>
                      <a:r>
                        <a:rPr sz="2200" dirty="0">
                          <a:latin typeface="Calibri"/>
                          <a:cs typeface="Calibri"/>
                        </a:rPr>
                        <a:t>changes</a:t>
                      </a:r>
                      <a:r>
                        <a:rPr sz="2200" spc="190" dirty="0">
                          <a:latin typeface="Calibri"/>
                          <a:cs typeface="Calibri"/>
                        </a:rPr>
                        <a:t> </a:t>
                      </a:r>
                      <a:r>
                        <a:rPr sz="2200" dirty="0">
                          <a:latin typeface="Calibri"/>
                          <a:cs typeface="Calibri"/>
                        </a:rPr>
                        <a:t>are</a:t>
                      </a:r>
                      <a:r>
                        <a:rPr sz="2200" spc="180" dirty="0">
                          <a:latin typeface="Calibri"/>
                          <a:cs typeface="Calibri"/>
                        </a:rPr>
                        <a:t> </a:t>
                      </a:r>
                      <a:r>
                        <a:rPr sz="2200" dirty="0">
                          <a:latin typeface="Calibri"/>
                          <a:cs typeface="Calibri"/>
                        </a:rPr>
                        <a:t>managed</a:t>
                      </a:r>
                      <a:r>
                        <a:rPr sz="2200" spc="190" dirty="0">
                          <a:latin typeface="Calibri"/>
                          <a:cs typeface="Calibri"/>
                        </a:rPr>
                        <a:t> </a:t>
                      </a:r>
                      <a:r>
                        <a:rPr sz="2200" dirty="0">
                          <a:latin typeface="Calibri"/>
                          <a:cs typeface="Calibri"/>
                        </a:rPr>
                        <a:t>and</a:t>
                      </a:r>
                      <a:r>
                        <a:rPr sz="2200" spc="185" dirty="0">
                          <a:latin typeface="Calibri"/>
                          <a:cs typeface="Calibri"/>
                        </a:rPr>
                        <a:t> </a:t>
                      </a:r>
                      <a:r>
                        <a:rPr sz="2200" spc="-25" dirty="0">
                          <a:latin typeface="Calibri"/>
                          <a:cs typeface="Calibri"/>
                        </a:rPr>
                        <a:t>all </a:t>
                      </a:r>
                      <a:r>
                        <a:rPr sz="2200" dirty="0">
                          <a:latin typeface="Calibri"/>
                          <a:cs typeface="Calibri"/>
                        </a:rPr>
                        <a:t>versions</a:t>
                      </a:r>
                      <a:r>
                        <a:rPr sz="2200" spc="90" dirty="0">
                          <a:latin typeface="Calibri"/>
                          <a:cs typeface="Calibri"/>
                        </a:rPr>
                        <a:t> </a:t>
                      </a:r>
                      <a:r>
                        <a:rPr sz="2200" dirty="0">
                          <a:latin typeface="Calibri"/>
                          <a:cs typeface="Calibri"/>
                        </a:rPr>
                        <a:t>of</a:t>
                      </a:r>
                      <a:r>
                        <a:rPr sz="2200" spc="90" dirty="0">
                          <a:latin typeface="Calibri"/>
                          <a:cs typeface="Calibri"/>
                        </a:rPr>
                        <a:t> </a:t>
                      </a:r>
                      <a:r>
                        <a:rPr sz="2200" dirty="0">
                          <a:latin typeface="Calibri"/>
                          <a:cs typeface="Calibri"/>
                        </a:rPr>
                        <a:t>components</a:t>
                      </a:r>
                      <a:r>
                        <a:rPr sz="2200" spc="95" dirty="0">
                          <a:latin typeface="Calibri"/>
                          <a:cs typeface="Calibri"/>
                        </a:rPr>
                        <a:t> </a:t>
                      </a:r>
                      <a:r>
                        <a:rPr sz="2200" dirty="0">
                          <a:latin typeface="Calibri"/>
                          <a:cs typeface="Calibri"/>
                        </a:rPr>
                        <a:t>are</a:t>
                      </a:r>
                      <a:r>
                        <a:rPr sz="2200" spc="90" dirty="0">
                          <a:latin typeface="Calibri"/>
                          <a:cs typeface="Calibri"/>
                        </a:rPr>
                        <a:t> </a:t>
                      </a:r>
                      <a:r>
                        <a:rPr sz="2200" dirty="0">
                          <a:latin typeface="Calibri"/>
                          <a:cs typeface="Calibri"/>
                        </a:rPr>
                        <a:t>identified</a:t>
                      </a:r>
                      <a:r>
                        <a:rPr sz="2200" spc="95" dirty="0">
                          <a:latin typeface="Calibri"/>
                          <a:cs typeface="Calibri"/>
                        </a:rPr>
                        <a:t> </a:t>
                      </a:r>
                      <a:r>
                        <a:rPr sz="2200" dirty="0">
                          <a:latin typeface="Calibri"/>
                          <a:cs typeface="Calibri"/>
                        </a:rPr>
                        <a:t>and</a:t>
                      </a:r>
                      <a:r>
                        <a:rPr sz="2200" spc="105" dirty="0">
                          <a:latin typeface="Calibri"/>
                          <a:cs typeface="Calibri"/>
                        </a:rPr>
                        <a:t> </a:t>
                      </a:r>
                      <a:r>
                        <a:rPr sz="2200" dirty="0">
                          <a:latin typeface="Calibri"/>
                          <a:cs typeface="Calibri"/>
                        </a:rPr>
                        <a:t>stored</a:t>
                      </a:r>
                      <a:r>
                        <a:rPr sz="2200" spc="95" dirty="0">
                          <a:latin typeface="Calibri"/>
                          <a:cs typeface="Calibri"/>
                        </a:rPr>
                        <a:t> </a:t>
                      </a:r>
                      <a:r>
                        <a:rPr sz="2200" dirty="0">
                          <a:latin typeface="Calibri"/>
                          <a:cs typeface="Calibri"/>
                        </a:rPr>
                        <a:t>for</a:t>
                      </a:r>
                      <a:r>
                        <a:rPr sz="2200" spc="85" dirty="0">
                          <a:latin typeface="Calibri"/>
                          <a:cs typeface="Calibri"/>
                        </a:rPr>
                        <a:t> </a:t>
                      </a:r>
                      <a:r>
                        <a:rPr sz="2200" dirty="0">
                          <a:latin typeface="Calibri"/>
                          <a:cs typeface="Calibri"/>
                        </a:rPr>
                        <a:t>the</a:t>
                      </a:r>
                      <a:r>
                        <a:rPr sz="2200" spc="100" dirty="0">
                          <a:latin typeface="Calibri"/>
                          <a:cs typeface="Calibri"/>
                        </a:rPr>
                        <a:t> </a:t>
                      </a:r>
                      <a:r>
                        <a:rPr sz="2200" dirty="0">
                          <a:latin typeface="Calibri"/>
                          <a:cs typeface="Calibri"/>
                        </a:rPr>
                        <a:t>lifetime</a:t>
                      </a:r>
                      <a:r>
                        <a:rPr sz="2200" spc="100" dirty="0">
                          <a:latin typeface="Calibri"/>
                          <a:cs typeface="Calibri"/>
                        </a:rPr>
                        <a:t> </a:t>
                      </a:r>
                      <a:r>
                        <a:rPr sz="2200" spc="-25" dirty="0">
                          <a:latin typeface="Calibri"/>
                          <a:cs typeface="Calibri"/>
                        </a:rPr>
                        <a:t>of </a:t>
                      </a:r>
                      <a:r>
                        <a:rPr sz="2200" dirty="0">
                          <a:latin typeface="Calibri"/>
                          <a:cs typeface="Calibri"/>
                        </a:rPr>
                        <a:t>the</a:t>
                      </a:r>
                      <a:r>
                        <a:rPr sz="2200" spc="-10" dirty="0">
                          <a:latin typeface="Calibri"/>
                          <a:cs typeface="Calibri"/>
                        </a:rPr>
                        <a:t> system.</a:t>
                      </a:r>
                      <a:endParaRPr sz="2200" dirty="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1987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16414652"/>
              </p:ext>
            </p:extLst>
          </p:nvPr>
        </p:nvGraphicFramePr>
        <p:xfrm>
          <a:off x="160256" y="137768"/>
          <a:ext cx="11783505" cy="6483858"/>
        </p:xfrm>
        <a:graphic>
          <a:graphicData uri="http://schemas.openxmlformats.org/drawingml/2006/table">
            <a:tbl>
              <a:tblPr firstRow="1" bandRow="1">
                <a:tableStyleId>{2D5ABB26-0587-4C30-8999-92F81FD0307C}</a:tableStyleId>
              </a:tblPr>
              <a:tblGrid>
                <a:gridCol w="1724271">
                  <a:extLst>
                    <a:ext uri="{9D8B030D-6E8A-4147-A177-3AD203B41FA5}">
                      <a16:colId xmlns:a16="http://schemas.microsoft.com/office/drawing/2014/main" val="20000"/>
                    </a:ext>
                  </a:extLst>
                </a:gridCol>
                <a:gridCol w="10059234">
                  <a:extLst>
                    <a:ext uri="{9D8B030D-6E8A-4147-A177-3AD203B41FA5}">
                      <a16:colId xmlns:a16="http://schemas.microsoft.com/office/drawing/2014/main" val="20001"/>
                    </a:ext>
                  </a:extLst>
                </a:gridCol>
              </a:tblGrid>
              <a:tr h="444246">
                <a:tc>
                  <a:txBody>
                    <a:bodyPr/>
                    <a:lstStyle/>
                    <a:p>
                      <a:pPr marL="409575">
                        <a:lnSpc>
                          <a:spcPct val="100000"/>
                        </a:lnSpc>
                        <a:spcBef>
                          <a:spcPts val="240"/>
                        </a:spcBef>
                      </a:pPr>
                      <a:r>
                        <a:rPr sz="2200" b="1" spc="-20" dirty="0">
                          <a:solidFill>
                            <a:srgbClr val="FFFFFF"/>
                          </a:solidFill>
                          <a:latin typeface="Calibri"/>
                          <a:cs typeface="Calibri"/>
                        </a:rPr>
                        <a:t>Term</a:t>
                      </a:r>
                      <a:endParaRPr sz="2200" dirty="0">
                        <a:latin typeface="Calibri"/>
                        <a:cs typeface="Calibri"/>
                      </a:endParaRPr>
                    </a:p>
                  </a:txBody>
                  <a:tcPr marL="0" marR="0" marT="3657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063A1"/>
                    </a:solidFill>
                  </a:tcPr>
                </a:tc>
                <a:tc>
                  <a:txBody>
                    <a:bodyPr/>
                    <a:lstStyle/>
                    <a:p>
                      <a:pPr marL="2540" algn="ctr">
                        <a:lnSpc>
                          <a:spcPct val="100000"/>
                        </a:lnSpc>
                        <a:spcBef>
                          <a:spcPts val="240"/>
                        </a:spcBef>
                      </a:pPr>
                      <a:r>
                        <a:rPr sz="2200" b="1" spc="-10" dirty="0">
                          <a:solidFill>
                            <a:srgbClr val="FFFFFF"/>
                          </a:solidFill>
                          <a:latin typeface="Calibri"/>
                          <a:cs typeface="Calibri"/>
                        </a:rPr>
                        <a:t>Explanation</a:t>
                      </a:r>
                      <a:endParaRPr sz="2200" dirty="0">
                        <a:latin typeface="Calibri"/>
                        <a:cs typeface="Calibri"/>
                      </a:endParaRPr>
                    </a:p>
                  </a:txBody>
                  <a:tcPr marL="0" marR="0" marT="3657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063A1"/>
                    </a:solidFill>
                  </a:tcPr>
                </a:tc>
                <a:extLst>
                  <a:ext uri="{0D108BD9-81ED-4DB2-BD59-A6C34878D82A}">
                    <a16:rowId xmlns:a16="http://schemas.microsoft.com/office/drawing/2014/main" val="10000"/>
                  </a:ext>
                </a:extLst>
              </a:tr>
              <a:tr h="444246">
                <a:tc>
                  <a:txBody>
                    <a:bodyPr/>
                    <a:lstStyle/>
                    <a:p>
                      <a:pPr marL="91440">
                        <a:lnSpc>
                          <a:spcPct val="100000"/>
                        </a:lnSpc>
                        <a:spcBef>
                          <a:spcPts val="240"/>
                        </a:spcBef>
                      </a:pPr>
                      <a:r>
                        <a:rPr sz="2200" b="1" i="1" spc="-10" dirty="0">
                          <a:solidFill>
                            <a:srgbClr val="C00000"/>
                          </a:solidFill>
                          <a:latin typeface="Calibri"/>
                          <a:cs typeface="Calibri"/>
                        </a:rPr>
                        <a:t>Mainline</a:t>
                      </a:r>
                      <a:endParaRPr sz="2200">
                        <a:latin typeface="Calibri"/>
                        <a:cs typeface="Calibri"/>
                      </a:endParaRPr>
                    </a:p>
                  </a:txBody>
                  <a:tcPr marL="0" marR="0" marT="3657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indent="-286385">
                        <a:lnSpc>
                          <a:spcPct val="100000"/>
                        </a:lnSpc>
                        <a:spcBef>
                          <a:spcPts val="240"/>
                        </a:spcBef>
                        <a:buFont typeface="Arial MT"/>
                        <a:buChar char="•"/>
                        <a:tabLst>
                          <a:tab pos="377825" algn="l"/>
                        </a:tabLst>
                      </a:pPr>
                      <a:r>
                        <a:rPr sz="2200" dirty="0">
                          <a:latin typeface="Calibri"/>
                          <a:cs typeface="Calibri"/>
                        </a:rPr>
                        <a:t>A</a:t>
                      </a:r>
                      <a:r>
                        <a:rPr sz="2200" spc="-45" dirty="0">
                          <a:latin typeface="Calibri"/>
                          <a:cs typeface="Calibri"/>
                        </a:rPr>
                        <a:t> </a:t>
                      </a:r>
                      <a:r>
                        <a:rPr sz="2200" dirty="0">
                          <a:latin typeface="Calibri"/>
                          <a:cs typeface="Calibri"/>
                        </a:rPr>
                        <a:t>sequence</a:t>
                      </a:r>
                      <a:r>
                        <a:rPr sz="2200" spc="-25" dirty="0">
                          <a:latin typeface="Calibri"/>
                          <a:cs typeface="Calibri"/>
                        </a:rPr>
                        <a:t> </a:t>
                      </a:r>
                      <a:r>
                        <a:rPr sz="2200" dirty="0">
                          <a:latin typeface="Calibri"/>
                          <a:cs typeface="Calibri"/>
                        </a:rPr>
                        <a:t>of</a:t>
                      </a:r>
                      <a:r>
                        <a:rPr sz="2200" spc="-45" dirty="0">
                          <a:latin typeface="Calibri"/>
                          <a:cs typeface="Calibri"/>
                        </a:rPr>
                        <a:t> </a:t>
                      </a:r>
                      <a:r>
                        <a:rPr sz="2200" dirty="0">
                          <a:latin typeface="Calibri"/>
                          <a:cs typeface="Calibri"/>
                        </a:rPr>
                        <a:t>baselines</a:t>
                      </a:r>
                      <a:r>
                        <a:rPr sz="2200" spc="-40" dirty="0">
                          <a:latin typeface="Calibri"/>
                          <a:cs typeface="Calibri"/>
                        </a:rPr>
                        <a:t> </a:t>
                      </a:r>
                      <a:r>
                        <a:rPr sz="2200" spc="-10" dirty="0">
                          <a:latin typeface="Calibri"/>
                          <a:cs typeface="Calibri"/>
                        </a:rPr>
                        <a:t>representing</a:t>
                      </a:r>
                      <a:r>
                        <a:rPr sz="2200" spc="-35" dirty="0">
                          <a:latin typeface="Calibri"/>
                          <a:cs typeface="Calibri"/>
                        </a:rPr>
                        <a:t> </a:t>
                      </a:r>
                      <a:r>
                        <a:rPr sz="2200" spc="-10" dirty="0">
                          <a:latin typeface="Calibri"/>
                          <a:cs typeface="Calibri"/>
                        </a:rPr>
                        <a:t>different</a:t>
                      </a:r>
                      <a:r>
                        <a:rPr sz="2200" spc="-30" dirty="0">
                          <a:latin typeface="Calibri"/>
                          <a:cs typeface="Calibri"/>
                        </a:rPr>
                        <a:t> </a:t>
                      </a:r>
                      <a:r>
                        <a:rPr sz="2200" dirty="0">
                          <a:latin typeface="Calibri"/>
                          <a:cs typeface="Calibri"/>
                        </a:rPr>
                        <a:t>versions</a:t>
                      </a:r>
                      <a:r>
                        <a:rPr sz="2200" spc="-55" dirty="0">
                          <a:latin typeface="Calibri"/>
                          <a:cs typeface="Calibri"/>
                        </a:rPr>
                        <a:t> </a:t>
                      </a:r>
                      <a:r>
                        <a:rPr sz="2200" dirty="0">
                          <a:latin typeface="Calibri"/>
                          <a:cs typeface="Calibri"/>
                        </a:rPr>
                        <a:t>of</a:t>
                      </a:r>
                      <a:r>
                        <a:rPr sz="2200" spc="-45" dirty="0">
                          <a:latin typeface="Calibri"/>
                          <a:cs typeface="Calibri"/>
                        </a:rPr>
                        <a:t> </a:t>
                      </a:r>
                      <a:r>
                        <a:rPr sz="2200" dirty="0">
                          <a:latin typeface="Calibri"/>
                          <a:cs typeface="Calibri"/>
                        </a:rPr>
                        <a:t>a</a:t>
                      </a:r>
                      <a:r>
                        <a:rPr sz="2200" spc="-35" dirty="0">
                          <a:latin typeface="Calibri"/>
                          <a:cs typeface="Calibri"/>
                        </a:rPr>
                        <a:t> </a:t>
                      </a:r>
                      <a:r>
                        <a:rPr sz="2200" spc="-10" dirty="0">
                          <a:latin typeface="Calibri"/>
                          <a:cs typeface="Calibri"/>
                        </a:rPr>
                        <a:t>system</a:t>
                      </a:r>
                      <a:endParaRPr sz="2200">
                        <a:latin typeface="Calibri"/>
                        <a:cs typeface="Calibri"/>
                      </a:endParaRPr>
                    </a:p>
                  </a:txBody>
                  <a:tcPr marL="0" marR="0" marT="3657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426464">
                <a:tc>
                  <a:txBody>
                    <a:bodyPr/>
                    <a:lstStyle/>
                    <a:p>
                      <a:pPr marL="91440">
                        <a:lnSpc>
                          <a:spcPct val="100000"/>
                        </a:lnSpc>
                        <a:spcBef>
                          <a:spcPts val="240"/>
                        </a:spcBef>
                      </a:pPr>
                      <a:r>
                        <a:rPr sz="2200" b="1" i="1" spc="-10" dirty="0">
                          <a:solidFill>
                            <a:srgbClr val="C00000"/>
                          </a:solidFill>
                          <a:latin typeface="Calibri"/>
                          <a:cs typeface="Calibri"/>
                        </a:rPr>
                        <a:t>Merging</a:t>
                      </a:r>
                      <a:endParaRPr sz="2200">
                        <a:latin typeface="Calibri"/>
                        <a:cs typeface="Calibri"/>
                      </a:endParaRPr>
                    </a:p>
                  </a:txBody>
                  <a:tcPr marL="0" marR="0" marT="3657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marR="83185" indent="-287020">
                        <a:lnSpc>
                          <a:spcPct val="100000"/>
                        </a:lnSpc>
                        <a:spcBef>
                          <a:spcPts val="240"/>
                        </a:spcBef>
                        <a:buFont typeface="Arial MT"/>
                        <a:buChar char="•"/>
                        <a:tabLst>
                          <a:tab pos="377825" algn="l"/>
                        </a:tabLst>
                      </a:pPr>
                      <a:r>
                        <a:rPr sz="2200" dirty="0">
                          <a:latin typeface="Calibri"/>
                          <a:cs typeface="Calibri"/>
                        </a:rPr>
                        <a:t>The</a:t>
                      </a:r>
                      <a:r>
                        <a:rPr sz="2200" spc="-45" dirty="0">
                          <a:latin typeface="Calibri"/>
                          <a:cs typeface="Calibri"/>
                        </a:rPr>
                        <a:t> </a:t>
                      </a:r>
                      <a:r>
                        <a:rPr sz="2200" dirty="0">
                          <a:latin typeface="Calibri"/>
                          <a:cs typeface="Calibri"/>
                        </a:rPr>
                        <a:t>creation</a:t>
                      </a:r>
                      <a:r>
                        <a:rPr sz="2200" spc="-30" dirty="0">
                          <a:latin typeface="Calibri"/>
                          <a:cs typeface="Calibri"/>
                        </a:rPr>
                        <a:t> </a:t>
                      </a:r>
                      <a:r>
                        <a:rPr sz="2200" dirty="0">
                          <a:latin typeface="Calibri"/>
                          <a:cs typeface="Calibri"/>
                        </a:rPr>
                        <a:t>of</a:t>
                      </a:r>
                      <a:r>
                        <a:rPr sz="2200" spc="-30" dirty="0">
                          <a:latin typeface="Calibri"/>
                          <a:cs typeface="Calibri"/>
                        </a:rPr>
                        <a:t> </a:t>
                      </a:r>
                      <a:r>
                        <a:rPr sz="2200" dirty="0">
                          <a:latin typeface="Calibri"/>
                          <a:cs typeface="Calibri"/>
                        </a:rPr>
                        <a:t>a</a:t>
                      </a:r>
                      <a:r>
                        <a:rPr sz="2200" spc="-50" dirty="0">
                          <a:latin typeface="Calibri"/>
                          <a:cs typeface="Calibri"/>
                        </a:rPr>
                        <a:t> </a:t>
                      </a:r>
                      <a:r>
                        <a:rPr sz="2200" dirty="0">
                          <a:latin typeface="Calibri"/>
                          <a:cs typeface="Calibri"/>
                        </a:rPr>
                        <a:t>new</a:t>
                      </a:r>
                      <a:r>
                        <a:rPr sz="2200" spc="-35" dirty="0">
                          <a:latin typeface="Calibri"/>
                          <a:cs typeface="Calibri"/>
                        </a:rPr>
                        <a:t> </a:t>
                      </a:r>
                      <a:r>
                        <a:rPr sz="2200" dirty="0">
                          <a:latin typeface="Calibri"/>
                          <a:cs typeface="Calibri"/>
                        </a:rPr>
                        <a:t>version</a:t>
                      </a:r>
                      <a:r>
                        <a:rPr sz="2200" spc="-40" dirty="0">
                          <a:latin typeface="Calibri"/>
                          <a:cs typeface="Calibri"/>
                        </a:rPr>
                        <a:t> </a:t>
                      </a:r>
                      <a:r>
                        <a:rPr sz="2200" dirty="0">
                          <a:latin typeface="Calibri"/>
                          <a:cs typeface="Calibri"/>
                        </a:rPr>
                        <a:t>of</a:t>
                      </a:r>
                      <a:r>
                        <a:rPr sz="2200" spc="-30" dirty="0">
                          <a:latin typeface="Calibri"/>
                          <a:cs typeface="Calibri"/>
                        </a:rPr>
                        <a:t> </a:t>
                      </a:r>
                      <a:r>
                        <a:rPr sz="2200" dirty="0">
                          <a:latin typeface="Calibri"/>
                          <a:cs typeface="Calibri"/>
                        </a:rPr>
                        <a:t>a</a:t>
                      </a:r>
                      <a:r>
                        <a:rPr sz="2200" spc="-50" dirty="0">
                          <a:latin typeface="Calibri"/>
                          <a:cs typeface="Calibri"/>
                        </a:rPr>
                        <a:t> </a:t>
                      </a:r>
                      <a:r>
                        <a:rPr sz="2200" dirty="0">
                          <a:latin typeface="Calibri"/>
                          <a:cs typeface="Calibri"/>
                        </a:rPr>
                        <a:t>software</a:t>
                      </a:r>
                      <a:r>
                        <a:rPr sz="2200" spc="-25" dirty="0">
                          <a:latin typeface="Calibri"/>
                          <a:cs typeface="Calibri"/>
                        </a:rPr>
                        <a:t> </a:t>
                      </a:r>
                      <a:r>
                        <a:rPr sz="2200" spc="-10" dirty="0">
                          <a:latin typeface="Calibri"/>
                          <a:cs typeface="Calibri"/>
                        </a:rPr>
                        <a:t>component</a:t>
                      </a:r>
                      <a:r>
                        <a:rPr sz="2200" spc="-50" dirty="0">
                          <a:latin typeface="Calibri"/>
                          <a:cs typeface="Calibri"/>
                        </a:rPr>
                        <a:t> </a:t>
                      </a:r>
                      <a:r>
                        <a:rPr sz="2200" dirty="0">
                          <a:latin typeface="Calibri"/>
                          <a:cs typeface="Calibri"/>
                        </a:rPr>
                        <a:t>by</a:t>
                      </a:r>
                      <a:r>
                        <a:rPr sz="2200" spc="-35" dirty="0">
                          <a:latin typeface="Calibri"/>
                          <a:cs typeface="Calibri"/>
                        </a:rPr>
                        <a:t> </a:t>
                      </a:r>
                      <a:r>
                        <a:rPr sz="2200" dirty="0">
                          <a:latin typeface="Calibri"/>
                          <a:cs typeface="Calibri"/>
                        </a:rPr>
                        <a:t>merging</a:t>
                      </a:r>
                      <a:r>
                        <a:rPr sz="2200" spc="-40" dirty="0">
                          <a:latin typeface="Calibri"/>
                          <a:cs typeface="Calibri"/>
                        </a:rPr>
                        <a:t> </a:t>
                      </a:r>
                      <a:r>
                        <a:rPr sz="2200" spc="-10" dirty="0">
                          <a:latin typeface="Calibri"/>
                          <a:cs typeface="Calibri"/>
                        </a:rPr>
                        <a:t>separate </a:t>
                      </a:r>
                      <a:r>
                        <a:rPr sz="2200" dirty="0">
                          <a:latin typeface="Calibri"/>
                          <a:cs typeface="Calibri"/>
                        </a:rPr>
                        <a:t>versions</a:t>
                      </a:r>
                      <a:r>
                        <a:rPr sz="2200" spc="-75" dirty="0">
                          <a:latin typeface="Calibri"/>
                          <a:cs typeface="Calibri"/>
                        </a:rPr>
                        <a:t> </a:t>
                      </a:r>
                      <a:r>
                        <a:rPr sz="2200" dirty="0">
                          <a:latin typeface="Calibri"/>
                          <a:cs typeface="Calibri"/>
                        </a:rPr>
                        <a:t>in</a:t>
                      </a:r>
                      <a:r>
                        <a:rPr sz="2200" spc="-50" dirty="0">
                          <a:latin typeface="Calibri"/>
                          <a:cs typeface="Calibri"/>
                        </a:rPr>
                        <a:t> </a:t>
                      </a:r>
                      <a:r>
                        <a:rPr sz="2200" spc="-10" dirty="0">
                          <a:latin typeface="Calibri"/>
                          <a:cs typeface="Calibri"/>
                        </a:rPr>
                        <a:t>different</a:t>
                      </a:r>
                      <a:r>
                        <a:rPr sz="2200" spc="-55" dirty="0">
                          <a:latin typeface="Calibri"/>
                          <a:cs typeface="Calibri"/>
                        </a:rPr>
                        <a:t> </a:t>
                      </a:r>
                      <a:r>
                        <a:rPr sz="2200" spc="-10" dirty="0">
                          <a:latin typeface="Calibri"/>
                          <a:cs typeface="Calibri"/>
                        </a:rPr>
                        <a:t>codelines.</a:t>
                      </a:r>
                      <a:endParaRPr sz="2200" dirty="0">
                        <a:latin typeface="Calibri"/>
                        <a:cs typeface="Calibri"/>
                      </a:endParaRPr>
                    </a:p>
                    <a:p>
                      <a:pPr marL="377825" indent="-286385">
                        <a:lnSpc>
                          <a:spcPct val="100000"/>
                        </a:lnSpc>
                        <a:spcBef>
                          <a:spcPts val="5"/>
                        </a:spcBef>
                        <a:buFont typeface="Arial MT"/>
                        <a:buChar char="•"/>
                        <a:tabLst>
                          <a:tab pos="377825" algn="l"/>
                        </a:tabLst>
                      </a:pPr>
                      <a:r>
                        <a:rPr sz="2200" dirty="0">
                          <a:latin typeface="Calibri"/>
                          <a:cs typeface="Calibri"/>
                        </a:rPr>
                        <a:t>These</a:t>
                      </a:r>
                      <a:r>
                        <a:rPr sz="2200" spc="50" dirty="0">
                          <a:latin typeface="Calibri"/>
                          <a:cs typeface="Calibri"/>
                        </a:rPr>
                        <a:t> </a:t>
                      </a:r>
                      <a:r>
                        <a:rPr sz="2200" dirty="0">
                          <a:latin typeface="Calibri"/>
                          <a:cs typeface="Calibri"/>
                        </a:rPr>
                        <a:t>codelines</a:t>
                      </a:r>
                      <a:r>
                        <a:rPr sz="2200" spc="65" dirty="0">
                          <a:latin typeface="Calibri"/>
                          <a:cs typeface="Calibri"/>
                        </a:rPr>
                        <a:t> </a:t>
                      </a:r>
                      <a:r>
                        <a:rPr sz="2200" dirty="0">
                          <a:latin typeface="Calibri"/>
                          <a:cs typeface="Calibri"/>
                        </a:rPr>
                        <a:t>may</a:t>
                      </a:r>
                      <a:r>
                        <a:rPr sz="2200" spc="55" dirty="0">
                          <a:latin typeface="Calibri"/>
                          <a:cs typeface="Calibri"/>
                        </a:rPr>
                        <a:t> </a:t>
                      </a:r>
                      <a:r>
                        <a:rPr sz="2200" dirty="0">
                          <a:latin typeface="Calibri"/>
                          <a:cs typeface="Calibri"/>
                        </a:rPr>
                        <a:t>have</a:t>
                      </a:r>
                      <a:r>
                        <a:rPr sz="2200" spc="50" dirty="0">
                          <a:latin typeface="Calibri"/>
                          <a:cs typeface="Calibri"/>
                        </a:rPr>
                        <a:t> </a:t>
                      </a:r>
                      <a:r>
                        <a:rPr sz="2200" dirty="0">
                          <a:latin typeface="Calibri"/>
                          <a:cs typeface="Calibri"/>
                        </a:rPr>
                        <a:t>been</a:t>
                      </a:r>
                      <a:r>
                        <a:rPr sz="2200" spc="50" dirty="0">
                          <a:latin typeface="Calibri"/>
                          <a:cs typeface="Calibri"/>
                        </a:rPr>
                        <a:t> </a:t>
                      </a:r>
                      <a:r>
                        <a:rPr sz="2200" dirty="0">
                          <a:latin typeface="Calibri"/>
                          <a:cs typeface="Calibri"/>
                        </a:rPr>
                        <a:t>created</a:t>
                      </a:r>
                      <a:r>
                        <a:rPr sz="2200" spc="55" dirty="0">
                          <a:latin typeface="Calibri"/>
                          <a:cs typeface="Calibri"/>
                        </a:rPr>
                        <a:t> </a:t>
                      </a:r>
                      <a:r>
                        <a:rPr sz="2200" dirty="0">
                          <a:latin typeface="Calibri"/>
                          <a:cs typeface="Calibri"/>
                        </a:rPr>
                        <a:t>by</a:t>
                      </a:r>
                      <a:r>
                        <a:rPr sz="2200" spc="50" dirty="0">
                          <a:latin typeface="Calibri"/>
                          <a:cs typeface="Calibri"/>
                        </a:rPr>
                        <a:t> </a:t>
                      </a:r>
                      <a:r>
                        <a:rPr sz="2200" dirty="0">
                          <a:latin typeface="Calibri"/>
                          <a:cs typeface="Calibri"/>
                        </a:rPr>
                        <a:t>a</a:t>
                      </a:r>
                      <a:r>
                        <a:rPr sz="2200" spc="60" dirty="0">
                          <a:latin typeface="Calibri"/>
                          <a:cs typeface="Calibri"/>
                        </a:rPr>
                        <a:t> </a:t>
                      </a:r>
                      <a:r>
                        <a:rPr sz="2200" dirty="0">
                          <a:latin typeface="Calibri"/>
                          <a:cs typeface="Calibri"/>
                        </a:rPr>
                        <a:t>previous</a:t>
                      </a:r>
                      <a:r>
                        <a:rPr sz="2200" spc="50" dirty="0">
                          <a:latin typeface="Calibri"/>
                          <a:cs typeface="Calibri"/>
                        </a:rPr>
                        <a:t> </a:t>
                      </a:r>
                      <a:r>
                        <a:rPr sz="2200" dirty="0">
                          <a:latin typeface="Calibri"/>
                          <a:cs typeface="Calibri"/>
                        </a:rPr>
                        <a:t>branch</a:t>
                      </a:r>
                      <a:r>
                        <a:rPr sz="2200" spc="45" dirty="0">
                          <a:latin typeface="Calibri"/>
                          <a:cs typeface="Calibri"/>
                        </a:rPr>
                        <a:t> </a:t>
                      </a:r>
                      <a:r>
                        <a:rPr sz="2200" dirty="0">
                          <a:latin typeface="Calibri"/>
                          <a:cs typeface="Calibri"/>
                        </a:rPr>
                        <a:t>of</a:t>
                      </a:r>
                      <a:r>
                        <a:rPr sz="2200" spc="75" dirty="0">
                          <a:latin typeface="Calibri"/>
                          <a:cs typeface="Calibri"/>
                        </a:rPr>
                        <a:t> </a:t>
                      </a:r>
                      <a:r>
                        <a:rPr sz="2200" dirty="0">
                          <a:latin typeface="Calibri"/>
                          <a:cs typeface="Calibri"/>
                        </a:rPr>
                        <a:t>one</a:t>
                      </a:r>
                      <a:r>
                        <a:rPr sz="2200" spc="50" dirty="0">
                          <a:latin typeface="Calibri"/>
                          <a:cs typeface="Calibri"/>
                        </a:rPr>
                        <a:t> </a:t>
                      </a:r>
                      <a:r>
                        <a:rPr sz="2200" dirty="0">
                          <a:latin typeface="Calibri"/>
                          <a:cs typeface="Calibri"/>
                        </a:rPr>
                        <a:t>of</a:t>
                      </a:r>
                      <a:r>
                        <a:rPr sz="2200" spc="50" dirty="0">
                          <a:latin typeface="Calibri"/>
                          <a:cs typeface="Calibri"/>
                        </a:rPr>
                        <a:t> </a:t>
                      </a:r>
                      <a:r>
                        <a:rPr sz="2200" spc="-25" dirty="0">
                          <a:latin typeface="Calibri"/>
                          <a:cs typeface="Calibri"/>
                        </a:rPr>
                        <a:t>the</a:t>
                      </a:r>
                      <a:endParaRPr sz="2200" dirty="0">
                        <a:latin typeface="Calibri"/>
                        <a:cs typeface="Calibri"/>
                      </a:endParaRPr>
                    </a:p>
                    <a:p>
                      <a:pPr marL="377825">
                        <a:lnSpc>
                          <a:spcPct val="100000"/>
                        </a:lnSpc>
                      </a:pPr>
                      <a:r>
                        <a:rPr sz="2200" dirty="0">
                          <a:latin typeface="Calibri"/>
                          <a:cs typeface="Calibri"/>
                        </a:rPr>
                        <a:t>codelines</a:t>
                      </a:r>
                      <a:r>
                        <a:rPr sz="2200" spc="-65" dirty="0">
                          <a:latin typeface="Calibri"/>
                          <a:cs typeface="Calibri"/>
                        </a:rPr>
                        <a:t> </a:t>
                      </a:r>
                      <a:r>
                        <a:rPr sz="2200" spc="-10" dirty="0">
                          <a:latin typeface="Calibri"/>
                          <a:cs typeface="Calibri"/>
                        </a:rPr>
                        <a:t>involved.</a:t>
                      </a:r>
                      <a:endParaRPr sz="2200" dirty="0">
                        <a:latin typeface="Calibri"/>
                        <a:cs typeface="Calibri"/>
                      </a:endParaRPr>
                    </a:p>
                  </a:txBody>
                  <a:tcPr marL="0" marR="0" marT="3657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767334">
                <a:tc>
                  <a:txBody>
                    <a:bodyPr/>
                    <a:lstStyle/>
                    <a:p>
                      <a:pPr marL="91440">
                        <a:lnSpc>
                          <a:spcPct val="100000"/>
                        </a:lnSpc>
                        <a:spcBef>
                          <a:spcPts val="244"/>
                        </a:spcBef>
                      </a:pPr>
                      <a:r>
                        <a:rPr sz="2200" b="1" i="1" spc="-10" dirty="0">
                          <a:solidFill>
                            <a:srgbClr val="C00000"/>
                          </a:solidFill>
                          <a:latin typeface="Calibri"/>
                          <a:cs typeface="Calibri"/>
                        </a:rPr>
                        <a:t>Release</a:t>
                      </a:r>
                      <a:endParaRPr sz="2200">
                        <a:latin typeface="Calibri"/>
                        <a:cs typeface="Calibri"/>
                      </a:endParaRPr>
                    </a:p>
                  </a:txBody>
                  <a:tcPr marL="0" marR="0" marT="3733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marR="82550" indent="-287020">
                        <a:lnSpc>
                          <a:spcPct val="100000"/>
                        </a:lnSpc>
                        <a:spcBef>
                          <a:spcPts val="244"/>
                        </a:spcBef>
                        <a:buFont typeface="Arial MT"/>
                        <a:buChar char="•"/>
                        <a:tabLst>
                          <a:tab pos="377825" algn="l"/>
                        </a:tabLst>
                      </a:pPr>
                      <a:r>
                        <a:rPr sz="2200" dirty="0">
                          <a:latin typeface="Calibri"/>
                          <a:cs typeface="Calibri"/>
                        </a:rPr>
                        <a:t>A</a:t>
                      </a:r>
                      <a:r>
                        <a:rPr sz="2200" spc="-20" dirty="0">
                          <a:latin typeface="Calibri"/>
                          <a:cs typeface="Calibri"/>
                        </a:rPr>
                        <a:t> </a:t>
                      </a:r>
                      <a:r>
                        <a:rPr sz="2200" dirty="0">
                          <a:latin typeface="Calibri"/>
                          <a:cs typeface="Calibri"/>
                        </a:rPr>
                        <a:t>version</a:t>
                      </a:r>
                      <a:r>
                        <a:rPr sz="2200" spc="-20" dirty="0">
                          <a:latin typeface="Calibri"/>
                          <a:cs typeface="Calibri"/>
                        </a:rPr>
                        <a:t> </a:t>
                      </a:r>
                      <a:r>
                        <a:rPr sz="2200" dirty="0">
                          <a:latin typeface="Calibri"/>
                          <a:cs typeface="Calibri"/>
                        </a:rPr>
                        <a:t>of</a:t>
                      </a:r>
                      <a:r>
                        <a:rPr sz="2200" spc="-5" dirty="0">
                          <a:latin typeface="Calibri"/>
                          <a:cs typeface="Calibri"/>
                        </a:rPr>
                        <a:t> </a:t>
                      </a:r>
                      <a:r>
                        <a:rPr sz="2200" dirty="0">
                          <a:latin typeface="Calibri"/>
                          <a:cs typeface="Calibri"/>
                        </a:rPr>
                        <a:t>a</a:t>
                      </a:r>
                      <a:r>
                        <a:rPr sz="2200" spc="-10" dirty="0">
                          <a:latin typeface="Calibri"/>
                          <a:cs typeface="Calibri"/>
                        </a:rPr>
                        <a:t> </a:t>
                      </a:r>
                      <a:r>
                        <a:rPr sz="2200" dirty="0">
                          <a:latin typeface="Calibri"/>
                          <a:cs typeface="Calibri"/>
                        </a:rPr>
                        <a:t>system</a:t>
                      </a:r>
                      <a:r>
                        <a:rPr sz="2200" spc="-15" dirty="0">
                          <a:latin typeface="Calibri"/>
                          <a:cs typeface="Calibri"/>
                        </a:rPr>
                        <a:t> </a:t>
                      </a:r>
                      <a:r>
                        <a:rPr sz="2200" dirty="0">
                          <a:latin typeface="Calibri"/>
                          <a:cs typeface="Calibri"/>
                        </a:rPr>
                        <a:t>that</a:t>
                      </a:r>
                      <a:r>
                        <a:rPr sz="2200" spc="-20" dirty="0">
                          <a:latin typeface="Calibri"/>
                          <a:cs typeface="Calibri"/>
                        </a:rPr>
                        <a:t> </a:t>
                      </a:r>
                      <a:r>
                        <a:rPr sz="2200" dirty="0">
                          <a:latin typeface="Calibri"/>
                          <a:cs typeface="Calibri"/>
                        </a:rPr>
                        <a:t>has been</a:t>
                      </a:r>
                      <a:r>
                        <a:rPr sz="2200" spc="-10" dirty="0">
                          <a:latin typeface="Calibri"/>
                          <a:cs typeface="Calibri"/>
                        </a:rPr>
                        <a:t> </a:t>
                      </a:r>
                      <a:r>
                        <a:rPr sz="2200" dirty="0">
                          <a:latin typeface="Calibri"/>
                          <a:cs typeface="Calibri"/>
                        </a:rPr>
                        <a:t>released</a:t>
                      </a:r>
                      <a:r>
                        <a:rPr sz="2200" spc="-10" dirty="0">
                          <a:latin typeface="Calibri"/>
                          <a:cs typeface="Calibri"/>
                        </a:rPr>
                        <a:t> </a:t>
                      </a:r>
                      <a:r>
                        <a:rPr sz="2200" dirty="0">
                          <a:latin typeface="Calibri"/>
                          <a:cs typeface="Calibri"/>
                        </a:rPr>
                        <a:t>to</a:t>
                      </a:r>
                      <a:r>
                        <a:rPr sz="2200" spc="-10" dirty="0">
                          <a:latin typeface="Calibri"/>
                          <a:cs typeface="Calibri"/>
                        </a:rPr>
                        <a:t> customers</a:t>
                      </a:r>
                      <a:r>
                        <a:rPr sz="2200" spc="-15" dirty="0">
                          <a:latin typeface="Calibri"/>
                          <a:cs typeface="Calibri"/>
                        </a:rPr>
                        <a:t> </a:t>
                      </a:r>
                      <a:r>
                        <a:rPr sz="2200" dirty="0">
                          <a:latin typeface="Calibri"/>
                          <a:cs typeface="Calibri"/>
                        </a:rPr>
                        <a:t>(or</a:t>
                      </a:r>
                      <a:r>
                        <a:rPr sz="2200" spc="-15" dirty="0">
                          <a:latin typeface="Calibri"/>
                          <a:cs typeface="Calibri"/>
                        </a:rPr>
                        <a:t> </a:t>
                      </a:r>
                      <a:r>
                        <a:rPr sz="2200" dirty="0">
                          <a:latin typeface="Calibri"/>
                          <a:cs typeface="Calibri"/>
                        </a:rPr>
                        <a:t>other</a:t>
                      </a:r>
                      <a:r>
                        <a:rPr sz="2200" spc="-15" dirty="0">
                          <a:latin typeface="Calibri"/>
                          <a:cs typeface="Calibri"/>
                        </a:rPr>
                        <a:t> </a:t>
                      </a:r>
                      <a:r>
                        <a:rPr sz="2200" dirty="0">
                          <a:latin typeface="Calibri"/>
                          <a:cs typeface="Calibri"/>
                        </a:rPr>
                        <a:t>users </a:t>
                      </a:r>
                      <a:r>
                        <a:rPr sz="2200" spc="-25" dirty="0">
                          <a:latin typeface="Calibri"/>
                          <a:cs typeface="Calibri"/>
                        </a:rPr>
                        <a:t>in </a:t>
                      </a:r>
                      <a:r>
                        <a:rPr sz="2200" dirty="0">
                          <a:latin typeface="Calibri"/>
                          <a:cs typeface="Calibri"/>
                        </a:rPr>
                        <a:t>an</a:t>
                      </a:r>
                      <a:r>
                        <a:rPr sz="2200" spc="-40" dirty="0">
                          <a:latin typeface="Calibri"/>
                          <a:cs typeface="Calibri"/>
                        </a:rPr>
                        <a:t> </a:t>
                      </a:r>
                      <a:r>
                        <a:rPr sz="2200" spc="-10" dirty="0">
                          <a:latin typeface="Calibri"/>
                          <a:cs typeface="Calibri"/>
                        </a:rPr>
                        <a:t>organization)</a:t>
                      </a:r>
                      <a:r>
                        <a:rPr sz="2200" spc="-25" dirty="0">
                          <a:latin typeface="Calibri"/>
                          <a:cs typeface="Calibri"/>
                        </a:rPr>
                        <a:t> </a:t>
                      </a:r>
                      <a:r>
                        <a:rPr sz="2200" dirty="0">
                          <a:latin typeface="Calibri"/>
                          <a:cs typeface="Calibri"/>
                        </a:rPr>
                        <a:t>for</a:t>
                      </a:r>
                      <a:r>
                        <a:rPr sz="2200" spc="-35" dirty="0">
                          <a:latin typeface="Calibri"/>
                          <a:cs typeface="Calibri"/>
                        </a:rPr>
                        <a:t> </a:t>
                      </a:r>
                      <a:r>
                        <a:rPr sz="2200" spc="-20" dirty="0">
                          <a:latin typeface="Calibri"/>
                          <a:cs typeface="Calibri"/>
                        </a:rPr>
                        <a:t>use.</a:t>
                      </a:r>
                      <a:endParaRPr sz="2200">
                        <a:latin typeface="Calibri"/>
                        <a:cs typeface="Calibri"/>
                      </a:endParaRPr>
                    </a:p>
                  </a:txBody>
                  <a:tcPr marL="0" marR="0" marT="3733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768096">
                <a:tc>
                  <a:txBody>
                    <a:bodyPr/>
                    <a:lstStyle/>
                    <a:p>
                      <a:pPr marL="91440">
                        <a:lnSpc>
                          <a:spcPct val="100000"/>
                        </a:lnSpc>
                        <a:spcBef>
                          <a:spcPts val="245"/>
                        </a:spcBef>
                      </a:pPr>
                      <a:r>
                        <a:rPr sz="2200" b="1" i="1" spc="-10" dirty="0">
                          <a:solidFill>
                            <a:srgbClr val="C00000"/>
                          </a:solidFill>
                          <a:latin typeface="Calibri"/>
                          <a:cs typeface="Calibri"/>
                        </a:rPr>
                        <a:t>Repository</a:t>
                      </a:r>
                      <a:endParaRPr sz="2200">
                        <a:latin typeface="Calibri"/>
                        <a:cs typeface="Calibri"/>
                      </a:endParaRPr>
                    </a:p>
                  </a:txBody>
                  <a:tcPr marL="0" marR="0" marT="3733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indent="-286385">
                        <a:lnSpc>
                          <a:spcPct val="100000"/>
                        </a:lnSpc>
                        <a:spcBef>
                          <a:spcPts val="245"/>
                        </a:spcBef>
                        <a:buFont typeface="Arial MT"/>
                        <a:buChar char="•"/>
                        <a:tabLst>
                          <a:tab pos="377825" algn="l"/>
                          <a:tab pos="681355" algn="l"/>
                          <a:tab pos="1482725" algn="l"/>
                          <a:tab pos="2498090" algn="l"/>
                          <a:tab pos="2859405" algn="l"/>
                          <a:tab pos="3792220" algn="l"/>
                          <a:tab pos="4153535" algn="l"/>
                          <a:tab pos="5140960" algn="l"/>
                          <a:tab pos="6470650" algn="l"/>
                          <a:tab pos="6991350" algn="l"/>
                        </a:tabLst>
                      </a:pPr>
                      <a:r>
                        <a:rPr sz="2200" spc="-50" dirty="0">
                          <a:latin typeface="Calibri"/>
                          <a:cs typeface="Calibri"/>
                        </a:rPr>
                        <a:t>A</a:t>
                      </a:r>
                      <a:r>
                        <a:rPr sz="2200" dirty="0">
                          <a:latin typeface="Calibri"/>
                          <a:cs typeface="Calibri"/>
                        </a:rPr>
                        <a:t>	</a:t>
                      </a:r>
                      <a:r>
                        <a:rPr sz="2200" spc="-10" dirty="0">
                          <a:latin typeface="Calibri"/>
                          <a:cs typeface="Calibri"/>
                        </a:rPr>
                        <a:t>shared</a:t>
                      </a:r>
                      <a:r>
                        <a:rPr sz="2200" dirty="0">
                          <a:latin typeface="Calibri"/>
                          <a:cs typeface="Calibri"/>
                        </a:rPr>
                        <a:t>	</a:t>
                      </a:r>
                      <a:r>
                        <a:rPr sz="2200" spc="-10" dirty="0">
                          <a:latin typeface="Calibri"/>
                          <a:cs typeface="Calibri"/>
                        </a:rPr>
                        <a:t>database</a:t>
                      </a:r>
                      <a:r>
                        <a:rPr lang="en-US" sz="2200" spc="0" baseline="0" dirty="0">
                          <a:latin typeface="Calibri"/>
                          <a:cs typeface="Calibri"/>
                        </a:rPr>
                        <a:t> </a:t>
                      </a:r>
                      <a:r>
                        <a:rPr sz="2200" spc="-25" dirty="0">
                          <a:latin typeface="Calibri"/>
                          <a:cs typeface="Calibri"/>
                        </a:rPr>
                        <a:t>of</a:t>
                      </a:r>
                      <a:r>
                        <a:rPr sz="2200" dirty="0">
                          <a:latin typeface="Calibri"/>
                          <a:cs typeface="Calibri"/>
                        </a:rPr>
                        <a:t>	</a:t>
                      </a:r>
                      <a:r>
                        <a:rPr sz="2200" spc="-10" dirty="0">
                          <a:latin typeface="Calibri"/>
                          <a:cs typeface="Calibri"/>
                        </a:rPr>
                        <a:t>versions</a:t>
                      </a:r>
                      <a:r>
                        <a:rPr sz="2200" dirty="0">
                          <a:latin typeface="Calibri"/>
                          <a:cs typeface="Calibri"/>
                        </a:rPr>
                        <a:t>	</a:t>
                      </a:r>
                      <a:r>
                        <a:rPr lang="en-US" sz="2200" dirty="0">
                          <a:latin typeface="Calibri"/>
                          <a:cs typeface="Calibri"/>
                        </a:rPr>
                        <a:t> </a:t>
                      </a:r>
                      <a:r>
                        <a:rPr sz="2200" spc="-25" dirty="0">
                          <a:latin typeface="Calibri"/>
                          <a:cs typeface="Calibri"/>
                        </a:rPr>
                        <a:t>of</a:t>
                      </a:r>
                      <a:r>
                        <a:rPr sz="2200" dirty="0">
                          <a:latin typeface="Calibri"/>
                          <a:cs typeface="Calibri"/>
                        </a:rPr>
                        <a:t>	</a:t>
                      </a:r>
                      <a:r>
                        <a:rPr sz="2200" spc="-10" dirty="0">
                          <a:latin typeface="Calibri"/>
                          <a:cs typeface="Calibri"/>
                        </a:rPr>
                        <a:t>software</a:t>
                      </a:r>
                      <a:r>
                        <a:rPr lang="en-US" sz="2200" spc="0" baseline="0" dirty="0">
                          <a:latin typeface="Calibri"/>
                          <a:cs typeface="Calibri"/>
                        </a:rPr>
                        <a:t> </a:t>
                      </a:r>
                      <a:r>
                        <a:rPr sz="2200" spc="-10" dirty="0">
                          <a:latin typeface="Calibri"/>
                          <a:cs typeface="Calibri"/>
                        </a:rPr>
                        <a:t>components</a:t>
                      </a:r>
                      <a:r>
                        <a:rPr lang="en-US" sz="2200" spc="0" baseline="0" dirty="0">
                          <a:latin typeface="Calibri"/>
                          <a:cs typeface="Calibri"/>
                        </a:rPr>
                        <a:t> </a:t>
                      </a:r>
                      <a:r>
                        <a:rPr sz="2200" spc="-25" dirty="0">
                          <a:latin typeface="Calibri"/>
                          <a:cs typeface="Calibri"/>
                        </a:rPr>
                        <a:t>and</a:t>
                      </a:r>
                      <a:r>
                        <a:rPr lang="en-US" sz="2200" spc="0" baseline="0" dirty="0">
                          <a:latin typeface="Calibri"/>
                          <a:cs typeface="Calibri"/>
                        </a:rPr>
                        <a:t> </a:t>
                      </a:r>
                      <a:r>
                        <a:rPr sz="2200" spc="-20" dirty="0">
                          <a:latin typeface="Calibri"/>
                          <a:cs typeface="Calibri"/>
                        </a:rPr>
                        <a:t>meta</a:t>
                      </a:r>
                      <a:endParaRPr sz="2200" dirty="0">
                        <a:latin typeface="Calibri"/>
                        <a:cs typeface="Calibri"/>
                      </a:endParaRPr>
                    </a:p>
                    <a:p>
                      <a:pPr marL="377825">
                        <a:lnSpc>
                          <a:spcPct val="100000"/>
                        </a:lnSpc>
                      </a:pPr>
                      <a:r>
                        <a:rPr sz="2200" spc="-10" dirty="0">
                          <a:latin typeface="Calibri"/>
                          <a:cs typeface="Calibri"/>
                        </a:rPr>
                        <a:t>information</a:t>
                      </a:r>
                      <a:r>
                        <a:rPr sz="2200" spc="-35" dirty="0">
                          <a:latin typeface="Calibri"/>
                          <a:cs typeface="Calibri"/>
                        </a:rPr>
                        <a:t> </a:t>
                      </a:r>
                      <a:r>
                        <a:rPr sz="2200" dirty="0">
                          <a:latin typeface="Calibri"/>
                          <a:cs typeface="Calibri"/>
                        </a:rPr>
                        <a:t>about</a:t>
                      </a:r>
                      <a:r>
                        <a:rPr sz="2200" spc="-35" dirty="0">
                          <a:latin typeface="Calibri"/>
                          <a:cs typeface="Calibri"/>
                        </a:rPr>
                        <a:t> </a:t>
                      </a:r>
                      <a:r>
                        <a:rPr sz="2200" dirty="0">
                          <a:latin typeface="Calibri"/>
                          <a:cs typeface="Calibri"/>
                        </a:rPr>
                        <a:t>changes</a:t>
                      </a:r>
                      <a:r>
                        <a:rPr sz="2200" spc="-30" dirty="0">
                          <a:latin typeface="Calibri"/>
                          <a:cs typeface="Calibri"/>
                        </a:rPr>
                        <a:t> </a:t>
                      </a:r>
                      <a:r>
                        <a:rPr sz="2200" dirty="0">
                          <a:latin typeface="Calibri"/>
                          <a:cs typeface="Calibri"/>
                        </a:rPr>
                        <a:t>to</a:t>
                      </a:r>
                      <a:r>
                        <a:rPr sz="2200" spc="-45" dirty="0">
                          <a:latin typeface="Calibri"/>
                          <a:cs typeface="Calibri"/>
                        </a:rPr>
                        <a:t> </a:t>
                      </a:r>
                      <a:r>
                        <a:rPr sz="2200" dirty="0">
                          <a:latin typeface="Calibri"/>
                          <a:cs typeface="Calibri"/>
                        </a:rPr>
                        <a:t>these</a:t>
                      </a:r>
                      <a:r>
                        <a:rPr sz="2200" spc="-40" dirty="0">
                          <a:latin typeface="Calibri"/>
                          <a:cs typeface="Calibri"/>
                        </a:rPr>
                        <a:t> </a:t>
                      </a:r>
                      <a:r>
                        <a:rPr sz="2200" spc="-10" dirty="0">
                          <a:latin typeface="Calibri"/>
                          <a:cs typeface="Calibri"/>
                        </a:rPr>
                        <a:t>components.</a:t>
                      </a:r>
                      <a:endParaRPr sz="2200" dirty="0">
                        <a:latin typeface="Calibri"/>
                        <a:cs typeface="Calibri"/>
                      </a:endParaRPr>
                    </a:p>
                  </a:txBody>
                  <a:tcPr marL="0" marR="0" marT="3733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768096">
                <a:tc>
                  <a:txBody>
                    <a:bodyPr/>
                    <a:lstStyle/>
                    <a:p>
                      <a:pPr marL="91440">
                        <a:lnSpc>
                          <a:spcPct val="100000"/>
                        </a:lnSpc>
                        <a:spcBef>
                          <a:spcPts val="245"/>
                        </a:spcBef>
                      </a:pPr>
                      <a:r>
                        <a:rPr sz="2200" b="1" i="1" spc="-10" dirty="0">
                          <a:solidFill>
                            <a:srgbClr val="C00000"/>
                          </a:solidFill>
                          <a:latin typeface="Calibri"/>
                          <a:cs typeface="Calibri"/>
                        </a:rPr>
                        <a:t>System</a:t>
                      </a:r>
                      <a:endParaRPr sz="2200">
                        <a:latin typeface="Calibri"/>
                        <a:cs typeface="Calibri"/>
                      </a:endParaRPr>
                    </a:p>
                    <a:p>
                      <a:pPr marL="91440">
                        <a:lnSpc>
                          <a:spcPct val="100000"/>
                        </a:lnSpc>
                        <a:spcBef>
                          <a:spcPts val="5"/>
                        </a:spcBef>
                      </a:pPr>
                      <a:r>
                        <a:rPr sz="2200" b="1" i="1" spc="-10" dirty="0">
                          <a:solidFill>
                            <a:srgbClr val="C00000"/>
                          </a:solidFill>
                          <a:latin typeface="Calibri"/>
                          <a:cs typeface="Calibri"/>
                        </a:rPr>
                        <a:t>building</a:t>
                      </a:r>
                      <a:endParaRPr sz="2200">
                        <a:latin typeface="Calibri"/>
                        <a:cs typeface="Calibri"/>
                      </a:endParaRPr>
                    </a:p>
                  </a:txBody>
                  <a:tcPr marL="0" marR="0" marT="3733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86385" marR="84455" indent="-286385" algn="r">
                        <a:lnSpc>
                          <a:spcPct val="100000"/>
                        </a:lnSpc>
                        <a:spcBef>
                          <a:spcPts val="245"/>
                        </a:spcBef>
                        <a:buFont typeface="Arial MT"/>
                        <a:buChar char="•"/>
                        <a:tabLst>
                          <a:tab pos="286385" algn="l"/>
                        </a:tabLst>
                      </a:pPr>
                      <a:r>
                        <a:rPr sz="2200" dirty="0">
                          <a:latin typeface="Calibri"/>
                          <a:cs typeface="Calibri"/>
                        </a:rPr>
                        <a:t>The</a:t>
                      </a:r>
                      <a:r>
                        <a:rPr sz="2200" spc="125" dirty="0">
                          <a:latin typeface="Calibri"/>
                          <a:cs typeface="Calibri"/>
                        </a:rPr>
                        <a:t> </a:t>
                      </a:r>
                      <a:r>
                        <a:rPr sz="2200" dirty="0">
                          <a:latin typeface="Calibri"/>
                          <a:cs typeface="Calibri"/>
                        </a:rPr>
                        <a:t>creation</a:t>
                      </a:r>
                      <a:r>
                        <a:rPr sz="2200" spc="125" dirty="0">
                          <a:latin typeface="Calibri"/>
                          <a:cs typeface="Calibri"/>
                        </a:rPr>
                        <a:t> </a:t>
                      </a:r>
                      <a:r>
                        <a:rPr sz="2200" dirty="0">
                          <a:latin typeface="Calibri"/>
                          <a:cs typeface="Calibri"/>
                        </a:rPr>
                        <a:t>of</a:t>
                      </a:r>
                      <a:r>
                        <a:rPr sz="2200" spc="140" dirty="0">
                          <a:latin typeface="Calibri"/>
                          <a:cs typeface="Calibri"/>
                        </a:rPr>
                        <a:t> </a:t>
                      </a:r>
                      <a:r>
                        <a:rPr sz="2200" dirty="0">
                          <a:latin typeface="Calibri"/>
                          <a:cs typeface="Calibri"/>
                        </a:rPr>
                        <a:t>an</a:t>
                      </a:r>
                      <a:r>
                        <a:rPr sz="2200" spc="125" dirty="0">
                          <a:latin typeface="Calibri"/>
                          <a:cs typeface="Calibri"/>
                        </a:rPr>
                        <a:t> </a:t>
                      </a:r>
                      <a:r>
                        <a:rPr sz="2200" dirty="0">
                          <a:latin typeface="Calibri"/>
                          <a:cs typeface="Calibri"/>
                        </a:rPr>
                        <a:t>executable</a:t>
                      </a:r>
                      <a:r>
                        <a:rPr sz="2200" spc="130" dirty="0">
                          <a:latin typeface="Calibri"/>
                          <a:cs typeface="Calibri"/>
                        </a:rPr>
                        <a:t> </a:t>
                      </a:r>
                      <a:r>
                        <a:rPr sz="2200" dirty="0">
                          <a:latin typeface="Calibri"/>
                          <a:cs typeface="Calibri"/>
                        </a:rPr>
                        <a:t>system</a:t>
                      </a:r>
                      <a:r>
                        <a:rPr sz="2200" spc="114" dirty="0">
                          <a:latin typeface="Calibri"/>
                          <a:cs typeface="Calibri"/>
                        </a:rPr>
                        <a:t> </a:t>
                      </a:r>
                      <a:r>
                        <a:rPr sz="2200" dirty="0">
                          <a:latin typeface="Calibri"/>
                          <a:cs typeface="Calibri"/>
                        </a:rPr>
                        <a:t>version</a:t>
                      </a:r>
                      <a:r>
                        <a:rPr sz="2200" spc="125" dirty="0">
                          <a:latin typeface="Calibri"/>
                          <a:cs typeface="Calibri"/>
                        </a:rPr>
                        <a:t> </a:t>
                      </a:r>
                      <a:r>
                        <a:rPr sz="2200" dirty="0">
                          <a:latin typeface="Calibri"/>
                          <a:cs typeface="Calibri"/>
                        </a:rPr>
                        <a:t>by</a:t>
                      </a:r>
                      <a:r>
                        <a:rPr sz="2200" spc="125" dirty="0">
                          <a:latin typeface="Calibri"/>
                          <a:cs typeface="Calibri"/>
                        </a:rPr>
                        <a:t> </a:t>
                      </a:r>
                      <a:r>
                        <a:rPr sz="2200" dirty="0">
                          <a:latin typeface="Calibri"/>
                          <a:cs typeface="Calibri"/>
                        </a:rPr>
                        <a:t>compiling</a:t>
                      </a:r>
                      <a:r>
                        <a:rPr sz="2200" spc="125" dirty="0">
                          <a:latin typeface="Calibri"/>
                          <a:cs typeface="Calibri"/>
                        </a:rPr>
                        <a:t> </a:t>
                      </a:r>
                      <a:r>
                        <a:rPr sz="2200" dirty="0">
                          <a:latin typeface="Calibri"/>
                          <a:cs typeface="Calibri"/>
                        </a:rPr>
                        <a:t>and</a:t>
                      </a:r>
                      <a:r>
                        <a:rPr sz="2200" spc="145" dirty="0">
                          <a:latin typeface="Calibri"/>
                          <a:cs typeface="Calibri"/>
                        </a:rPr>
                        <a:t> </a:t>
                      </a:r>
                      <a:r>
                        <a:rPr sz="2200" dirty="0">
                          <a:latin typeface="Calibri"/>
                          <a:cs typeface="Calibri"/>
                        </a:rPr>
                        <a:t>linking</a:t>
                      </a:r>
                      <a:r>
                        <a:rPr sz="2200" spc="125" dirty="0">
                          <a:latin typeface="Calibri"/>
                          <a:cs typeface="Calibri"/>
                        </a:rPr>
                        <a:t> </a:t>
                      </a:r>
                      <a:r>
                        <a:rPr sz="2200" spc="-25" dirty="0">
                          <a:latin typeface="Calibri"/>
                          <a:cs typeface="Calibri"/>
                        </a:rPr>
                        <a:t>the</a:t>
                      </a:r>
                      <a:endParaRPr sz="2200">
                        <a:latin typeface="Calibri"/>
                        <a:cs typeface="Calibri"/>
                      </a:endParaRPr>
                    </a:p>
                    <a:p>
                      <a:pPr marR="105410" algn="r">
                        <a:lnSpc>
                          <a:spcPct val="100000"/>
                        </a:lnSpc>
                        <a:spcBef>
                          <a:spcPts val="5"/>
                        </a:spcBef>
                      </a:pPr>
                      <a:r>
                        <a:rPr sz="2200" spc="-10" dirty="0">
                          <a:latin typeface="Calibri"/>
                          <a:cs typeface="Calibri"/>
                        </a:rPr>
                        <a:t>appropriate</a:t>
                      </a:r>
                      <a:r>
                        <a:rPr sz="2200" spc="-40" dirty="0">
                          <a:latin typeface="Calibri"/>
                          <a:cs typeface="Calibri"/>
                        </a:rPr>
                        <a:t> </a:t>
                      </a:r>
                      <a:r>
                        <a:rPr sz="2200" dirty="0">
                          <a:latin typeface="Calibri"/>
                          <a:cs typeface="Calibri"/>
                        </a:rPr>
                        <a:t>versions</a:t>
                      </a:r>
                      <a:r>
                        <a:rPr sz="2200" spc="-50" dirty="0">
                          <a:latin typeface="Calibri"/>
                          <a:cs typeface="Calibri"/>
                        </a:rPr>
                        <a:t> </a:t>
                      </a:r>
                      <a:r>
                        <a:rPr sz="2200" dirty="0">
                          <a:latin typeface="Calibri"/>
                          <a:cs typeface="Calibri"/>
                        </a:rPr>
                        <a:t>of</a:t>
                      </a:r>
                      <a:r>
                        <a:rPr sz="2200" spc="-20" dirty="0">
                          <a:latin typeface="Calibri"/>
                          <a:cs typeface="Calibri"/>
                        </a:rPr>
                        <a:t> </a:t>
                      </a:r>
                      <a:r>
                        <a:rPr sz="2200" dirty="0">
                          <a:latin typeface="Calibri"/>
                          <a:cs typeface="Calibri"/>
                        </a:rPr>
                        <a:t>the</a:t>
                      </a:r>
                      <a:r>
                        <a:rPr sz="2200" spc="-35" dirty="0">
                          <a:latin typeface="Calibri"/>
                          <a:cs typeface="Calibri"/>
                        </a:rPr>
                        <a:t> </a:t>
                      </a:r>
                      <a:r>
                        <a:rPr sz="2200" spc="-10" dirty="0">
                          <a:latin typeface="Calibri"/>
                          <a:cs typeface="Calibri"/>
                        </a:rPr>
                        <a:t>components</a:t>
                      </a:r>
                      <a:r>
                        <a:rPr sz="2200" spc="-20" dirty="0">
                          <a:latin typeface="Calibri"/>
                          <a:cs typeface="Calibri"/>
                        </a:rPr>
                        <a:t> </a:t>
                      </a:r>
                      <a:r>
                        <a:rPr sz="2200" dirty="0">
                          <a:latin typeface="Calibri"/>
                          <a:cs typeface="Calibri"/>
                        </a:rPr>
                        <a:t>and</a:t>
                      </a:r>
                      <a:r>
                        <a:rPr sz="2200" spc="-30" dirty="0">
                          <a:latin typeface="Calibri"/>
                          <a:cs typeface="Calibri"/>
                        </a:rPr>
                        <a:t> </a:t>
                      </a:r>
                      <a:r>
                        <a:rPr sz="2200" dirty="0">
                          <a:latin typeface="Calibri"/>
                          <a:cs typeface="Calibri"/>
                        </a:rPr>
                        <a:t>libraries</a:t>
                      </a:r>
                      <a:r>
                        <a:rPr sz="2200" spc="-20" dirty="0">
                          <a:latin typeface="Calibri"/>
                          <a:cs typeface="Calibri"/>
                        </a:rPr>
                        <a:t> </a:t>
                      </a:r>
                      <a:r>
                        <a:rPr sz="2200" dirty="0">
                          <a:latin typeface="Calibri"/>
                          <a:cs typeface="Calibri"/>
                        </a:rPr>
                        <a:t>making</a:t>
                      </a:r>
                      <a:r>
                        <a:rPr sz="2200" spc="-30" dirty="0">
                          <a:latin typeface="Calibri"/>
                          <a:cs typeface="Calibri"/>
                        </a:rPr>
                        <a:t> </a:t>
                      </a:r>
                      <a:r>
                        <a:rPr sz="2200" dirty="0">
                          <a:latin typeface="Calibri"/>
                          <a:cs typeface="Calibri"/>
                        </a:rPr>
                        <a:t>up</a:t>
                      </a:r>
                      <a:r>
                        <a:rPr sz="2200" spc="-25" dirty="0">
                          <a:latin typeface="Calibri"/>
                          <a:cs typeface="Calibri"/>
                        </a:rPr>
                        <a:t> </a:t>
                      </a:r>
                      <a:r>
                        <a:rPr sz="2200" dirty="0">
                          <a:latin typeface="Calibri"/>
                          <a:cs typeface="Calibri"/>
                        </a:rPr>
                        <a:t>the</a:t>
                      </a:r>
                      <a:r>
                        <a:rPr sz="2200" spc="-20" dirty="0">
                          <a:latin typeface="Calibri"/>
                          <a:cs typeface="Calibri"/>
                        </a:rPr>
                        <a:t> </a:t>
                      </a:r>
                      <a:r>
                        <a:rPr sz="2200" spc="-10" dirty="0">
                          <a:latin typeface="Calibri"/>
                          <a:cs typeface="Calibri"/>
                        </a:rPr>
                        <a:t>system.</a:t>
                      </a:r>
                      <a:endParaRPr sz="2200">
                        <a:latin typeface="Calibri"/>
                        <a:cs typeface="Calibri"/>
                      </a:endParaRPr>
                    </a:p>
                  </a:txBody>
                  <a:tcPr marL="0" marR="0" marT="3733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1097280">
                <a:tc>
                  <a:txBody>
                    <a:bodyPr/>
                    <a:lstStyle/>
                    <a:p>
                      <a:pPr marL="91440">
                        <a:lnSpc>
                          <a:spcPct val="100000"/>
                        </a:lnSpc>
                        <a:spcBef>
                          <a:spcPts val="250"/>
                        </a:spcBef>
                      </a:pPr>
                      <a:r>
                        <a:rPr sz="2200" b="1" i="1" spc="-10" dirty="0">
                          <a:solidFill>
                            <a:srgbClr val="C00000"/>
                          </a:solidFill>
                          <a:latin typeface="Calibri"/>
                          <a:cs typeface="Calibri"/>
                        </a:rPr>
                        <a:t>Version</a:t>
                      </a:r>
                      <a:endParaRPr sz="2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marR="81915" indent="-287020">
                        <a:lnSpc>
                          <a:spcPct val="100000"/>
                        </a:lnSpc>
                        <a:spcBef>
                          <a:spcPts val="250"/>
                        </a:spcBef>
                        <a:buFont typeface="Arial MT"/>
                        <a:buChar char="•"/>
                        <a:tabLst>
                          <a:tab pos="377825" algn="l"/>
                        </a:tabLst>
                      </a:pPr>
                      <a:r>
                        <a:rPr sz="2200" dirty="0">
                          <a:latin typeface="Calibri"/>
                          <a:cs typeface="Calibri"/>
                        </a:rPr>
                        <a:t>An</a:t>
                      </a:r>
                      <a:r>
                        <a:rPr sz="2200" spc="195" dirty="0">
                          <a:latin typeface="Calibri"/>
                          <a:cs typeface="Calibri"/>
                        </a:rPr>
                        <a:t> </a:t>
                      </a:r>
                      <a:r>
                        <a:rPr sz="2200" dirty="0">
                          <a:latin typeface="Calibri"/>
                          <a:cs typeface="Calibri"/>
                        </a:rPr>
                        <a:t>instance</a:t>
                      </a:r>
                      <a:r>
                        <a:rPr sz="2200" spc="204" dirty="0">
                          <a:latin typeface="Calibri"/>
                          <a:cs typeface="Calibri"/>
                        </a:rPr>
                        <a:t> </a:t>
                      </a:r>
                      <a:r>
                        <a:rPr sz="2200" dirty="0">
                          <a:latin typeface="Calibri"/>
                          <a:cs typeface="Calibri"/>
                        </a:rPr>
                        <a:t>of</a:t>
                      </a:r>
                      <a:r>
                        <a:rPr sz="2200" spc="204" dirty="0">
                          <a:latin typeface="Calibri"/>
                          <a:cs typeface="Calibri"/>
                        </a:rPr>
                        <a:t> </a:t>
                      </a:r>
                      <a:r>
                        <a:rPr sz="2200" dirty="0">
                          <a:latin typeface="Calibri"/>
                          <a:cs typeface="Calibri"/>
                        </a:rPr>
                        <a:t>a</a:t>
                      </a:r>
                      <a:r>
                        <a:rPr sz="2200" spc="195" dirty="0">
                          <a:latin typeface="Calibri"/>
                          <a:cs typeface="Calibri"/>
                        </a:rPr>
                        <a:t> </a:t>
                      </a:r>
                      <a:r>
                        <a:rPr sz="2200" dirty="0">
                          <a:latin typeface="Calibri"/>
                          <a:cs typeface="Calibri"/>
                        </a:rPr>
                        <a:t>configuration</a:t>
                      </a:r>
                      <a:r>
                        <a:rPr sz="2200" spc="210" dirty="0">
                          <a:latin typeface="Calibri"/>
                          <a:cs typeface="Calibri"/>
                        </a:rPr>
                        <a:t> </a:t>
                      </a:r>
                      <a:r>
                        <a:rPr sz="2200" dirty="0">
                          <a:latin typeface="Calibri"/>
                          <a:cs typeface="Calibri"/>
                        </a:rPr>
                        <a:t>item</a:t>
                      </a:r>
                      <a:r>
                        <a:rPr sz="2200" spc="200" dirty="0">
                          <a:latin typeface="Calibri"/>
                          <a:cs typeface="Calibri"/>
                        </a:rPr>
                        <a:t> </a:t>
                      </a:r>
                      <a:r>
                        <a:rPr sz="2200" dirty="0">
                          <a:latin typeface="Calibri"/>
                          <a:cs typeface="Calibri"/>
                        </a:rPr>
                        <a:t>that</a:t>
                      </a:r>
                      <a:r>
                        <a:rPr sz="2200" spc="195" dirty="0">
                          <a:latin typeface="Calibri"/>
                          <a:cs typeface="Calibri"/>
                        </a:rPr>
                        <a:t> </a:t>
                      </a:r>
                      <a:r>
                        <a:rPr sz="2200" dirty="0">
                          <a:latin typeface="Calibri"/>
                          <a:cs typeface="Calibri"/>
                        </a:rPr>
                        <a:t>differs,</a:t>
                      </a:r>
                      <a:r>
                        <a:rPr sz="2200" spc="195" dirty="0">
                          <a:latin typeface="Calibri"/>
                          <a:cs typeface="Calibri"/>
                        </a:rPr>
                        <a:t> </a:t>
                      </a:r>
                      <a:r>
                        <a:rPr sz="2200" dirty="0">
                          <a:latin typeface="Calibri"/>
                          <a:cs typeface="Calibri"/>
                        </a:rPr>
                        <a:t>in</a:t>
                      </a:r>
                      <a:r>
                        <a:rPr sz="2200" spc="195" dirty="0">
                          <a:latin typeface="Calibri"/>
                          <a:cs typeface="Calibri"/>
                        </a:rPr>
                        <a:t> </a:t>
                      </a:r>
                      <a:r>
                        <a:rPr sz="2200" dirty="0">
                          <a:latin typeface="Calibri"/>
                          <a:cs typeface="Calibri"/>
                        </a:rPr>
                        <a:t>some</a:t>
                      </a:r>
                      <a:r>
                        <a:rPr sz="2200" spc="210" dirty="0">
                          <a:latin typeface="Calibri"/>
                          <a:cs typeface="Calibri"/>
                        </a:rPr>
                        <a:t> </a:t>
                      </a:r>
                      <a:r>
                        <a:rPr sz="2200" dirty="0">
                          <a:latin typeface="Calibri"/>
                          <a:cs typeface="Calibri"/>
                        </a:rPr>
                        <a:t>way,</a:t>
                      </a:r>
                      <a:r>
                        <a:rPr sz="2200" spc="210" dirty="0">
                          <a:latin typeface="Calibri"/>
                          <a:cs typeface="Calibri"/>
                        </a:rPr>
                        <a:t> </a:t>
                      </a:r>
                      <a:r>
                        <a:rPr sz="2200" dirty="0">
                          <a:latin typeface="Calibri"/>
                          <a:cs typeface="Calibri"/>
                        </a:rPr>
                        <a:t>from</a:t>
                      </a:r>
                      <a:r>
                        <a:rPr sz="2200" spc="195" dirty="0">
                          <a:latin typeface="Calibri"/>
                          <a:cs typeface="Calibri"/>
                        </a:rPr>
                        <a:t> </a:t>
                      </a:r>
                      <a:r>
                        <a:rPr sz="2200" spc="-10" dirty="0">
                          <a:latin typeface="Calibri"/>
                          <a:cs typeface="Calibri"/>
                        </a:rPr>
                        <a:t>other instances</a:t>
                      </a:r>
                      <a:r>
                        <a:rPr sz="2200" spc="-20" dirty="0">
                          <a:latin typeface="Calibri"/>
                          <a:cs typeface="Calibri"/>
                        </a:rPr>
                        <a:t> </a:t>
                      </a:r>
                      <a:r>
                        <a:rPr sz="2200" dirty="0">
                          <a:latin typeface="Calibri"/>
                          <a:cs typeface="Calibri"/>
                        </a:rPr>
                        <a:t>of</a:t>
                      </a:r>
                      <a:r>
                        <a:rPr sz="2200" spc="-35" dirty="0">
                          <a:latin typeface="Calibri"/>
                          <a:cs typeface="Calibri"/>
                        </a:rPr>
                        <a:t> </a:t>
                      </a:r>
                      <a:r>
                        <a:rPr sz="2200" dirty="0">
                          <a:latin typeface="Calibri"/>
                          <a:cs typeface="Calibri"/>
                        </a:rPr>
                        <a:t>that</a:t>
                      </a:r>
                      <a:r>
                        <a:rPr sz="2200" spc="-40" dirty="0">
                          <a:latin typeface="Calibri"/>
                          <a:cs typeface="Calibri"/>
                        </a:rPr>
                        <a:t> </a:t>
                      </a:r>
                      <a:r>
                        <a:rPr sz="2200" spc="-20" dirty="0">
                          <a:latin typeface="Calibri"/>
                          <a:cs typeface="Calibri"/>
                        </a:rPr>
                        <a:t>item.</a:t>
                      </a:r>
                      <a:endParaRPr sz="2200">
                        <a:latin typeface="Calibri"/>
                        <a:cs typeface="Calibri"/>
                      </a:endParaRPr>
                    </a:p>
                    <a:p>
                      <a:pPr marL="377825" indent="-286385">
                        <a:lnSpc>
                          <a:spcPct val="100000"/>
                        </a:lnSpc>
                        <a:buFont typeface="Arial MT"/>
                        <a:buChar char="•"/>
                        <a:tabLst>
                          <a:tab pos="377825" algn="l"/>
                        </a:tabLst>
                      </a:pPr>
                      <a:r>
                        <a:rPr sz="2200" spc="-10" dirty="0">
                          <a:latin typeface="Calibri"/>
                          <a:cs typeface="Calibri"/>
                        </a:rPr>
                        <a:t>Versions</a:t>
                      </a:r>
                      <a:r>
                        <a:rPr sz="2200" spc="-55" dirty="0">
                          <a:latin typeface="Calibri"/>
                          <a:cs typeface="Calibri"/>
                        </a:rPr>
                        <a:t> </a:t>
                      </a:r>
                      <a:r>
                        <a:rPr sz="2200" dirty="0">
                          <a:latin typeface="Calibri"/>
                          <a:cs typeface="Calibri"/>
                        </a:rPr>
                        <a:t>should</a:t>
                      </a:r>
                      <a:r>
                        <a:rPr sz="2200" spc="-45" dirty="0">
                          <a:latin typeface="Calibri"/>
                          <a:cs typeface="Calibri"/>
                        </a:rPr>
                        <a:t> </a:t>
                      </a:r>
                      <a:r>
                        <a:rPr sz="2200" spc="-10" dirty="0">
                          <a:latin typeface="Calibri"/>
                          <a:cs typeface="Calibri"/>
                        </a:rPr>
                        <a:t>always</a:t>
                      </a:r>
                      <a:r>
                        <a:rPr sz="2200" spc="-55" dirty="0">
                          <a:latin typeface="Calibri"/>
                          <a:cs typeface="Calibri"/>
                        </a:rPr>
                        <a:t> </a:t>
                      </a:r>
                      <a:r>
                        <a:rPr sz="2200" dirty="0">
                          <a:latin typeface="Calibri"/>
                          <a:cs typeface="Calibri"/>
                        </a:rPr>
                        <a:t>have</a:t>
                      </a:r>
                      <a:r>
                        <a:rPr sz="2200" spc="-65" dirty="0">
                          <a:latin typeface="Calibri"/>
                          <a:cs typeface="Calibri"/>
                        </a:rPr>
                        <a:t> </a:t>
                      </a:r>
                      <a:r>
                        <a:rPr sz="2200" dirty="0">
                          <a:latin typeface="Calibri"/>
                          <a:cs typeface="Calibri"/>
                        </a:rPr>
                        <a:t>a</a:t>
                      </a:r>
                      <a:r>
                        <a:rPr sz="2200" spc="-55" dirty="0">
                          <a:latin typeface="Calibri"/>
                          <a:cs typeface="Calibri"/>
                        </a:rPr>
                        <a:t> </a:t>
                      </a:r>
                      <a:r>
                        <a:rPr sz="2200" dirty="0">
                          <a:latin typeface="Calibri"/>
                          <a:cs typeface="Calibri"/>
                        </a:rPr>
                        <a:t>unique</a:t>
                      </a:r>
                      <a:r>
                        <a:rPr sz="2200" spc="-35" dirty="0">
                          <a:latin typeface="Calibri"/>
                          <a:cs typeface="Calibri"/>
                        </a:rPr>
                        <a:t> </a:t>
                      </a:r>
                      <a:r>
                        <a:rPr sz="2200" spc="-10" dirty="0">
                          <a:latin typeface="Calibri"/>
                          <a:cs typeface="Calibri"/>
                        </a:rPr>
                        <a:t>identifier.</a:t>
                      </a:r>
                      <a:endParaRPr sz="2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768096">
                <a:tc>
                  <a:txBody>
                    <a:bodyPr/>
                    <a:lstStyle/>
                    <a:p>
                      <a:pPr marL="91440">
                        <a:lnSpc>
                          <a:spcPct val="100000"/>
                        </a:lnSpc>
                        <a:spcBef>
                          <a:spcPts val="250"/>
                        </a:spcBef>
                      </a:pPr>
                      <a:r>
                        <a:rPr sz="2200" b="1" i="1" spc="-10" dirty="0">
                          <a:solidFill>
                            <a:srgbClr val="C00000"/>
                          </a:solidFill>
                          <a:latin typeface="Calibri"/>
                          <a:cs typeface="Calibri"/>
                        </a:rPr>
                        <a:t>Workspace</a:t>
                      </a:r>
                      <a:endParaRPr sz="2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marR="85090" indent="-287020">
                        <a:lnSpc>
                          <a:spcPct val="100000"/>
                        </a:lnSpc>
                        <a:spcBef>
                          <a:spcPts val="250"/>
                        </a:spcBef>
                        <a:buFont typeface="Arial MT"/>
                        <a:buChar char="•"/>
                        <a:tabLst>
                          <a:tab pos="377825" algn="l"/>
                        </a:tabLst>
                      </a:pPr>
                      <a:r>
                        <a:rPr sz="2200" dirty="0">
                          <a:latin typeface="Calibri"/>
                          <a:cs typeface="Calibri"/>
                        </a:rPr>
                        <a:t>A</a:t>
                      </a:r>
                      <a:r>
                        <a:rPr sz="2200" spc="-45" dirty="0">
                          <a:latin typeface="Calibri"/>
                          <a:cs typeface="Calibri"/>
                        </a:rPr>
                        <a:t> </a:t>
                      </a:r>
                      <a:r>
                        <a:rPr sz="2200" dirty="0">
                          <a:latin typeface="Calibri"/>
                          <a:cs typeface="Calibri"/>
                        </a:rPr>
                        <a:t>private</a:t>
                      </a:r>
                      <a:r>
                        <a:rPr sz="2200" spc="-40" dirty="0">
                          <a:latin typeface="Calibri"/>
                          <a:cs typeface="Calibri"/>
                        </a:rPr>
                        <a:t> </a:t>
                      </a:r>
                      <a:r>
                        <a:rPr sz="2200" dirty="0">
                          <a:latin typeface="Calibri"/>
                          <a:cs typeface="Calibri"/>
                        </a:rPr>
                        <a:t>work</a:t>
                      </a:r>
                      <a:r>
                        <a:rPr sz="2200" spc="-55" dirty="0">
                          <a:latin typeface="Calibri"/>
                          <a:cs typeface="Calibri"/>
                        </a:rPr>
                        <a:t> </a:t>
                      </a:r>
                      <a:r>
                        <a:rPr sz="2200" dirty="0">
                          <a:latin typeface="Calibri"/>
                          <a:cs typeface="Calibri"/>
                        </a:rPr>
                        <a:t>area</a:t>
                      </a:r>
                      <a:r>
                        <a:rPr sz="2200" spc="-40" dirty="0">
                          <a:latin typeface="Calibri"/>
                          <a:cs typeface="Calibri"/>
                        </a:rPr>
                        <a:t> </a:t>
                      </a:r>
                      <a:r>
                        <a:rPr sz="2200" dirty="0">
                          <a:latin typeface="Calibri"/>
                          <a:cs typeface="Calibri"/>
                        </a:rPr>
                        <a:t>where</a:t>
                      </a:r>
                      <a:r>
                        <a:rPr sz="2200" spc="-45" dirty="0">
                          <a:latin typeface="Calibri"/>
                          <a:cs typeface="Calibri"/>
                        </a:rPr>
                        <a:t> </a:t>
                      </a:r>
                      <a:r>
                        <a:rPr sz="2200" dirty="0">
                          <a:latin typeface="Calibri"/>
                          <a:cs typeface="Calibri"/>
                        </a:rPr>
                        <a:t>software</a:t>
                      </a:r>
                      <a:r>
                        <a:rPr sz="2200" spc="-40" dirty="0">
                          <a:latin typeface="Calibri"/>
                          <a:cs typeface="Calibri"/>
                        </a:rPr>
                        <a:t> </a:t>
                      </a:r>
                      <a:r>
                        <a:rPr sz="2200" dirty="0">
                          <a:latin typeface="Calibri"/>
                          <a:cs typeface="Calibri"/>
                        </a:rPr>
                        <a:t>can</a:t>
                      </a:r>
                      <a:r>
                        <a:rPr sz="2200" spc="-40" dirty="0">
                          <a:latin typeface="Calibri"/>
                          <a:cs typeface="Calibri"/>
                        </a:rPr>
                        <a:t> </a:t>
                      </a:r>
                      <a:r>
                        <a:rPr sz="2200" dirty="0">
                          <a:latin typeface="Calibri"/>
                          <a:cs typeface="Calibri"/>
                        </a:rPr>
                        <a:t>be</a:t>
                      </a:r>
                      <a:r>
                        <a:rPr sz="2200" spc="-45" dirty="0">
                          <a:latin typeface="Calibri"/>
                          <a:cs typeface="Calibri"/>
                        </a:rPr>
                        <a:t> </a:t>
                      </a:r>
                      <a:r>
                        <a:rPr sz="2200" dirty="0">
                          <a:latin typeface="Calibri"/>
                          <a:cs typeface="Calibri"/>
                        </a:rPr>
                        <a:t>modified</a:t>
                      </a:r>
                      <a:r>
                        <a:rPr sz="2200" spc="-40" dirty="0">
                          <a:latin typeface="Calibri"/>
                          <a:cs typeface="Calibri"/>
                        </a:rPr>
                        <a:t> </a:t>
                      </a:r>
                      <a:r>
                        <a:rPr sz="2200" dirty="0">
                          <a:latin typeface="Calibri"/>
                          <a:cs typeface="Calibri"/>
                        </a:rPr>
                        <a:t>without</a:t>
                      </a:r>
                      <a:r>
                        <a:rPr sz="2200" spc="-50" dirty="0">
                          <a:latin typeface="Calibri"/>
                          <a:cs typeface="Calibri"/>
                        </a:rPr>
                        <a:t> </a:t>
                      </a:r>
                      <a:r>
                        <a:rPr sz="2200" spc="-10" dirty="0">
                          <a:latin typeface="Calibri"/>
                          <a:cs typeface="Calibri"/>
                        </a:rPr>
                        <a:t>affecting</a:t>
                      </a:r>
                      <a:r>
                        <a:rPr sz="2200" spc="-35" dirty="0">
                          <a:latin typeface="Calibri"/>
                          <a:cs typeface="Calibri"/>
                        </a:rPr>
                        <a:t> </a:t>
                      </a:r>
                      <a:r>
                        <a:rPr sz="2200" spc="-10" dirty="0">
                          <a:latin typeface="Calibri"/>
                          <a:cs typeface="Calibri"/>
                        </a:rPr>
                        <a:t>other developers</a:t>
                      </a:r>
                      <a:r>
                        <a:rPr sz="2200" spc="-25" dirty="0">
                          <a:latin typeface="Calibri"/>
                          <a:cs typeface="Calibri"/>
                        </a:rPr>
                        <a:t> </a:t>
                      </a:r>
                      <a:r>
                        <a:rPr sz="2200" dirty="0">
                          <a:latin typeface="Calibri"/>
                          <a:cs typeface="Calibri"/>
                        </a:rPr>
                        <a:t>who</a:t>
                      </a:r>
                      <a:r>
                        <a:rPr sz="2200" spc="-25" dirty="0">
                          <a:latin typeface="Calibri"/>
                          <a:cs typeface="Calibri"/>
                        </a:rPr>
                        <a:t> </a:t>
                      </a:r>
                      <a:r>
                        <a:rPr sz="2200" dirty="0">
                          <a:latin typeface="Calibri"/>
                          <a:cs typeface="Calibri"/>
                        </a:rPr>
                        <a:t>may</a:t>
                      </a:r>
                      <a:r>
                        <a:rPr sz="2200" spc="-35" dirty="0">
                          <a:latin typeface="Calibri"/>
                          <a:cs typeface="Calibri"/>
                        </a:rPr>
                        <a:t> </a:t>
                      </a:r>
                      <a:r>
                        <a:rPr sz="2200" dirty="0">
                          <a:latin typeface="Calibri"/>
                          <a:cs typeface="Calibri"/>
                        </a:rPr>
                        <a:t>be</a:t>
                      </a:r>
                      <a:r>
                        <a:rPr sz="2200" spc="-30" dirty="0">
                          <a:latin typeface="Calibri"/>
                          <a:cs typeface="Calibri"/>
                        </a:rPr>
                        <a:t> </a:t>
                      </a:r>
                      <a:r>
                        <a:rPr sz="2200" dirty="0">
                          <a:latin typeface="Calibri"/>
                          <a:cs typeface="Calibri"/>
                        </a:rPr>
                        <a:t>using</a:t>
                      </a:r>
                      <a:r>
                        <a:rPr sz="2200" spc="-25" dirty="0">
                          <a:latin typeface="Calibri"/>
                          <a:cs typeface="Calibri"/>
                        </a:rPr>
                        <a:t> </a:t>
                      </a:r>
                      <a:r>
                        <a:rPr sz="2200" dirty="0">
                          <a:latin typeface="Calibri"/>
                          <a:cs typeface="Calibri"/>
                        </a:rPr>
                        <a:t>or</a:t>
                      </a:r>
                      <a:r>
                        <a:rPr sz="2200" spc="-30" dirty="0">
                          <a:latin typeface="Calibri"/>
                          <a:cs typeface="Calibri"/>
                        </a:rPr>
                        <a:t> </a:t>
                      </a:r>
                      <a:r>
                        <a:rPr sz="2200" dirty="0">
                          <a:latin typeface="Calibri"/>
                          <a:cs typeface="Calibri"/>
                        </a:rPr>
                        <a:t>modifying</a:t>
                      </a:r>
                      <a:r>
                        <a:rPr sz="2200" spc="-15" dirty="0">
                          <a:latin typeface="Calibri"/>
                          <a:cs typeface="Calibri"/>
                        </a:rPr>
                        <a:t> </a:t>
                      </a:r>
                      <a:r>
                        <a:rPr sz="2200" dirty="0">
                          <a:latin typeface="Calibri"/>
                          <a:cs typeface="Calibri"/>
                        </a:rPr>
                        <a:t>that</a:t>
                      </a:r>
                      <a:r>
                        <a:rPr sz="2200" spc="-40" dirty="0">
                          <a:latin typeface="Calibri"/>
                          <a:cs typeface="Calibri"/>
                        </a:rPr>
                        <a:t> </a:t>
                      </a:r>
                      <a:r>
                        <a:rPr sz="2200" spc="-10" dirty="0">
                          <a:latin typeface="Calibri"/>
                          <a:cs typeface="Calibri"/>
                        </a:rPr>
                        <a:t>software.</a:t>
                      </a:r>
                      <a:endParaRPr sz="2200" dirty="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613948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0" y="33816"/>
            <a:ext cx="10443972" cy="6579109"/>
          </a:xfrm>
          <a:prstGeom prst="rect">
            <a:avLst/>
          </a:prstGeom>
        </p:spPr>
        <p:txBody>
          <a:bodyPr vert="horz" wrap="square" lIns="0" tIns="60960" rIns="0" bIns="0" rtlCol="0">
            <a:spAutoFit/>
          </a:bodyPr>
          <a:lstStyle/>
          <a:p>
            <a:pPr marL="433578" indent="-418338">
              <a:spcBef>
                <a:spcPts val="480"/>
              </a:spcBef>
              <a:buAutoNum type="arabicPeriod"/>
              <a:tabLst>
                <a:tab pos="433578" algn="l"/>
              </a:tabLst>
            </a:pPr>
            <a:r>
              <a:rPr sz="2280" b="1" dirty="0">
                <a:latin typeface="Calibri"/>
                <a:cs typeface="Calibri"/>
              </a:rPr>
              <a:t>VERSION</a:t>
            </a:r>
            <a:r>
              <a:rPr sz="2280" b="1" spc="-96" dirty="0">
                <a:latin typeface="Calibri"/>
                <a:cs typeface="Calibri"/>
              </a:rPr>
              <a:t> </a:t>
            </a:r>
            <a:r>
              <a:rPr sz="2280" b="1" spc="-12" dirty="0">
                <a:latin typeface="Calibri"/>
                <a:cs typeface="Calibri"/>
              </a:rPr>
              <a:t>MANAGEMENT</a:t>
            </a:r>
            <a:endParaRPr sz="2280" dirty="0">
              <a:latin typeface="Calibri"/>
              <a:cs typeface="Calibri"/>
            </a:endParaRPr>
          </a:p>
          <a:p>
            <a:pPr marL="426720" marR="9906" lvl="1" indent="-411480">
              <a:spcBef>
                <a:spcPts val="360"/>
              </a:spcBef>
              <a:buFont typeface="Arial MT"/>
              <a:buChar char="•"/>
              <a:tabLst>
                <a:tab pos="426720" algn="l"/>
                <a:tab pos="1461516" algn="l"/>
                <a:tab pos="3186684" algn="l"/>
                <a:tab pos="3526536" algn="l"/>
                <a:tab pos="4080510" algn="l"/>
                <a:tab pos="5138166" algn="l"/>
                <a:tab pos="5544312" algn="l"/>
                <a:tab pos="6649212" algn="l"/>
                <a:tab pos="7424166" algn="l"/>
                <a:tab pos="7830311" algn="l"/>
                <a:tab pos="9035796" algn="l"/>
                <a:tab pos="10181082" algn="l"/>
              </a:tabLst>
            </a:pPr>
            <a:r>
              <a:rPr sz="2280" spc="-12" dirty="0">
                <a:latin typeface="Calibri"/>
                <a:cs typeface="Calibri"/>
              </a:rPr>
              <a:t>Version</a:t>
            </a:r>
            <a:r>
              <a:rPr sz="2280" dirty="0">
                <a:latin typeface="Calibri"/>
                <a:cs typeface="Calibri"/>
              </a:rPr>
              <a:t>	</a:t>
            </a:r>
            <a:r>
              <a:rPr sz="2280" spc="-12" dirty="0">
                <a:latin typeface="Calibri"/>
                <a:cs typeface="Calibri"/>
              </a:rPr>
              <a:t>management</a:t>
            </a:r>
            <a:r>
              <a:rPr sz="2280" dirty="0">
                <a:latin typeface="Calibri"/>
                <a:cs typeface="Calibri"/>
              </a:rPr>
              <a:t>	</a:t>
            </a:r>
            <a:r>
              <a:rPr sz="2280" spc="-30" dirty="0">
                <a:latin typeface="Calibri"/>
                <a:cs typeface="Calibri"/>
              </a:rPr>
              <a:t>is</a:t>
            </a:r>
            <a:r>
              <a:rPr sz="2280" dirty="0">
                <a:latin typeface="Calibri"/>
                <a:cs typeface="Calibri"/>
              </a:rPr>
              <a:t>	</a:t>
            </a:r>
            <a:r>
              <a:rPr sz="2280" spc="-30" dirty="0">
                <a:latin typeface="Calibri"/>
                <a:cs typeface="Calibri"/>
              </a:rPr>
              <a:t>the</a:t>
            </a:r>
            <a:r>
              <a:rPr sz="2280" dirty="0">
                <a:latin typeface="Calibri"/>
                <a:cs typeface="Calibri"/>
              </a:rPr>
              <a:t>	</a:t>
            </a:r>
            <a:r>
              <a:rPr sz="2280" b="1" i="1" spc="-12" dirty="0">
                <a:solidFill>
                  <a:srgbClr val="006FC0"/>
                </a:solidFill>
                <a:latin typeface="Calibri"/>
                <a:cs typeface="Calibri"/>
              </a:rPr>
              <a:t>process</a:t>
            </a:r>
            <a:r>
              <a:rPr sz="2280" b="1" i="1" dirty="0">
                <a:solidFill>
                  <a:srgbClr val="006FC0"/>
                </a:solidFill>
                <a:latin typeface="Calibri"/>
                <a:cs typeface="Calibri"/>
              </a:rPr>
              <a:t>	</a:t>
            </a:r>
            <a:r>
              <a:rPr sz="2280" b="1" i="1" spc="-30" dirty="0">
                <a:solidFill>
                  <a:srgbClr val="006FC0"/>
                </a:solidFill>
                <a:latin typeface="Calibri"/>
                <a:cs typeface="Calibri"/>
              </a:rPr>
              <a:t>of</a:t>
            </a:r>
            <a:r>
              <a:rPr sz="2280" b="1" i="1" dirty="0">
                <a:solidFill>
                  <a:srgbClr val="006FC0"/>
                </a:solidFill>
                <a:latin typeface="Calibri"/>
                <a:cs typeface="Calibri"/>
              </a:rPr>
              <a:t>	</a:t>
            </a:r>
            <a:r>
              <a:rPr sz="2280" b="1" i="1" spc="-12" dirty="0">
                <a:solidFill>
                  <a:srgbClr val="006FC0"/>
                </a:solidFill>
                <a:latin typeface="Calibri"/>
                <a:cs typeface="Calibri"/>
              </a:rPr>
              <a:t>keeping</a:t>
            </a:r>
            <a:r>
              <a:rPr sz="2280" b="1" i="1" dirty="0">
                <a:solidFill>
                  <a:srgbClr val="006FC0"/>
                </a:solidFill>
                <a:latin typeface="Calibri"/>
                <a:cs typeface="Calibri"/>
              </a:rPr>
              <a:t>	</a:t>
            </a:r>
            <a:r>
              <a:rPr sz="2280" b="1" i="1" spc="-12" dirty="0">
                <a:solidFill>
                  <a:srgbClr val="006FC0"/>
                </a:solidFill>
                <a:latin typeface="Calibri"/>
                <a:cs typeface="Calibri"/>
              </a:rPr>
              <a:t>track</a:t>
            </a:r>
            <a:r>
              <a:rPr sz="2280" b="1" i="1" dirty="0">
                <a:solidFill>
                  <a:srgbClr val="006FC0"/>
                </a:solidFill>
                <a:latin typeface="Calibri"/>
                <a:cs typeface="Calibri"/>
              </a:rPr>
              <a:t>	</a:t>
            </a:r>
            <a:r>
              <a:rPr sz="2280" b="1" i="1" spc="-30" dirty="0">
                <a:solidFill>
                  <a:srgbClr val="006FC0"/>
                </a:solidFill>
                <a:latin typeface="Calibri"/>
                <a:cs typeface="Calibri"/>
              </a:rPr>
              <a:t>of</a:t>
            </a:r>
            <a:r>
              <a:rPr sz="2280" b="1" i="1" dirty="0">
                <a:solidFill>
                  <a:srgbClr val="006FC0"/>
                </a:solidFill>
                <a:latin typeface="Calibri"/>
                <a:cs typeface="Calibri"/>
              </a:rPr>
              <a:t>	</a:t>
            </a:r>
            <a:r>
              <a:rPr sz="2280" b="1" i="1" spc="-12" dirty="0">
                <a:solidFill>
                  <a:srgbClr val="006FC0"/>
                </a:solidFill>
                <a:latin typeface="Calibri"/>
                <a:cs typeface="Calibri"/>
              </a:rPr>
              <a:t>different</a:t>
            </a:r>
            <a:r>
              <a:rPr sz="2280" b="1" i="1" dirty="0">
                <a:solidFill>
                  <a:srgbClr val="006FC0"/>
                </a:solidFill>
                <a:latin typeface="Calibri"/>
                <a:cs typeface="Calibri"/>
              </a:rPr>
              <a:t>	</a:t>
            </a:r>
            <a:r>
              <a:rPr sz="2280" b="1" i="1" spc="-12" dirty="0">
                <a:solidFill>
                  <a:srgbClr val="006FC0"/>
                </a:solidFill>
                <a:latin typeface="Calibri"/>
                <a:cs typeface="Calibri"/>
              </a:rPr>
              <a:t>versions</a:t>
            </a:r>
            <a:r>
              <a:rPr sz="2280" b="1" i="1" dirty="0">
                <a:solidFill>
                  <a:srgbClr val="006FC0"/>
                </a:solidFill>
                <a:latin typeface="Calibri"/>
                <a:cs typeface="Calibri"/>
              </a:rPr>
              <a:t>	</a:t>
            </a:r>
            <a:r>
              <a:rPr sz="2280" b="1" i="1" spc="-30" dirty="0">
                <a:solidFill>
                  <a:srgbClr val="006FC0"/>
                </a:solidFill>
                <a:latin typeface="Calibri"/>
                <a:cs typeface="Calibri"/>
              </a:rPr>
              <a:t>of </a:t>
            </a:r>
            <a:r>
              <a:rPr sz="2280" b="1" i="1" dirty="0">
                <a:solidFill>
                  <a:srgbClr val="006FC0"/>
                </a:solidFill>
                <a:latin typeface="Calibri"/>
                <a:cs typeface="Calibri"/>
              </a:rPr>
              <a:t>software</a:t>
            </a:r>
            <a:r>
              <a:rPr sz="2280" b="1" i="1" spc="-48" dirty="0">
                <a:solidFill>
                  <a:srgbClr val="006FC0"/>
                </a:solidFill>
                <a:latin typeface="Calibri"/>
                <a:cs typeface="Calibri"/>
              </a:rPr>
              <a:t> </a:t>
            </a:r>
            <a:r>
              <a:rPr sz="2280" b="1" i="1" spc="-12" dirty="0">
                <a:solidFill>
                  <a:srgbClr val="006FC0"/>
                </a:solidFill>
                <a:latin typeface="Calibri"/>
                <a:cs typeface="Calibri"/>
              </a:rPr>
              <a:t>components</a:t>
            </a:r>
            <a:r>
              <a:rPr sz="2280" b="1" i="1" spc="-42" dirty="0">
                <a:solidFill>
                  <a:srgbClr val="006FC0"/>
                </a:solidFill>
                <a:latin typeface="Calibri"/>
                <a:cs typeface="Calibri"/>
              </a:rPr>
              <a:t> </a:t>
            </a:r>
            <a:r>
              <a:rPr sz="2280" b="1" i="1" dirty="0">
                <a:solidFill>
                  <a:srgbClr val="006FC0"/>
                </a:solidFill>
                <a:latin typeface="Calibri"/>
                <a:cs typeface="Calibri"/>
              </a:rPr>
              <a:t>and</a:t>
            </a:r>
            <a:r>
              <a:rPr sz="2280" b="1" i="1" spc="-72" dirty="0">
                <a:solidFill>
                  <a:srgbClr val="006FC0"/>
                </a:solidFill>
                <a:latin typeface="Calibri"/>
                <a:cs typeface="Calibri"/>
              </a:rPr>
              <a:t> </a:t>
            </a:r>
            <a:r>
              <a:rPr sz="2280" b="1" i="1" dirty="0">
                <a:solidFill>
                  <a:srgbClr val="006FC0"/>
                </a:solidFill>
                <a:latin typeface="Calibri"/>
                <a:cs typeface="Calibri"/>
              </a:rPr>
              <a:t>the</a:t>
            </a:r>
            <a:r>
              <a:rPr sz="2280" b="1" i="1" spc="-60" dirty="0">
                <a:solidFill>
                  <a:srgbClr val="006FC0"/>
                </a:solidFill>
                <a:latin typeface="Calibri"/>
                <a:cs typeface="Calibri"/>
              </a:rPr>
              <a:t> </a:t>
            </a:r>
            <a:r>
              <a:rPr sz="2280" b="1" i="1" spc="-12" dirty="0">
                <a:solidFill>
                  <a:srgbClr val="006FC0"/>
                </a:solidFill>
                <a:latin typeface="Calibri"/>
                <a:cs typeface="Calibri"/>
              </a:rPr>
              <a:t>systems</a:t>
            </a:r>
            <a:r>
              <a:rPr sz="2280" b="1" i="1" spc="-54" dirty="0">
                <a:solidFill>
                  <a:srgbClr val="006FC0"/>
                </a:solidFill>
                <a:latin typeface="Calibri"/>
                <a:cs typeface="Calibri"/>
              </a:rPr>
              <a:t> </a:t>
            </a:r>
            <a:r>
              <a:rPr sz="2280" dirty="0">
                <a:latin typeface="Calibri"/>
                <a:cs typeface="Calibri"/>
              </a:rPr>
              <a:t>in</a:t>
            </a:r>
            <a:r>
              <a:rPr sz="2280" spc="-66" dirty="0">
                <a:latin typeface="Calibri"/>
                <a:cs typeface="Calibri"/>
              </a:rPr>
              <a:t> </a:t>
            </a:r>
            <a:r>
              <a:rPr sz="2280" dirty="0">
                <a:latin typeface="Calibri"/>
                <a:cs typeface="Calibri"/>
              </a:rPr>
              <a:t>which</a:t>
            </a:r>
            <a:r>
              <a:rPr sz="2280" spc="-54" dirty="0">
                <a:latin typeface="Calibri"/>
                <a:cs typeface="Calibri"/>
              </a:rPr>
              <a:t> </a:t>
            </a:r>
            <a:r>
              <a:rPr sz="2280" dirty="0">
                <a:latin typeface="Calibri"/>
                <a:cs typeface="Calibri"/>
              </a:rPr>
              <a:t>these</a:t>
            </a:r>
            <a:r>
              <a:rPr sz="2280" spc="-72" dirty="0">
                <a:latin typeface="Calibri"/>
                <a:cs typeface="Calibri"/>
              </a:rPr>
              <a:t> </a:t>
            </a:r>
            <a:r>
              <a:rPr sz="2280" dirty="0">
                <a:latin typeface="Calibri"/>
                <a:cs typeface="Calibri"/>
              </a:rPr>
              <a:t>components</a:t>
            </a:r>
            <a:r>
              <a:rPr sz="2280" spc="-60" dirty="0">
                <a:latin typeface="Calibri"/>
                <a:cs typeface="Calibri"/>
              </a:rPr>
              <a:t> </a:t>
            </a:r>
            <a:r>
              <a:rPr sz="2280" dirty="0">
                <a:latin typeface="Calibri"/>
                <a:cs typeface="Calibri"/>
              </a:rPr>
              <a:t>are</a:t>
            </a:r>
            <a:r>
              <a:rPr sz="2280" spc="-66" dirty="0">
                <a:latin typeface="Calibri"/>
                <a:cs typeface="Calibri"/>
              </a:rPr>
              <a:t> </a:t>
            </a:r>
            <a:r>
              <a:rPr sz="2280" spc="-12" dirty="0">
                <a:latin typeface="Calibri"/>
                <a:cs typeface="Calibri"/>
              </a:rPr>
              <a:t>used.</a:t>
            </a:r>
            <a:endParaRPr sz="2280" dirty="0">
              <a:latin typeface="Calibri"/>
              <a:cs typeface="Calibri"/>
            </a:endParaRPr>
          </a:p>
          <a:p>
            <a:pPr marL="425958" lvl="1" indent="-410718">
              <a:spcBef>
                <a:spcPts val="366"/>
              </a:spcBef>
              <a:buFont typeface="Arial MT"/>
              <a:buChar char="•"/>
              <a:tabLst>
                <a:tab pos="425958" algn="l"/>
              </a:tabLst>
            </a:pPr>
            <a:r>
              <a:rPr sz="2280" dirty="0">
                <a:latin typeface="Calibri"/>
                <a:cs typeface="Calibri"/>
              </a:rPr>
              <a:t>It</a:t>
            </a:r>
            <a:r>
              <a:rPr sz="2280" spc="-36" dirty="0">
                <a:latin typeface="Calibri"/>
                <a:cs typeface="Calibri"/>
              </a:rPr>
              <a:t> </a:t>
            </a:r>
            <a:r>
              <a:rPr sz="2280" dirty="0">
                <a:latin typeface="Calibri"/>
                <a:cs typeface="Calibri"/>
              </a:rPr>
              <a:t>also</a:t>
            </a:r>
            <a:r>
              <a:rPr sz="2280" spc="-30" dirty="0">
                <a:latin typeface="Calibri"/>
                <a:cs typeface="Calibri"/>
              </a:rPr>
              <a:t> </a:t>
            </a:r>
            <a:r>
              <a:rPr sz="2280" spc="-12" dirty="0">
                <a:latin typeface="Calibri"/>
                <a:cs typeface="Calibri"/>
              </a:rPr>
              <a:t>involves</a:t>
            </a:r>
            <a:r>
              <a:rPr sz="2280" spc="-24" dirty="0">
                <a:latin typeface="Calibri"/>
                <a:cs typeface="Calibri"/>
              </a:rPr>
              <a:t> </a:t>
            </a:r>
            <a:r>
              <a:rPr sz="2280" dirty="0">
                <a:latin typeface="Calibri"/>
                <a:cs typeface="Calibri"/>
              </a:rPr>
              <a:t>ensuring</a:t>
            </a:r>
            <a:r>
              <a:rPr sz="2280" spc="-30" dirty="0">
                <a:latin typeface="Calibri"/>
                <a:cs typeface="Calibri"/>
              </a:rPr>
              <a:t> </a:t>
            </a:r>
            <a:r>
              <a:rPr sz="2280" dirty="0">
                <a:latin typeface="Calibri"/>
                <a:cs typeface="Calibri"/>
              </a:rPr>
              <a:t>that</a:t>
            </a:r>
            <a:r>
              <a:rPr sz="2280" spc="-30" dirty="0">
                <a:latin typeface="Calibri"/>
                <a:cs typeface="Calibri"/>
              </a:rPr>
              <a:t> </a:t>
            </a:r>
            <a:r>
              <a:rPr sz="2280" dirty="0">
                <a:latin typeface="Calibri"/>
                <a:cs typeface="Calibri"/>
              </a:rPr>
              <a:t>changes</a:t>
            </a:r>
            <a:r>
              <a:rPr sz="2280" spc="-36" dirty="0">
                <a:latin typeface="Calibri"/>
                <a:cs typeface="Calibri"/>
              </a:rPr>
              <a:t> </a:t>
            </a:r>
            <a:r>
              <a:rPr sz="2280" dirty="0">
                <a:latin typeface="Calibri"/>
                <a:cs typeface="Calibri"/>
              </a:rPr>
              <a:t>made</a:t>
            </a:r>
            <a:r>
              <a:rPr sz="2280" spc="-30" dirty="0">
                <a:latin typeface="Calibri"/>
                <a:cs typeface="Calibri"/>
              </a:rPr>
              <a:t> </a:t>
            </a:r>
            <a:r>
              <a:rPr sz="2280" dirty="0">
                <a:latin typeface="Calibri"/>
                <a:cs typeface="Calibri"/>
              </a:rPr>
              <a:t>by</a:t>
            </a:r>
            <a:r>
              <a:rPr sz="2280" spc="-30" dirty="0">
                <a:latin typeface="Calibri"/>
                <a:cs typeface="Calibri"/>
              </a:rPr>
              <a:t> </a:t>
            </a:r>
            <a:r>
              <a:rPr sz="2280" spc="-12" dirty="0">
                <a:latin typeface="Calibri"/>
                <a:cs typeface="Calibri"/>
              </a:rPr>
              <a:t>different</a:t>
            </a:r>
            <a:r>
              <a:rPr sz="2280" spc="-30" dirty="0">
                <a:latin typeface="Calibri"/>
                <a:cs typeface="Calibri"/>
              </a:rPr>
              <a:t> </a:t>
            </a:r>
            <a:r>
              <a:rPr sz="2280" spc="-12" dirty="0">
                <a:latin typeface="Calibri"/>
                <a:cs typeface="Calibri"/>
              </a:rPr>
              <a:t>developers</a:t>
            </a:r>
            <a:r>
              <a:rPr sz="2280" spc="-24" dirty="0">
                <a:latin typeface="Calibri"/>
                <a:cs typeface="Calibri"/>
              </a:rPr>
              <a:t> </a:t>
            </a:r>
            <a:r>
              <a:rPr sz="2280" dirty="0">
                <a:latin typeface="Calibri"/>
                <a:cs typeface="Calibri"/>
              </a:rPr>
              <a:t>to</a:t>
            </a:r>
            <a:r>
              <a:rPr sz="2280" spc="-36" dirty="0">
                <a:latin typeface="Calibri"/>
                <a:cs typeface="Calibri"/>
              </a:rPr>
              <a:t> </a:t>
            </a:r>
            <a:r>
              <a:rPr sz="2280" dirty="0">
                <a:latin typeface="Calibri"/>
                <a:cs typeface="Calibri"/>
              </a:rPr>
              <a:t>these</a:t>
            </a:r>
            <a:r>
              <a:rPr sz="2280" spc="-30" dirty="0">
                <a:latin typeface="Calibri"/>
                <a:cs typeface="Calibri"/>
              </a:rPr>
              <a:t> </a:t>
            </a:r>
            <a:r>
              <a:rPr sz="2280" spc="-12" dirty="0">
                <a:latin typeface="Calibri"/>
                <a:cs typeface="Calibri"/>
              </a:rPr>
              <a:t>versions</a:t>
            </a:r>
            <a:endParaRPr sz="2280" dirty="0">
              <a:latin typeface="Calibri"/>
              <a:cs typeface="Calibri"/>
            </a:endParaRPr>
          </a:p>
          <a:p>
            <a:pPr marL="426720"/>
            <a:r>
              <a:rPr sz="2280" dirty="0">
                <a:latin typeface="Calibri"/>
                <a:cs typeface="Calibri"/>
              </a:rPr>
              <a:t>do</a:t>
            </a:r>
            <a:r>
              <a:rPr sz="2280" spc="-60" dirty="0">
                <a:latin typeface="Calibri"/>
                <a:cs typeface="Calibri"/>
              </a:rPr>
              <a:t> </a:t>
            </a:r>
            <a:r>
              <a:rPr sz="2280" dirty="0">
                <a:latin typeface="Calibri"/>
                <a:cs typeface="Calibri"/>
              </a:rPr>
              <a:t>not</a:t>
            </a:r>
            <a:r>
              <a:rPr sz="2280" spc="-66" dirty="0">
                <a:latin typeface="Calibri"/>
                <a:cs typeface="Calibri"/>
              </a:rPr>
              <a:t> </a:t>
            </a:r>
            <a:r>
              <a:rPr sz="2280" spc="-12" dirty="0">
                <a:latin typeface="Calibri"/>
                <a:cs typeface="Calibri"/>
              </a:rPr>
              <a:t>interfere</a:t>
            </a:r>
            <a:r>
              <a:rPr sz="2280" spc="-36" dirty="0">
                <a:latin typeface="Calibri"/>
                <a:cs typeface="Calibri"/>
              </a:rPr>
              <a:t> </a:t>
            </a:r>
            <a:r>
              <a:rPr sz="2280" dirty="0">
                <a:latin typeface="Calibri"/>
                <a:cs typeface="Calibri"/>
              </a:rPr>
              <a:t>with</a:t>
            </a:r>
            <a:r>
              <a:rPr sz="2280" spc="-48" dirty="0">
                <a:latin typeface="Calibri"/>
                <a:cs typeface="Calibri"/>
              </a:rPr>
              <a:t> </a:t>
            </a:r>
            <a:r>
              <a:rPr sz="2280" dirty="0">
                <a:latin typeface="Calibri"/>
                <a:cs typeface="Calibri"/>
              </a:rPr>
              <a:t>each</a:t>
            </a:r>
            <a:r>
              <a:rPr sz="2280" spc="-48" dirty="0">
                <a:latin typeface="Calibri"/>
                <a:cs typeface="Calibri"/>
              </a:rPr>
              <a:t> </a:t>
            </a:r>
            <a:r>
              <a:rPr sz="2280" spc="-12" dirty="0">
                <a:latin typeface="Calibri"/>
                <a:cs typeface="Calibri"/>
              </a:rPr>
              <a:t>other.</a:t>
            </a:r>
            <a:endParaRPr sz="2280" dirty="0">
              <a:latin typeface="Calibri"/>
              <a:cs typeface="Calibri"/>
            </a:endParaRPr>
          </a:p>
          <a:p>
            <a:pPr marL="15240" marR="1306830" lvl="1" indent="410718">
              <a:lnSpc>
                <a:spcPct val="113199"/>
              </a:lnSpc>
              <a:buFont typeface="Arial MT"/>
              <a:buChar char="•"/>
              <a:tabLst>
                <a:tab pos="425958" algn="l"/>
              </a:tabLst>
            </a:pPr>
            <a:r>
              <a:rPr sz="2280" spc="-24" dirty="0">
                <a:latin typeface="Calibri"/>
                <a:cs typeface="Calibri"/>
              </a:rPr>
              <a:t>Version</a:t>
            </a:r>
            <a:r>
              <a:rPr sz="2280" spc="-54" dirty="0">
                <a:latin typeface="Calibri"/>
                <a:cs typeface="Calibri"/>
              </a:rPr>
              <a:t> </a:t>
            </a:r>
            <a:r>
              <a:rPr sz="2280" spc="-12" dirty="0">
                <a:latin typeface="Calibri"/>
                <a:cs typeface="Calibri"/>
              </a:rPr>
              <a:t>management</a:t>
            </a:r>
            <a:r>
              <a:rPr sz="2280" spc="-36" dirty="0">
                <a:latin typeface="Calibri"/>
                <a:cs typeface="Calibri"/>
              </a:rPr>
              <a:t> </a:t>
            </a:r>
            <a:r>
              <a:rPr sz="2280" dirty="0">
                <a:latin typeface="Calibri"/>
                <a:cs typeface="Calibri"/>
              </a:rPr>
              <a:t>is</a:t>
            </a:r>
            <a:r>
              <a:rPr sz="2280" spc="-42" dirty="0">
                <a:latin typeface="Calibri"/>
                <a:cs typeface="Calibri"/>
              </a:rPr>
              <a:t> </a:t>
            </a:r>
            <a:r>
              <a:rPr sz="2280" dirty="0">
                <a:latin typeface="Calibri"/>
                <a:cs typeface="Calibri"/>
              </a:rPr>
              <a:t>the</a:t>
            </a:r>
            <a:r>
              <a:rPr sz="2280" spc="-54" dirty="0">
                <a:latin typeface="Calibri"/>
                <a:cs typeface="Calibri"/>
              </a:rPr>
              <a:t> </a:t>
            </a:r>
            <a:r>
              <a:rPr sz="2280" dirty="0">
                <a:latin typeface="Calibri"/>
                <a:cs typeface="Calibri"/>
              </a:rPr>
              <a:t>process</a:t>
            </a:r>
            <a:r>
              <a:rPr sz="2280" spc="-54" dirty="0">
                <a:latin typeface="Calibri"/>
                <a:cs typeface="Calibri"/>
              </a:rPr>
              <a:t> </a:t>
            </a:r>
            <a:r>
              <a:rPr sz="2280" dirty="0">
                <a:latin typeface="Calibri"/>
                <a:cs typeface="Calibri"/>
              </a:rPr>
              <a:t>of</a:t>
            </a:r>
            <a:r>
              <a:rPr sz="2280" spc="-54" dirty="0">
                <a:latin typeface="Calibri"/>
                <a:cs typeface="Calibri"/>
              </a:rPr>
              <a:t> </a:t>
            </a:r>
            <a:r>
              <a:rPr sz="2280" b="1" i="1" dirty="0">
                <a:solidFill>
                  <a:srgbClr val="006FC0"/>
                </a:solidFill>
                <a:latin typeface="Calibri"/>
                <a:cs typeface="Calibri"/>
              </a:rPr>
              <a:t>managing</a:t>
            </a:r>
            <a:r>
              <a:rPr sz="2280" b="1" i="1" spc="-42" dirty="0">
                <a:solidFill>
                  <a:srgbClr val="006FC0"/>
                </a:solidFill>
                <a:latin typeface="Calibri"/>
                <a:cs typeface="Calibri"/>
              </a:rPr>
              <a:t> </a:t>
            </a:r>
            <a:r>
              <a:rPr sz="2280" b="1" i="1" dirty="0">
                <a:solidFill>
                  <a:srgbClr val="006FC0"/>
                </a:solidFill>
                <a:latin typeface="Calibri"/>
                <a:cs typeface="Calibri"/>
              </a:rPr>
              <a:t>codelines</a:t>
            </a:r>
            <a:r>
              <a:rPr sz="2280" b="1" i="1" spc="-48" dirty="0">
                <a:solidFill>
                  <a:srgbClr val="006FC0"/>
                </a:solidFill>
                <a:latin typeface="Calibri"/>
                <a:cs typeface="Calibri"/>
              </a:rPr>
              <a:t> </a:t>
            </a:r>
            <a:r>
              <a:rPr sz="2280" b="1" i="1" dirty="0">
                <a:solidFill>
                  <a:srgbClr val="006FC0"/>
                </a:solidFill>
                <a:latin typeface="Calibri"/>
                <a:cs typeface="Calibri"/>
              </a:rPr>
              <a:t>and</a:t>
            </a:r>
            <a:r>
              <a:rPr sz="2280" b="1" i="1" spc="-42" dirty="0">
                <a:solidFill>
                  <a:srgbClr val="006FC0"/>
                </a:solidFill>
                <a:latin typeface="Calibri"/>
                <a:cs typeface="Calibri"/>
              </a:rPr>
              <a:t> </a:t>
            </a:r>
            <a:r>
              <a:rPr sz="2280" b="1" i="1" spc="-12" dirty="0">
                <a:solidFill>
                  <a:srgbClr val="006FC0"/>
                </a:solidFill>
                <a:latin typeface="Calibri"/>
                <a:cs typeface="Calibri"/>
              </a:rPr>
              <a:t>baselines</a:t>
            </a:r>
            <a:r>
              <a:rPr sz="2280" spc="-12" dirty="0">
                <a:latin typeface="Calibri"/>
                <a:cs typeface="Calibri"/>
              </a:rPr>
              <a:t>. </a:t>
            </a:r>
            <a:r>
              <a:rPr sz="2280" b="1" i="1" u="sng" spc="-12" dirty="0">
                <a:uFill>
                  <a:solidFill>
                    <a:srgbClr val="000000"/>
                  </a:solidFill>
                </a:uFill>
                <a:latin typeface="Calibri"/>
                <a:cs typeface="Calibri"/>
              </a:rPr>
              <a:t>Codeline</a:t>
            </a:r>
            <a:endParaRPr sz="2280" dirty="0">
              <a:latin typeface="Calibri"/>
              <a:cs typeface="Calibri"/>
            </a:endParaRPr>
          </a:p>
          <a:p>
            <a:pPr marL="425958" lvl="1" indent="-410718">
              <a:spcBef>
                <a:spcPts val="360"/>
              </a:spcBef>
              <a:buFont typeface="Arial MT"/>
              <a:buChar char="•"/>
              <a:tabLst>
                <a:tab pos="425958" algn="l"/>
              </a:tabLst>
            </a:pPr>
            <a:r>
              <a:rPr sz="2280" dirty="0">
                <a:latin typeface="Calibri"/>
                <a:cs typeface="Calibri"/>
              </a:rPr>
              <a:t>A</a:t>
            </a:r>
            <a:r>
              <a:rPr sz="2280" spc="462" dirty="0">
                <a:latin typeface="Calibri"/>
                <a:cs typeface="Calibri"/>
              </a:rPr>
              <a:t> </a:t>
            </a:r>
            <a:r>
              <a:rPr sz="2280" dirty="0">
                <a:latin typeface="Calibri"/>
                <a:cs typeface="Calibri"/>
              </a:rPr>
              <a:t>codeline</a:t>
            </a:r>
            <a:r>
              <a:rPr sz="2280" spc="474" dirty="0">
                <a:latin typeface="Calibri"/>
                <a:cs typeface="Calibri"/>
              </a:rPr>
              <a:t> </a:t>
            </a:r>
            <a:r>
              <a:rPr sz="2280" dirty="0">
                <a:latin typeface="Calibri"/>
                <a:cs typeface="Calibri"/>
              </a:rPr>
              <a:t>is</a:t>
            </a:r>
            <a:r>
              <a:rPr sz="2280" spc="468" dirty="0">
                <a:latin typeface="Calibri"/>
                <a:cs typeface="Calibri"/>
              </a:rPr>
              <a:t> </a:t>
            </a:r>
            <a:r>
              <a:rPr sz="2280" dirty="0">
                <a:latin typeface="Calibri"/>
                <a:cs typeface="Calibri"/>
              </a:rPr>
              <a:t>a</a:t>
            </a:r>
            <a:r>
              <a:rPr sz="2280" spc="474" dirty="0">
                <a:latin typeface="Calibri"/>
                <a:cs typeface="Calibri"/>
              </a:rPr>
              <a:t> </a:t>
            </a:r>
            <a:r>
              <a:rPr sz="2280" b="1" i="1" dirty="0">
                <a:solidFill>
                  <a:srgbClr val="C00000"/>
                </a:solidFill>
                <a:latin typeface="Calibri"/>
                <a:cs typeface="Calibri"/>
              </a:rPr>
              <a:t>sequence</a:t>
            </a:r>
            <a:r>
              <a:rPr sz="2280" b="1" i="1" spc="480" dirty="0">
                <a:solidFill>
                  <a:srgbClr val="C00000"/>
                </a:solidFill>
                <a:latin typeface="Calibri"/>
                <a:cs typeface="Calibri"/>
              </a:rPr>
              <a:t> </a:t>
            </a:r>
            <a:r>
              <a:rPr sz="2280" b="1" i="1" dirty="0">
                <a:solidFill>
                  <a:srgbClr val="C00000"/>
                </a:solidFill>
                <a:latin typeface="Calibri"/>
                <a:cs typeface="Calibri"/>
              </a:rPr>
              <a:t>of</a:t>
            </a:r>
            <a:r>
              <a:rPr sz="2280" b="1" i="1" spc="480" dirty="0">
                <a:solidFill>
                  <a:srgbClr val="C00000"/>
                </a:solidFill>
                <a:latin typeface="Calibri"/>
                <a:cs typeface="Calibri"/>
              </a:rPr>
              <a:t> </a:t>
            </a:r>
            <a:r>
              <a:rPr sz="2280" b="1" i="1" dirty="0">
                <a:solidFill>
                  <a:srgbClr val="C00000"/>
                </a:solidFill>
                <a:latin typeface="Calibri"/>
                <a:cs typeface="Calibri"/>
              </a:rPr>
              <a:t>versions</a:t>
            </a:r>
            <a:r>
              <a:rPr sz="2280" b="1" i="1" spc="474" dirty="0">
                <a:solidFill>
                  <a:srgbClr val="C00000"/>
                </a:solidFill>
                <a:latin typeface="Calibri"/>
                <a:cs typeface="Calibri"/>
              </a:rPr>
              <a:t> </a:t>
            </a:r>
            <a:r>
              <a:rPr sz="2280" b="1" i="1" dirty="0">
                <a:solidFill>
                  <a:srgbClr val="C00000"/>
                </a:solidFill>
                <a:latin typeface="Calibri"/>
                <a:cs typeface="Calibri"/>
              </a:rPr>
              <a:t>of</a:t>
            </a:r>
            <a:r>
              <a:rPr sz="2280" b="1" i="1" spc="468" dirty="0">
                <a:solidFill>
                  <a:srgbClr val="C00000"/>
                </a:solidFill>
                <a:latin typeface="Calibri"/>
                <a:cs typeface="Calibri"/>
              </a:rPr>
              <a:t> </a:t>
            </a:r>
            <a:r>
              <a:rPr sz="2280" b="1" i="1" dirty="0">
                <a:solidFill>
                  <a:srgbClr val="C00000"/>
                </a:solidFill>
                <a:latin typeface="Calibri"/>
                <a:cs typeface="Calibri"/>
              </a:rPr>
              <a:t>source</a:t>
            </a:r>
            <a:r>
              <a:rPr sz="2280" b="1" i="1" spc="480" dirty="0">
                <a:solidFill>
                  <a:srgbClr val="C00000"/>
                </a:solidFill>
                <a:latin typeface="Calibri"/>
                <a:cs typeface="Calibri"/>
              </a:rPr>
              <a:t> </a:t>
            </a:r>
            <a:r>
              <a:rPr sz="2280" b="1" i="1" dirty="0">
                <a:solidFill>
                  <a:srgbClr val="C00000"/>
                </a:solidFill>
                <a:latin typeface="Calibri"/>
                <a:cs typeface="Calibri"/>
              </a:rPr>
              <a:t>code</a:t>
            </a:r>
            <a:r>
              <a:rPr sz="2280" dirty="0">
                <a:latin typeface="Calibri"/>
                <a:cs typeface="Calibri"/>
              </a:rPr>
              <a:t>,</a:t>
            </a:r>
            <a:r>
              <a:rPr sz="2280" spc="474" dirty="0">
                <a:latin typeface="Calibri"/>
                <a:cs typeface="Calibri"/>
              </a:rPr>
              <a:t> </a:t>
            </a:r>
            <a:r>
              <a:rPr sz="2280" dirty="0">
                <a:latin typeface="Calibri"/>
                <a:cs typeface="Calibri"/>
              </a:rPr>
              <a:t>with</a:t>
            </a:r>
            <a:r>
              <a:rPr sz="2280" spc="474" dirty="0">
                <a:latin typeface="Calibri"/>
                <a:cs typeface="Calibri"/>
              </a:rPr>
              <a:t> </a:t>
            </a:r>
            <a:r>
              <a:rPr sz="2280" dirty="0">
                <a:latin typeface="Calibri"/>
                <a:cs typeface="Calibri"/>
              </a:rPr>
              <a:t>later</a:t>
            </a:r>
            <a:r>
              <a:rPr sz="2280" spc="491" dirty="0">
                <a:latin typeface="Calibri"/>
                <a:cs typeface="Calibri"/>
              </a:rPr>
              <a:t> </a:t>
            </a:r>
            <a:r>
              <a:rPr sz="2280" dirty="0">
                <a:latin typeface="Calibri"/>
                <a:cs typeface="Calibri"/>
              </a:rPr>
              <a:t>versions</a:t>
            </a:r>
            <a:r>
              <a:rPr sz="2280" spc="474" dirty="0">
                <a:latin typeface="Calibri"/>
                <a:cs typeface="Calibri"/>
              </a:rPr>
              <a:t> </a:t>
            </a:r>
            <a:r>
              <a:rPr sz="2280" dirty="0">
                <a:latin typeface="Calibri"/>
                <a:cs typeface="Calibri"/>
              </a:rPr>
              <a:t>in</a:t>
            </a:r>
            <a:r>
              <a:rPr sz="2280" spc="480" dirty="0">
                <a:latin typeface="Calibri"/>
                <a:cs typeface="Calibri"/>
              </a:rPr>
              <a:t> </a:t>
            </a:r>
            <a:r>
              <a:rPr sz="2280" spc="-30" dirty="0">
                <a:latin typeface="Calibri"/>
                <a:cs typeface="Calibri"/>
              </a:rPr>
              <a:t>the</a:t>
            </a:r>
            <a:endParaRPr sz="2280" dirty="0">
              <a:latin typeface="Calibri"/>
              <a:cs typeface="Calibri"/>
            </a:endParaRPr>
          </a:p>
          <a:p>
            <a:pPr marL="426720"/>
            <a:r>
              <a:rPr sz="2280" dirty="0">
                <a:latin typeface="Calibri"/>
                <a:cs typeface="Calibri"/>
              </a:rPr>
              <a:t>sequence</a:t>
            </a:r>
            <a:r>
              <a:rPr sz="2280" spc="-66" dirty="0">
                <a:latin typeface="Calibri"/>
                <a:cs typeface="Calibri"/>
              </a:rPr>
              <a:t> </a:t>
            </a:r>
            <a:r>
              <a:rPr sz="2280" dirty="0">
                <a:latin typeface="Calibri"/>
                <a:cs typeface="Calibri"/>
              </a:rPr>
              <a:t>derived</a:t>
            </a:r>
            <a:r>
              <a:rPr sz="2280" spc="-42" dirty="0">
                <a:latin typeface="Calibri"/>
                <a:cs typeface="Calibri"/>
              </a:rPr>
              <a:t> </a:t>
            </a:r>
            <a:r>
              <a:rPr sz="2280" dirty="0">
                <a:latin typeface="Calibri"/>
                <a:cs typeface="Calibri"/>
              </a:rPr>
              <a:t>from</a:t>
            </a:r>
            <a:r>
              <a:rPr sz="2280" spc="-66" dirty="0">
                <a:latin typeface="Calibri"/>
                <a:cs typeface="Calibri"/>
              </a:rPr>
              <a:t> </a:t>
            </a:r>
            <a:r>
              <a:rPr sz="2280" dirty="0">
                <a:latin typeface="Calibri"/>
                <a:cs typeface="Calibri"/>
              </a:rPr>
              <a:t>earlier</a:t>
            </a:r>
            <a:r>
              <a:rPr sz="2280" spc="-60" dirty="0">
                <a:latin typeface="Calibri"/>
                <a:cs typeface="Calibri"/>
              </a:rPr>
              <a:t> </a:t>
            </a:r>
            <a:r>
              <a:rPr sz="2280" spc="-12" dirty="0">
                <a:latin typeface="Calibri"/>
                <a:cs typeface="Calibri"/>
              </a:rPr>
              <a:t>versions.</a:t>
            </a:r>
            <a:endParaRPr sz="2280" dirty="0">
              <a:latin typeface="Calibri"/>
              <a:cs typeface="Calibri"/>
            </a:endParaRPr>
          </a:p>
          <a:p>
            <a:pPr marL="425958" lvl="1" indent="-410718">
              <a:spcBef>
                <a:spcPts val="360"/>
              </a:spcBef>
              <a:buFont typeface="Arial MT"/>
              <a:buChar char="•"/>
              <a:tabLst>
                <a:tab pos="425958" algn="l"/>
              </a:tabLst>
            </a:pPr>
            <a:r>
              <a:rPr sz="2280" dirty="0">
                <a:latin typeface="Calibri"/>
                <a:cs typeface="Calibri"/>
              </a:rPr>
              <a:t>Codelines</a:t>
            </a:r>
            <a:r>
              <a:rPr sz="2280" spc="504" dirty="0">
                <a:latin typeface="Calibri"/>
                <a:cs typeface="Calibri"/>
              </a:rPr>
              <a:t> </a:t>
            </a:r>
            <a:r>
              <a:rPr sz="2280" dirty="0">
                <a:latin typeface="Calibri"/>
                <a:cs typeface="Calibri"/>
              </a:rPr>
              <a:t>normally</a:t>
            </a:r>
            <a:r>
              <a:rPr sz="2280" spc="491" dirty="0">
                <a:latin typeface="Calibri"/>
                <a:cs typeface="Calibri"/>
              </a:rPr>
              <a:t> </a:t>
            </a:r>
            <a:r>
              <a:rPr sz="2280" dirty="0">
                <a:latin typeface="Calibri"/>
                <a:cs typeface="Calibri"/>
              </a:rPr>
              <a:t>apply</a:t>
            </a:r>
            <a:r>
              <a:rPr sz="2280" spc="504" dirty="0">
                <a:latin typeface="Calibri"/>
                <a:cs typeface="Calibri"/>
              </a:rPr>
              <a:t> </a:t>
            </a:r>
            <a:r>
              <a:rPr sz="2280" dirty="0">
                <a:latin typeface="Calibri"/>
                <a:cs typeface="Calibri"/>
              </a:rPr>
              <a:t>to</a:t>
            </a:r>
            <a:r>
              <a:rPr sz="2280" spc="491" dirty="0">
                <a:latin typeface="Calibri"/>
                <a:cs typeface="Calibri"/>
              </a:rPr>
              <a:t> </a:t>
            </a:r>
            <a:r>
              <a:rPr sz="2280" dirty="0">
                <a:latin typeface="Calibri"/>
                <a:cs typeface="Calibri"/>
              </a:rPr>
              <a:t>components</a:t>
            </a:r>
            <a:r>
              <a:rPr sz="2280" spc="486" dirty="0">
                <a:latin typeface="Calibri"/>
                <a:cs typeface="Calibri"/>
              </a:rPr>
              <a:t> </a:t>
            </a:r>
            <a:r>
              <a:rPr sz="2280" dirty="0">
                <a:latin typeface="Calibri"/>
                <a:cs typeface="Calibri"/>
              </a:rPr>
              <a:t>of</a:t>
            </a:r>
            <a:r>
              <a:rPr sz="2280" spc="498" dirty="0">
                <a:latin typeface="Calibri"/>
                <a:cs typeface="Calibri"/>
              </a:rPr>
              <a:t> </a:t>
            </a:r>
            <a:r>
              <a:rPr sz="2280" dirty="0">
                <a:latin typeface="Calibri"/>
                <a:cs typeface="Calibri"/>
              </a:rPr>
              <a:t>systems</a:t>
            </a:r>
            <a:r>
              <a:rPr sz="2280" spc="474" dirty="0">
                <a:latin typeface="Calibri"/>
                <a:cs typeface="Calibri"/>
              </a:rPr>
              <a:t> </a:t>
            </a:r>
            <a:r>
              <a:rPr sz="2280" dirty="0">
                <a:latin typeface="Calibri"/>
                <a:cs typeface="Calibri"/>
              </a:rPr>
              <a:t>so</a:t>
            </a:r>
            <a:r>
              <a:rPr sz="2280" spc="474" dirty="0">
                <a:latin typeface="Calibri"/>
                <a:cs typeface="Calibri"/>
              </a:rPr>
              <a:t> </a:t>
            </a:r>
            <a:r>
              <a:rPr sz="2280" dirty="0">
                <a:latin typeface="Calibri"/>
                <a:cs typeface="Calibri"/>
              </a:rPr>
              <a:t>that</a:t>
            </a:r>
            <a:r>
              <a:rPr sz="2280" spc="504" dirty="0">
                <a:latin typeface="Calibri"/>
                <a:cs typeface="Calibri"/>
              </a:rPr>
              <a:t> </a:t>
            </a:r>
            <a:r>
              <a:rPr sz="2280" dirty="0">
                <a:latin typeface="Calibri"/>
                <a:cs typeface="Calibri"/>
              </a:rPr>
              <a:t>there</a:t>
            </a:r>
            <a:r>
              <a:rPr sz="2280" spc="498" dirty="0">
                <a:latin typeface="Calibri"/>
                <a:cs typeface="Calibri"/>
              </a:rPr>
              <a:t> </a:t>
            </a:r>
            <a:r>
              <a:rPr sz="2280" dirty="0">
                <a:latin typeface="Calibri"/>
                <a:cs typeface="Calibri"/>
              </a:rPr>
              <a:t>are</a:t>
            </a:r>
            <a:r>
              <a:rPr sz="2280" spc="491" dirty="0">
                <a:latin typeface="Calibri"/>
                <a:cs typeface="Calibri"/>
              </a:rPr>
              <a:t> </a:t>
            </a:r>
            <a:r>
              <a:rPr sz="2280" spc="-12" dirty="0">
                <a:latin typeface="Calibri"/>
                <a:cs typeface="Calibri"/>
              </a:rPr>
              <a:t>different</a:t>
            </a:r>
            <a:endParaRPr sz="2280" dirty="0">
              <a:latin typeface="Calibri"/>
              <a:cs typeface="Calibri"/>
            </a:endParaRPr>
          </a:p>
          <a:p>
            <a:pPr marL="426720">
              <a:spcBef>
                <a:spcPts val="6"/>
              </a:spcBef>
            </a:pPr>
            <a:r>
              <a:rPr sz="2280" dirty="0">
                <a:latin typeface="Calibri"/>
                <a:cs typeface="Calibri"/>
              </a:rPr>
              <a:t>versions</a:t>
            </a:r>
            <a:r>
              <a:rPr sz="2280" spc="-48" dirty="0">
                <a:latin typeface="Calibri"/>
                <a:cs typeface="Calibri"/>
              </a:rPr>
              <a:t> </a:t>
            </a:r>
            <a:r>
              <a:rPr sz="2280" dirty="0">
                <a:latin typeface="Calibri"/>
                <a:cs typeface="Calibri"/>
              </a:rPr>
              <a:t>of</a:t>
            </a:r>
            <a:r>
              <a:rPr sz="2280" spc="-66" dirty="0">
                <a:latin typeface="Calibri"/>
                <a:cs typeface="Calibri"/>
              </a:rPr>
              <a:t> </a:t>
            </a:r>
            <a:r>
              <a:rPr sz="2280" dirty="0">
                <a:latin typeface="Calibri"/>
                <a:cs typeface="Calibri"/>
              </a:rPr>
              <a:t>each</a:t>
            </a:r>
            <a:r>
              <a:rPr sz="2280" spc="-66" dirty="0">
                <a:latin typeface="Calibri"/>
                <a:cs typeface="Calibri"/>
              </a:rPr>
              <a:t> </a:t>
            </a:r>
            <a:r>
              <a:rPr sz="2280" spc="-12" dirty="0">
                <a:latin typeface="Calibri"/>
                <a:cs typeface="Calibri"/>
              </a:rPr>
              <a:t>component.</a:t>
            </a:r>
            <a:endParaRPr sz="2280" dirty="0">
              <a:latin typeface="Calibri"/>
              <a:cs typeface="Calibri"/>
            </a:endParaRPr>
          </a:p>
          <a:p>
            <a:pPr marL="15240">
              <a:spcBef>
                <a:spcPts val="360"/>
              </a:spcBef>
            </a:pPr>
            <a:r>
              <a:rPr sz="2280" b="1" i="1" u="sng" spc="-12" dirty="0">
                <a:uFill>
                  <a:solidFill>
                    <a:srgbClr val="000000"/>
                  </a:solidFill>
                </a:uFill>
                <a:latin typeface="Calibri"/>
                <a:cs typeface="Calibri"/>
              </a:rPr>
              <a:t>Baseline</a:t>
            </a:r>
            <a:endParaRPr sz="2280" dirty="0">
              <a:latin typeface="Calibri"/>
              <a:cs typeface="Calibri"/>
            </a:endParaRPr>
          </a:p>
          <a:p>
            <a:pPr marL="425958" lvl="1" indent="-410718">
              <a:spcBef>
                <a:spcPts val="360"/>
              </a:spcBef>
              <a:buFont typeface="Arial MT"/>
              <a:buChar char="•"/>
              <a:tabLst>
                <a:tab pos="425958" algn="l"/>
              </a:tabLst>
            </a:pPr>
            <a:r>
              <a:rPr sz="2280" dirty="0">
                <a:latin typeface="Calibri"/>
                <a:cs typeface="Calibri"/>
              </a:rPr>
              <a:t>A</a:t>
            </a:r>
            <a:r>
              <a:rPr sz="2280" spc="-42" dirty="0">
                <a:latin typeface="Calibri"/>
                <a:cs typeface="Calibri"/>
              </a:rPr>
              <a:t> </a:t>
            </a:r>
            <a:r>
              <a:rPr sz="2280" dirty="0">
                <a:latin typeface="Calibri"/>
                <a:cs typeface="Calibri"/>
              </a:rPr>
              <a:t>baseline</a:t>
            </a:r>
            <a:r>
              <a:rPr sz="2280" spc="-18" dirty="0">
                <a:latin typeface="Calibri"/>
                <a:cs typeface="Calibri"/>
              </a:rPr>
              <a:t> </a:t>
            </a:r>
            <a:r>
              <a:rPr sz="2280" dirty="0">
                <a:latin typeface="Calibri"/>
                <a:cs typeface="Calibri"/>
              </a:rPr>
              <a:t>is</a:t>
            </a:r>
            <a:r>
              <a:rPr sz="2280" spc="-42" dirty="0">
                <a:latin typeface="Calibri"/>
                <a:cs typeface="Calibri"/>
              </a:rPr>
              <a:t> </a:t>
            </a:r>
            <a:r>
              <a:rPr sz="2280" dirty="0">
                <a:latin typeface="Calibri"/>
                <a:cs typeface="Calibri"/>
              </a:rPr>
              <a:t>a</a:t>
            </a:r>
            <a:r>
              <a:rPr sz="2280" spc="-24" dirty="0">
                <a:latin typeface="Calibri"/>
                <a:cs typeface="Calibri"/>
              </a:rPr>
              <a:t> </a:t>
            </a:r>
            <a:r>
              <a:rPr sz="2280" b="1" i="1" spc="-12" dirty="0">
                <a:solidFill>
                  <a:srgbClr val="C00000"/>
                </a:solidFill>
                <a:latin typeface="Calibri"/>
                <a:cs typeface="Calibri"/>
              </a:rPr>
              <a:t>definition</a:t>
            </a:r>
            <a:r>
              <a:rPr sz="2280" b="1" i="1" spc="-42" dirty="0">
                <a:solidFill>
                  <a:srgbClr val="C00000"/>
                </a:solidFill>
                <a:latin typeface="Calibri"/>
                <a:cs typeface="Calibri"/>
              </a:rPr>
              <a:t> </a:t>
            </a:r>
            <a:r>
              <a:rPr sz="2280" b="1" i="1" dirty="0">
                <a:solidFill>
                  <a:srgbClr val="C00000"/>
                </a:solidFill>
                <a:latin typeface="Calibri"/>
                <a:cs typeface="Calibri"/>
              </a:rPr>
              <a:t>of</a:t>
            </a:r>
            <a:r>
              <a:rPr sz="2280" b="1" i="1" spc="-30" dirty="0">
                <a:solidFill>
                  <a:srgbClr val="C00000"/>
                </a:solidFill>
                <a:latin typeface="Calibri"/>
                <a:cs typeface="Calibri"/>
              </a:rPr>
              <a:t> </a:t>
            </a:r>
            <a:r>
              <a:rPr sz="2280" b="1" i="1" dirty="0">
                <a:solidFill>
                  <a:srgbClr val="C00000"/>
                </a:solidFill>
                <a:latin typeface="Calibri"/>
                <a:cs typeface="Calibri"/>
              </a:rPr>
              <a:t>a</a:t>
            </a:r>
            <a:r>
              <a:rPr sz="2280" b="1" i="1" spc="-42" dirty="0">
                <a:solidFill>
                  <a:srgbClr val="C00000"/>
                </a:solidFill>
                <a:latin typeface="Calibri"/>
                <a:cs typeface="Calibri"/>
              </a:rPr>
              <a:t> </a:t>
            </a:r>
            <a:r>
              <a:rPr sz="2280" b="1" i="1" dirty="0">
                <a:solidFill>
                  <a:srgbClr val="C00000"/>
                </a:solidFill>
                <a:latin typeface="Calibri"/>
                <a:cs typeface="Calibri"/>
              </a:rPr>
              <a:t>specific</a:t>
            </a:r>
            <a:r>
              <a:rPr sz="2280" b="1" i="1" spc="-24" dirty="0">
                <a:solidFill>
                  <a:srgbClr val="C00000"/>
                </a:solidFill>
                <a:latin typeface="Calibri"/>
                <a:cs typeface="Calibri"/>
              </a:rPr>
              <a:t> </a:t>
            </a:r>
            <a:r>
              <a:rPr sz="2280" b="1" i="1" spc="-12" dirty="0">
                <a:solidFill>
                  <a:srgbClr val="C00000"/>
                </a:solidFill>
                <a:latin typeface="Calibri"/>
                <a:cs typeface="Calibri"/>
              </a:rPr>
              <a:t>system</a:t>
            </a:r>
            <a:r>
              <a:rPr sz="2280" spc="-12" dirty="0">
                <a:latin typeface="Calibri"/>
                <a:cs typeface="Calibri"/>
              </a:rPr>
              <a:t>.</a:t>
            </a:r>
            <a:endParaRPr sz="2280" dirty="0">
              <a:latin typeface="Calibri"/>
              <a:cs typeface="Calibri"/>
            </a:endParaRPr>
          </a:p>
          <a:p>
            <a:pPr marL="425958" lvl="1" indent="-410718">
              <a:spcBef>
                <a:spcPts val="360"/>
              </a:spcBef>
              <a:buFont typeface="Arial MT"/>
              <a:buChar char="•"/>
              <a:tabLst>
                <a:tab pos="425958" algn="l"/>
              </a:tabLst>
            </a:pPr>
            <a:r>
              <a:rPr sz="2280" dirty="0">
                <a:latin typeface="Calibri"/>
                <a:cs typeface="Calibri"/>
              </a:rPr>
              <a:t>The</a:t>
            </a:r>
            <a:r>
              <a:rPr sz="2280" spc="120" dirty="0">
                <a:latin typeface="Calibri"/>
                <a:cs typeface="Calibri"/>
              </a:rPr>
              <a:t> </a:t>
            </a:r>
            <a:r>
              <a:rPr sz="2280" dirty="0">
                <a:latin typeface="Calibri"/>
                <a:cs typeface="Calibri"/>
              </a:rPr>
              <a:t>baseline</a:t>
            </a:r>
            <a:r>
              <a:rPr sz="2280" spc="126" dirty="0">
                <a:latin typeface="Calibri"/>
                <a:cs typeface="Calibri"/>
              </a:rPr>
              <a:t> </a:t>
            </a:r>
            <a:r>
              <a:rPr sz="2280" b="1" i="1" dirty="0">
                <a:solidFill>
                  <a:srgbClr val="C00000"/>
                </a:solidFill>
                <a:latin typeface="Calibri"/>
                <a:cs typeface="Calibri"/>
              </a:rPr>
              <a:t>specifies</a:t>
            </a:r>
            <a:r>
              <a:rPr sz="2280" b="1" i="1" spc="126" dirty="0">
                <a:solidFill>
                  <a:srgbClr val="C00000"/>
                </a:solidFill>
                <a:latin typeface="Calibri"/>
                <a:cs typeface="Calibri"/>
              </a:rPr>
              <a:t> </a:t>
            </a:r>
            <a:r>
              <a:rPr sz="2280" b="1" i="1" dirty="0">
                <a:solidFill>
                  <a:srgbClr val="C00000"/>
                </a:solidFill>
                <a:latin typeface="Calibri"/>
                <a:cs typeface="Calibri"/>
              </a:rPr>
              <a:t>the</a:t>
            </a:r>
            <a:r>
              <a:rPr sz="2280" b="1" i="1" spc="126" dirty="0">
                <a:solidFill>
                  <a:srgbClr val="C00000"/>
                </a:solidFill>
                <a:latin typeface="Calibri"/>
                <a:cs typeface="Calibri"/>
              </a:rPr>
              <a:t> </a:t>
            </a:r>
            <a:r>
              <a:rPr sz="2280" b="1" i="1" dirty="0">
                <a:solidFill>
                  <a:srgbClr val="C00000"/>
                </a:solidFill>
                <a:latin typeface="Calibri"/>
                <a:cs typeface="Calibri"/>
              </a:rPr>
              <a:t>component</a:t>
            </a:r>
            <a:r>
              <a:rPr sz="2280" b="1" i="1" spc="120" dirty="0">
                <a:solidFill>
                  <a:srgbClr val="C00000"/>
                </a:solidFill>
                <a:latin typeface="Calibri"/>
                <a:cs typeface="Calibri"/>
              </a:rPr>
              <a:t> </a:t>
            </a:r>
            <a:r>
              <a:rPr sz="2280" b="1" i="1" dirty="0">
                <a:solidFill>
                  <a:srgbClr val="C00000"/>
                </a:solidFill>
                <a:latin typeface="Calibri"/>
                <a:cs typeface="Calibri"/>
              </a:rPr>
              <a:t>versions</a:t>
            </a:r>
            <a:r>
              <a:rPr sz="2280" b="1" i="1" spc="132" dirty="0">
                <a:solidFill>
                  <a:srgbClr val="C00000"/>
                </a:solidFill>
                <a:latin typeface="Calibri"/>
                <a:cs typeface="Calibri"/>
              </a:rPr>
              <a:t> </a:t>
            </a:r>
            <a:r>
              <a:rPr sz="2280" dirty="0">
                <a:latin typeface="Calibri"/>
                <a:cs typeface="Calibri"/>
              </a:rPr>
              <a:t>that</a:t>
            </a:r>
            <a:r>
              <a:rPr sz="2280" spc="126" dirty="0">
                <a:latin typeface="Calibri"/>
                <a:cs typeface="Calibri"/>
              </a:rPr>
              <a:t> </a:t>
            </a:r>
            <a:r>
              <a:rPr sz="2280" dirty="0">
                <a:latin typeface="Calibri"/>
                <a:cs typeface="Calibri"/>
              </a:rPr>
              <a:t>are</a:t>
            </a:r>
            <a:r>
              <a:rPr sz="2280" spc="126" dirty="0">
                <a:latin typeface="Calibri"/>
                <a:cs typeface="Calibri"/>
              </a:rPr>
              <a:t> </a:t>
            </a:r>
            <a:r>
              <a:rPr sz="2280" dirty="0">
                <a:latin typeface="Calibri"/>
                <a:cs typeface="Calibri"/>
              </a:rPr>
              <a:t>included</a:t>
            </a:r>
            <a:r>
              <a:rPr sz="2280" spc="132" dirty="0">
                <a:latin typeface="Calibri"/>
                <a:cs typeface="Calibri"/>
              </a:rPr>
              <a:t> </a:t>
            </a:r>
            <a:r>
              <a:rPr sz="2280" dirty="0">
                <a:latin typeface="Calibri"/>
                <a:cs typeface="Calibri"/>
              </a:rPr>
              <a:t>in</a:t>
            </a:r>
            <a:r>
              <a:rPr sz="2280" spc="120" dirty="0">
                <a:latin typeface="Calibri"/>
                <a:cs typeface="Calibri"/>
              </a:rPr>
              <a:t> </a:t>
            </a:r>
            <a:r>
              <a:rPr sz="2280" dirty="0">
                <a:latin typeface="Calibri"/>
                <a:cs typeface="Calibri"/>
              </a:rPr>
              <a:t>the</a:t>
            </a:r>
            <a:r>
              <a:rPr sz="2280" spc="126" dirty="0">
                <a:latin typeface="Calibri"/>
                <a:cs typeface="Calibri"/>
              </a:rPr>
              <a:t> </a:t>
            </a:r>
            <a:r>
              <a:rPr sz="2280" dirty="0">
                <a:latin typeface="Calibri"/>
                <a:cs typeface="Calibri"/>
              </a:rPr>
              <a:t>system</a:t>
            </a:r>
            <a:r>
              <a:rPr sz="2280" spc="126" dirty="0">
                <a:latin typeface="Calibri"/>
                <a:cs typeface="Calibri"/>
              </a:rPr>
              <a:t> </a:t>
            </a:r>
            <a:r>
              <a:rPr sz="2280" spc="-30" dirty="0">
                <a:latin typeface="Calibri"/>
                <a:cs typeface="Calibri"/>
              </a:rPr>
              <a:t>and</a:t>
            </a:r>
            <a:endParaRPr sz="2280" dirty="0">
              <a:latin typeface="Calibri"/>
              <a:cs typeface="Calibri"/>
            </a:endParaRPr>
          </a:p>
          <a:p>
            <a:pPr marL="426720"/>
            <a:r>
              <a:rPr sz="2280" b="1" i="1" dirty="0">
                <a:solidFill>
                  <a:srgbClr val="006FC0"/>
                </a:solidFill>
                <a:latin typeface="Calibri"/>
                <a:cs typeface="Calibri"/>
              </a:rPr>
              <a:t>identifies</a:t>
            </a:r>
            <a:r>
              <a:rPr sz="2280" b="1" i="1" spc="-78" dirty="0">
                <a:solidFill>
                  <a:srgbClr val="006FC0"/>
                </a:solidFill>
                <a:latin typeface="Calibri"/>
                <a:cs typeface="Calibri"/>
              </a:rPr>
              <a:t> </a:t>
            </a:r>
            <a:r>
              <a:rPr sz="2280" b="1" i="1" dirty="0">
                <a:solidFill>
                  <a:srgbClr val="006FC0"/>
                </a:solidFill>
                <a:latin typeface="Calibri"/>
                <a:cs typeface="Calibri"/>
              </a:rPr>
              <a:t>the</a:t>
            </a:r>
            <a:r>
              <a:rPr sz="2280" b="1" i="1" spc="-66" dirty="0">
                <a:solidFill>
                  <a:srgbClr val="006FC0"/>
                </a:solidFill>
                <a:latin typeface="Calibri"/>
                <a:cs typeface="Calibri"/>
              </a:rPr>
              <a:t> </a:t>
            </a:r>
            <a:r>
              <a:rPr sz="2280" b="1" i="1" dirty="0">
                <a:solidFill>
                  <a:srgbClr val="006FC0"/>
                </a:solidFill>
                <a:latin typeface="Calibri"/>
                <a:cs typeface="Calibri"/>
              </a:rPr>
              <a:t>libraries</a:t>
            </a:r>
            <a:r>
              <a:rPr sz="2280" b="1" i="1" spc="-72" dirty="0">
                <a:solidFill>
                  <a:srgbClr val="006FC0"/>
                </a:solidFill>
                <a:latin typeface="Calibri"/>
                <a:cs typeface="Calibri"/>
              </a:rPr>
              <a:t> </a:t>
            </a:r>
            <a:r>
              <a:rPr sz="2280" b="1" i="1" dirty="0">
                <a:solidFill>
                  <a:srgbClr val="006FC0"/>
                </a:solidFill>
                <a:latin typeface="Calibri"/>
                <a:cs typeface="Calibri"/>
              </a:rPr>
              <a:t>used</a:t>
            </a:r>
            <a:r>
              <a:rPr sz="2280" dirty="0">
                <a:latin typeface="Calibri"/>
                <a:cs typeface="Calibri"/>
              </a:rPr>
              <a:t>,</a:t>
            </a:r>
            <a:r>
              <a:rPr sz="2280" spc="-66" dirty="0">
                <a:latin typeface="Calibri"/>
                <a:cs typeface="Calibri"/>
              </a:rPr>
              <a:t> </a:t>
            </a:r>
            <a:r>
              <a:rPr sz="2280" b="1" i="1" spc="-12" dirty="0">
                <a:solidFill>
                  <a:srgbClr val="006FC0"/>
                </a:solidFill>
                <a:latin typeface="Calibri"/>
                <a:cs typeface="Calibri"/>
              </a:rPr>
              <a:t>configuration</a:t>
            </a:r>
            <a:r>
              <a:rPr sz="2280" b="1" i="1" spc="-36" dirty="0">
                <a:solidFill>
                  <a:srgbClr val="006FC0"/>
                </a:solidFill>
                <a:latin typeface="Calibri"/>
                <a:cs typeface="Calibri"/>
              </a:rPr>
              <a:t> </a:t>
            </a:r>
            <a:r>
              <a:rPr sz="2280" b="1" i="1" dirty="0">
                <a:solidFill>
                  <a:srgbClr val="006FC0"/>
                </a:solidFill>
                <a:latin typeface="Calibri"/>
                <a:cs typeface="Calibri"/>
              </a:rPr>
              <a:t>files</a:t>
            </a:r>
            <a:r>
              <a:rPr sz="2280" dirty="0">
                <a:latin typeface="Calibri"/>
                <a:cs typeface="Calibri"/>
              </a:rPr>
              <a:t>,</a:t>
            </a:r>
            <a:r>
              <a:rPr sz="2280" spc="-78" dirty="0">
                <a:latin typeface="Calibri"/>
                <a:cs typeface="Calibri"/>
              </a:rPr>
              <a:t> </a:t>
            </a:r>
            <a:r>
              <a:rPr sz="2280" dirty="0">
                <a:latin typeface="Calibri"/>
                <a:cs typeface="Calibri"/>
              </a:rPr>
              <a:t>and</a:t>
            </a:r>
            <a:r>
              <a:rPr sz="2280" spc="-66" dirty="0">
                <a:latin typeface="Calibri"/>
                <a:cs typeface="Calibri"/>
              </a:rPr>
              <a:t> </a:t>
            </a:r>
            <a:r>
              <a:rPr sz="2280" b="1" i="1" dirty="0">
                <a:solidFill>
                  <a:srgbClr val="006FC0"/>
                </a:solidFill>
                <a:latin typeface="Calibri"/>
                <a:cs typeface="Calibri"/>
              </a:rPr>
              <a:t>other</a:t>
            </a:r>
            <a:r>
              <a:rPr sz="2280" b="1" i="1" spc="-66" dirty="0">
                <a:solidFill>
                  <a:srgbClr val="006FC0"/>
                </a:solidFill>
                <a:latin typeface="Calibri"/>
                <a:cs typeface="Calibri"/>
              </a:rPr>
              <a:t> </a:t>
            </a:r>
            <a:r>
              <a:rPr sz="2280" b="1" i="1" dirty="0">
                <a:solidFill>
                  <a:srgbClr val="006FC0"/>
                </a:solidFill>
                <a:latin typeface="Calibri"/>
                <a:cs typeface="Calibri"/>
              </a:rPr>
              <a:t>system</a:t>
            </a:r>
            <a:r>
              <a:rPr sz="2280" b="1" i="1" spc="-60" dirty="0">
                <a:solidFill>
                  <a:srgbClr val="006FC0"/>
                </a:solidFill>
                <a:latin typeface="Calibri"/>
                <a:cs typeface="Calibri"/>
              </a:rPr>
              <a:t> </a:t>
            </a:r>
            <a:r>
              <a:rPr sz="2280" b="1" i="1" spc="-12" dirty="0">
                <a:solidFill>
                  <a:srgbClr val="006FC0"/>
                </a:solidFill>
                <a:latin typeface="Calibri"/>
                <a:cs typeface="Calibri"/>
              </a:rPr>
              <a:t>information</a:t>
            </a:r>
            <a:r>
              <a:rPr sz="2280" spc="-12" dirty="0">
                <a:latin typeface="Calibri"/>
                <a:cs typeface="Calibri"/>
              </a:rPr>
              <a:t>.</a:t>
            </a:r>
            <a:endParaRPr sz="2280" dirty="0">
              <a:latin typeface="Calibri"/>
              <a:cs typeface="Calibri"/>
            </a:endParaRPr>
          </a:p>
          <a:p>
            <a:pPr marL="15240">
              <a:spcBef>
                <a:spcPts val="360"/>
              </a:spcBef>
            </a:pPr>
            <a:r>
              <a:rPr sz="2280" b="1" i="1" u="sng" spc="-12" dirty="0">
                <a:uFill>
                  <a:solidFill>
                    <a:srgbClr val="000000"/>
                  </a:solidFill>
                </a:uFill>
                <a:latin typeface="Calibri"/>
                <a:cs typeface="Calibri"/>
              </a:rPr>
              <a:t>Mainline</a:t>
            </a:r>
            <a:endParaRPr sz="2280" dirty="0">
              <a:latin typeface="Calibri"/>
              <a:cs typeface="Calibri"/>
            </a:endParaRPr>
          </a:p>
          <a:p>
            <a:pPr marL="425958" lvl="1" indent="-410718">
              <a:spcBef>
                <a:spcPts val="360"/>
              </a:spcBef>
              <a:buFont typeface="Arial MT"/>
              <a:buChar char="•"/>
              <a:tabLst>
                <a:tab pos="425958" algn="l"/>
              </a:tabLst>
            </a:pPr>
            <a:r>
              <a:rPr sz="2280" dirty="0">
                <a:latin typeface="Calibri"/>
                <a:cs typeface="Calibri"/>
              </a:rPr>
              <a:t>The</a:t>
            </a:r>
            <a:r>
              <a:rPr sz="2280" spc="-48" dirty="0">
                <a:latin typeface="Calibri"/>
                <a:cs typeface="Calibri"/>
              </a:rPr>
              <a:t> </a:t>
            </a:r>
            <a:r>
              <a:rPr sz="2280" dirty="0">
                <a:latin typeface="Calibri"/>
                <a:cs typeface="Calibri"/>
              </a:rPr>
              <a:t>mainline</a:t>
            </a:r>
            <a:r>
              <a:rPr sz="2280" spc="-24" dirty="0">
                <a:latin typeface="Calibri"/>
                <a:cs typeface="Calibri"/>
              </a:rPr>
              <a:t> </a:t>
            </a:r>
            <a:r>
              <a:rPr sz="2280" dirty="0">
                <a:latin typeface="Calibri"/>
                <a:cs typeface="Calibri"/>
              </a:rPr>
              <a:t>is</a:t>
            </a:r>
            <a:r>
              <a:rPr sz="2280" spc="-60" dirty="0">
                <a:latin typeface="Calibri"/>
                <a:cs typeface="Calibri"/>
              </a:rPr>
              <a:t> </a:t>
            </a:r>
            <a:r>
              <a:rPr sz="2280" dirty="0">
                <a:latin typeface="Calibri"/>
                <a:cs typeface="Calibri"/>
              </a:rPr>
              <a:t>a</a:t>
            </a:r>
            <a:r>
              <a:rPr sz="2280" spc="-42" dirty="0">
                <a:latin typeface="Calibri"/>
                <a:cs typeface="Calibri"/>
              </a:rPr>
              <a:t> </a:t>
            </a:r>
            <a:r>
              <a:rPr sz="2280" b="1" i="1" dirty="0">
                <a:solidFill>
                  <a:srgbClr val="006FC0"/>
                </a:solidFill>
                <a:latin typeface="Calibri"/>
                <a:cs typeface="Calibri"/>
              </a:rPr>
              <a:t>sequence</a:t>
            </a:r>
            <a:r>
              <a:rPr sz="2280" b="1" i="1" spc="-36" dirty="0">
                <a:solidFill>
                  <a:srgbClr val="006FC0"/>
                </a:solidFill>
                <a:latin typeface="Calibri"/>
                <a:cs typeface="Calibri"/>
              </a:rPr>
              <a:t> </a:t>
            </a:r>
            <a:r>
              <a:rPr sz="2280" b="1" i="1" dirty="0">
                <a:solidFill>
                  <a:srgbClr val="006FC0"/>
                </a:solidFill>
                <a:latin typeface="Calibri"/>
                <a:cs typeface="Calibri"/>
              </a:rPr>
              <a:t>of</a:t>
            </a:r>
            <a:r>
              <a:rPr sz="2280" b="1" i="1" spc="-48" dirty="0">
                <a:solidFill>
                  <a:srgbClr val="006FC0"/>
                </a:solidFill>
                <a:latin typeface="Calibri"/>
                <a:cs typeface="Calibri"/>
              </a:rPr>
              <a:t> </a:t>
            </a:r>
            <a:r>
              <a:rPr sz="2280" b="1" i="1" spc="-12" dirty="0">
                <a:solidFill>
                  <a:srgbClr val="006FC0"/>
                </a:solidFill>
                <a:latin typeface="Calibri"/>
                <a:cs typeface="Calibri"/>
              </a:rPr>
              <a:t>system</a:t>
            </a:r>
            <a:r>
              <a:rPr sz="2280" b="1" i="1" spc="-48" dirty="0">
                <a:solidFill>
                  <a:srgbClr val="006FC0"/>
                </a:solidFill>
                <a:latin typeface="Calibri"/>
                <a:cs typeface="Calibri"/>
              </a:rPr>
              <a:t> </a:t>
            </a:r>
            <a:r>
              <a:rPr sz="2280" b="1" i="1" dirty="0">
                <a:solidFill>
                  <a:srgbClr val="006FC0"/>
                </a:solidFill>
                <a:latin typeface="Calibri"/>
                <a:cs typeface="Calibri"/>
              </a:rPr>
              <a:t>versions</a:t>
            </a:r>
            <a:r>
              <a:rPr sz="2280" b="1" i="1" spc="-36" dirty="0">
                <a:solidFill>
                  <a:srgbClr val="006FC0"/>
                </a:solidFill>
                <a:latin typeface="Calibri"/>
                <a:cs typeface="Calibri"/>
              </a:rPr>
              <a:t> </a:t>
            </a:r>
            <a:r>
              <a:rPr sz="2280" b="1" i="1" spc="-12" dirty="0">
                <a:solidFill>
                  <a:srgbClr val="006FC0"/>
                </a:solidFill>
                <a:latin typeface="Calibri"/>
                <a:cs typeface="Calibri"/>
              </a:rPr>
              <a:t>developed</a:t>
            </a:r>
            <a:r>
              <a:rPr sz="2280" b="1" i="1" spc="-48" dirty="0">
                <a:solidFill>
                  <a:srgbClr val="006FC0"/>
                </a:solidFill>
                <a:latin typeface="Calibri"/>
                <a:cs typeface="Calibri"/>
              </a:rPr>
              <a:t> </a:t>
            </a:r>
            <a:r>
              <a:rPr sz="2280" b="1" i="1" dirty="0">
                <a:solidFill>
                  <a:srgbClr val="006FC0"/>
                </a:solidFill>
                <a:latin typeface="Calibri"/>
                <a:cs typeface="Calibri"/>
              </a:rPr>
              <a:t>from</a:t>
            </a:r>
            <a:r>
              <a:rPr sz="2280" b="1" i="1" spc="-54" dirty="0">
                <a:solidFill>
                  <a:srgbClr val="006FC0"/>
                </a:solidFill>
                <a:latin typeface="Calibri"/>
                <a:cs typeface="Calibri"/>
              </a:rPr>
              <a:t> </a:t>
            </a:r>
            <a:r>
              <a:rPr sz="2280" b="1" i="1" dirty="0">
                <a:solidFill>
                  <a:srgbClr val="006FC0"/>
                </a:solidFill>
                <a:latin typeface="Calibri"/>
                <a:cs typeface="Calibri"/>
              </a:rPr>
              <a:t>an</a:t>
            </a:r>
            <a:r>
              <a:rPr sz="2280" b="1" i="1" spc="-48" dirty="0">
                <a:solidFill>
                  <a:srgbClr val="006FC0"/>
                </a:solidFill>
                <a:latin typeface="Calibri"/>
                <a:cs typeface="Calibri"/>
              </a:rPr>
              <a:t> </a:t>
            </a:r>
            <a:r>
              <a:rPr sz="2280" b="1" i="1" dirty="0">
                <a:solidFill>
                  <a:srgbClr val="006FC0"/>
                </a:solidFill>
                <a:latin typeface="Calibri"/>
                <a:cs typeface="Calibri"/>
              </a:rPr>
              <a:t>original</a:t>
            </a:r>
            <a:r>
              <a:rPr sz="2280" b="1" i="1" spc="-60" dirty="0">
                <a:solidFill>
                  <a:srgbClr val="006FC0"/>
                </a:solidFill>
                <a:latin typeface="Calibri"/>
                <a:cs typeface="Calibri"/>
              </a:rPr>
              <a:t> </a:t>
            </a:r>
            <a:r>
              <a:rPr sz="2280" b="1" i="1" spc="-12" dirty="0">
                <a:solidFill>
                  <a:srgbClr val="006FC0"/>
                </a:solidFill>
                <a:latin typeface="Calibri"/>
                <a:cs typeface="Calibri"/>
              </a:rPr>
              <a:t>baseline</a:t>
            </a:r>
            <a:r>
              <a:rPr sz="2280" spc="-12" dirty="0">
                <a:latin typeface="Calibri"/>
                <a:cs typeface="Calibri"/>
              </a:rPr>
              <a:t>.</a:t>
            </a:r>
            <a:endParaRPr sz="2280" dirty="0">
              <a:latin typeface="Calibri"/>
              <a:cs typeface="Calibri"/>
            </a:endParaRPr>
          </a:p>
        </p:txBody>
      </p:sp>
    </p:spTree>
    <p:extLst>
      <p:ext uri="{BB962C8B-B14F-4D97-AF65-F5344CB8AC3E}">
        <p14:creationId xmlns:p14="http://schemas.microsoft.com/office/powerpoint/2010/main" val="4277234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936912" y="911626"/>
            <a:ext cx="8541258" cy="4775454"/>
            <a:chOff x="1106093" y="759688"/>
            <a:chExt cx="7117715" cy="3979545"/>
          </a:xfrm>
        </p:grpSpPr>
        <p:pic>
          <p:nvPicPr>
            <p:cNvPr id="3" name="object 3"/>
            <p:cNvPicPr/>
            <p:nvPr/>
          </p:nvPicPr>
          <p:blipFill>
            <a:blip r:embed="rId2" cstate="print"/>
            <a:stretch>
              <a:fillRect/>
            </a:stretch>
          </p:blipFill>
          <p:spPr>
            <a:xfrm>
              <a:off x="1225250" y="865142"/>
              <a:ext cx="6879401" cy="3631595"/>
            </a:xfrm>
            <a:prstGeom prst="rect">
              <a:avLst/>
            </a:prstGeom>
          </p:spPr>
        </p:pic>
        <p:sp>
          <p:nvSpPr>
            <p:cNvPr id="4" name="object 4"/>
            <p:cNvSpPr/>
            <p:nvPr/>
          </p:nvSpPr>
          <p:spPr>
            <a:xfrm>
              <a:off x="1110856" y="764450"/>
              <a:ext cx="7108190" cy="3970020"/>
            </a:xfrm>
            <a:custGeom>
              <a:avLst/>
              <a:gdLst/>
              <a:ahLst/>
              <a:cxnLst/>
              <a:rect l="l" t="t" r="r" b="b"/>
              <a:pathLst>
                <a:path w="7108190" h="3970020">
                  <a:moveTo>
                    <a:pt x="0" y="3970020"/>
                  </a:moveTo>
                  <a:lnTo>
                    <a:pt x="7108190" y="3970020"/>
                  </a:lnTo>
                  <a:lnTo>
                    <a:pt x="7108190" y="0"/>
                  </a:lnTo>
                  <a:lnTo>
                    <a:pt x="0" y="0"/>
                  </a:lnTo>
                  <a:lnTo>
                    <a:pt x="0" y="3970020"/>
                  </a:lnTo>
                  <a:close/>
                </a:path>
              </a:pathLst>
            </a:custGeom>
            <a:ln w="9525">
              <a:solidFill>
                <a:srgbClr val="000000"/>
              </a:solidFill>
            </a:ln>
          </p:spPr>
          <p:txBody>
            <a:bodyPr wrap="square" lIns="0" tIns="0" rIns="0" bIns="0" rtlCol="0"/>
            <a:lstStyle/>
            <a:p>
              <a:endParaRPr sz="2160"/>
            </a:p>
          </p:txBody>
        </p:sp>
      </p:grpSp>
    </p:spTree>
    <p:extLst>
      <p:ext uri="{BB962C8B-B14F-4D97-AF65-F5344CB8AC3E}">
        <p14:creationId xmlns:p14="http://schemas.microsoft.com/office/powerpoint/2010/main" val="427025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1" y="95249"/>
            <a:ext cx="10356342" cy="6671826"/>
          </a:xfrm>
          <a:prstGeom prst="rect">
            <a:avLst/>
          </a:prstGeom>
        </p:spPr>
        <p:txBody>
          <a:bodyPr vert="horz" wrap="square" lIns="0" tIns="14478" rIns="0" bIns="0" rtlCol="0">
            <a:spAutoFit/>
          </a:bodyPr>
          <a:lstStyle/>
          <a:p>
            <a:pPr marL="426720" marR="10668" indent="-411480">
              <a:spcBef>
                <a:spcPts val="114"/>
              </a:spcBef>
              <a:buFont typeface="Arial MT"/>
              <a:buChar char="•"/>
              <a:tabLst>
                <a:tab pos="426720" algn="l"/>
              </a:tabLst>
            </a:pPr>
            <a:r>
              <a:rPr sz="2280" b="1" dirty="0">
                <a:latin typeface="Calibri"/>
                <a:cs typeface="Calibri"/>
              </a:rPr>
              <a:t>Version</a:t>
            </a:r>
            <a:r>
              <a:rPr sz="2280" b="1" spc="372" dirty="0">
                <a:latin typeface="Calibri"/>
                <a:cs typeface="Calibri"/>
              </a:rPr>
              <a:t> </a:t>
            </a:r>
            <a:r>
              <a:rPr sz="2280" b="1" dirty="0">
                <a:latin typeface="Calibri"/>
                <a:cs typeface="Calibri"/>
              </a:rPr>
              <a:t>control</a:t>
            </a:r>
            <a:r>
              <a:rPr sz="2280" b="1" spc="366" dirty="0">
                <a:latin typeface="Calibri"/>
                <a:cs typeface="Calibri"/>
              </a:rPr>
              <a:t> </a:t>
            </a:r>
            <a:r>
              <a:rPr sz="2280" b="1" dirty="0">
                <a:latin typeface="Calibri"/>
                <a:cs typeface="Calibri"/>
              </a:rPr>
              <a:t>(VC)</a:t>
            </a:r>
            <a:r>
              <a:rPr sz="2280" b="1" spc="360" dirty="0">
                <a:latin typeface="Calibri"/>
                <a:cs typeface="Calibri"/>
              </a:rPr>
              <a:t> </a:t>
            </a:r>
            <a:r>
              <a:rPr sz="2280" b="1" dirty="0">
                <a:latin typeface="Calibri"/>
                <a:cs typeface="Calibri"/>
              </a:rPr>
              <a:t>systems</a:t>
            </a:r>
            <a:r>
              <a:rPr sz="2280" b="1" spc="378" dirty="0">
                <a:latin typeface="Calibri"/>
                <a:cs typeface="Calibri"/>
              </a:rPr>
              <a:t> </a:t>
            </a:r>
            <a:r>
              <a:rPr sz="2280" dirty="0">
                <a:latin typeface="Calibri"/>
                <a:cs typeface="Calibri"/>
              </a:rPr>
              <a:t>identify,</a:t>
            </a:r>
            <a:r>
              <a:rPr sz="2280" spc="360" dirty="0">
                <a:latin typeface="Calibri"/>
                <a:cs typeface="Calibri"/>
              </a:rPr>
              <a:t> </a:t>
            </a:r>
            <a:r>
              <a:rPr sz="2280" dirty="0">
                <a:latin typeface="Calibri"/>
                <a:cs typeface="Calibri"/>
              </a:rPr>
              <a:t>store,</a:t>
            </a:r>
            <a:r>
              <a:rPr sz="2280" spc="354" dirty="0">
                <a:latin typeface="Calibri"/>
                <a:cs typeface="Calibri"/>
              </a:rPr>
              <a:t> </a:t>
            </a:r>
            <a:r>
              <a:rPr sz="2280" dirty="0">
                <a:latin typeface="Calibri"/>
                <a:cs typeface="Calibri"/>
              </a:rPr>
              <a:t>and</a:t>
            </a:r>
            <a:r>
              <a:rPr sz="2280" spc="360" dirty="0">
                <a:latin typeface="Calibri"/>
                <a:cs typeface="Calibri"/>
              </a:rPr>
              <a:t> </a:t>
            </a:r>
            <a:r>
              <a:rPr sz="2280" dirty="0">
                <a:latin typeface="Calibri"/>
                <a:cs typeface="Calibri"/>
              </a:rPr>
              <a:t>control</a:t>
            </a:r>
            <a:r>
              <a:rPr sz="2280" spc="348" dirty="0">
                <a:latin typeface="Calibri"/>
                <a:cs typeface="Calibri"/>
              </a:rPr>
              <a:t> </a:t>
            </a:r>
            <a:r>
              <a:rPr sz="2280" dirty="0">
                <a:latin typeface="Calibri"/>
                <a:cs typeface="Calibri"/>
              </a:rPr>
              <a:t>access</a:t>
            </a:r>
            <a:r>
              <a:rPr sz="2280" spc="366" dirty="0">
                <a:latin typeface="Calibri"/>
                <a:cs typeface="Calibri"/>
              </a:rPr>
              <a:t> </a:t>
            </a:r>
            <a:r>
              <a:rPr sz="2280" dirty="0">
                <a:latin typeface="Calibri"/>
                <a:cs typeface="Calibri"/>
              </a:rPr>
              <a:t>to</a:t>
            </a:r>
            <a:r>
              <a:rPr sz="2280" spc="366" dirty="0">
                <a:latin typeface="Calibri"/>
                <a:cs typeface="Calibri"/>
              </a:rPr>
              <a:t> </a:t>
            </a:r>
            <a:r>
              <a:rPr sz="2280" dirty="0">
                <a:latin typeface="Calibri"/>
                <a:cs typeface="Calibri"/>
              </a:rPr>
              <a:t>the</a:t>
            </a:r>
            <a:r>
              <a:rPr sz="2280" spc="372" dirty="0">
                <a:latin typeface="Calibri"/>
                <a:cs typeface="Calibri"/>
              </a:rPr>
              <a:t> </a:t>
            </a:r>
            <a:r>
              <a:rPr sz="2280" spc="-12" dirty="0">
                <a:latin typeface="Calibri"/>
                <a:cs typeface="Calibri"/>
              </a:rPr>
              <a:t>different </a:t>
            </a:r>
            <a:r>
              <a:rPr sz="2280" dirty="0">
                <a:latin typeface="Calibri"/>
                <a:cs typeface="Calibri"/>
              </a:rPr>
              <a:t>versions</a:t>
            </a:r>
            <a:r>
              <a:rPr sz="2280" spc="-54" dirty="0">
                <a:latin typeface="Calibri"/>
                <a:cs typeface="Calibri"/>
              </a:rPr>
              <a:t> </a:t>
            </a:r>
            <a:r>
              <a:rPr sz="2280" dirty="0">
                <a:latin typeface="Calibri"/>
                <a:cs typeface="Calibri"/>
              </a:rPr>
              <a:t>of</a:t>
            </a:r>
            <a:r>
              <a:rPr sz="2280" spc="-72" dirty="0">
                <a:latin typeface="Calibri"/>
                <a:cs typeface="Calibri"/>
              </a:rPr>
              <a:t> </a:t>
            </a:r>
            <a:r>
              <a:rPr sz="2280" spc="-12" dirty="0">
                <a:latin typeface="Calibri"/>
                <a:cs typeface="Calibri"/>
              </a:rPr>
              <a:t>components.</a:t>
            </a:r>
            <a:endParaRPr sz="2280" dirty="0">
              <a:latin typeface="Calibri"/>
              <a:cs typeface="Calibri"/>
            </a:endParaRPr>
          </a:p>
          <a:p>
            <a:pPr marL="425958" indent="-410718">
              <a:spcBef>
                <a:spcPts val="606"/>
              </a:spcBef>
              <a:buFont typeface="Arial MT"/>
              <a:buChar char="•"/>
              <a:tabLst>
                <a:tab pos="425958" algn="l"/>
              </a:tabLst>
            </a:pPr>
            <a:r>
              <a:rPr sz="2280" dirty="0">
                <a:latin typeface="Calibri"/>
                <a:cs typeface="Calibri"/>
              </a:rPr>
              <a:t>There</a:t>
            </a:r>
            <a:r>
              <a:rPr sz="2280" spc="-72" dirty="0">
                <a:latin typeface="Calibri"/>
                <a:cs typeface="Calibri"/>
              </a:rPr>
              <a:t> </a:t>
            </a:r>
            <a:r>
              <a:rPr sz="2280" dirty="0">
                <a:latin typeface="Calibri"/>
                <a:cs typeface="Calibri"/>
              </a:rPr>
              <a:t>are</a:t>
            </a:r>
            <a:r>
              <a:rPr sz="2280" spc="-72" dirty="0">
                <a:latin typeface="Calibri"/>
                <a:cs typeface="Calibri"/>
              </a:rPr>
              <a:t> </a:t>
            </a:r>
            <a:r>
              <a:rPr sz="2280" dirty="0">
                <a:latin typeface="Calibri"/>
                <a:cs typeface="Calibri"/>
              </a:rPr>
              <a:t>two</a:t>
            </a:r>
            <a:r>
              <a:rPr sz="2280" spc="-78" dirty="0">
                <a:latin typeface="Calibri"/>
                <a:cs typeface="Calibri"/>
              </a:rPr>
              <a:t> </a:t>
            </a:r>
            <a:r>
              <a:rPr sz="2280" dirty="0">
                <a:latin typeface="Calibri"/>
                <a:cs typeface="Calibri"/>
              </a:rPr>
              <a:t>types</a:t>
            </a:r>
            <a:r>
              <a:rPr sz="2280" spc="-78" dirty="0">
                <a:latin typeface="Calibri"/>
                <a:cs typeface="Calibri"/>
              </a:rPr>
              <a:t> </a:t>
            </a:r>
            <a:r>
              <a:rPr sz="2280" dirty="0">
                <a:latin typeface="Calibri"/>
                <a:cs typeface="Calibri"/>
              </a:rPr>
              <a:t>of</a:t>
            </a:r>
            <a:r>
              <a:rPr sz="2280" spc="-72" dirty="0">
                <a:latin typeface="Calibri"/>
                <a:cs typeface="Calibri"/>
              </a:rPr>
              <a:t> </a:t>
            </a:r>
            <a:r>
              <a:rPr sz="2280" b="1" dirty="0">
                <a:solidFill>
                  <a:srgbClr val="006FC0"/>
                </a:solidFill>
                <a:latin typeface="Calibri"/>
                <a:cs typeface="Calibri"/>
              </a:rPr>
              <a:t>modern</a:t>
            </a:r>
            <a:r>
              <a:rPr sz="2280" b="1" spc="-54" dirty="0">
                <a:solidFill>
                  <a:srgbClr val="006FC0"/>
                </a:solidFill>
                <a:latin typeface="Calibri"/>
                <a:cs typeface="Calibri"/>
              </a:rPr>
              <a:t> </a:t>
            </a:r>
            <a:r>
              <a:rPr sz="2280" b="1" dirty="0">
                <a:solidFill>
                  <a:srgbClr val="006FC0"/>
                </a:solidFill>
                <a:latin typeface="Calibri"/>
                <a:cs typeface="Calibri"/>
              </a:rPr>
              <a:t>version</a:t>
            </a:r>
            <a:r>
              <a:rPr sz="2280" b="1" spc="-54" dirty="0">
                <a:solidFill>
                  <a:srgbClr val="006FC0"/>
                </a:solidFill>
                <a:latin typeface="Calibri"/>
                <a:cs typeface="Calibri"/>
              </a:rPr>
              <a:t> </a:t>
            </a:r>
            <a:r>
              <a:rPr sz="2280" b="1" dirty="0">
                <a:solidFill>
                  <a:srgbClr val="006FC0"/>
                </a:solidFill>
                <a:latin typeface="Calibri"/>
                <a:cs typeface="Calibri"/>
              </a:rPr>
              <a:t>control</a:t>
            </a:r>
            <a:r>
              <a:rPr sz="2280" b="1" spc="-54" dirty="0">
                <a:solidFill>
                  <a:srgbClr val="006FC0"/>
                </a:solidFill>
                <a:latin typeface="Calibri"/>
                <a:cs typeface="Calibri"/>
              </a:rPr>
              <a:t> </a:t>
            </a:r>
            <a:r>
              <a:rPr sz="2280" b="1" spc="-12" dirty="0">
                <a:solidFill>
                  <a:srgbClr val="006FC0"/>
                </a:solidFill>
                <a:latin typeface="Calibri"/>
                <a:cs typeface="Calibri"/>
              </a:rPr>
              <a:t>system</a:t>
            </a:r>
            <a:r>
              <a:rPr sz="2280" spc="-12" dirty="0">
                <a:latin typeface="Calibri"/>
                <a:cs typeface="Calibri"/>
              </a:rPr>
              <a:t>:</a:t>
            </a:r>
            <a:endParaRPr sz="2280" dirty="0">
              <a:latin typeface="Calibri"/>
              <a:cs typeface="Calibri"/>
            </a:endParaRPr>
          </a:p>
          <a:p>
            <a:pPr marL="800862" lvl="1" indent="-330708">
              <a:spcBef>
                <a:spcPts val="606"/>
              </a:spcBef>
              <a:buFont typeface="Calibri"/>
              <a:buAutoNum type="arabicPeriod"/>
              <a:tabLst>
                <a:tab pos="800862" algn="l"/>
              </a:tabLst>
            </a:pPr>
            <a:r>
              <a:rPr sz="2280" b="1" i="1" dirty="0">
                <a:solidFill>
                  <a:srgbClr val="C00000"/>
                </a:solidFill>
                <a:latin typeface="Calibri"/>
                <a:cs typeface="Calibri"/>
              </a:rPr>
              <a:t>Centralized</a:t>
            </a:r>
            <a:r>
              <a:rPr sz="2280" b="1" i="1" spc="252" dirty="0">
                <a:solidFill>
                  <a:srgbClr val="C00000"/>
                </a:solidFill>
                <a:latin typeface="Calibri"/>
                <a:cs typeface="Calibri"/>
              </a:rPr>
              <a:t> </a:t>
            </a:r>
            <a:r>
              <a:rPr sz="2280" b="1" i="1" dirty="0">
                <a:solidFill>
                  <a:srgbClr val="C00000"/>
                </a:solidFill>
                <a:latin typeface="Calibri"/>
                <a:cs typeface="Calibri"/>
              </a:rPr>
              <a:t>systems</a:t>
            </a:r>
            <a:r>
              <a:rPr sz="2280" b="1" i="1" spc="252" dirty="0">
                <a:solidFill>
                  <a:srgbClr val="C00000"/>
                </a:solidFill>
                <a:latin typeface="Calibri"/>
                <a:cs typeface="Calibri"/>
              </a:rPr>
              <a:t> </a:t>
            </a:r>
            <a:r>
              <a:rPr sz="2280" b="1" dirty="0">
                <a:solidFill>
                  <a:srgbClr val="C00000"/>
                </a:solidFill>
                <a:latin typeface="Calibri"/>
                <a:cs typeface="Calibri"/>
              </a:rPr>
              <a:t>:</a:t>
            </a:r>
            <a:r>
              <a:rPr sz="2280" b="1" spc="252" dirty="0">
                <a:solidFill>
                  <a:srgbClr val="C00000"/>
                </a:solidFill>
                <a:latin typeface="Calibri"/>
                <a:cs typeface="Calibri"/>
              </a:rPr>
              <a:t> </a:t>
            </a:r>
            <a:r>
              <a:rPr sz="2280" dirty="0">
                <a:latin typeface="Calibri"/>
                <a:cs typeface="Calibri"/>
              </a:rPr>
              <a:t>A</a:t>
            </a:r>
            <a:r>
              <a:rPr sz="2280" spc="240" dirty="0">
                <a:latin typeface="Calibri"/>
                <a:cs typeface="Calibri"/>
              </a:rPr>
              <a:t> </a:t>
            </a:r>
            <a:r>
              <a:rPr sz="2280" b="1" dirty="0">
                <a:solidFill>
                  <a:srgbClr val="6F2F9F"/>
                </a:solidFill>
                <a:latin typeface="Calibri"/>
                <a:cs typeface="Calibri"/>
              </a:rPr>
              <a:t>single</a:t>
            </a:r>
            <a:r>
              <a:rPr sz="2280" b="1" spc="258" dirty="0">
                <a:solidFill>
                  <a:srgbClr val="6F2F9F"/>
                </a:solidFill>
                <a:latin typeface="Calibri"/>
                <a:cs typeface="Calibri"/>
              </a:rPr>
              <a:t> </a:t>
            </a:r>
            <a:r>
              <a:rPr sz="2280" b="1" dirty="0">
                <a:solidFill>
                  <a:srgbClr val="6F2F9F"/>
                </a:solidFill>
                <a:latin typeface="Calibri"/>
                <a:cs typeface="Calibri"/>
              </a:rPr>
              <a:t>master</a:t>
            </a:r>
            <a:r>
              <a:rPr sz="2280" b="1" spc="258" dirty="0">
                <a:solidFill>
                  <a:srgbClr val="6F2F9F"/>
                </a:solidFill>
                <a:latin typeface="Calibri"/>
                <a:cs typeface="Calibri"/>
              </a:rPr>
              <a:t> </a:t>
            </a:r>
            <a:r>
              <a:rPr sz="2280" b="1" dirty="0">
                <a:solidFill>
                  <a:srgbClr val="6F2F9F"/>
                </a:solidFill>
                <a:latin typeface="Calibri"/>
                <a:cs typeface="Calibri"/>
              </a:rPr>
              <a:t>repository</a:t>
            </a:r>
            <a:r>
              <a:rPr sz="2280" b="1" spc="252" dirty="0">
                <a:solidFill>
                  <a:srgbClr val="6F2F9F"/>
                </a:solidFill>
                <a:latin typeface="Calibri"/>
                <a:cs typeface="Calibri"/>
              </a:rPr>
              <a:t> </a:t>
            </a:r>
            <a:r>
              <a:rPr sz="2280" dirty="0">
                <a:latin typeface="Calibri"/>
                <a:cs typeface="Calibri"/>
              </a:rPr>
              <a:t>maintains</a:t>
            </a:r>
            <a:r>
              <a:rPr sz="2280" spc="252" dirty="0">
                <a:latin typeface="Calibri"/>
                <a:cs typeface="Calibri"/>
              </a:rPr>
              <a:t> </a:t>
            </a:r>
            <a:r>
              <a:rPr sz="2280" dirty="0">
                <a:latin typeface="Calibri"/>
                <a:cs typeface="Calibri"/>
              </a:rPr>
              <a:t>all</a:t>
            </a:r>
            <a:r>
              <a:rPr sz="2280" spc="258" dirty="0">
                <a:latin typeface="Calibri"/>
                <a:cs typeface="Calibri"/>
              </a:rPr>
              <a:t> </a:t>
            </a:r>
            <a:r>
              <a:rPr sz="2280" dirty="0">
                <a:latin typeface="Calibri"/>
                <a:cs typeface="Calibri"/>
              </a:rPr>
              <a:t>versions</a:t>
            </a:r>
            <a:r>
              <a:rPr sz="2280" spc="240" dirty="0">
                <a:latin typeface="Calibri"/>
                <a:cs typeface="Calibri"/>
              </a:rPr>
              <a:t> </a:t>
            </a:r>
            <a:r>
              <a:rPr sz="2280" dirty="0">
                <a:latin typeface="Calibri"/>
                <a:cs typeface="Calibri"/>
              </a:rPr>
              <a:t>of</a:t>
            </a:r>
            <a:r>
              <a:rPr sz="2280" spc="252" dirty="0">
                <a:latin typeface="Calibri"/>
                <a:cs typeface="Calibri"/>
              </a:rPr>
              <a:t> </a:t>
            </a:r>
            <a:r>
              <a:rPr sz="2280" spc="-30" dirty="0">
                <a:latin typeface="Calibri"/>
                <a:cs typeface="Calibri"/>
              </a:rPr>
              <a:t>the</a:t>
            </a:r>
            <a:endParaRPr sz="2280" dirty="0">
              <a:latin typeface="Calibri"/>
              <a:cs typeface="Calibri"/>
            </a:endParaRPr>
          </a:p>
          <a:p>
            <a:pPr marL="1112520"/>
            <a:r>
              <a:rPr sz="2280" spc="-12" dirty="0">
                <a:latin typeface="Calibri"/>
                <a:cs typeface="Calibri"/>
              </a:rPr>
              <a:t>software</a:t>
            </a:r>
            <a:r>
              <a:rPr sz="2280" spc="-66" dirty="0">
                <a:latin typeface="Calibri"/>
                <a:cs typeface="Calibri"/>
              </a:rPr>
              <a:t> </a:t>
            </a:r>
            <a:r>
              <a:rPr sz="2280" dirty="0">
                <a:latin typeface="Calibri"/>
                <a:cs typeface="Calibri"/>
              </a:rPr>
              <a:t>components</a:t>
            </a:r>
            <a:r>
              <a:rPr sz="2280" spc="-66" dirty="0">
                <a:latin typeface="Calibri"/>
                <a:cs typeface="Calibri"/>
              </a:rPr>
              <a:t> </a:t>
            </a:r>
            <a:r>
              <a:rPr sz="2280" dirty="0">
                <a:latin typeface="Calibri"/>
                <a:cs typeface="Calibri"/>
              </a:rPr>
              <a:t>that</a:t>
            </a:r>
            <a:r>
              <a:rPr sz="2280" spc="-66" dirty="0">
                <a:latin typeface="Calibri"/>
                <a:cs typeface="Calibri"/>
              </a:rPr>
              <a:t> </a:t>
            </a:r>
            <a:r>
              <a:rPr sz="2280" dirty="0">
                <a:latin typeface="Calibri"/>
                <a:cs typeface="Calibri"/>
              </a:rPr>
              <a:t>are</a:t>
            </a:r>
            <a:r>
              <a:rPr sz="2280" spc="-72" dirty="0">
                <a:latin typeface="Calibri"/>
                <a:cs typeface="Calibri"/>
              </a:rPr>
              <a:t> </a:t>
            </a:r>
            <a:r>
              <a:rPr sz="2280" dirty="0">
                <a:latin typeface="Calibri"/>
                <a:cs typeface="Calibri"/>
              </a:rPr>
              <a:t>being</a:t>
            </a:r>
            <a:r>
              <a:rPr sz="2280" spc="-48" dirty="0">
                <a:latin typeface="Calibri"/>
                <a:cs typeface="Calibri"/>
              </a:rPr>
              <a:t> </a:t>
            </a:r>
            <a:r>
              <a:rPr sz="2280" spc="-12" dirty="0">
                <a:latin typeface="Calibri"/>
                <a:cs typeface="Calibri"/>
              </a:rPr>
              <a:t>developed.</a:t>
            </a:r>
            <a:endParaRPr sz="2280" dirty="0">
              <a:latin typeface="Calibri"/>
              <a:cs typeface="Calibri"/>
            </a:endParaRPr>
          </a:p>
          <a:p>
            <a:pPr marL="781050" lvl="1" indent="-310895">
              <a:spcBef>
                <a:spcPts val="588"/>
              </a:spcBef>
              <a:buFont typeface="Calibri"/>
              <a:buAutoNum type="arabicPeriod" startAt="2"/>
              <a:tabLst>
                <a:tab pos="781050" algn="l"/>
              </a:tabLst>
            </a:pPr>
            <a:r>
              <a:rPr sz="2280" b="1" i="1" dirty="0">
                <a:solidFill>
                  <a:srgbClr val="C00000"/>
                </a:solidFill>
                <a:latin typeface="Calibri"/>
                <a:cs typeface="Calibri"/>
              </a:rPr>
              <a:t>Distributed</a:t>
            </a:r>
            <a:r>
              <a:rPr sz="2280" b="1" i="1" spc="102" dirty="0">
                <a:solidFill>
                  <a:srgbClr val="C00000"/>
                </a:solidFill>
                <a:latin typeface="Calibri"/>
                <a:cs typeface="Calibri"/>
              </a:rPr>
              <a:t> </a:t>
            </a:r>
            <a:r>
              <a:rPr sz="2280" b="1" i="1" dirty="0">
                <a:solidFill>
                  <a:srgbClr val="C00000"/>
                </a:solidFill>
                <a:latin typeface="Calibri"/>
                <a:cs typeface="Calibri"/>
              </a:rPr>
              <a:t>systems</a:t>
            </a:r>
            <a:r>
              <a:rPr sz="2280" b="1" i="1" spc="108" dirty="0">
                <a:solidFill>
                  <a:srgbClr val="C00000"/>
                </a:solidFill>
                <a:latin typeface="Calibri"/>
                <a:cs typeface="Calibri"/>
              </a:rPr>
              <a:t> </a:t>
            </a:r>
            <a:r>
              <a:rPr sz="2280" dirty="0">
                <a:latin typeface="Calibri"/>
                <a:cs typeface="Calibri"/>
              </a:rPr>
              <a:t>:</a:t>
            </a:r>
            <a:r>
              <a:rPr sz="2280" spc="114" dirty="0">
                <a:latin typeface="Calibri"/>
                <a:cs typeface="Calibri"/>
              </a:rPr>
              <a:t> </a:t>
            </a:r>
            <a:r>
              <a:rPr sz="2280" dirty="0">
                <a:latin typeface="Calibri"/>
                <a:cs typeface="Calibri"/>
              </a:rPr>
              <a:t>A</a:t>
            </a:r>
            <a:r>
              <a:rPr sz="2280" spc="96" dirty="0">
                <a:latin typeface="Calibri"/>
                <a:cs typeface="Calibri"/>
              </a:rPr>
              <a:t> </a:t>
            </a:r>
            <a:r>
              <a:rPr sz="2280" b="1" dirty="0">
                <a:solidFill>
                  <a:srgbClr val="6F2F9F"/>
                </a:solidFill>
                <a:latin typeface="Calibri"/>
                <a:cs typeface="Calibri"/>
              </a:rPr>
              <a:t>multiple</a:t>
            </a:r>
            <a:r>
              <a:rPr sz="2280" b="1" spc="114" dirty="0">
                <a:solidFill>
                  <a:srgbClr val="6F2F9F"/>
                </a:solidFill>
                <a:latin typeface="Calibri"/>
                <a:cs typeface="Calibri"/>
              </a:rPr>
              <a:t> </a:t>
            </a:r>
            <a:r>
              <a:rPr sz="2280" b="1" dirty="0">
                <a:solidFill>
                  <a:srgbClr val="6F2F9F"/>
                </a:solidFill>
                <a:latin typeface="Calibri"/>
                <a:cs typeface="Calibri"/>
              </a:rPr>
              <a:t>versions</a:t>
            </a:r>
            <a:r>
              <a:rPr sz="2280" b="1" spc="114" dirty="0">
                <a:solidFill>
                  <a:srgbClr val="6F2F9F"/>
                </a:solidFill>
                <a:latin typeface="Calibri"/>
                <a:cs typeface="Calibri"/>
              </a:rPr>
              <a:t> </a:t>
            </a:r>
            <a:r>
              <a:rPr sz="2280" b="1" dirty="0">
                <a:solidFill>
                  <a:srgbClr val="6F2F9F"/>
                </a:solidFill>
                <a:latin typeface="Calibri"/>
                <a:cs typeface="Calibri"/>
              </a:rPr>
              <a:t>of</a:t>
            </a:r>
            <a:r>
              <a:rPr sz="2280" b="1" spc="108" dirty="0">
                <a:solidFill>
                  <a:srgbClr val="6F2F9F"/>
                </a:solidFill>
                <a:latin typeface="Calibri"/>
                <a:cs typeface="Calibri"/>
              </a:rPr>
              <a:t> </a:t>
            </a:r>
            <a:r>
              <a:rPr sz="2280" b="1" dirty="0">
                <a:solidFill>
                  <a:srgbClr val="6F2F9F"/>
                </a:solidFill>
                <a:latin typeface="Calibri"/>
                <a:cs typeface="Calibri"/>
              </a:rPr>
              <a:t>the</a:t>
            </a:r>
            <a:r>
              <a:rPr sz="2280" b="1" spc="120" dirty="0">
                <a:solidFill>
                  <a:srgbClr val="6F2F9F"/>
                </a:solidFill>
                <a:latin typeface="Calibri"/>
                <a:cs typeface="Calibri"/>
              </a:rPr>
              <a:t> </a:t>
            </a:r>
            <a:r>
              <a:rPr sz="2280" b="1" dirty="0">
                <a:solidFill>
                  <a:srgbClr val="6F2F9F"/>
                </a:solidFill>
                <a:latin typeface="Calibri"/>
                <a:cs typeface="Calibri"/>
              </a:rPr>
              <a:t>component</a:t>
            </a:r>
            <a:r>
              <a:rPr sz="2280" b="1" spc="120" dirty="0">
                <a:solidFill>
                  <a:srgbClr val="6F2F9F"/>
                </a:solidFill>
                <a:latin typeface="Calibri"/>
                <a:cs typeface="Calibri"/>
              </a:rPr>
              <a:t> </a:t>
            </a:r>
            <a:r>
              <a:rPr sz="2280" b="1" dirty="0">
                <a:solidFill>
                  <a:srgbClr val="6F2F9F"/>
                </a:solidFill>
                <a:latin typeface="Calibri"/>
                <a:cs typeface="Calibri"/>
              </a:rPr>
              <a:t>repository</a:t>
            </a:r>
            <a:r>
              <a:rPr sz="2280" b="1" spc="108" dirty="0">
                <a:solidFill>
                  <a:srgbClr val="6F2F9F"/>
                </a:solidFill>
                <a:latin typeface="Calibri"/>
                <a:cs typeface="Calibri"/>
              </a:rPr>
              <a:t> </a:t>
            </a:r>
            <a:r>
              <a:rPr sz="2280" dirty="0">
                <a:latin typeface="Calibri"/>
                <a:cs typeface="Calibri"/>
              </a:rPr>
              <a:t>exist</a:t>
            </a:r>
            <a:r>
              <a:rPr sz="2280" spc="108" dirty="0">
                <a:latin typeface="Calibri"/>
                <a:cs typeface="Calibri"/>
              </a:rPr>
              <a:t> </a:t>
            </a:r>
            <a:r>
              <a:rPr sz="2280" spc="-30" dirty="0">
                <a:latin typeface="Calibri"/>
                <a:cs typeface="Calibri"/>
              </a:rPr>
              <a:t>at</a:t>
            </a:r>
            <a:endParaRPr sz="2280" dirty="0">
              <a:latin typeface="Calibri"/>
              <a:cs typeface="Calibri"/>
            </a:endParaRPr>
          </a:p>
          <a:p>
            <a:pPr marL="2209800"/>
            <a:r>
              <a:rPr sz="2280" dirty="0">
                <a:latin typeface="Calibri"/>
                <a:cs typeface="Calibri"/>
              </a:rPr>
              <a:t>the</a:t>
            </a:r>
            <a:r>
              <a:rPr sz="2280" spc="-18" dirty="0">
                <a:latin typeface="Calibri"/>
                <a:cs typeface="Calibri"/>
              </a:rPr>
              <a:t> </a:t>
            </a:r>
            <a:r>
              <a:rPr sz="2280" dirty="0">
                <a:latin typeface="Calibri"/>
                <a:cs typeface="Calibri"/>
              </a:rPr>
              <a:t>same</a:t>
            </a:r>
            <a:r>
              <a:rPr sz="2280" spc="-30" dirty="0">
                <a:latin typeface="Calibri"/>
                <a:cs typeface="Calibri"/>
              </a:rPr>
              <a:t> </a:t>
            </a:r>
            <a:r>
              <a:rPr sz="2280" spc="-24" dirty="0">
                <a:latin typeface="Calibri"/>
                <a:cs typeface="Calibri"/>
              </a:rPr>
              <a:t>time.</a:t>
            </a:r>
            <a:r>
              <a:rPr lang="en-US" sz="2280" spc="-24" dirty="0">
                <a:latin typeface="Calibri"/>
                <a:cs typeface="Calibri"/>
              </a:rPr>
              <a:t> </a:t>
            </a:r>
            <a:endParaRPr sz="2280" dirty="0">
              <a:latin typeface="Calibri"/>
              <a:cs typeface="Calibri"/>
            </a:endParaRPr>
          </a:p>
          <a:p>
            <a:pPr marL="426720" marR="6096" indent="-411480">
              <a:spcBef>
                <a:spcPts val="611"/>
              </a:spcBef>
              <a:buFont typeface="Arial MT"/>
              <a:buChar char="•"/>
              <a:tabLst>
                <a:tab pos="426720" algn="l"/>
                <a:tab pos="1940814" algn="l"/>
                <a:tab pos="2562606" algn="l"/>
                <a:tab pos="4055364" algn="l"/>
                <a:tab pos="4541520" algn="l"/>
                <a:tab pos="5664708" algn="l"/>
                <a:tab pos="6725412" algn="l"/>
                <a:tab pos="8285988" algn="l"/>
                <a:tab pos="9939528" algn="l"/>
              </a:tabLst>
            </a:pPr>
            <a:r>
              <a:rPr sz="2280" b="1" spc="-12" dirty="0">
                <a:latin typeface="Calibri"/>
                <a:cs typeface="Calibri"/>
              </a:rPr>
              <a:t>Centralized</a:t>
            </a:r>
            <a:r>
              <a:rPr sz="2280" b="1" dirty="0">
                <a:latin typeface="Calibri"/>
                <a:cs typeface="Calibri"/>
              </a:rPr>
              <a:t>	</a:t>
            </a:r>
            <a:r>
              <a:rPr sz="2280" b="1" spc="-30" dirty="0">
                <a:latin typeface="Calibri"/>
                <a:cs typeface="Calibri"/>
              </a:rPr>
              <a:t>and</a:t>
            </a:r>
            <a:r>
              <a:rPr sz="2280" b="1" dirty="0">
                <a:latin typeface="Calibri"/>
                <a:cs typeface="Calibri"/>
              </a:rPr>
              <a:t>	</a:t>
            </a:r>
            <a:r>
              <a:rPr sz="2280" b="1" spc="-12" dirty="0">
                <a:latin typeface="Calibri"/>
                <a:cs typeface="Calibri"/>
              </a:rPr>
              <a:t>distributed</a:t>
            </a:r>
            <a:r>
              <a:rPr sz="2280" b="1" dirty="0">
                <a:latin typeface="Calibri"/>
                <a:cs typeface="Calibri"/>
              </a:rPr>
              <a:t>	</a:t>
            </a:r>
            <a:r>
              <a:rPr sz="2280" b="1" spc="-30" dirty="0">
                <a:latin typeface="Calibri"/>
                <a:cs typeface="Calibri"/>
              </a:rPr>
              <a:t>VC</a:t>
            </a:r>
            <a:r>
              <a:rPr sz="2280" b="1" dirty="0">
                <a:latin typeface="Calibri"/>
                <a:cs typeface="Calibri"/>
              </a:rPr>
              <a:t>	</a:t>
            </a:r>
            <a:r>
              <a:rPr sz="2280" b="1" spc="-12" dirty="0">
                <a:latin typeface="Calibri"/>
                <a:cs typeface="Calibri"/>
              </a:rPr>
              <a:t>systems</a:t>
            </a:r>
            <a:r>
              <a:rPr sz="2280" b="1" dirty="0">
                <a:latin typeface="Calibri"/>
                <a:cs typeface="Calibri"/>
              </a:rPr>
              <a:t>	</a:t>
            </a:r>
            <a:r>
              <a:rPr sz="2280" spc="-12" dirty="0">
                <a:latin typeface="Calibri"/>
                <a:cs typeface="Calibri"/>
              </a:rPr>
              <a:t>provide</a:t>
            </a:r>
            <a:r>
              <a:rPr sz="2280" dirty="0">
                <a:latin typeface="Calibri"/>
                <a:cs typeface="Calibri"/>
              </a:rPr>
              <a:t>	</a:t>
            </a:r>
            <a:r>
              <a:rPr sz="2280" spc="-12" dirty="0">
                <a:latin typeface="Calibri"/>
                <a:cs typeface="Calibri"/>
              </a:rPr>
              <a:t>comparable</a:t>
            </a:r>
            <a:r>
              <a:rPr sz="2280" dirty="0">
                <a:latin typeface="Calibri"/>
                <a:cs typeface="Calibri"/>
              </a:rPr>
              <a:t>	</a:t>
            </a:r>
            <a:r>
              <a:rPr sz="2280" spc="-12" dirty="0">
                <a:latin typeface="Calibri"/>
                <a:cs typeface="Calibri"/>
              </a:rPr>
              <a:t>functionality</a:t>
            </a:r>
            <a:r>
              <a:rPr sz="2280" dirty="0">
                <a:latin typeface="Calibri"/>
                <a:cs typeface="Calibri"/>
              </a:rPr>
              <a:t>	</a:t>
            </a:r>
            <a:r>
              <a:rPr sz="2280" spc="-30" dirty="0">
                <a:latin typeface="Calibri"/>
                <a:cs typeface="Calibri"/>
              </a:rPr>
              <a:t>but </a:t>
            </a:r>
            <a:r>
              <a:rPr sz="2280" spc="-12" dirty="0">
                <a:latin typeface="Calibri"/>
                <a:cs typeface="Calibri"/>
              </a:rPr>
              <a:t>implement</a:t>
            </a:r>
            <a:r>
              <a:rPr sz="2280" spc="-60" dirty="0">
                <a:latin typeface="Calibri"/>
                <a:cs typeface="Calibri"/>
              </a:rPr>
              <a:t> </a:t>
            </a:r>
            <a:r>
              <a:rPr sz="2280" dirty="0">
                <a:latin typeface="Calibri"/>
                <a:cs typeface="Calibri"/>
              </a:rPr>
              <a:t>this</a:t>
            </a:r>
            <a:r>
              <a:rPr sz="2280" spc="-72" dirty="0">
                <a:latin typeface="Calibri"/>
                <a:cs typeface="Calibri"/>
              </a:rPr>
              <a:t> </a:t>
            </a:r>
            <a:r>
              <a:rPr sz="2280" dirty="0">
                <a:latin typeface="Calibri"/>
                <a:cs typeface="Calibri"/>
              </a:rPr>
              <a:t>functionality</a:t>
            </a:r>
            <a:r>
              <a:rPr sz="2280" spc="-60" dirty="0">
                <a:latin typeface="Calibri"/>
                <a:cs typeface="Calibri"/>
              </a:rPr>
              <a:t> </a:t>
            </a:r>
            <a:r>
              <a:rPr sz="2280" dirty="0">
                <a:latin typeface="Calibri"/>
                <a:cs typeface="Calibri"/>
              </a:rPr>
              <a:t>in</a:t>
            </a:r>
            <a:r>
              <a:rPr sz="2280" spc="-72" dirty="0">
                <a:latin typeface="Calibri"/>
                <a:cs typeface="Calibri"/>
              </a:rPr>
              <a:t> </a:t>
            </a:r>
            <a:r>
              <a:rPr sz="2280" spc="-12" dirty="0">
                <a:latin typeface="Calibri"/>
                <a:cs typeface="Calibri"/>
              </a:rPr>
              <a:t>different</a:t>
            </a:r>
            <a:r>
              <a:rPr sz="2280" spc="-60" dirty="0">
                <a:latin typeface="Calibri"/>
                <a:cs typeface="Calibri"/>
              </a:rPr>
              <a:t> </a:t>
            </a:r>
            <a:r>
              <a:rPr sz="2280" spc="-12" dirty="0">
                <a:latin typeface="Calibri"/>
                <a:cs typeface="Calibri"/>
              </a:rPr>
              <a:t>ways.</a:t>
            </a:r>
            <a:endParaRPr sz="2280" dirty="0">
              <a:latin typeface="Calibri"/>
              <a:cs typeface="Calibri"/>
            </a:endParaRPr>
          </a:p>
          <a:p>
            <a:pPr marL="425958" indent="-410718">
              <a:spcBef>
                <a:spcPts val="606"/>
              </a:spcBef>
              <a:buFont typeface="Arial MT"/>
              <a:buChar char="•"/>
              <a:tabLst>
                <a:tab pos="425958" algn="l"/>
              </a:tabLst>
            </a:pPr>
            <a:r>
              <a:rPr sz="2280" dirty="0">
                <a:latin typeface="Calibri"/>
                <a:cs typeface="Calibri"/>
              </a:rPr>
              <a:t>Key</a:t>
            </a:r>
            <a:r>
              <a:rPr sz="2280" spc="-42" dirty="0">
                <a:latin typeface="Calibri"/>
                <a:cs typeface="Calibri"/>
              </a:rPr>
              <a:t> </a:t>
            </a:r>
            <a:r>
              <a:rPr sz="2280" spc="-12" dirty="0">
                <a:latin typeface="Calibri"/>
                <a:cs typeface="Calibri"/>
              </a:rPr>
              <a:t>features</a:t>
            </a:r>
            <a:r>
              <a:rPr sz="2280" spc="-60" dirty="0">
                <a:latin typeface="Calibri"/>
                <a:cs typeface="Calibri"/>
              </a:rPr>
              <a:t> </a:t>
            </a:r>
            <a:r>
              <a:rPr sz="2280" dirty="0">
                <a:latin typeface="Calibri"/>
                <a:cs typeface="Calibri"/>
              </a:rPr>
              <a:t>of</a:t>
            </a:r>
            <a:r>
              <a:rPr sz="2280" spc="-60" dirty="0">
                <a:latin typeface="Calibri"/>
                <a:cs typeface="Calibri"/>
              </a:rPr>
              <a:t> </a:t>
            </a:r>
            <a:r>
              <a:rPr sz="2280" dirty="0">
                <a:latin typeface="Calibri"/>
                <a:cs typeface="Calibri"/>
              </a:rPr>
              <a:t>these</a:t>
            </a:r>
            <a:r>
              <a:rPr sz="2280" spc="-36" dirty="0">
                <a:latin typeface="Calibri"/>
                <a:cs typeface="Calibri"/>
              </a:rPr>
              <a:t> </a:t>
            </a:r>
            <a:r>
              <a:rPr sz="2280" spc="-24" dirty="0">
                <a:latin typeface="Calibri"/>
                <a:cs typeface="Calibri"/>
              </a:rPr>
              <a:t>systems</a:t>
            </a:r>
            <a:r>
              <a:rPr sz="2280" spc="-72" dirty="0">
                <a:latin typeface="Calibri"/>
                <a:cs typeface="Calibri"/>
              </a:rPr>
              <a:t> </a:t>
            </a:r>
            <a:r>
              <a:rPr sz="2280" spc="-12" dirty="0">
                <a:latin typeface="Calibri"/>
                <a:cs typeface="Calibri"/>
              </a:rPr>
              <a:t>include:</a:t>
            </a:r>
            <a:endParaRPr sz="2280" dirty="0">
              <a:latin typeface="Calibri"/>
              <a:cs typeface="Calibri"/>
            </a:endParaRPr>
          </a:p>
          <a:p>
            <a:pPr marL="691134" lvl="1" indent="-286512">
              <a:spcBef>
                <a:spcPts val="588"/>
              </a:spcBef>
              <a:buAutoNum type="arabicPeriod"/>
              <a:tabLst>
                <a:tab pos="691134" algn="l"/>
              </a:tabLst>
            </a:pPr>
            <a:r>
              <a:rPr sz="2280" b="1" i="1" spc="-12" dirty="0">
                <a:solidFill>
                  <a:srgbClr val="C00000"/>
                </a:solidFill>
                <a:latin typeface="Calibri"/>
                <a:cs typeface="Calibri"/>
              </a:rPr>
              <a:t>Version</a:t>
            </a:r>
            <a:r>
              <a:rPr sz="2280" b="1" i="1" spc="-60" dirty="0">
                <a:solidFill>
                  <a:srgbClr val="C00000"/>
                </a:solidFill>
                <a:latin typeface="Calibri"/>
                <a:cs typeface="Calibri"/>
              </a:rPr>
              <a:t> </a:t>
            </a:r>
            <a:r>
              <a:rPr sz="2280" b="1" i="1" dirty="0">
                <a:solidFill>
                  <a:srgbClr val="C00000"/>
                </a:solidFill>
                <a:latin typeface="Calibri"/>
                <a:cs typeface="Calibri"/>
              </a:rPr>
              <a:t>and</a:t>
            </a:r>
            <a:r>
              <a:rPr sz="2280" b="1" i="1" spc="-84" dirty="0">
                <a:solidFill>
                  <a:srgbClr val="C00000"/>
                </a:solidFill>
                <a:latin typeface="Calibri"/>
                <a:cs typeface="Calibri"/>
              </a:rPr>
              <a:t> </a:t>
            </a:r>
            <a:r>
              <a:rPr sz="2280" b="1" i="1" dirty="0">
                <a:solidFill>
                  <a:srgbClr val="C00000"/>
                </a:solidFill>
                <a:latin typeface="Calibri"/>
                <a:cs typeface="Calibri"/>
              </a:rPr>
              <a:t>Release</a:t>
            </a:r>
            <a:r>
              <a:rPr sz="2280" b="1" i="1" spc="-60" dirty="0">
                <a:solidFill>
                  <a:srgbClr val="C00000"/>
                </a:solidFill>
                <a:latin typeface="Calibri"/>
                <a:cs typeface="Calibri"/>
              </a:rPr>
              <a:t> </a:t>
            </a:r>
            <a:r>
              <a:rPr sz="2280" b="1" i="1" spc="-12" dirty="0">
                <a:solidFill>
                  <a:srgbClr val="C00000"/>
                </a:solidFill>
                <a:latin typeface="Calibri"/>
                <a:cs typeface="Calibri"/>
              </a:rPr>
              <a:t>Identification</a:t>
            </a:r>
            <a:endParaRPr sz="2280" dirty="0">
              <a:latin typeface="Calibri"/>
              <a:cs typeface="Calibri"/>
            </a:endParaRPr>
          </a:p>
          <a:p>
            <a:pPr marL="907542" marR="10668" lvl="2" indent="-344424">
              <a:spcBef>
                <a:spcPts val="606"/>
              </a:spcBef>
              <a:buFont typeface="Arial MT"/>
              <a:buChar char="–"/>
              <a:tabLst>
                <a:tab pos="907542" algn="l"/>
              </a:tabLst>
            </a:pPr>
            <a:r>
              <a:rPr sz="2280" dirty="0">
                <a:latin typeface="Calibri"/>
                <a:cs typeface="Calibri"/>
              </a:rPr>
              <a:t>Managed</a:t>
            </a:r>
            <a:r>
              <a:rPr sz="2280" spc="180" dirty="0">
                <a:latin typeface="Calibri"/>
                <a:cs typeface="Calibri"/>
              </a:rPr>
              <a:t> </a:t>
            </a:r>
            <a:r>
              <a:rPr sz="2280" dirty="0">
                <a:latin typeface="Calibri"/>
                <a:cs typeface="Calibri"/>
              </a:rPr>
              <a:t>versions</a:t>
            </a:r>
            <a:r>
              <a:rPr sz="2280" spc="168" dirty="0">
                <a:latin typeface="Calibri"/>
                <a:cs typeface="Calibri"/>
              </a:rPr>
              <a:t> </a:t>
            </a:r>
            <a:r>
              <a:rPr sz="2280" dirty="0">
                <a:latin typeface="Calibri"/>
                <a:cs typeface="Calibri"/>
              </a:rPr>
              <a:t>of</a:t>
            </a:r>
            <a:r>
              <a:rPr sz="2280" spc="162" dirty="0">
                <a:latin typeface="Calibri"/>
                <a:cs typeface="Calibri"/>
              </a:rPr>
              <a:t> </a:t>
            </a:r>
            <a:r>
              <a:rPr sz="2280" dirty="0">
                <a:latin typeface="Calibri"/>
                <a:cs typeface="Calibri"/>
              </a:rPr>
              <a:t>a</a:t>
            </a:r>
            <a:r>
              <a:rPr sz="2280" spc="150" dirty="0">
                <a:latin typeface="Calibri"/>
                <a:cs typeface="Calibri"/>
              </a:rPr>
              <a:t> </a:t>
            </a:r>
            <a:r>
              <a:rPr sz="2280" dirty="0">
                <a:latin typeface="Calibri"/>
                <a:cs typeface="Calibri"/>
              </a:rPr>
              <a:t>component</a:t>
            </a:r>
            <a:r>
              <a:rPr sz="2280" spc="168" dirty="0">
                <a:latin typeface="Calibri"/>
                <a:cs typeface="Calibri"/>
              </a:rPr>
              <a:t> </a:t>
            </a:r>
            <a:r>
              <a:rPr sz="2280" dirty="0">
                <a:latin typeface="Calibri"/>
                <a:cs typeface="Calibri"/>
              </a:rPr>
              <a:t>are</a:t>
            </a:r>
            <a:r>
              <a:rPr sz="2280" spc="174" dirty="0">
                <a:latin typeface="Calibri"/>
                <a:cs typeface="Calibri"/>
              </a:rPr>
              <a:t> </a:t>
            </a:r>
            <a:r>
              <a:rPr sz="2280" b="1" dirty="0">
                <a:solidFill>
                  <a:srgbClr val="006FC0"/>
                </a:solidFill>
                <a:latin typeface="Calibri"/>
                <a:cs typeface="Calibri"/>
              </a:rPr>
              <a:t>assigned</a:t>
            </a:r>
            <a:r>
              <a:rPr sz="2280" b="1" spc="174" dirty="0">
                <a:solidFill>
                  <a:srgbClr val="006FC0"/>
                </a:solidFill>
                <a:latin typeface="Calibri"/>
                <a:cs typeface="Calibri"/>
              </a:rPr>
              <a:t> </a:t>
            </a:r>
            <a:r>
              <a:rPr sz="2280" b="1" dirty="0">
                <a:solidFill>
                  <a:srgbClr val="006FC0"/>
                </a:solidFill>
                <a:latin typeface="Calibri"/>
                <a:cs typeface="Calibri"/>
              </a:rPr>
              <a:t>unique</a:t>
            </a:r>
            <a:r>
              <a:rPr sz="2280" b="1" spc="180" dirty="0">
                <a:solidFill>
                  <a:srgbClr val="006FC0"/>
                </a:solidFill>
                <a:latin typeface="Calibri"/>
                <a:cs typeface="Calibri"/>
              </a:rPr>
              <a:t> </a:t>
            </a:r>
            <a:r>
              <a:rPr sz="2280" b="1" dirty="0">
                <a:solidFill>
                  <a:srgbClr val="006FC0"/>
                </a:solidFill>
                <a:latin typeface="Calibri"/>
                <a:cs typeface="Calibri"/>
              </a:rPr>
              <a:t>identifiers</a:t>
            </a:r>
            <a:r>
              <a:rPr sz="2280" b="1" spc="174" dirty="0">
                <a:solidFill>
                  <a:srgbClr val="006FC0"/>
                </a:solidFill>
                <a:latin typeface="Calibri"/>
                <a:cs typeface="Calibri"/>
              </a:rPr>
              <a:t> </a:t>
            </a:r>
            <a:r>
              <a:rPr sz="2280" dirty="0">
                <a:latin typeface="Calibri"/>
                <a:cs typeface="Calibri"/>
              </a:rPr>
              <a:t>when</a:t>
            </a:r>
            <a:r>
              <a:rPr sz="2280" spc="174" dirty="0">
                <a:latin typeface="Calibri"/>
                <a:cs typeface="Calibri"/>
              </a:rPr>
              <a:t> </a:t>
            </a:r>
            <a:r>
              <a:rPr sz="2280" spc="-24" dirty="0">
                <a:latin typeface="Calibri"/>
                <a:cs typeface="Calibri"/>
              </a:rPr>
              <a:t>they </a:t>
            </a:r>
            <a:r>
              <a:rPr sz="2280" dirty="0">
                <a:latin typeface="Calibri"/>
                <a:cs typeface="Calibri"/>
              </a:rPr>
              <a:t>are</a:t>
            </a:r>
            <a:r>
              <a:rPr sz="2280" spc="-48" dirty="0">
                <a:latin typeface="Calibri"/>
                <a:cs typeface="Calibri"/>
              </a:rPr>
              <a:t> </a:t>
            </a:r>
            <a:r>
              <a:rPr sz="2280" spc="-12" dirty="0">
                <a:latin typeface="Calibri"/>
                <a:cs typeface="Calibri"/>
              </a:rPr>
              <a:t>submitted</a:t>
            </a:r>
            <a:r>
              <a:rPr sz="2280" spc="-30" dirty="0">
                <a:latin typeface="Calibri"/>
                <a:cs typeface="Calibri"/>
              </a:rPr>
              <a:t> </a:t>
            </a:r>
            <a:r>
              <a:rPr sz="2280" dirty="0">
                <a:latin typeface="Calibri"/>
                <a:cs typeface="Calibri"/>
              </a:rPr>
              <a:t>to</a:t>
            </a:r>
            <a:r>
              <a:rPr sz="2280" spc="-54" dirty="0">
                <a:latin typeface="Calibri"/>
                <a:cs typeface="Calibri"/>
              </a:rPr>
              <a:t> </a:t>
            </a:r>
            <a:r>
              <a:rPr sz="2280" dirty="0">
                <a:latin typeface="Calibri"/>
                <a:cs typeface="Calibri"/>
              </a:rPr>
              <a:t>the</a:t>
            </a:r>
            <a:r>
              <a:rPr sz="2280" spc="-48" dirty="0">
                <a:latin typeface="Calibri"/>
                <a:cs typeface="Calibri"/>
              </a:rPr>
              <a:t> </a:t>
            </a:r>
            <a:r>
              <a:rPr sz="2280" spc="-12" dirty="0">
                <a:latin typeface="Calibri"/>
                <a:cs typeface="Calibri"/>
              </a:rPr>
              <a:t>system.</a:t>
            </a:r>
            <a:endParaRPr sz="2280" dirty="0">
              <a:latin typeface="Calibri"/>
              <a:cs typeface="Calibri"/>
            </a:endParaRPr>
          </a:p>
          <a:p>
            <a:pPr marL="907542" lvl="2" indent="-343662">
              <a:spcBef>
                <a:spcPts val="606"/>
              </a:spcBef>
              <a:buFont typeface="Arial MT"/>
              <a:buChar char="–"/>
              <a:tabLst>
                <a:tab pos="907542" algn="l"/>
                <a:tab pos="1781556" algn="l"/>
                <a:tab pos="3144774" algn="l"/>
                <a:tab pos="3950970" algn="l"/>
                <a:tab pos="5148834" algn="l"/>
                <a:tab pos="6292596" algn="l"/>
                <a:tab pos="6710934" algn="l"/>
                <a:tab pos="7281672" algn="l"/>
                <a:tab pos="8086344" algn="l"/>
                <a:tab pos="9615678" algn="l"/>
                <a:tab pos="10040111" algn="l"/>
              </a:tabLst>
            </a:pPr>
            <a:r>
              <a:rPr sz="2280" spc="-12" dirty="0">
                <a:latin typeface="Calibri"/>
                <a:cs typeface="Calibri"/>
              </a:rPr>
              <a:t>These</a:t>
            </a:r>
            <a:r>
              <a:rPr sz="2280" dirty="0">
                <a:latin typeface="Calibri"/>
                <a:cs typeface="Calibri"/>
              </a:rPr>
              <a:t>	</a:t>
            </a:r>
            <a:r>
              <a:rPr sz="2280" spc="-12" dirty="0">
                <a:latin typeface="Calibri"/>
                <a:cs typeface="Calibri"/>
              </a:rPr>
              <a:t>identifiers</a:t>
            </a:r>
            <a:r>
              <a:rPr sz="2280" dirty="0">
                <a:latin typeface="Calibri"/>
                <a:cs typeface="Calibri"/>
              </a:rPr>
              <a:t>	</a:t>
            </a:r>
            <a:r>
              <a:rPr sz="2280" spc="-24" dirty="0">
                <a:latin typeface="Calibri"/>
                <a:cs typeface="Calibri"/>
              </a:rPr>
              <a:t>allow</a:t>
            </a:r>
            <a:r>
              <a:rPr sz="2280" dirty="0">
                <a:latin typeface="Calibri"/>
                <a:cs typeface="Calibri"/>
              </a:rPr>
              <a:t>	</a:t>
            </a:r>
            <a:r>
              <a:rPr sz="2280" spc="-12" dirty="0">
                <a:latin typeface="Calibri"/>
                <a:cs typeface="Calibri"/>
              </a:rPr>
              <a:t>different</a:t>
            </a:r>
            <a:r>
              <a:rPr sz="2280" dirty="0">
                <a:latin typeface="Calibri"/>
                <a:cs typeface="Calibri"/>
              </a:rPr>
              <a:t>	</a:t>
            </a:r>
            <a:r>
              <a:rPr sz="2280" spc="-12" dirty="0">
                <a:latin typeface="Calibri"/>
                <a:cs typeface="Calibri"/>
              </a:rPr>
              <a:t>versions</a:t>
            </a:r>
            <a:r>
              <a:rPr sz="2280" dirty="0">
                <a:latin typeface="Calibri"/>
                <a:cs typeface="Calibri"/>
              </a:rPr>
              <a:t>	</a:t>
            </a:r>
            <a:r>
              <a:rPr sz="2280" spc="-30" dirty="0">
                <a:latin typeface="Calibri"/>
                <a:cs typeface="Calibri"/>
              </a:rPr>
              <a:t>of</a:t>
            </a:r>
            <a:r>
              <a:rPr sz="2280" dirty="0">
                <a:latin typeface="Calibri"/>
                <a:cs typeface="Calibri"/>
              </a:rPr>
              <a:t>	</a:t>
            </a:r>
            <a:r>
              <a:rPr sz="2280" spc="-30" dirty="0">
                <a:latin typeface="Calibri"/>
                <a:cs typeface="Calibri"/>
              </a:rPr>
              <a:t>the</a:t>
            </a:r>
            <a:r>
              <a:rPr sz="2280" dirty="0">
                <a:latin typeface="Calibri"/>
                <a:cs typeface="Calibri"/>
              </a:rPr>
              <a:t>	</a:t>
            </a:r>
            <a:r>
              <a:rPr sz="2280" spc="-24" dirty="0">
                <a:latin typeface="Calibri"/>
                <a:cs typeface="Calibri"/>
              </a:rPr>
              <a:t>same</a:t>
            </a:r>
            <a:r>
              <a:rPr sz="2280" dirty="0">
                <a:latin typeface="Calibri"/>
                <a:cs typeface="Calibri"/>
              </a:rPr>
              <a:t>	</a:t>
            </a:r>
            <a:r>
              <a:rPr sz="2280" spc="-12" dirty="0">
                <a:latin typeface="Calibri"/>
                <a:cs typeface="Calibri"/>
              </a:rPr>
              <a:t>component</a:t>
            </a:r>
            <a:r>
              <a:rPr sz="2280" dirty="0">
                <a:latin typeface="Calibri"/>
                <a:cs typeface="Calibri"/>
              </a:rPr>
              <a:t>	</a:t>
            </a:r>
            <a:r>
              <a:rPr sz="2280" spc="-30" dirty="0">
                <a:latin typeface="Calibri"/>
                <a:cs typeface="Calibri"/>
              </a:rPr>
              <a:t>to</a:t>
            </a:r>
            <a:r>
              <a:rPr sz="2280" dirty="0">
                <a:latin typeface="Calibri"/>
                <a:cs typeface="Calibri"/>
              </a:rPr>
              <a:t>	</a:t>
            </a:r>
            <a:r>
              <a:rPr sz="2280" spc="-30" dirty="0">
                <a:latin typeface="Calibri"/>
                <a:cs typeface="Calibri"/>
              </a:rPr>
              <a:t>be</a:t>
            </a:r>
            <a:endParaRPr sz="2280" dirty="0">
              <a:latin typeface="Calibri"/>
              <a:cs typeface="Calibri"/>
            </a:endParaRPr>
          </a:p>
          <a:p>
            <a:pPr marL="907542"/>
            <a:r>
              <a:rPr sz="2280" dirty="0">
                <a:latin typeface="Calibri"/>
                <a:cs typeface="Calibri"/>
              </a:rPr>
              <a:t>managed,</a:t>
            </a:r>
            <a:r>
              <a:rPr sz="2280" spc="-66" dirty="0">
                <a:latin typeface="Calibri"/>
                <a:cs typeface="Calibri"/>
              </a:rPr>
              <a:t> </a:t>
            </a:r>
            <a:r>
              <a:rPr sz="2280" dirty="0">
                <a:latin typeface="Calibri"/>
                <a:cs typeface="Calibri"/>
              </a:rPr>
              <a:t>without</a:t>
            </a:r>
            <a:r>
              <a:rPr sz="2280" spc="-78" dirty="0">
                <a:latin typeface="Calibri"/>
                <a:cs typeface="Calibri"/>
              </a:rPr>
              <a:t> </a:t>
            </a:r>
            <a:r>
              <a:rPr sz="2280" dirty="0">
                <a:latin typeface="Calibri"/>
                <a:cs typeface="Calibri"/>
              </a:rPr>
              <a:t>changing</a:t>
            </a:r>
            <a:r>
              <a:rPr sz="2280" spc="-54" dirty="0">
                <a:latin typeface="Calibri"/>
                <a:cs typeface="Calibri"/>
              </a:rPr>
              <a:t> </a:t>
            </a:r>
            <a:r>
              <a:rPr sz="2280" dirty="0">
                <a:latin typeface="Calibri"/>
                <a:cs typeface="Calibri"/>
              </a:rPr>
              <a:t>the</a:t>
            </a:r>
            <a:r>
              <a:rPr sz="2280" spc="-90" dirty="0">
                <a:latin typeface="Calibri"/>
                <a:cs typeface="Calibri"/>
              </a:rPr>
              <a:t> </a:t>
            </a:r>
            <a:r>
              <a:rPr sz="2280" dirty="0">
                <a:latin typeface="Calibri"/>
                <a:cs typeface="Calibri"/>
              </a:rPr>
              <a:t>component</a:t>
            </a:r>
            <a:r>
              <a:rPr sz="2280" spc="-78" dirty="0">
                <a:latin typeface="Calibri"/>
                <a:cs typeface="Calibri"/>
              </a:rPr>
              <a:t> </a:t>
            </a:r>
            <a:r>
              <a:rPr sz="2280" spc="-12" dirty="0">
                <a:latin typeface="Calibri"/>
                <a:cs typeface="Calibri"/>
              </a:rPr>
              <a:t>name.</a:t>
            </a:r>
            <a:endParaRPr sz="2280" dirty="0">
              <a:latin typeface="Calibri"/>
              <a:cs typeface="Calibri"/>
            </a:endParaRPr>
          </a:p>
          <a:p>
            <a:pPr marL="907542" lvl="2" indent="-343662">
              <a:spcBef>
                <a:spcPts val="594"/>
              </a:spcBef>
              <a:buFont typeface="Arial MT"/>
              <a:buChar char="–"/>
              <a:tabLst>
                <a:tab pos="907542" algn="l"/>
              </a:tabLst>
            </a:pPr>
            <a:r>
              <a:rPr sz="2280" dirty="0">
                <a:latin typeface="Calibri"/>
                <a:cs typeface="Calibri"/>
              </a:rPr>
              <a:t>Versions</a:t>
            </a:r>
            <a:r>
              <a:rPr sz="2280" spc="372" dirty="0">
                <a:latin typeface="Calibri"/>
                <a:cs typeface="Calibri"/>
              </a:rPr>
              <a:t> </a:t>
            </a:r>
            <a:r>
              <a:rPr sz="2280" dirty="0">
                <a:latin typeface="Calibri"/>
                <a:cs typeface="Calibri"/>
              </a:rPr>
              <a:t>may</a:t>
            </a:r>
            <a:r>
              <a:rPr sz="2280" spc="372" dirty="0">
                <a:latin typeface="Calibri"/>
                <a:cs typeface="Calibri"/>
              </a:rPr>
              <a:t> </a:t>
            </a:r>
            <a:r>
              <a:rPr sz="2280" dirty="0">
                <a:latin typeface="Calibri"/>
                <a:cs typeface="Calibri"/>
              </a:rPr>
              <a:t>also</a:t>
            </a:r>
            <a:r>
              <a:rPr sz="2280" spc="378" dirty="0">
                <a:latin typeface="Calibri"/>
                <a:cs typeface="Calibri"/>
              </a:rPr>
              <a:t> </a:t>
            </a:r>
            <a:r>
              <a:rPr sz="2280" dirty="0">
                <a:latin typeface="Calibri"/>
                <a:cs typeface="Calibri"/>
              </a:rPr>
              <a:t>be</a:t>
            </a:r>
            <a:r>
              <a:rPr sz="2280" spc="384" dirty="0">
                <a:latin typeface="Calibri"/>
                <a:cs typeface="Calibri"/>
              </a:rPr>
              <a:t> </a:t>
            </a:r>
            <a:r>
              <a:rPr sz="2280" dirty="0">
                <a:latin typeface="Calibri"/>
                <a:cs typeface="Calibri"/>
              </a:rPr>
              <a:t>assigned</a:t>
            </a:r>
            <a:r>
              <a:rPr sz="2280" spc="372" dirty="0">
                <a:latin typeface="Calibri"/>
                <a:cs typeface="Calibri"/>
              </a:rPr>
              <a:t> </a:t>
            </a:r>
            <a:r>
              <a:rPr sz="2280" dirty="0">
                <a:latin typeface="Calibri"/>
                <a:cs typeface="Calibri"/>
              </a:rPr>
              <a:t>attributes,</a:t>
            </a:r>
            <a:r>
              <a:rPr sz="2280" spc="378" dirty="0">
                <a:latin typeface="Calibri"/>
                <a:cs typeface="Calibri"/>
              </a:rPr>
              <a:t> </a:t>
            </a:r>
            <a:r>
              <a:rPr sz="2280" dirty="0">
                <a:latin typeface="Calibri"/>
                <a:cs typeface="Calibri"/>
              </a:rPr>
              <a:t>with</a:t>
            </a:r>
            <a:r>
              <a:rPr sz="2280" spc="378" dirty="0">
                <a:latin typeface="Calibri"/>
                <a:cs typeface="Calibri"/>
              </a:rPr>
              <a:t> </a:t>
            </a:r>
            <a:r>
              <a:rPr sz="2280" dirty="0">
                <a:latin typeface="Calibri"/>
                <a:cs typeface="Calibri"/>
              </a:rPr>
              <a:t>the</a:t>
            </a:r>
            <a:r>
              <a:rPr sz="2280" spc="372" dirty="0">
                <a:latin typeface="Calibri"/>
                <a:cs typeface="Calibri"/>
              </a:rPr>
              <a:t> </a:t>
            </a:r>
            <a:r>
              <a:rPr sz="2280" dirty="0">
                <a:latin typeface="Calibri"/>
                <a:cs typeface="Calibri"/>
              </a:rPr>
              <a:t>set</a:t>
            </a:r>
            <a:r>
              <a:rPr sz="2280" spc="360" dirty="0">
                <a:latin typeface="Calibri"/>
                <a:cs typeface="Calibri"/>
              </a:rPr>
              <a:t> </a:t>
            </a:r>
            <a:r>
              <a:rPr sz="2280" dirty="0">
                <a:latin typeface="Calibri"/>
                <a:cs typeface="Calibri"/>
              </a:rPr>
              <a:t>of</a:t>
            </a:r>
            <a:r>
              <a:rPr sz="2280" spc="366" dirty="0">
                <a:latin typeface="Calibri"/>
                <a:cs typeface="Calibri"/>
              </a:rPr>
              <a:t> </a:t>
            </a:r>
            <a:r>
              <a:rPr sz="2280" dirty="0">
                <a:latin typeface="Calibri"/>
                <a:cs typeface="Calibri"/>
              </a:rPr>
              <a:t>attributes</a:t>
            </a:r>
            <a:r>
              <a:rPr sz="2280" spc="378" dirty="0">
                <a:latin typeface="Calibri"/>
                <a:cs typeface="Calibri"/>
              </a:rPr>
              <a:t> </a:t>
            </a:r>
            <a:r>
              <a:rPr sz="2280" dirty="0">
                <a:latin typeface="Calibri"/>
                <a:cs typeface="Calibri"/>
              </a:rPr>
              <a:t>used</a:t>
            </a:r>
            <a:r>
              <a:rPr sz="2280" spc="378" dirty="0">
                <a:latin typeface="Calibri"/>
                <a:cs typeface="Calibri"/>
              </a:rPr>
              <a:t> </a:t>
            </a:r>
            <a:r>
              <a:rPr sz="2280" spc="-30" dirty="0">
                <a:latin typeface="Calibri"/>
                <a:cs typeface="Calibri"/>
              </a:rPr>
              <a:t>to</a:t>
            </a:r>
            <a:endParaRPr sz="2280" dirty="0">
              <a:latin typeface="Calibri"/>
              <a:cs typeface="Calibri"/>
            </a:endParaRPr>
          </a:p>
          <a:p>
            <a:pPr marL="907542"/>
            <a:r>
              <a:rPr sz="2280" dirty="0">
                <a:latin typeface="Calibri"/>
                <a:cs typeface="Calibri"/>
              </a:rPr>
              <a:t>uniquely</a:t>
            </a:r>
            <a:r>
              <a:rPr sz="2280" spc="-60" dirty="0">
                <a:latin typeface="Calibri"/>
                <a:cs typeface="Calibri"/>
              </a:rPr>
              <a:t> </a:t>
            </a:r>
            <a:r>
              <a:rPr sz="2280" dirty="0">
                <a:latin typeface="Calibri"/>
                <a:cs typeface="Calibri"/>
              </a:rPr>
              <a:t>identify</a:t>
            </a:r>
            <a:r>
              <a:rPr sz="2280" spc="-72" dirty="0">
                <a:latin typeface="Calibri"/>
                <a:cs typeface="Calibri"/>
              </a:rPr>
              <a:t> </a:t>
            </a:r>
            <a:r>
              <a:rPr sz="2280" dirty="0">
                <a:latin typeface="Calibri"/>
                <a:cs typeface="Calibri"/>
              </a:rPr>
              <a:t>each</a:t>
            </a:r>
            <a:r>
              <a:rPr sz="2280" spc="-72" dirty="0">
                <a:latin typeface="Calibri"/>
                <a:cs typeface="Calibri"/>
              </a:rPr>
              <a:t> </a:t>
            </a:r>
            <a:r>
              <a:rPr sz="2280" spc="-12" dirty="0">
                <a:latin typeface="Calibri"/>
                <a:cs typeface="Calibri"/>
              </a:rPr>
              <a:t>version.</a:t>
            </a:r>
            <a:endParaRPr sz="2280" dirty="0">
              <a:latin typeface="Calibri"/>
              <a:cs typeface="Calibri"/>
            </a:endParaRPr>
          </a:p>
        </p:txBody>
      </p:sp>
    </p:spTree>
    <p:extLst>
      <p:ext uri="{BB962C8B-B14F-4D97-AF65-F5344CB8AC3E}">
        <p14:creationId xmlns:p14="http://schemas.microsoft.com/office/powerpoint/2010/main" val="3979699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2736" y="10012"/>
            <a:ext cx="10139934" cy="6730560"/>
          </a:xfrm>
          <a:prstGeom prst="rect">
            <a:avLst/>
          </a:prstGeom>
        </p:spPr>
        <p:txBody>
          <a:bodyPr vert="horz" wrap="square" lIns="0" tIns="85344" rIns="0" bIns="0" rtlCol="0">
            <a:spAutoFit/>
          </a:bodyPr>
          <a:lstStyle/>
          <a:p>
            <a:pPr marL="301752" indent="-286512">
              <a:spcBef>
                <a:spcPts val="672"/>
              </a:spcBef>
              <a:buAutoNum type="arabicPeriod" startAt="2"/>
              <a:tabLst>
                <a:tab pos="301752" algn="l"/>
              </a:tabLst>
            </a:pPr>
            <a:r>
              <a:rPr sz="2280" b="1" i="1" dirty="0">
                <a:solidFill>
                  <a:srgbClr val="C00000"/>
                </a:solidFill>
                <a:latin typeface="Calibri"/>
                <a:cs typeface="Calibri"/>
              </a:rPr>
              <a:t>Change</a:t>
            </a:r>
            <a:r>
              <a:rPr sz="2280" b="1" i="1" spc="-84" dirty="0">
                <a:solidFill>
                  <a:srgbClr val="C00000"/>
                </a:solidFill>
                <a:latin typeface="Calibri"/>
                <a:cs typeface="Calibri"/>
              </a:rPr>
              <a:t> </a:t>
            </a:r>
            <a:r>
              <a:rPr sz="2280" b="1" i="1" dirty="0">
                <a:solidFill>
                  <a:srgbClr val="C00000"/>
                </a:solidFill>
                <a:latin typeface="Calibri"/>
                <a:cs typeface="Calibri"/>
              </a:rPr>
              <a:t>History</a:t>
            </a:r>
            <a:r>
              <a:rPr sz="2280" b="1" i="1" spc="-96" dirty="0">
                <a:solidFill>
                  <a:srgbClr val="C00000"/>
                </a:solidFill>
                <a:latin typeface="Calibri"/>
                <a:cs typeface="Calibri"/>
              </a:rPr>
              <a:t> </a:t>
            </a:r>
            <a:r>
              <a:rPr sz="2280" b="1" i="1" spc="-12" dirty="0">
                <a:solidFill>
                  <a:srgbClr val="C00000"/>
                </a:solidFill>
                <a:latin typeface="Calibri"/>
                <a:cs typeface="Calibri"/>
              </a:rPr>
              <a:t>Recording</a:t>
            </a:r>
            <a:endParaRPr sz="2280" dirty="0">
              <a:latin typeface="Calibri"/>
              <a:cs typeface="Calibri"/>
            </a:endParaRPr>
          </a:p>
          <a:p>
            <a:pPr marL="518160" marR="6096" lvl="1" indent="-344424">
              <a:spcBef>
                <a:spcPts val="546"/>
              </a:spcBef>
              <a:buFont typeface="Arial MT"/>
              <a:buChar char="–"/>
              <a:tabLst>
                <a:tab pos="518160" algn="l"/>
              </a:tabLst>
            </a:pPr>
            <a:r>
              <a:rPr sz="2280" dirty="0">
                <a:latin typeface="Calibri"/>
                <a:cs typeface="Calibri"/>
              </a:rPr>
              <a:t>The</a:t>
            </a:r>
            <a:r>
              <a:rPr sz="2280" spc="234" dirty="0">
                <a:latin typeface="Calibri"/>
                <a:cs typeface="Calibri"/>
              </a:rPr>
              <a:t> </a:t>
            </a:r>
            <a:r>
              <a:rPr sz="2280" dirty="0">
                <a:latin typeface="Calibri"/>
                <a:cs typeface="Calibri"/>
              </a:rPr>
              <a:t>VC</a:t>
            </a:r>
            <a:r>
              <a:rPr sz="2280" spc="216" dirty="0">
                <a:latin typeface="Calibri"/>
                <a:cs typeface="Calibri"/>
              </a:rPr>
              <a:t> </a:t>
            </a:r>
            <a:r>
              <a:rPr sz="2280" dirty="0">
                <a:latin typeface="Calibri"/>
                <a:cs typeface="Calibri"/>
              </a:rPr>
              <a:t>system</a:t>
            </a:r>
            <a:r>
              <a:rPr sz="2280" spc="234" dirty="0">
                <a:latin typeface="Calibri"/>
                <a:cs typeface="Calibri"/>
              </a:rPr>
              <a:t> </a:t>
            </a:r>
            <a:r>
              <a:rPr sz="2280" dirty="0">
                <a:latin typeface="Calibri"/>
                <a:cs typeface="Calibri"/>
              </a:rPr>
              <a:t>keeps</a:t>
            </a:r>
            <a:r>
              <a:rPr sz="2280" spc="228" dirty="0">
                <a:latin typeface="Calibri"/>
                <a:cs typeface="Calibri"/>
              </a:rPr>
              <a:t> </a:t>
            </a:r>
            <a:r>
              <a:rPr sz="2280" dirty="0">
                <a:latin typeface="Calibri"/>
                <a:cs typeface="Calibri"/>
              </a:rPr>
              <a:t>records</a:t>
            </a:r>
            <a:r>
              <a:rPr sz="2280" spc="210" dirty="0">
                <a:latin typeface="Calibri"/>
                <a:cs typeface="Calibri"/>
              </a:rPr>
              <a:t> </a:t>
            </a:r>
            <a:r>
              <a:rPr sz="2280" dirty="0">
                <a:latin typeface="Calibri"/>
                <a:cs typeface="Calibri"/>
              </a:rPr>
              <a:t>of</a:t>
            </a:r>
            <a:r>
              <a:rPr sz="2280" spc="228" dirty="0">
                <a:latin typeface="Calibri"/>
                <a:cs typeface="Calibri"/>
              </a:rPr>
              <a:t> </a:t>
            </a:r>
            <a:r>
              <a:rPr sz="2280" dirty="0">
                <a:latin typeface="Calibri"/>
                <a:cs typeface="Calibri"/>
              </a:rPr>
              <a:t>the</a:t>
            </a:r>
            <a:r>
              <a:rPr sz="2280" spc="240" dirty="0">
                <a:latin typeface="Calibri"/>
                <a:cs typeface="Calibri"/>
              </a:rPr>
              <a:t> </a:t>
            </a:r>
            <a:r>
              <a:rPr sz="2280" dirty="0">
                <a:latin typeface="Calibri"/>
                <a:cs typeface="Calibri"/>
              </a:rPr>
              <a:t>changes</a:t>
            </a:r>
            <a:r>
              <a:rPr sz="2280" spc="245" dirty="0">
                <a:latin typeface="Calibri"/>
                <a:cs typeface="Calibri"/>
              </a:rPr>
              <a:t> </a:t>
            </a:r>
            <a:r>
              <a:rPr sz="2280" dirty="0">
                <a:latin typeface="Calibri"/>
                <a:cs typeface="Calibri"/>
              </a:rPr>
              <a:t>that</a:t>
            </a:r>
            <a:r>
              <a:rPr sz="2280" spc="222" dirty="0">
                <a:latin typeface="Calibri"/>
                <a:cs typeface="Calibri"/>
              </a:rPr>
              <a:t> </a:t>
            </a:r>
            <a:r>
              <a:rPr sz="2280" dirty="0">
                <a:latin typeface="Calibri"/>
                <a:cs typeface="Calibri"/>
              </a:rPr>
              <a:t>have</a:t>
            </a:r>
            <a:r>
              <a:rPr sz="2280" spc="234" dirty="0">
                <a:latin typeface="Calibri"/>
                <a:cs typeface="Calibri"/>
              </a:rPr>
              <a:t> </a:t>
            </a:r>
            <a:r>
              <a:rPr sz="2280" dirty="0">
                <a:latin typeface="Calibri"/>
                <a:cs typeface="Calibri"/>
              </a:rPr>
              <a:t>been</a:t>
            </a:r>
            <a:r>
              <a:rPr sz="2280" spc="234" dirty="0">
                <a:latin typeface="Calibri"/>
                <a:cs typeface="Calibri"/>
              </a:rPr>
              <a:t> </a:t>
            </a:r>
            <a:r>
              <a:rPr sz="2280" dirty="0">
                <a:latin typeface="Calibri"/>
                <a:cs typeface="Calibri"/>
              </a:rPr>
              <a:t>made</a:t>
            </a:r>
            <a:r>
              <a:rPr sz="2280" spc="240" dirty="0">
                <a:latin typeface="Calibri"/>
                <a:cs typeface="Calibri"/>
              </a:rPr>
              <a:t> </a:t>
            </a:r>
            <a:r>
              <a:rPr sz="2280" dirty="0">
                <a:latin typeface="Calibri"/>
                <a:cs typeface="Calibri"/>
              </a:rPr>
              <a:t>to</a:t>
            </a:r>
            <a:r>
              <a:rPr sz="2280" spc="234" dirty="0">
                <a:latin typeface="Calibri"/>
                <a:cs typeface="Calibri"/>
              </a:rPr>
              <a:t> </a:t>
            </a:r>
            <a:r>
              <a:rPr sz="2280" dirty="0">
                <a:latin typeface="Calibri"/>
                <a:cs typeface="Calibri"/>
              </a:rPr>
              <a:t>create</a:t>
            </a:r>
            <a:r>
              <a:rPr sz="2280" spc="240" dirty="0">
                <a:latin typeface="Calibri"/>
                <a:cs typeface="Calibri"/>
              </a:rPr>
              <a:t> </a:t>
            </a:r>
            <a:r>
              <a:rPr sz="2280" spc="-60" dirty="0">
                <a:latin typeface="Calibri"/>
                <a:cs typeface="Calibri"/>
              </a:rPr>
              <a:t>a </a:t>
            </a:r>
            <a:r>
              <a:rPr sz="2280" dirty="0">
                <a:latin typeface="Calibri"/>
                <a:cs typeface="Calibri"/>
              </a:rPr>
              <a:t>new</a:t>
            </a:r>
            <a:r>
              <a:rPr sz="2280" spc="-42" dirty="0">
                <a:latin typeface="Calibri"/>
                <a:cs typeface="Calibri"/>
              </a:rPr>
              <a:t> </a:t>
            </a:r>
            <a:r>
              <a:rPr sz="2280" spc="-12" dirty="0">
                <a:latin typeface="Calibri"/>
                <a:cs typeface="Calibri"/>
              </a:rPr>
              <a:t>version</a:t>
            </a:r>
            <a:r>
              <a:rPr sz="2280" spc="-24" dirty="0">
                <a:latin typeface="Calibri"/>
                <a:cs typeface="Calibri"/>
              </a:rPr>
              <a:t> </a:t>
            </a:r>
            <a:r>
              <a:rPr sz="2280" dirty="0">
                <a:latin typeface="Calibri"/>
                <a:cs typeface="Calibri"/>
              </a:rPr>
              <a:t>of</a:t>
            </a:r>
            <a:r>
              <a:rPr sz="2280" spc="-66" dirty="0">
                <a:latin typeface="Calibri"/>
                <a:cs typeface="Calibri"/>
              </a:rPr>
              <a:t> </a:t>
            </a:r>
            <a:r>
              <a:rPr sz="2280" dirty="0">
                <a:latin typeface="Calibri"/>
                <a:cs typeface="Calibri"/>
              </a:rPr>
              <a:t>a</a:t>
            </a:r>
            <a:r>
              <a:rPr sz="2280" spc="-48" dirty="0">
                <a:latin typeface="Calibri"/>
                <a:cs typeface="Calibri"/>
              </a:rPr>
              <a:t> </a:t>
            </a:r>
            <a:r>
              <a:rPr sz="2280" dirty="0">
                <a:latin typeface="Calibri"/>
                <a:cs typeface="Calibri"/>
              </a:rPr>
              <a:t>component</a:t>
            </a:r>
            <a:r>
              <a:rPr sz="2280" spc="-48" dirty="0">
                <a:latin typeface="Calibri"/>
                <a:cs typeface="Calibri"/>
              </a:rPr>
              <a:t> </a:t>
            </a:r>
            <a:r>
              <a:rPr sz="2280" dirty="0">
                <a:latin typeface="Calibri"/>
                <a:cs typeface="Calibri"/>
              </a:rPr>
              <a:t>from</a:t>
            </a:r>
            <a:r>
              <a:rPr sz="2280" spc="-60" dirty="0">
                <a:latin typeface="Calibri"/>
                <a:cs typeface="Calibri"/>
              </a:rPr>
              <a:t> </a:t>
            </a:r>
            <a:r>
              <a:rPr sz="2280" dirty="0">
                <a:latin typeface="Calibri"/>
                <a:cs typeface="Calibri"/>
              </a:rPr>
              <a:t>an</a:t>
            </a:r>
            <a:r>
              <a:rPr sz="2280" spc="-48" dirty="0">
                <a:latin typeface="Calibri"/>
                <a:cs typeface="Calibri"/>
              </a:rPr>
              <a:t> </a:t>
            </a:r>
            <a:r>
              <a:rPr sz="2280" dirty="0">
                <a:latin typeface="Calibri"/>
                <a:cs typeface="Calibri"/>
              </a:rPr>
              <a:t>earlier</a:t>
            </a:r>
            <a:r>
              <a:rPr sz="2280" spc="-36" dirty="0">
                <a:latin typeface="Calibri"/>
                <a:cs typeface="Calibri"/>
              </a:rPr>
              <a:t> </a:t>
            </a:r>
            <a:r>
              <a:rPr sz="2280" spc="-12" dirty="0">
                <a:latin typeface="Calibri"/>
                <a:cs typeface="Calibri"/>
              </a:rPr>
              <a:t>version.</a:t>
            </a:r>
            <a:endParaRPr sz="2280" dirty="0">
              <a:latin typeface="Calibri"/>
              <a:cs typeface="Calibri"/>
            </a:endParaRPr>
          </a:p>
          <a:p>
            <a:pPr marL="517398" lvl="1" indent="-343662">
              <a:spcBef>
                <a:spcPts val="546"/>
              </a:spcBef>
              <a:buFont typeface="Arial MT"/>
              <a:buChar char="–"/>
              <a:tabLst>
                <a:tab pos="517398" algn="l"/>
              </a:tabLst>
            </a:pPr>
            <a:r>
              <a:rPr sz="2280" dirty="0">
                <a:latin typeface="Calibri"/>
                <a:cs typeface="Calibri"/>
              </a:rPr>
              <a:t>In</a:t>
            </a:r>
            <a:r>
              <a:rPr sz="2280" spc="570" dirty="0">
                <a:latin typeface="Calibri"/>
                <a:cs typeface="Calibri"/>
              </a:rPr>
              <a:t> </a:t>
            </a:r>
            <a:r>
              <a:rPr sz="2280" dirty="0">
                <a:latin typeface="Calibri"/>
                <a:cs typeface="Calibri"/>
              </a:rPr>
              <a:t>some</a:t>
            </a:r>
            <a:r>
              <a:rPr sz="2280" spc="576" dirty="0">
                <a:latin typeface="Calibri"/>
                <a:cs typeface="Calibri"/>
              </a:rPr>
              <a:t> </a:t>
            </a:r>
            <a:r>
              <a:rPr sz="2280" dirty="0">
                <a:latin typeface="Calibri"/>
                <a:cs typeface="Calibri"/>
              </a:rPr>
              <a:t>systems,</a:t>
            </a:r>
            <a:r>
              <a:rPr sz="2280" spc="564" dirty="0">
                <a:latin typeface="Calibri"/>
                <a:cs typeface="Calibri"/>
              </a:rPr>
              <a:t> </a:t>
            </a:r>
            <a:r>
              <a:rPr sz="2280" dirty="0">
                <a:latin typeface="Calibri"/>
                <a:cs typeface="Calibri"/>
              </a:rPr>
              <a:t>these</a:t>
            </a:r>
            <a:r>
              <a:rPr sz="2280" spc="581" dirty="0">
                <a:latin typeface="Calibri"/>
                <a:cs typeface="Calibri"/>
              </a:rPr>
              <a:t> </a:t>
            </a:r>
            <a:r>
              <a:rPr sz="2280" dirty="0">
                <a:latin typeface="Calibri"/>
                <a:cs typeface="Calibri"/>
              </a:rPr>
              <a:t>changes</a:t>
            </a:r>
            <a:r>
              <a:rPr sz="2280" spc="570" dirty="0">
                <a:latin typeface="Calibri"/>
                <a:cs typeface="Calibri"/>
              </a:rPr>
              <a:t> </a:t>
            </a:r>
            <a:r>
              <a:rPr sz="2280" dirty="0">
                <a:latin typeface="Calibri"/>
                <a:cs typeface="Calibri"/>
              </a:rPr>
              <a:t>may</a:t>
            </a:r>
            <a:r>
              <a:rPr sz="2280" spc="576" dirty="0">
                <a:latin typeface="Calibri"/>
                <a:cs typeface="Calibri"/>
              </a:rPr>
              <a:t> </a:t>
            </a:r>
            <a:r>
              <a:rPr sz="2280" dirty="0">
                <a:latin typeface="Calibri"/>
                <a:cs typeface="Calibri"/>
              </a:rPr>
              <a:t>be</a:t>
            </a:r>
            <a:r>
              <a:rPr sz="2280" spc="576" dirty="0">
                <a:latin typeface="Calibri"/>
                <a:cs typeface="Calibri"/>
              </a:rPr>
              <a:t> </a:t>
            </a:r>
            <a:r>
              <a:rPr sz="2280" dirty="0">
                <a:latin typeface="Calibri"/>
                <a:cs typeface="Calibri"/>
              </a:rPr>
              <a:t>used</a:t>
            </a:r>
            <a:r>
              <a:rPr sz="2280" spc="576" dirty="0">
                <a:latin typeface="Calibri"/>
                <a:cs typeface="Calibri"/>
              </a:rPr>
              <a:t> </a:t>
            </a:r>
            <a:r>
              <a:rPr sz="2280" dirty="0">
                <a:latin typeface="Calibri"/>
                <a:cs typeface="Calibri"/>
              </a:rPr>
              <a:t>to</a:t>
            </a:r>
            <a:r>
              <a:rPr sz="2280" spc="570" dirty="0">
                <a:latin typeface="Calibri"/>
                <a:cs typeface="Calibri"/>
              </a:rPr>
              <a:t> </a:t>
            </a:r>
            <a:r>
              <a:rPr sz="2280" dirty="0">
                <a:latin typeface="Calibri"/>
                <a:cs typeface="Calibri"/>
              </a:rPr>
              <a:t>select</a:t>
            </a:r>
            <a:r>
              <a:rPr sz="2280" spc="588" dirty="0">
                <a:latin typeface="Calibri"/>
                <a:cs typeface="Calibri"/>
              </a:rPr>
              <a:t> </a:t>
            </a:r>
            <a:r>
              <a:rPr sz="2280" dirty="0">
                <a:latin typeface="Calibri"/>
                <a:cs typeface="Calibri"/>
              </a:rPr>
              <a:t>a</a:t>
            </a:r>
            <a:r>
              <a:rPr sz="2280" spc="581" dirty="0">
                <a:latin typeface="Calibri"/>
                <a:cs typeface="Calibri"/>
              </a:rPr>
              <a:t> </a:t>
            </a:r>
            <a:r>
              <a:rPr sz="2280" dirty="0">
                <a:latin typeface="Calibri"/>
                <a:cs typeface="Calibri"/>
              </a:rPr>
              <a:t>particular</a:t>
            </a:r>
            <a:r>
              <a:rPr sz="2280" spc="558" dirty="0">
                <a:latin typeface="Calibri"/>
                <a:cs typeface="Calibri"/>
              </a:rPr>
              <a:t> </a:t>
            </a:r>
            <a:r>
              <a:rPr sz="2280" spc="-12" dirty="0">
                <a:latin typeface="Calibri"/>
                <a:cs typeface="Calibri"/>
              </a:rPr>
              <a:t>system</a:t>
            </a:r>
            <a:endParaRPr sz="2280" dirty="0">
              <a:latin typeface="Calibri"/>
              <a:cs typeface="Calibri"/>
            </a:endParaRPr>
          </a:p>
          <a:p>
            <a:pPr marL="518160"/>
            <a:r>
              <a:rPr sz="2280" spc="-12" dirty="0">
                <a:latin typeface="Calibri"/>
                <a:cs typeface="Calibri"/>
              </a:rPr>
              <a:t>version.</a:t>
            </a:r>
            <a:endParaRPr sz="2280" dirty="0">
              <a:latin typeface="Calibri"/>
              <a:cs typeface="Calibri"/>
            </a:endParaRPr>
          </a:p>
          <a:p>
            <a:pPr marL="517398" lvl="1" indent="-343662">
              <a:spcBef>
                <a:spcPts val="551"/>
              </a:spcBef>
              <a:buFont typeface="Arial MT"/>
              <a:buChar char="–"/>
              <a:tabLst>
                <a:tab pos="517398" algn="l"/>
              </a:tabLst>
            </a:pPr>
            <a:r>
              <a:rPr sz="2280" dirty="0">
                <a:latin typeface="Calibri"/>
                <a:cs typeface="Calibri"/>
              </a:rPr>
              <a:t>This</a:t>
            </a:r>
            <a:r>
              <a:rPr sz="2280" spc="-90" dirty="0">
                <a:latin typeface="Calibri"/>
                <a:cs typeface="Calibri"/>
              </a:rPr>
              <a:t> </a:t>
            </a:r>
            <a:r>
              <a:rPr sz="2280" spc="-12" dirty="0">
                <a:latin typeface="Calibri"/>
                <a:cs typeface="Calibri"/>
              </a:rPr>
              <a:t>involves</a:t>
            </a:r>
            <a:r>
              <a:rPr sz="2280" spc="-54" dirty="0">
                <a:latin typeface="Calibri"/>
                <a:cs typeface="Calibri"/>
              </a:rPr>
              <a:t> </a:t>
            </a:r>
            <a:r>
              <a:rPr sz="2280" dirty="0">
                <a:latin typeface="Calibri"/>
                <a:cs typeface="Calibri"/>
              </a:rPr>
              <a:t>tagging</a:t>
            </a:r>
            <a:r>
              <a:rPr sz="2280" spc="-42" dirty="0">
                <a:latin typeface="Calibri"/>
                <a:cs typeface="Calibri"/>
              </a:rPr>
              <a:t> </a:t>
            </a:r>
            <a:r>
              <a:rPr sz="2280" dirty="0">
                <a:latin typeface="Calibri"/>
                <a:cs typeface="Calibri"/>
              </a:rPr>
              <a:t>components</a:t>
            </a:r>
            <a:r>
              <a:rPr sz="2280" spc="-78" dirty="0">
                <a:latin typeface="Calibri"/>
                <a:cs typeface="Calibri"/>
              </a:rPr>
              <a:t> </a:t>
            </a:r>
            <a:r>
              <a:rPr sz="2280" dirty="0">
                <a:latin typeface="Calibri"/>
                <a:cs typeface="Calibri"/>
              </a:rPr>
              <a:t>with</a:t>
            </a:r>
            <a:r>
              <a:rPr sz="2280" spc="-78" dirty="0">
                <a:latin typeface="Calibri"/>
                <a:cs typeface="Calibri"/>
              </a:rPr>
              <a:t> </a:t>
            </a:r>
            <a:r>
              <a:rPr sz="2280" spc="-12" dirty="0">
                <a:latin typeface="Calibri"/>
                <a:cs typeface="Calibri"/>
              </a:rPr>
              <a:t>keywords</a:t>
            </a:r>
            <a:r>
              <a:rPr sz="2280" spc="-96" dirty="0">
                <a:latin typeface="Calibri"/>
                <a:cs typeface="Calibri"/>
              </a:rPr>
              <a:t> </a:t>
            </a:r>
            <a:r>
              <a:rPr sz="2280" dirty="0">
                <a:latin typeface="Calibri"/>
                <a:cs typeface="Calibri"/>
              </a:rPr>
              <a:t>describing</a:t>
            </a:r>
            <a:r>
              <a:rPr sz="2280" spc="-66" dirty="0">
                <a:latin typeface="Calibri"/>
                <a:cs typeface="Calibri"/>
              </a:rPr>
              <a:t> </a:t>
            </a:r>
            <a:r>
              <a:rPr sz="2280" dirty="0">
                <a:latin typeface="Calibri"/>
                <a:cs typeface="Calibri"/>
              </a:rPr>
              <a:t>the</a:t>
            </a:r>
            <a:r>
              <a:rPr sz="2280" spc="-84" dirty="0">
                <a:latin typeface="Calibri"/>
                <a:cs typeface="Calibri"/>
              </a:rPr>
              <a:t> </a:t>
            </a:r>
            <a:r>
              <a:rPr sz="2280" dirty="0">
                <a:latin typeface="Calibri"/>
                <a:cs typeface="Calibri"/>
              </a:rPr>
              <a:t>changes</a:t>
            </a:r>
            <a:r>
              <a:rPr sz="2280" spc="-72" dirty="0">
                <a:latin typeface="Calibri"/>
                <a:cs typeface="Calibri"/>
              </a:rPr>
              <a:t> </a:t>
            </a:r>
            <a:r>
              <a:rPr sz="2280" spc="-12" dirty="0">
                <a:latin typeface="Calibri"/>
                <a:cs typeface="Calibri"/>
              </a:rPr>
              <a:t>made.</a:t>
            </a:r>
            <a:endParaRPr sz="2280" dirty="0">
              <a:latin typeface="Calibri"/>
              <a:cs typeface="Calibri"/>
            </a:endParaRPr>
          </a:p>
          <a:p>
            <a:pPr marL="517398" lvl="1" indent="-343662">
              <a:spcBef>
                <a:spcPts val="546"/>
              </a:spcBef>
              <a:buFont typeface="Arial MT"/>
              <a:buChar char="–"/>
              <a:tabLst>
                <a:tab pos="517398" algn="l"/>
              </a:tabLst>
            </a:pPr>
            <a:r>
              <a:rPr sz="2280" spc="-54" dirty="0">
                <a:latin typeface="Calibri"/>
                <a:cs typeface="Calibri"/>
              </a:rPr>
              <a:t>You </a:t>
            </a:r>
            <a:r>
              <a:rPr sz="2280" dirty="0">
                <a:latin typeface="Calibri"/>
                <a:cs typeface="Calibri"/>
              </a:rPr>
              <a:t>then</a:t>
            </a:r>
            <a:r>
              <a:rPr sz="2280" spc="-24" dirty="0">
                <a:latin typeface="Calibri"/>
                <a:cs typeface="Calibri"/>
              </a:rPr>
              <a:t> </a:t>
            </a:r>
            <a:r>
              <a:rPr sz="2280" dirty="0">
                <a:latin typeface="Calibri"/>
                <a:cs typeface="Calibri"/>
              </a:rPr>
              <a:t>use</a:t>
            </a:r>
            <a:r>
              <a:rPr sz="2280" spc="-54" dirty="0">
                <a:latin typeface="Calibri"/>
                <a:cs typeface="Calibri"/>
              </a:rPr>
              <a:t> </a:t>
            </a:r>
            <a:r>
              <a:rPr sz="2280" dirty="0">
                <a:latin typeface="Calibri"/>
                <a:cs typeface="Calibri"/>
              </a:rPr>
              <a:t>these</a:t>
            </a:r>
            <a:r>
              <a:rPr sz="2280" spc="-36" dirty="0">
                <a:latin typeface="Calibri"/>
                <a:cs typeface="Calibri"/>
              </a:rPr>
              <a:t> </a:t>
            </a:r>
            <a:r>
              <a:rPr sz="2280" dirty="0">
                <a:latin typeface="Calibri"/>
                <a:cs typeface="Calibri"/>
              </a:rPr>
              <a:t>tags</a:t>
            </a:r>
            <a:r>
              <a:rPr sz="2280" spc="-48" dirty="0">
                <a:latin typeface="Calibri"/>
                <a:cs typeface="Calibri"/>
              </a:rPr>
              <a:t> </a:t>
            </a:r>
            <a:r>
              <a:rPr sz="2280" dirty="0">
                <a:latin typeface="Calibri"/>
                <a:cs typeface="Calibri"/>
              </a:rPr>
              <a:t>to</a:t>
            </a:r>
            <a:r>
              <a:rPr sz="2280" spc="-48" dirty="0">
                <a:latin typeface="Calibri"/>
                <a:cs typeface="Calibri"/>
              </a:rPr>
              <a:t> </a:t>
            </a:r>
            <a:r>
              <a:rPr sz="2280" dirty="0">
                <a:latin typeface="Calibri"/>
                <a:cs typeface="Calibri"/>
              </a:rPr>
              <a:t>select</a:t>
            </a:r>
            <a:r>
              <a:rPr sz="2280" spc="-42" dirty="0">
                <a:latin typeface="Calibri"/>
                <a:cs typeface="Calibri"/>
              </a:rPr>
              <a:t> </a:t>
            </a:r>
            <a:r>
              <a:rPr sz="2280" dirty="0">
                <a:latin typeface="Calibri"/>
                <a:cs typeface="Calibri"/>
              </a:rPr>
              <a:t>the</a:t>
            </a:r>
            <a:r>
              <a:rPr sz="2280" spc="-48" dirty="0">
                <a:latin typeface="Calibri"/>
                <a:cs typeface="Calibri"/>
              </a:rPr>
              <a:t> </a:t>
            </a:r>
            <a:r>
              <a:rPr sz="2280" spc="-12" dirty="0">
                <a:latin typeface="Calibri"/>
                <a:cs typeface="Calibri"/>
              </a:rPr>
              <a:t>components</a:t>
            </a:r>
            <a:r>
              <a:rPr sz="2280" spc="-48" dirty="0">
                <a:latin typeface="Calibri"/>
                <a:cs typeface="Calibri"/>
              </a:rPr>
              <a:t> </a:t>
            </a:r>
            <a:r>
              <a:rPr sz="2280" dirty="0">
                <a:latin typeface="Calibri"/>
                <a:cs typeface="Calibri"/>
              </a:rPr>
              <a:t>to</a:t>
            </a:r>
            <a:r>
              <a:rPr sz="2280" spc="-36" dirty="0">
                <a:latin typeface="Calibri"/>
                <a:cs typeface="Calibri"/>
              </a:rPr>
              <a:t> </a:t>
            </a:r>
            <a:r>
              <a:rPr sz="2280" dirty="0">
                <a:latin typeface="Calibri"/>
                <a:cs typeface="Calibri"/>
              </a:rPr>
              <a:t>be</a:t>
            </a:r>
            <a:r>
              <a:rPr sz="2280" spc="-42" dirty="0">
                <a:latin typeface="Calibri"/>
                <a:cs typeface="Calibri"/>
              </a:rPr>
              <a:t> </a:t>
            </a:r>
            <a:r>
              <a:rPr sz="2280" dirty="0">
                <a:latin typeface="Calibri"/>
                <a:cs typeface="Calibri"/>
              </a:rPr>
              <a:t>included</a:t>
            </a:r>
            <a:r>
              <a:rPr sz="2280" spc="-30" dirty="0">
                <a:latin typeface="Calibri"/>
                <a:cs typeface="Calibri"/>
              </a:rPr>
              <a:t> </a:t>
            </a:r>
            <a:r>
              <a:rPr sz="2280" dirty="0">
                <a:latin typeface="Calibri"/>
                <a:cs typeface="Calibri"/>
              </a:rPr>
              <a:t>in</a:t>
            </a:r>
            <a:r>
              <a:rPr sz="2280" spc="-42" dirty="0">
                <a:latin typeface="Calibri"/>
                <a:cs typeface="Calibri"/>
              </a:rPr>
              <a:t> </a:t>
            </a:r>
            <a:r>
              <a:rPr sz="2280" dirty="0">
                <a:latin typeface="Calibri"/>
                <a:cs typeface="Calibri"/>
              </a:rPr>
              <a:t>a</a:t>
            </a:r>
            <a:r>
              <a:rPr sz="2280" spc="-42" dirty="0">
                <a:latin typeface="Calibri"/>
                <a:cs typeface="Calibri"/>
              </a:rPr>
              <a:t> </a:t>
            </a:r>
            <a:r>
              <a:rPr sz="2280" spc="-12" dirty="0">
                <a:latin typeface="Calibri"/>
                <a:cs typeface="Calibri"/>
              </a:rPr>
              <a:t>baseline.</a:t>
            </a:r>
            <a:endParaRPr sz="2280" dirty="0">
              <a:latin typeface="Calibri"/>
              <a:cs typeface="Calibri"/>
            </a:endParaRPr>
          </a:p>
          <a:p>
            <a:pPr marL="302514" indent="-287274">
              <a:spcBef>
                <a:spcPts val="551"/>
              </a:spcBef>
              <a:buFont typeface="Calibri"/>
              <a:buAutoNum type="arabicPeriod" startAt="2"/>
              <a:tabLst>
                <a:tab pos="302514" algn="l"/>
              </a:tabLst>
            </a:pPr>
            <a:r>
              <a:rPr sz="2280" b="1" i="1" spc="-12" dirty="0">
                <a:solidFill>
                  <a:srgbClr val="C00000"/>
                </a:solidFill>
                <a:latin typeface="Calibri"/>
                <a:cs typeface="Calibri"/>
              </a:rPr>
              <a:t>Independent</a:t>
            </a:r>
            <a:r>
              <a:rPr sz="2280" b="1" i="1" spc="-24" dirty="0">
                <a:solidFill>
                  <a:srgbClr val="C00000"/>
                </a:solidFill>
                <a:latin typeface="Calibri"/>
                <a:cs typeface="Calibri"/>
              </a:rPr>
              <a:t> </a:t>
            </a:r>
            <a:r>
              <a:rPr sz="2280" b="1" i="1" spc="-12" dirty="0">
                <a:solidFill>
                  <a:srgbClr val="C00000"/>
                </a:solidFill>
                <a:latin typeface="Calibri"/>
                <a:cs typeface="Calibri"/>
              </a:rPr>
              <a:t>Development</a:t>
            </a:r>
            <a:endParaRPr sz="2280" dirty="0">
              <a:latin typeface="Calibri"/>
              <a:cs typeface="Calibri"/>
            </a:endParaRPr>
          </a:p>
          <a:p>
            <a:pPr marL="515874" lvl="1" indent="-342138" algn="just">
              <a:spcBef>
                <a:spcPts val="546"/>
              </a:spcBef>
              <a:buFont typeface="Arial MT"/>
              <a:buChar char="–"/>
              <a:tabLst>
                <a:tab pos="515874" algn="l"/>
              </a:tabLst>
            </a:pPr>
            <a:r>
              <a:rPr sz="2280" spc="-12" dirty="0">
                <a:latin typeface="Calibri"/>
                <a:cs typeface="Calibri"/>
              </a:rPr>
              <a:t>Different</a:t>
            </a:r>
            <a:r>
              <a:rPr sz="2280" spc="-24" dirty="0">
                <a:latin typeface="Calibri"/>
                <a:cs typeface="Calibri"/>
              </a:rPr>
              <a:t> </a:t>
            </a:r>
            <a:r>
              <a:rPr sz="2280" spc="-12" dirty="0">
                <a:latin typeface="Calibri"/>
                <a:cs typeface="Calibri"/>
              </a:rPr>
              <a:t>developers</a:t>
            </a:r>
            <a:r>
              <a:rPr sz="2280" spc="-30" dirty="0">
                <a:latin typeface="Calibri"/>
                <a:cs typeface="Calibri"/>
              </a:rPr>
              <a:t> </a:t>
            </a:r>
            <a:r>
              <a:rPr sz="2280" dirty="0">
                <a:latin typeface="Calibri"/>
                <a:cs typeface="Calibri"/>
              </a:rPr>
              <a:t>may</a:t>
            </a:r>
            <a:r>
              <a:rPr sz="2280" spc="-48" dirty="0">
                <a:latin typeface="Calibri"/>
                <a:cs typeface="Calibri"/>
              </a:rPr>
              <a:t> </a:t>
            </a:r>
            <a:r>
              <a:rPr sz="2280" dirty="0">
                <a:latin typeface="Calibri"/>
                <a:cs typeface="Calibri"/>
              </a:rPr>
              <a:t>be</a:t>
            </a:r>
            <a:r>
              <a:rPr sz="2280" spc="-48" dirty="0">
                <a:latin typeface="Calibri"/>
                <a:cs typeface="Calibri"/>
              </a:rPr>
              <a:t> </a:t>
            </a:r>
            <a:r>
              <a:rPr sz="2280" dirty="0">
                <a:latin typeface="Calibri"/>
                <a:cs typeface="Calibri"/>
              </a:rPr>
              <a:t>working</a:t>
            </a:r>
            <a:r>
              <a:rPr sz="2280" spc="-36" dirty="0">
                <a:latin typeface="Calibri"/>
                <a:cs typeface="Calibri"/>
              </a:rPr>
              <a:t> </a:t>
            </a:r>
            <a:r>
              <a:rPr sz="2280" dirty="0">
                <a:latin typeface="Calibri"/>
                <a:cs typeface="Calibri"/>
              </a:rPr>
              <a:t>on</a:t>
            </a:r>
            <a:r>
              <a:rPr sz="2280" spc="-54" dirty="0">
                <a:latin typeface="Calibri"/>
                <a:cs typeface="Calibri"/>
              </a:rPr>
              <a:t> </a:t>
            </a:r>
            <a:r>
              <a:rPr sz="2280" dirty="0">
                <a:latin typeface="Calibri"/>
                <a:cs typeface="Calibri"/>
              </a:rPr>
              <a:t>the</a:t>
            </a:r>
            <a:r>
              <a:rPr sz="2280" spc="-48" dirty="0">
                <a:latin typeface="Calibri"/>
                <a:cs typeface="Calibri"/>
              </a:rPr>
              <a:t> </a:t>
            </a:r>
            <a:r>
              <a:rPr sz="2280" dirty="0">
                <a:latin typeface="Calibri"/>
                <a:cs typeface="Calibri"/>
              </a:rPr>
              <a:t>same</a:t>
            </a:r>
            <a:r>
              <a:rPr sz="2280" spc="-60" dirty="0">
                <a:latin typeface="Calibri"/>
                <a:cs typeface="Calibri"/>
              </a:rPr>
              <a:t> </a:t>
            </a:r>
            <a:r>
              <a:rPr sz="2280" spc="-12" dirty="0">
                <a:latin typeface="Calibri"/>
                <a:cs typeface="Calibri"/>
              </a:rPr>
              <a:t>component</a:t>
            </a:r>
            <a:r>
              <a:rPr sz="2280" spc="-54" dirty="0">
                <a:latin typeface="Calibri"/>
                <a:cs typeface="Calibri"/>
              </a:rPr>
              <a:t> </a:t>
            </a:r>
            <a:r>
              <a:rPr sz="2280" dirty="0">
                <a:latin typeface="Calibri"/>
                <a:cs typeface="Calibri"/>
              </a:rPr>
              <a:t>at</a:t>
            </a:r>
            <a:r>
              <a:rPr sz="2280" spc="-66" dirty="0">
                <a:latin typeface="Calibri"/>
                <a:cs typeface="Calibri"/>
              </a:rPr>
              <a:t> </a:t>
            </a:r>
            <a:r>
              <a:rPr sz="2280" dirty="0">
                <a:latin typeface="Calibri"/>
                <a:cs typeface="Calibri"/>
              </a:rPr>
              <a:t>the</a:t>
            </a:r>
            <a:r>
              <a:rPr sz="2280" spc="-54" dirty="0">
                <a:latin typeface="Calibri"/>
                <a:cs typeface="Calibri"/>
              </a:rPr>
              <a:t> </a:t>
            </a:r>
            <a:r>
              <a:rPr sz="2280" dirty="0">
                <a:latin typeface="Calibri"/>
                <a:cs typeface="Calibri"/>
              </a:rPr>
              <a:t>same</a:t>
            </a:r>
            <a:r>
              <a:rPr sz="2280" spc="-66" dirty="0">
                <a:latin typeface="Calibri"/>
                <a:cs typeface="Calibri"/>
              </a:rPr>
              <a:t> </a:t>
            </a:r>
            <a:r>
              <a:rPr sz="2280" spc="-12" dirty="0">
                <a:latin typeface="Calibri"/>
                <a:cs typeface="Calibri"/>
              </a:rPr>
              <a:t>time.</a:t>
            </a:r>
            <a:endParaRPr sz="2280" dirty="0">
              <a:latin typeface="Calibri"/>
              <a:cs typeface="Calibri"/>
            </a:endParaRPr>
          </a:p>
          <a:p>
            <a:pPr marL="515874" marR="9144" lvl="1" indent="-342138" algn="just">
              <a:spcBef>
                <a:spcPts val="546"/>
              </a:spcBef>
              <a:buFont typeface="Arial MT"/>
              <a:buChar char="–"/>
              <a:tabLst>
                <a:tab pos="518160" algn="l"/>
              </a:tabLst>
            </a:pPr>
            <a:r>
              <a:rPr sz="2280" dirty="0">
                <a:latin typeface="Calibri"/>
                <a:cs typeface="Calibri"/>
              </a:rPr>
              <a:t>The</a:t>
            </a:r>
            <a:r>
              <a:rPr sz="2280" spc="180" dirty="0">
                <a:latin typeface="Calibri"/>
                <a:cs typeface="Calibri"/>
              </a:rPr>
              <a:t> </a:t>
            </a:r>
            <a:r>
              <a:rPr sz="2280" dirty="0">
                <a:latin typeface="Calibri"/>
                <a:cs typeface="Calibri"/>
              </a:rPr>
              <a:t>version</a:t>
            </a:r>
            <a:r>
              <a:rPr sz="2280" spc="174" dirty="0">
                <a:latin typeface="Calibri"/>
                <a:cs typeface="Calibri"/>
              </a:rPr>
              <a:t> </a:t>
            </a:r>
            <a:r>
              <a:rPr sz="2280" dirty="0">
                <a:latin typeface="Calibri"/>
                <a:cs typeface="Calibri"/>
              </a:rPr>
              <a:t>control</a:t>
            </a:r>
            <a:r>
              <a:rPr sz="2280" spc="162" dirty="0">
                <a:latin typeface="Calibri"/>
                <a:cs typeface="Calibri"/>
              </a:rPr>
              <a:t> </a:t>
            </a:r>
            <a:r>
              <a:rPr sz="2280" dirty="0">
                <a:latin typeface="Calibri"/>
                <a:cs typeface="Calibri"/>
              </a:rPr>
              <a:t>system</a:t>
            </a:r>
            <a:r>
              <a:rPr sz="2280" spc="180" dirty="0">
                <a:latin typeface="Calibri"/>
                <a:cs typeface="Calibri"/>
              </a:rPr>
              <a:t> </a:t>
            </a:r>
            <a:r>
              <a:rPr sz="2280" dirty="0">
                <a:latin typeface="Calibri"/>
                <a:cs typeface="Calibri"/>
              </a:rPr>
              <a:t>keeps</a:t>
            </a:r>
            <a:r>
              <a:rPr sz="2280" spc="180" dirty="0">
                <a:latin typeface="Calibri"/>
                <a:cs typeface="Calibri"/>
              </a:rPr>
              <a:t> </a:t>
            </a:r>
            <a:r>
              <a:rPr sz="2280" dirty="0">
                <a:latin typeface="Calibri"/>
                <a:cs typeface="Calibri"/>
              </a:rPr>
              <a:t>track</a:t>
            </a:r>
            <a:r>
              <a:rPr sz="2280" spc="174" dirty="0">
                <a:latin typeface="Calibri"/>
                <a:cs typeface="Calibri"/>
              </a:rPr>
              <a:t> </a:t>
            </a:r>
            <a:r>
              <a:rPr sz="2280" dirty="0">
                <a:latin typeface="Calibri"/>
                <a:cs typeface="Calibri"/>
              </a:rPr>
              <a:t>of</a:t>
            </a:r>
            <a:r>
              <a:rPr sz="2280" spc="174" dirty="0">
                <a:latin typeface="Calibri"/>
                <a:cs typeface="Calibri"/>
              </a:rPr>
              <a:t> </a:t>
            </a:r>
            <a:r>
              <a:rPr sz="2280" dirty="0">
                <a:latin typeface="Calibri"/>
                <a:cs typeface="Calibri"/>
              </a:rPr>
              <a:t>components</a:t>
            </a:r>
            <a:r>
              <a:rPr sz="2280" spc="180" dirty="0">
                <a:latin typeface="Calibri"/>
                <a:cs typeface="Calibri"/>
              </a:rPr>
              <a:t> </a:t>
            </a:r>
            <a:r>
              <a:rPr sz="2280" dirty="0">
                <a:latin typeface="Calibri"/>
                <a:cs typeface="Calibri"/>
              </a:rPr>
              <a:t>that</a:t>
            </a:r>
            <a:r>
              <a:rPr sz="2280" spc="186" dirty="0">
                <a:latin typeface="Calibri"/>
                <a:cs typeface="Calibri"/>
              </a:rPr>
              <a:t> </a:t>
            </a:r>
            <a:r>
              <a:rPr sz="2280" dirty="0">
                <a:latin typeface="Calibri"/>
                <a:cs typeface="Calibri"/>
              </a:rPr>
              <a:t>have</a:t>
            </a:r>
            <a:r>
              <a:rPr sz="2280" spc="180" dirty="0">
                <a:latin typeface="Calibri"/>
                <a:cs typeface="Calibri"/>
              </a:rPr>
              <a:t> </a:t>
            </a:r>
            <a:r>
              <a:rPr sz="2280" dirty="0">
                <a:latin typeface="Calibri"/>
                <a:cs typeface="Calibri"/>
              </a:rPr>
              <a:t>been</a:t>
            </a:r>
            <a:r>
              <a:rPr sz="2280" spc="174" dirty="0">
                <a:latin typeface="Calibri"/>
                <a:cs typeface="Calibri"/>
              </a:rPr>
              <a:t> </a:t>
            </a:r>
            <a:r>
              <a:rPr sz="2280" spc="-12" dirty="0">
                <a:latin typeface="Calibri"/>
                <a:cs typeface="Calibri"/>
              </a:rPr>
              <a:t>checked 	</a:t>
            </a:r>
            <a:r>
              <a:rPr sz="2280" dirty="0">
                <a:latin typeface="Calibri"/>
                <a:cs typeface="Calibri"/>
              </a:rPr>
              <a:t>out</a:t>
            </a:r>
            <a:r>
              <a:rPr sz="2280" spc="420" dirty="0">
                <a:latin typeface="Calibri"/>
                <a:cs typeface="Calibri"/>
              </a:rPr>
              <a:t> </a:t>
            </a:r>
            <a:r>
              <a:rPr sz="2280" dirty="0">
                <a:latin typeface="Calibri"/>
                <a:cs typeface="Calibri"/>
              </a:rPr>
              <a:t>for</a:t>
            </a:r>
            <a:r>
              <a:rPr sz="2280" spc="432" dirty="0">
                <a:latin typeface="Calibri"/>
                <a:cs typeface="Calibri"/>
              </a:rPr>
              <a:t> </a:t>
            </a:r>
            <a:r>
              <a:rPr sz="2280" dirty="0">
                <a:latin typeface="Calibri"/>
                <a:cs typeface="Calibri"/>
              </a:rPr>
              <a:t>editing</a:t>
            </a:r>
            <a:r>
              <a:rPr sz="2280" spc="450" dirty="0">
                <a:latin typeface="Calibri"/>
                <a:cs typeface="Calibri"/>
              </a:rPr>
              <a:t> </a:t>
            </a:r>
            <a:r>
              <a:rPr sz="2280" dirty="0">
                <a:latin typeface="Calibri"/>
                <a:cs typeface="Calibri"/>
              </a:rPr>
              <a:t>and</a:t>
            </a:r>
            <a:r>
              <a:rPr sz="2280" spc="438" dirty="0">
                <a:latin typeface="Calibri"/>
                <a:cs typeface="Calibri"/>
              </a:rPr>
              <a:t> </a:t>
            </a:r>
            <a:r>
              <a:rPr sz="2280" dirty="0">
                <a:latin typeface="Calibri"/>
                <a:cs typeface="Calibri"/>
              </a:rPr>
              <a:t>ensures</a:t>
            </a:r>
            <a:r>
              <a:rPr sz="2280" spc="438" dirty="0">
                <a:latin typeface="Calibri"/>
                <a:cs typeface="Calibri"/>
              </a:rPr>
              <a:t> </a:t>
            </a:r>
            <a:r>
              <a:rPr sz="2280" dirty="0">
                <a:latin typeface="Calibri"/>
                <a:cs typeface="Calibri"/>
              </a:rPr>
              <a:t>that</a:t>
            </a:r>
            <a:r>
              <a:rPr sz="2280" spc="432" dirty="0">
                <a:latin typeface="Calibri"/>
                <a:cs typeface="Calibri"/>
              </a:rPr>
              <a:t> </a:t>
            </a:r>
            <a:r>
              <a:rPr sz="2280" dirty="0">
                <a:latin typeface="Calibri"/>
                <a:cs typeface="Calibri"/>
              </a:rPr>
              <a:t>changes</a:t>
            </a:r>
            <a:r>
              <a:rPr sz="2280" spc="444" dirty="0">
                <a:latin typeface="Calibri"/>
                <a:cs typeface="Calibri"/>
              </a:rPr>
              <a:t> </a:t>
            </a:r>
            <a:r>
              <a:rPr sz="2280" dirty="0">
                <a:latin typeface="Calibri"/>
                <a:cs typeface="Calibri"/>
              </a:rPr>
              <a:t>made</a:t>
            </a:r>
            <a:r>
              <a:rPr sz="2280" spc="432" dirty="0">
                <a:latin typeface="Calibri"/>
                <a:cs typeface="Calibri"/>
              </a:rPr>
              <a:t> </a:t>
            </a:r>
            <a:r>
              <a:rPr sz="2280" dirty="0">
                <a:latin typeface="Calibri"/>
                <a:cs typeface="Calibri"/>
              </a:rPr>
              <a:t>to</a:t>
            </a:r>
            <a:r>
              <a:rPr sz="2280" spc="426" dirty="0">
                <a:latin typeface="Calibri"/>
                <a:cs typeface="Calibri"/>
              </a:rPr>
              <a:t> </a:t>
            </a:r>
            <a:r>
              <a:rPr sz="2280" dirty="0">
                <a:latin typeface="Calibri"/>
                <a:cs typeface="Calibri"/>
              </a:rPr>
              <a:t>a</a:t>
            </a:r>
            <a:r>
              <a:rPr sz="2280" spc="438" dirty="0">
                <a:latin typeface="Calibri"/>
                <a:cs typeface="Calibri"/>
              </a:rPr>
              <a:t> </a:t>
            </a:r>
            <a:r>
              <a:rPr sz="2280" dirty="0">
                <a:latin typeface="Calibri"/>
                <a:cs typeface="Calibri"/>
              </a:rPr>
              <a:t>component</a:t>
            </a:r>
            <a:r>
              <a:rPr sz="2280" spc="438" dirty="0">
                <a:latin typeface="Calibri"/>
                <a:cs typeface="Calibri"/>
              </a:rPr>
              <a:t> </a:t>
            </a:r>
            <a:r>
              <a:rPr sz="2280" dirty="0">
                <a:latin typeface="Calibri"/>
                <a:cs typeface="Calibri"/>
              </a:rPr>
              <a:t>by</a:t>
            </a:r>
            <a:r>
              <a:rPr sz="2280" spc="438" dirty="0">
                <a:latin typeface="Calibri"/>
                <a:cs typeface="Calibri"/>
              </a:rPr>
              <a:t> </a:t>
            </a:r>
            <a:r>
              <a:rPr sz="2280" spc="-12" dirty="0">
                <a:latin typeface="Calibri"/>
                <a:cs typeface="Calibri"/>
              </a:rPr>
              <a:t>different 	developers</a:t>
            </a:r>
            <a:r>
              <a:rPr sz="2280" spc="-6" dirty="0">
                <a:latin typeface="Calibri"/>
                <a:cs typeface="Calibri"/>
              </a:rPr>
              <a:t> </a:t>
            </a:r>
            <a:r>
              <a:rPr sz="2280" dirty="0">
                <a:latin typeface="Calibri"/>
                <a:cs typeface="Calibri"/>
              </a:rPr>
              <a:t>do</a:t>
            </a:r>
            <a:r>
              <a:rPr sz="2280" spc="-48" dirty="0">
                <a:latin typeface="Calibri"/>
                <a:cs typeface="Calibri"/>
              </a:rPr>
              <a:t> </a:t>
            </a:r>
            <a:r>
              <a:rPr sz="2280" dirty="0">
                <a:latin typeface="Calibri"/>
                <a:cs typeface="Calibri"/>
              </a:rPr>
              <a:t>not</a:t>
            </a:r>
            <a:r>
              <a:rPr sz="2280" spc="-48" dirty="0">
                <a:latin typeface="Calibri"/>
                <a:cs typeface="Calibri"/>
              </a:rPr>
              <a:t> </a:t>
            </a:r>
            <a:r>
              <a:rPr sz="2280" spc="-12" dirty="0">
                <a:latin typeface="Calibri"/>
                <a:cs typeface="Calibri"/>
              </a:rPr>
              <a:t>interfere.</a:t>
            </a:r>
            <a:endParaRPr sz="2280" dirty="0">
              <a:latin typeface="Calibri"/>
              <a:cs typeface="Calibri"/>
            </a:endParaRPr>
          </a:p>
          <a:p>
            <a:pPr marL="302514" indent="-287274" algn="just">
              <a:spcBef>
                <a:spcPts val="551"/>
              </a:spcBef>
              <a:buAutoNum type="arabicPeriod" startAt="2"/>
              <a:tabLst>
                <a:tab pos="302514" algn="l"/>
              </a:tabLst>
            </a:pPr>
            <a:r>
              <a:rPr sz="2280" b="1" i="1" dirty="0">
                <a:solidFill>
                  <a:srgbClr val="C00000"/>
                </a:solidFill>
                <a:latin typeface="Calibri"/>
                <a:cs typeface="Calibri"/>
              </a:rPr>
              <a:t>Project</a:t>
            </a:r>
            <a:r>
              <a:rPr sz="2280" b="1" i="1" spc="-42" dirty="0">
                <a:solidFill>
                  <a:srgbClr val="C00000"/>
                </a:solidFill>
                <a:latin typeface="Calibri"/>
                <a:cs typeface="Calibri"/>
              </a:rPr>
              <a:t> </a:t>
            </a:r>
            <a:r>
              <a:rPr sz="2280" b="1" i="1" spc="-12" dirty="0">
                <a:solidFill>
                  <a:srgbClr val="C00000"/>
                </a:solidFill>
                <a:latin typeface="Calibri"/>
                <a:cs typeface="Calibri"/>
              </a:rPr>
              <a:t>support</a:t>
            </a:r>
            <a:endParaRPr sz="2280" dirty="0">
              <a:latin typeface="Calibri"/>
              <a:cs typeface="Calibri"/>
            </a:endParaRPr>
          </a:p>
          <a:p>
            <a:pPr marL="515874" lvl="1" indent="-342138" algn="just">
              <a:spcBef>
                <a:spcPts val="546"/>
              </a:spcBef>
              <a:buFont typeface="Arial MT"/>
              <a:buChar char="–"/>
              <a:tabLst>
                <a:tab pos="515874" algn="l"/>
              </a:tabLst>
            </a:pPr>
            <a:r>
              <a:rPr sz="2280" dirty="0">
                <a:latin typeface="Calibri"/>
                <a:cs typeface="Calibri"/>
              </a:rPr>
              <a:t>A</a:t>
            </a:r>
            <a:r>
              <a:rPr sz="2280" spc="-54" dirty="0">
                <a:latin typeface="Calibri"/>
                <a:cs typeface="Calibri"/>
              </a:rPr>
              <a:t> </a:t>
            </a:r>
            <a:r>
              <a:rPr sz="2280" dirty="0">
                <a:latin typeface="Calibri"/>
                <a:cs typeface="Calibri"/>
              </a:rPr>
              <a:t>version</a:t>
            </a:r>
            <a:r>
              <a:rPr sz="2280" spc="-30" dirty="0">
                <a:latin typeface="Calibri"/>
                <a:cs typeface="Calibri"/>
              </a:rPr>
              <a:t> </a:t>
            </a:r>
            <a:r>
              <a:rPr sz="2280" dirty="0">
                <a:latin typeface="Calibri"/>
                <a:cs typeface="Calibri"/>
              </a:rPr>
              <a:t>control</a:t>
            </a:r>
            <a:r>
              <a:rPr sz="2280" spc="-54" dirty="0">
                <a:latin typeface="Calibri"/>
                <a:cs typeface="Calibri"/>
              </a:rPr>
              <a:t> </a:t>
            </a:r>
            <a:r>
              <a:rPr sz="2280" dirty="0">
                <a:latin typeface="Calibri"/>
                <a:cs typeface="Calibri"/>
              </a:rPr>
              <a:t>system</a:t>
            </a:r>
            <a:r>
              <a:rPr sz="2280" spc="-48" dirty="0">
                <a:latin typeface="Calibri"/>
                <a:cs typeface="Calibri"/>
              </a:rPr>
              <a:t> </a:t>
            </a:r>
            <a:r>
              <a:rPr sz="2280" dirty="0">
                <a:latin typeface="Calibri"/>
                <a:cs typeface="Calibri"/>
              </a:rPr>
              <a:t>may</a:t>
            </a:r>
            <a:r>
              <a:rPr sz="2280" spc="-48" dirty="0">
                <a:latin typeface="Calibri"/>
                <a:cs typeface="Calibri"/>
              </a:rPr>
              <a:t> </a:t>
            </a:r>
            <a:r>
              <a:rPr sz="2280" dirty="0">
                <a:latin typeface="Calibri"/>
                <a:cs typeface="Calibri"/>
              </a:rPr>
              <a:t>support</a:t>
            </a:r>
            <a:r>
              <a:rPr sz="2280" spc="-42" dirty="0">
                <a:latin typeface="Calibri"/>
                <a:cs typeface="Calibri"/>
              </a:rPr>
              <a:t> </a:t>
            </a:r>
            <a:r>
              <a:rPr sz="2280" dirty="0">
                <a:latin typeface="Calibri"/>
                <a:cs typeface="Calibri"/>
              </a:rPr>
              <a:t>the</a:t>
            </a:r>
            <a:r>
              <a:rPr sz="2280" spc="-42" dirty="0">
                <a:latin typeface="Calibri"/>
                <a:cs typeface="Calibri"/>
              </a:rPr>
              <a:t> </a:t>
            </a:r>
            <a:r>
              <a:rPr sz="2280" spc="-12" dirty="0">
                <a:latin typeface="Calibri"/>
                <a:cs typeface="Calibri"/>
              </a:rPr>
              <a:t>development</a:t>
            </a:r>
            <a:r>
              <a:rPr sz="2280" spc="-42" dirty="0">
                <a:latin typeface="Calibri"/>
                <a:cs typeface="Calibri"/>
              </a:rPr>
              <a:t> </a:t>
            </a:r>
            <a:r>
              <a:rPr sz="2280" dirty="0">
                <a:latin typeface="Calibri"/>
                <a:cs typeface="Calibri"/>
              </a:rPr>
              <a:t>of</a:t>
            </a:r>
            <a:r>
              <a:rPr sz="2280" spc="-48" dirty="0">
                <a:latin typeface="Calibri"/>
                <a:cs typeface="Calibri"/>
              </a:rPr>
              <a:t> </a:t>
            </a:r>
            <a:r>
              <a:rPr sz="2280" dirty="0">
                <a:latin typeface="Calibri"/>
                <a:cs typeface="Calibri"/>
              </a:rPr>
              <a:t>several</a:t>
            </a:r>
            <a:r>
              <a:rPr sz="2280" spc="-42" dirty="0">
                <a:latin typeface="Calibri"/>
                <a:cs typeface="Calibri"/>
              </a:rPr>
              <a:t> </a:t>
            </a:r>
            <a:r>
              <a:rPr sz="2280" dirty="0">
                <a:latin typeface="Calibri"/>
                <a:cs typeface="Calibri"/>
              </a:rPr>
              <a:t>projects,</a:t>
            </a:r>
            <a:r>
              <a:rPr sz="2280" spc="-48" dirty="0">
                <a:latin typeface="Calibri"/>
                <a:cs typeface="Calibri"/>
              </a:rPr>
              <a:t> </a:t>
            </a:r>
            <a:r>
              <a:rPr sz="2280" spc="-12" dirty="0">
                <a:latin typeface="Calibri"/>
                <a:cs typeface="Calibri"/>
              </a:rPr>
              <a:t>which</a:t>
            </a:r>
            <a:endParaRPr sz="2280" dirty="0">
              <a:latin typeface="Calibri"/>
              <a:cs typeface="Calibri"/>
            </a:endParaRPr>
          </a:p>
          <a:p>
            <a:pPr marL="518160" algn="just"/>
            <a:r>
              <a:rPr sz="2280" dirty="0">
                <a:latin typeface="Calibri"/>
                <a:cs typeface="Calibri"/>
              </a:rPr>
              <a:t>share</a:t>
            </a:r>
            <a:r>
              <a:rPr sz="2280" spc="-72" dirty="0">
                <a:latin typeface="Calibri"/>
                <a:cs typeface="Calibri"/>
              </a:rPr>
              <a:t> </a:t>
            </a:r>
            <a:r>
              <a:rPr sz="2280" spc="-12" dirty="0">
                <a:latin typeface="Calibri"/>
                <a:cs typeface="Calibri"/>
              </a:rPr>
              <a:t>components.</a:t>
            </a:r>
            <a:endParaRPr sz="2280" dirty="0">
              <a:latin typeface="Calibri"/>
              <a:cs typeface="Calibri"/>
            </a:endParaRPr>
          </a:p>
          <a:p>
            <a:pPr marL="515874" lvl="1" indent="-342138" algn="just">
              <a:spcBef>
                <a:spcPts val="546"/>
              </a:spcBef>
              <a:buFont typeface="Arial MT"/>
              <a:buChar char="–"/>
              <a:tabLst>
                <a:tab pos="515874" algn="l"/>
              </a:tabLst>
            </a:pPr>
            <a:r>
              <a:rPr sz="2280" dirty="0">
                <a:latin typeface="Calibri"/>
                <a:cs typeface="Calibri"/>
              </a:rPr>
              <a:t>It</a:t>
            </a:r>
            <a:r>
              <a:rPr sz="2280" spc="204" dirty="0">
                <a:latin typeface="Calibri"/>
                <a:cs typeface="Calibri"/>
              </a:rPr>
              <a:t> </a:t>
            </a:r>
            <a:r>
              <a:rPr sz="2280" dirty="0">
                <a:latin typeface="Calibri"/>
                <a:cs typeface="Calibri"/>
              </a:rPr>
              <a:t>is</a:t>
            </a:r>
            <a:r>
              <a:rPr sz="2280" spc="204" dirty="0">
                <a:latin typeface="Calibri"/>
                <a:cs typeface="Calibri"/>
              </a:rPr>
              <a:t> </a:t>
            </a:r>
            <a:r>
              <a:rPr sz="2280" dirty="0">
                <a:latin typeface="Calibri"/>
                <a:cs typeface="Calibri"/>
              </a:rPr>
              <a:t>usually</a:t>
            </a:r>
            <a:r>
              <a:rPr sz="2280" spc="204" dirty="0">
                <a:latin typeface="Calibri"/>
                <a:cs typeface="Calibri"/>
              </a:rPr>
              <a:t> </a:t>
            </a:r>
            <a:r>
              <a:rPr sz="2280" dirty="0">
                <a:latin typeface="Calibri"/>
                <a:cs typeface="Calibri"/>
              </a:rPr>
              <a:t>possible</a:t>
            </a:r>
            <a:r>
              <a:rPr sz="2280" spc="204" dirty="0">
                <a:latin typeface="Calibri"/>
                <a:cs typeface="Calibri"/>
              </a:rPr>
              <a:t> </a:t>
            </a:r>
            <a:r>
              <a:rPr sz="2280" dirty="0">
                <a:latin typeface="Calibri"/>
                <a:cs typeface="Calibri"/>
              </a:rPr>
              <a:t>to</a:t>
            </a:r>
            <a:r>
              <a:rPr sz="2280" spc="204" dirty="0">
                <a:latin typeface="Calibri"/>
                <a:cs typeface="Calibri"/>
              </a:rPr>
              <a:t> </a:t>
            </a:r>
            <a:r>
              <a:rPr sz="2280" dirty="0">
                <a:latin typeface="Calibri"/>
                <a:cs typeface="Calibri"/>
              </a:rPr>
              <a:t>check</a:t>
            </a:r>
            <a:r>
              <a:rPr sz="2280" spc="198" dirty="0">
                <a:latin typeface="Calibri"/>
                <a:cs typeface="Calibri"/>
              </a:rPr>
              <a:t> </a:t>
            </a:r>
            <a:r>
              <a:rPr sz="2280" dirty="0">
                <a:latin typeface="Calibri"/>
                <a:cs typeface="Calibri"/>
              </a:rPr>
              <a:t>in</a:t>
            </a:r>
            <a:r>
              <a:rPr sz="2280" spc="204" dirty="0">
                <a:latin typeface="Calibri"/>
                <a:cs typeface="Calibri"/>
              </a:rPr>
              <a:t> </a:t>
            </a:r>
            <a:r>
              <a:rPr sz="2280" dirty="0">
                <a:latin typeface="Calibri"/>
                <a:cs typeface="Calibri"/>
              </a:rPr>
              <a:t>and</a:t>
            </a:r>
            <a:r>
              <a:rPr sz="2280" spc="210" dirty="0">
                <a:latin typeface="Calibri"/>
                <a:cs typeface="Calibri"/>
              </a:rPr>
              <a:t> </a:t>
            </a:r>
            <a:r>
              <a:rPr sz="2280" dirty="0">
                <a:latin typeface="Calibri"/>
                <a:cs typeface="Calibri"/>
              </a:rPr>
              <a:t>check</a:t>
            </a:r>
            <a:r>
              <a:rPr sz="2280" spc="204" dirty="0">
                <a:latin typeface="Calibri"/>
                <a:cs typeface="Calibri"/>
              </a:rPr>
              <a:t> </a:t>
            </a:r>
            <a:r>
              <a:rPr sz="2280" dirty="0">
                <a:latin typeface="Calibri"/>
                <a:cs typeface="Calibri"/>
              </a:rPr>
              <a:t>out</a:t>
            </a:r>
            <a:r>
              <a:rPr sz="2280" spc="204" dirty="0">
                <a:latin typeface="Calibri"/>
                <a:cs typeface="Calibri"/>
              </a:rPr>
              <a:t> </a:t>
            </a:r>
            <a:r>
              <a:rPr sz="2280" dirty="0">
                <a:latin typeface="Calibri"/>
                <a:cs typeface="Calibri"/>
              </a:rPr>
              <a:t>all</a:t>
            </a:r>
            <a:r>
              <a:rPr sz="2280" spc="198" dirty="0">
                <a:latin typeface="Calibri"/>
                <a:cs typeface="Calibri"/>
              </a:rPr>
              <a:t> </a:t>
            </a:r>
            <a:r>
              <a:rPr sz="2280" dirty="0">
                <a:latin typeface="Calibri"/>
                <a:cs typeface="Calibri"/>
              </a:rPr>
              <a:t>of</a:t>
            </a:r>
            <a:r>
              <a:rPr sz="2280" spc="198" dirty="0">
                <a:latin typeface="Calibri"/>
                <a:cs typeface="Calibri"/>
              </a:rPr>
              <a:t> </a:t>
            </a:r>
            <a:r>
              <a:rPr sz="2280" dirty="0">
                <a:latin typeface="Calibri"/>
                <a:cs typeface="Calibri"/>
              </a:rPr>
              <a:t>the</a:t>
            </a:r>
            <a:r>
              <a:rPr sz="2280" spc="204" dirty="0">
                <a:latin typeface="Calibri"/>
                <a:cs typeface="Calibri"/>
              </a:rPr>
              <a:t> </a:t>
            </a:r>
            <a:r>
              <a:rPr sz="2280" dirty="0">
                <a:latin typeface="Calibri"/>
                <a:cs typeface="Calibri"/>
              </a:rPr>
              <a:t>files</a:t>
            </a:r>
            <a:r>
              <a:rPr sz="2280" spc="210" dirty="0">
                <a:latin typeface="Calibri"/>
                <a:cs typeface="Calibri"/>
              </a:rPr>
              <a:t> </a:t>
            </a:r>
            <a:r>
              <a:rPr sz="2280" dirty="0">
                <a:latin typeface="Calibri"/>
                <a:cs typeface="Calibri"/>
              </a:rPr>
              <a:t>associated</a:t>
            </a:r>
            <a:r>
              <a:rPr sz="2280" spc="210" dirty="0">
                <a:latin typeface="Calibri"/>
                <a:cs typeface="Calibri"/>
              </a:rPr>
              <a:t> </a:t>
            </a:r>
            <a:r>
              <a:rPr sz="2280" dirty="0">
                <a:latin typeface="Calibri"/>
                <a:cs typeface="Calibri"/>
              </a:rPr>
              <a:t>with</a:t>
            </a:r>
            <a:r>
              <a:rPr sz="2280" spc="204" dirty="0">
                <a:latin typeface="Calibri"/>
                <a:cs typeface="Calibri"/>
              </a:rPr>
              <a:t> </a:t>
            </a:r>
            <a:r>
              <a:rPr sz="2280" spc="-60" dirty="0">
                <a:latin typeface="Calibri"/>
                <a:cs typeface="Calibri"/>
              </a:rPr>
              <a:t>a</a:t>
            </a:r>
            <a:endParaRPr sz="2280" dirty="0">
              <a:latin typeface="Calibri"/>
              <a:cs typeface="Calibri"/>
            </a:endParaRPr>
          </a:p>
          <a:p>
            <a:pPr marL="518160" algn="just"/>
            <a:r>
              <a:rPr sz="2280" dirty="0">
                <a:latin typeface="Calibri"/>
                <a:cs typeface="Calibri"/>
              </a:rPr>
              <a:t>project</a:t>
            </a:r>
            <a:r>
              <a:rPr sz="2280" spc="-48" dirty="0">
                <a:latin typeface="Calibri"/>
                <a:cs typeface="Calibri"/>
              </a:rPr>
              <a:t> </a:t>
            </a:r>
            <a:r>
              <a:rPr sz="2280" dirty="0">
                <a:latin typeface="Calibri"/>
                <a:cs typeface="Calibri"/>
              </a:rPr>
              <a:t>rather</a:t>
            </a:r>
            <a:r>
              <a:rPr sz="2280" spc="-54" dirty="0">
                <a:latin typeface="Calibri"/>
                <a:cs typeface="Calibri"/>
              </a:rPr>
              <a:t> </a:t>
            </a:r>
            <a:r>
              <a:rPr sz="2280" dirty="0">
                <a:latin typeface="Calibri"/>
                <a:cs typeface="Calibri"/>
              </a:rPr>
              <a:t>than</a:t>
            </a:r>
            <a:r>
              <a:rPr sz="2280" spc="-48" dirty="0">
                <a:latin typeface="Calibri"/>
                <a:cs typeface="Calibri"/>
              </a:rPr>
              <a:t> </a:t>
            </a:r>
            <a:r>
              <a:rPr sz="2280" dirty="0">
                <a:latin typeface="Calibri"/>
                <a:cs typeface="Calibri"/>
              </a:rPr>
              <a:t>having</a:t>
            </a:r>
            <a:r>
              <a:rPr sz="2280" spc="-24" dirty="0">
                <a:latin typeface="Calibri"/>
                <a:cs typeface="Calibri"/>
              </a:rPr>
              <a:t> </a:t>
            </a:r>
            <a:r>
              <a:rPr sz="2280" dirty="0">
                <a:latin typeface="Calibri"/>
                <a:cs typeface="Calibri"/>
              </a:rPr>
              <a:t>to</a:t>
            </a:r>
            <a:r>
              <a:rPr sz="2280" spc="-60" dirty="0">
                <a:latin typeface="Calibri"/>
                <a:cs typeface="Calibri"/>
              </a:rPr>
              <a:t> </a:t>
            </a:r>
            <a:r>
              <a:rPr sz="2280" dirty="0">
                <a:latin typeface="Calibri"/>
                <a:cs typeface="Calibri"/>
              </a:rPr>
              <a:t>work</a:t>
            </a:r>
            <a:r>
              <a:rPr sz="2280" spc="-48" dirty="0">
                <a:latin typeface="Calibri"/>
                <a:cs typeface="Calibri"/>
              </a:rPr>
              <a:t> </a:t>
            </a:r>
            <a:r>
              <a:rPr sz="2280" dirty="0">
                <a:latin typeface="Calibri"/>
                <a:cs typeface="Calibri"/>
              </a:rPr>
              <a:t>with</a:t>
            </a:r>
            <a:r>
              <a:rPr sz="2280" spc="-42" dirty="0">
                <a:latin typeface="Calibri"/>
                <a:cs typeface="Calibri"/>
              </a:rPr>
              <a:t> </a:t>
            </a:r>
            <a:r>
              <a:rPr sz="2280" dirty="0">
                <a:latin typeface="Calibri"/>
                <a:cs typeface="Calibri"/>
              </a:rPr>
              <a:t>one</a:t>
            </a:r>
            <a:r>
              <a:rPr sz="2280" spc="-54" dirty="0">
                <a:latin typeface="Calibri"/>
                <a:cs typeface="Calibri"/>
              </a:rPr>
              <a:t> </a:t>
            </a:r>
            <a:r>
              <a:rPr sz="2280" dirty="0">
                <a:latin typeface="Calibri"/>
                <a:cs typeface="Calibri"/>
              </a:rPr>
              <a:t>file</a:t>
            </a:r>
            <a:r>
              <a:rPr sz="2280" spc="-42" dirty="0">
                <a:latin typeface="Calibri"/>
                <a:cs typeface="Calibri"/>
              </a:rPr>
              <a:t> </a:t>
            </a:r>
            <a:r>
              <a:rPr sz="2280" dirty="0">
                <a:latin typeface="Calibri"/>
                <a:cs typeface="Calibri"/>
              </a:rPr>
              <a:t>or</a:t>
            </a:r>
            <a:r>
              <a:rPr sz="2280" spc="-60" dirty="0">
                <a:latin typeface="Calibri"/>
                <a:cs typeface="Calibri"/>
              </a:rPr>
              <a:t> </a:t>
            </a:r>
            <a:r>
              <a:rPr sz="2280" spc="-12" dirty="0">
                <a:latin typeface="Calibri"/>
                <a:cs typeface="Calibri"/>
              </a:rPr>
              <a:t>directory</a:t>
            </a:r>
            <a:r>
              <a:rPr sz="2280" spc="-30" dirty="0">
                <a:latin typeface="Calibri"/>
                <a:cs typeface="Calibri"/>
              </a:rPr>
              <a:t> </a:t>
            </a:r>
            <a:r>
              <a:rPr sz="2280" dirty="0">
                <a:latin typeface="Calibri"/>
                <a:cs typeface="Calibri"/>
              </a:rPr>
              <a:t>at</a:t>
            </a:r>
            <a:r>
              <a:rPr sz="2280" spc="-60" dirty="0">
                <a:latin typeface="Calibri"/>
                <a:cs typeface="Calibri"/>
              </a:rPr>
              <a:t> </a:t>
            </a:r>
            <a:r>
              <a:rPr sz="2280" dirty="0">
                <a:latin typeface="Calibri"/>
                <a:cs typeface="Calibri"/>
              </a:rPr>
              <a:t>a</a:t>
            </a:r>
            <a:r>
              <a:rPr sz="2280" spc="-60" dirty="0">
                <a:latin typeface="Calibri"/>
                <a:cs typeface="Calibri"/>
              </a:rPr>
              <a:t> </a:t>
            </a:r>
            <a:r>
              <a:rPr sz="2280" spc="-12" dirty="0">
                <a:latin typeface="Calibri"/>
                <a:cs typeface="Calibri"/>
              </a:rPr>
              <a:t>time.</a:t>
            </a:r>
            <a:endParaRPr sz="2280" dirty="0">
              <a:latin typeface="Calibri"/>
              <a:cs typeface="Calibri"/>
            </a:endParaRPr>
          </a:p>
        </p:txBody>
      </p:sp>
    </p:spTree>
    <p:extLst>
      <p:ext uri="{BB962C8B-B14F-4D97-AF65-F5344CB8AC3E}">
        <p14:creationId xmlns:p14="http://schemas.microsoft.com/office/powerpoint/2010/main" val="13914588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0" y="166878"/>
            <a:ext cx="10442448" cy="716350"/>
          </a:xfrm>
          <a:prstGeom prst="rect">
            <a:avLst/>
          </a:prstGeom>
        </p:spPr>
        <p:txBody>
          <a:bodyPr vert="horz" wrap="square" lIns="0" tIns="14478" rIns="0" bIns="0" rtlCol="0">
            <a:spAutoFit/>
          </a:bodyPr>
          <a:lstStyle/>
          <a:p>
            <a:pPr marL="426720" marR="6096" indent="-411480">
              <a:spcBef>
                <a:spcPts val="114"/>
              </a:spcBef>
              <a:buFont typeface="Arial MT"/>
              <a:buChar char="•"/>
              <a:tabLst>
                <a:tab pos="426720" algn="l"/>
              </a:tabLst>
            </a:pPr>
            <a:r>
              <a:rPr sz="2280" dirty="0">
                <a:latin typeface="Calibri"/>
                <a:cs typeface="Calibri"/>
              </a:rPr>
              <a:t>Most</a:t>
            </a:r>
            <a:r>
              <a:rPr sz="2280" spc="24" dirty="0">
                <a:latin typeface="Calibri"/>
                <a:cs typeface="Calibri"/>
              </a:rPr>
              <a:t> </a:t>
            </a:r>
            <a:r>
              <a:rPr sz="2280" dirty="0">
                <a:latin typeface="Calibri"/>
                <a:cs typeface="Calibri"/>
              </a:rPr>
              <a:t>software</a:t>
            </a:r>
            <a:r>
              <a:rPr sz="2280" spc="24" dirty="0">
                <a:latin typeface="Calibri"/>
                <a:cs typeface="Calibri"/>
              </a:rPr>
              <a:t> </a:t>
            </a:r>
            <a:r>
              <a:rPr sz="2280" dirty="0">
                <a:latin typeface="Calibri"/>
                <a:cs typeface="Calibri"/>
              </a:rPr>
              <a:t>development</a:t>
            </a:r>
            <a:r>
              <a:rPr sz="2280" spc="36" dirty="0">
                <a:latin typeface="Calibri"/>
                <a:cs typeface="Calibri"/>
              </a:rPr>
              <a:t> </a:t>
            </a:r>
            <a:r>
              <a:rPr sz="2280" dirty="0">
                <a:latin typeface="Calibri"/>
                <a:cs typeface="Calibri"/>
              </a:rPr>
              <a:t>is</a:t>
            </a:r>
            <a:r>
              <a:rPr sz="2280" spc="30" dirty="0">
                <a:latin typeface="Calibri"/>
                <a:cs typeface="Calibri"/>
              </a:rPr>
              <a:t> </a:t>
            </a:r>
            <a:r>
              <a:rPr sz="2280" dirty="0">
                <a:latin typeface="Calibri"/>
                <a:cs typeface="Calibri"/>
              </a:rPr>
              <a:t>a</a:t>
            </a:r>
            <a:r>
              <a:rPr sz="2280" spc="24" dirty="0">
                <a:latin typeface="Calibri"/>
                <a:cs typeface="Calibri"/>
              </a:rPr>
              <a:t> </a:t>
            </a:r>
            <a:r>
              <a:rPr sz="2280" dirty="0">
                <a:latin typeface="Calibri"/>
                <a:cs typeface="Calibri"/>
              </a:rPr>
              <a:t>team</a:t>
            </a:r>
            <a:r>
              <a:rPr sz="2280" spc="24" dirty="0">
                <a:latin typeface="Calibri"/>
                <a:cs typeface="Calibri"/>
              </a:rPr>
              <a:t> </a:t>
            </a:r>
            <a:r>
              <a:rPr sz="2280" spc="-12" dirty="0">
                <a:latin typeface="Calibri"/>
                <a:cs typeface="Calibri"/>
              </a:rPr>
              <a:t>activity,</a:t>
            </a:r>
            <a:r>
              <a:rPr sz="2280" spc="18" dirty="0">
                <a:latin typeface="Calibri"/>
                <a:cs typeface="Calibri"/>
              </a:rPr>
              <a:t> </a:t>
            </a:r>
            <a:r>
              <a:rPr sz="2280" dirty="0">
                <a:latin typeface="Calibri"/>
                <a:cs typeface="Calibri"/>
              </a:rPr>
              <a:t>so</a:t>
            </a:r>
            <a:r>
              <a:rPr sz="2280" spc="6" dirty="0">
                <a:latin typeface="Calibri"/>
                <a:cs typeface="Calibri"/>
              </a:rPr>
              <a:t> </a:t>
            </a:r>
            <a:r>
              <a:rPr sz="2280" dirty="0">
                <a:latin typeface="Calibri"/>
                <a:cs typeface="Calibri"/>
              </a:rPr>
              <a:t>several</a:t>
            </a:r>
            <a:r>
              <a:rPr sz="2280" spc="24" dirty="0">
                <a:latin typeface="Calibri"/>
                <a:cs typeface="Calibri"/>
              </a:rPr>
              <a:t> </a:t>
            </a:r>
            <a:r>
              <a:rPr sz="2280" dirty="0">
                <a:latin typeface="Calibri"/>
                <a:cs typeface="Calibri"/>
              </a:rPr>
              <a:t>team</a:t>
            </a:r>
            <a:r>
              <a:rPr sz="2280" spc="24" dirty="0">
                <a:latin typeface="Calibri"/>
                <a:cs typeface="Calibri"/>
              </a:rPr>
              <a:t> </a:t>
            </a:r>
            <a:r>
              <a:rPr sz="2280" dirty="0">
                <a:latin typeface="Calibri"/>
                <a:cs typeface="Calibri"/>
              </a:rPr>
              <a:t>members</a:t>
            </a:r>
            <a:r>
              <a:rPr sz="2280" spc="24" dirty="0">
                <a:latin typeface="Calibri"/>
                <a:cs typeface="Calibri"/>
              </a:rPr>
              <a:t> </a:t>
            </a:r>
            <a:r>
              <a:rPr sz="2280" dirty="0">
                <a:latin typeface="Calibri"/>
                <a:cs typeface="Calibri"/>
              </a:rPr>
              <a:t>often</a:t>
            </a:r>
            <a:r>
              <a:rPr sz="2280" spc="30" dirty="0">
                <a:latin typeface="Calibri"/>
                <a:cs typeface="Calibri"/>
              </a:rPr>
              <a:t> </a:t>
            </a:r>
            <a:r>
              <a:rPr sz="2280" spc="-24" dirty="0">
                <a:latin typeface="Calibri"/>
                <a:cs typeface="Calibri"/>
              </a:rPr>
              <a:t>work </a:t>
            </a:r>
            <a:r>
              <a:rPr sz="2280" dirty="0">
                <a:latin typeface="Calibri"/>
                <a:cs typeface="Calibri"/>
              </a:rPr>
              <a:t>on</a:t>
            </a:r>
            <a:r>
              <a:rPr sz="2280" spc="-54" dirty="0">
                <a:latin typeface="Calibri"/>
                <a:cs typeface="Calibri"/>
              </a:rPr>
              <a:t> </a:t>
            </a:r>
            <a:r>
              <a:rPr sz="2280" dirty="0">
                <a:latin typeface="Calibri"/>
                <a:cs typeface="Calibri"/>
              </a:rPr>
              <a:t>the</a:t>
            </a:r>
            <a:r>
              <a:rPr sz="2280" spc="-48" dirty="0">
                <a:latin typeface="Calibri"/>
                <a:cs typeface="Calibri"/>
              </a:rPr>
              <a:t> </a:t>
            </a:r>
            <a:r>
              <a:rPr sz="2280" dirty="0">
                <a:latin typeface="Calibri"/>
                <a:cs typeface="Calibri"/>
              </a:rPr>
              <a:t>same</a:t>
            </a:r>
            <a:r>
              <a:rPr sz="2280" spc="-66" dirty="0">
                <a:latin typeface="Calibri"/>
                <a:cs typeface="Calibri"/>
              </a:rPr>
              <a:t> </a:t>
            </a:r>
            <a:r>
              <a:rPr sz="2280" dirty="0">
                <a:latin typeface="Calibri"/>
                <a:cs typeface="Calibri"/>
              </a:rPr>
              <a:t>component</a:t>
            </a:r>
            <a:r>
              <a:rPr sz="2280" spc="-36" dirty="0">
                <a:latin typeface="Calibri"/>
                <a:cs typeface="Calibri"/>
              </a:rPr>
              <a:t> </a:t>
            </a:r>
            <a:r>
              <a:rPr sz="2280" dirty="0">
                <a:latin typeface="Calibri"/>
                <a:cs typeface="Calibri"/>
              </a:rPr>
              <a:t>at</a:t>
            </a:r>
            <a:r>
              <a:rPr sz="2280" spc="-60" dirty="0">
                <a:latin typeface="Calibri"/>
                <a:cs typeface="Calibri"/>
              </a:rPr>
              <a:t> </a:t>
            </a:r>
            <a:r>
              <a:rPr sz="2280" dirty="0">
                <a:latin typeface="Calibri"/>
                <a:cs typeface="Calibri"/>
              </a:rPr>
              <a:t>the</a:t>
            </a:r>
            <a:r>
              <a:rPr sz="2280" spc="-48" dirty="0">
                <a:latin typeface="Calibri"/>
                <a:cs typeface="Calibri"/>
              </a:rPr>
              <a:t> </a:t>
            </a:r>
            <a:r>
              <a:rPr sz="2280" dirty="0">
                <a:latin typeface="Calibri"/>
                <a:cs typeface="Calibri"/>
              </a:rPr>
              <a:t>same</a:t>
            </a:r>
            <a:r>
              <a:rPr sz="2280" spc="-66" dirty="0">
                <a:latin typeface="Calibri"/>
                <a:cs typeface="Calibri"/>
              </a:rPr>
              <a:t> </a:t>
            </a:r>
            <a:r>
              <a:rPr sz="2280" spc="-12" dirty="0">
                <a:latin typeface="Calibri"/>
                <a:cs typeface="Calibri"/>
              </a:rPr>
              <a:t>time.</a:t>
            </a:r>
            <a:endParaRPr sz="2280">
              <a:latin typeface="Calibri"/>
              <a:cs typeface="Calibri"/>
            </a:endParaRPr>
          </a:p>
        </p:txBody>
      </p:sp>
      <p:sp>
        <p:nvSpPr>
          <p:cNvPr id="3" name="object 3"/>
          <p:cNvSpPr txBox="1"/>
          <p:nvPr/>
        </p:nvSpPr>
        <p:spPr>
          <a:xfrm>
            <a:off x="997838" y="1009650"/>
            <a:ext cx="10369296" cy="1790490"/>
          </a:xfrm>
          <a:prstGeom prst="rect">
            <a:avLst/>
          </a:prstGeom>
          <a:solidFill>
            <a:srgbClr val="FCEADA"/>
          </a:solidFill>
          <a:ln w="9525">
            <a:solidFill>
              <a:srgbClr val="000000"/>
            </a:solidFill>
          </a:ln>
        </p:spPr>
        <p:txBody>
          <a:bodyPr vert="horz" wrap="square" lIns="0" tIns="35814" rIns="0" bIns="0" rtlCol="0">
            <a:spAutoFit/>
          </a:bodyPr>
          <a:lstStyle/>
          <a:p>
            <a:pPr marL="109728" marR="99822" algn="just">
              <a:spcBef>
                <a:spcPts val="282"/>
              </a:spcBef>
            </a:pPr>
            <a:r>
              <a:rPr sz="2280" b="1" i="1" dirty="0">
                <a:latin typeface="Calibri"/>
                <a:cs typeface="Calibri"/>
              </a:rPr>
              <a:t>Let’s</a:t>
            </a:r>
            <a:r>
              <a:rPr sz="2280" b="1" i="1" spc="48" dirty="0">
                <a:latin typeface="Calibri"/>
                <a:cs typeface="Calibri"/>
              </a:rPr>
              <a:t>  </a:t>
            </a:r>
            <a:r>
              <a:rPr sz="2280" b="1" i="1" dirty="0">
                <a:latin typeface="Calibri"/>
                <a:cs typeface="Calibri"/>
              </a:rPr>
              <a:t>say</a:t>
            </a:r>
            <a:r>
              <a:rPr sz="2280" b="1" i="1" spc="48" dirty="0">
                <a:latin typeface="Calibri"/>
                <a:cs typeface="Calibri"/>
              </a:rPr>
              <a:t>  </a:t>
            </a:r>
            <a:r>
              <a:rPr sz="2280" b="1" i="1" dirty="0">
                <a:latin typeface="Calibri"/>
                <a:cs typeface="Calibri"/>
              </a:rPr>
              <a:t>Alice</a:t>
            </a:r>
            <a:r>
              <a:rPr sz="2280" b="1" i="1" spc="60" dirty="0">
                <a:latin typeface="Calibri"/>
                <a:cs typeface="Calibri"/>
              </a:rPr>
              <a:t>  </a:t>
            </a:r>
            <a:r>
              <a:rPr sz="2280" b="1" i="1" dirty="0">
                <a:latin typeface="Calibri"/>
                <a:cs typeface="Calibri"/>
              </a:rPr>
              <a:t>is</a:t>
            </a:r>
            <a:r>
              <a:rPr sz="2280" b="1" i="1" spc="54" dirty="0">
                <a:latin typeface="Calibri"/>
                <a:cs typeface="Calibri"/>
              </a:rPr>
              <a:t>  </a:t>
            </a:r>
            <a:r>
              <a:rPr sz="2280" b="1" i="1" dirty="0">
                <a:latin typeface="Calibri"/>
                <a:cs typeface="Calibri"/>
              </a:rPr>
              <a:t>making</a:t>
            </a:r>
            <a:r>
              <a:rPr sz="2280" b="1" i="1" spc="42" dirty="0">
                <a:latin typeface="Calibri"/>
                <a:cs typeface="Calibri"/>
              </a:rPr>
              <a:t>  </a:t>
            </a:r>
            <a:r>
              <a:rPr sz="2280" b="1" i="1" dirty="0">
                <a:latin typeface="Calibri"/>
                <a:cs typeface="Calibri"/>
              </a:rPr>
              <a:t>some</a:t>
            </a:r>
            <a:r>
              <a:rPr sz="2280" b="1" i="1" spc="60" dirty="0">
                <a:latin typeface="Calibri"/>
                <a:cs typeface="Calibri"/>
              </a:rPr>
              <a:t>  </a:t>
            </a:r>
            <a:r>
              <a:rPr sz="2280" b="1" i="1" dirty="0">
                <a:latin typeface="Calibri"/>
                <a:cs typeface="Calibri"/>
              </a:rPr>
              <a:t>changes</a:t>
            </a:r>
            <a:r>
              <a:rPr sz="2280" b="1" i="1" spc="48" dirty="0">
                <a:latin typeface="Calibri"/>
                <a:cs typeface="Calibri"/>
              </a:rPr>
              <a:t>  </a:t>
            </a:r>
            <a:r>
              <a:rPr sz="2280" b="1" i="1" dirty="0">
                <a:latin typeface="Calibri"/>
                <a:cs typeface="Calibri"/>
              </a:rPr>
              <a:t>to</a:t>
            </a:r>
            <a:r>
              <a:rPr sz="2280" b="1" i="1" spc="48" dirty="0">
                <a:latin typeface="Calibri"/>
                <a:cs typeface="Calibri"/>
              </a:rPr>
              <a:t>  </a:t>
            </a:r>
            <a:r>
              <a:rPr sz="2280" b="1" i="1" dirty="0">
                <a:latin typeface="Calibri"/>
                <a:cs typeface="Calibri"/>
              </a:rPr>
              <a:t>a</a:t>
            </a:r>
            <a:r>
              <a:rPr sz="2280" b="1" i="1" spc="48" dirty="0">
                <a:latin typeface="Calibri"/>
                <a:cs typeface="Calibri"/>
              </a:rPr>
              <a:t>  </a:t>
            </a:r>
            <a:r>
              <a:rPr sz="2280" b="1" i="1" dirty="0">
                <a:latin typeface="Calibri"/>
                <a:cs typeface="Calibri"/>
              </a:rPr>
              <a:t>system,</a:t>
            </a:r>
            <a:r>
              <a:rPr sz="2280" b="1" i="1" spc="66" dirty="0">
                <a:latin typeface="Calibri"/>
                <a:cs typeface="Calibri"/>
              </a:rPr>
              <a:t>  </a:t>
            </a:r>
            <a:r>
              <a:rPr sz="2280" b="1" i="1" dirty="0">
                <a:latin typeface="Calibri"/>
                <a:cs typeface="Calibri"/>
              </a:rPr>
              <a:t>which</a:t>
            </a:r>
            <a:r>
              <a:rPr sz="2280" b="1" i="1" spc="48" dirty="0">
                <a:latin typeface="Calibri"/>
                <a:cs typeface="Calibri"/>
              </a:rPr>
              <a:t>  </a:t>
            </a:r>
            <a:r>
              <a:rPr sz="2280" b="1" i="1" dirty="0">
                <a:latin typeface="Calibri"/>
                <a:cs typeface="Calibri"/>
              </a:rPr>
              <a:t>involves</a:t>
            </a:r>
            <a:r>
              <a:rPr sz="2280" b="1" i="1" spc="60" dirty="0">
                <a:latin typeface="Calibri"/>
                <a:cs typeface="Calibri"/>
              </a:rPr>
              <a:t>  </a:t>
            </a:r>
            <a:r>
              <a:rPr sz="2280" b="1" i="1" spc="-12" dirty="0">
                <a:latin typeface="Calibri"/>
                <a:cs typeface="Calibri"/>
              </a:rPr>
              <a:t>changing </a:t>
            </a:r>
            <a:r>
              <a:rPr sz="2280" b="1" i="1" dirty="0">
                <a:latin typeface="Calibri"/>
                <a:cs typeface="Calibri"/>
              </a:rPr>
              <a:t>components</a:t>
            </a:r>
            <a:r>
              <a:rPr sz="2280" b="1" i="1" spc="114" dirty="0">
                <a:latin typeface="Calibri"/>
                <a:cs typeface="Calibri"/>
              </a:rPr>
              <a:t> </a:t>
            </a:r>
            <a:r>
              <a:rPr sz="2280" b="1" i="1" dirty="0">
                <a:latin typeface="Calibri"/>
                <a:cs typeface="Calibri"/>
              </a:rPr>
              <a:t>A,</a:t>
            </a:r>
            <a:r>
              <a:rPr sz="2280" b="1" i="1" spc="120" dirty="0">
                <a:latin typeface="Calibri"/>
                <a:cs typeface="Calibri"/>
              </a:rPr>
              <a:t> </a:t>
            </a:r>
            <a:r>
              <a:rPr sz="2280" b="1" i="1" dirty="0">
                <a:latin typeface="Calibri"/>
                <a:cs typeface="Calibri"/>
              </a:rPr>
              <a:t>B,</a:t>
            </a:r>
            <a:r>
              <a:rPr sz="2280" b="1" i="1" spc="120" dirty="0">
                <a:latin typeface="Calibri"/>
                <a:cs typeface="Calibri"/>
              </a:rPr>
              <a:t> </a:t>
            </a:r>
            <a:r>
              <a:rPr sz="2280" b="1" i="1" dirty="0">
                <a:latin typeface="Calibri"/>
                <a:cs typeface="Calibri"/>
              </a:rPr>
              <a:t>and</a:t>
            </a:r>
            <a:r>
              <a:rPr sz="2280" b="1" i="1" spc="114" dirty="0">
                <a:latin typeface="Calibri"/>
                <a:cs typeface="Calibri"/>
              </a:rPr>
              <a:t> </a:t>
            </a:r>
            <a:r>
              <a:rPr sz="2280" b="1" i="1" dirty="0">
                <a:latin typeface="Calibri"/>
                <a:cs typeface="Calibri"/>
              </a:rPr>
              <a:t>C.</a:t>
            </a:r>
            <a:r>
              <a:rPr sz="2280" b="1" i="1" spc="114" dirty="0">
                <a:latin typeface="Calibri"/>
                <a:cs typeface="Calibri"/>
              </a:rPr>
              <a:t> </a:t>
            </a:r>
            <a:r>
              <a:rPr sz="2280" b="1" i="1" dirty="0">
                <a:latin typeface="Calibri"/>
                <a:cs typeface="Calibri"/>
              </a:rPr>
              <a:t>At</a:t>
            </a:r>
            <a:r>
              <a:rPr sz="2280" b="1" i="1" spc="120" dirty="0">
                <a:latin typeface="Calibri"/>
                <a:cs typeface="Calibri"/>
              </a:rPr>
              <a:t> </a:t>
            </a:r>
            <a:r>
              <a:rPr sz="2280" b="1" i="1" dirty="0">
                <a:latin typeface="Calibri"/>
                <a:cs typeface="Calibri"/>
              </a:rPr>
              <a:t>the</a:t>
            </a:r>
            <a:r>
              <a:rPr sz="2280" b="1" i="1" spc="120" dirty="0">
                <a:latin typeface="Calibri"/>
                <a:cs typeface="Calibri"/>
              </a:rPr>
              <a:t> </a:t>
            </a:r>
            <a:r>
              <a:rPr sz="2280" b="1" i="1" dirty="0">
                <a:latin typeface="Calibri"/>
                <a:cs typeface="Calibri"/>
              </a:rPr>
              <a:t>same</a:t>
            </a:r>
            <a:r>
              <a:rPr sz="2280" b="1" i="1" spc="126" dirty="0">
                <a:latin typeface="Calibri"/>
                <a:cs typeface="Calibri"/>
              </a:rPr>
              <a:t> </a:t>
            </a:r>
            <a:r>
              <a:rPr sz="2280" b="1" i="1" dirty="0">
                <a:latin typeface="Calibri"/>
                <a:cs typeface="Calibri"/>
              </a:rPr>
              <a:t>time,</a:t>
            </a:r>
            <a:r>
              <a:rPr sz="2280" b="1" i="1" spc="126" dirty="0">
                <a:latin typeface="Calibri"/>
                <a:cs typeface="Calibri"/>
              </a:rPr>
              <a:t> </a:t>
            </a:r>
            <a:r>
              <a:rPr sz="2280" b="1" i="1" dirty="0">
                <a:latin typeface="Calibri"/>
                <a:cs typeface="Calibri"/>
              </a:rPr>
              <a:t>Bob</a:t>
            </a:r>
            <a:r>
              <a:rPr sz="2280" b="1" i="1" spc="114" dirty="0">
                <a:latin typeface="Calibri"/>
                <a:cs typeface="Calibri"/>
              </a:rPr>
              <a:t> </a:t>
            </a:r>
            <a:r>
              <a:rPr sz="2280" b="1" i="1" dirty="0">
                <a:latin typeface="Calibri"/>
                <a:cs typeface="Calibri"/>
              </a:rPr>
              <a:t>is</a:t>
            </a:r>
            <a:r>
              <a:rPr sz="2280" b="1" i="1" spc="108" dirty="0">
                <a:latin typeface="Calibri"/>
                <a:cs typeface="Calibri"/>
              </a:rPr>
              <a:t> </a:t>
            </a:r>
            <a:r>
              <a:rPr sz="2280" b="1" i="1" dirty="0">
                <a:latin typeface="Calibri"/>
                <a:cs typeface="Calibri"/>
              </a:rPr>
              <a:t>working</a:t>
            </a:r>
            <a:r>
              <a:rPr sz="2280" b="1" i="1" spc="114" dirty="0">
                <a:latin typeface="Calibri"/>
                <a:cs typeface="Calibri"/>
              </a:rPr>
              <a:t> </a:t>
            </a:r>
            <a:r>
              <a:rPr sz="2280" b="1" i="1" dirty="0">
                <a:latin typeface="Calibri"/>
                <a:cs typeface="Calibri"/>
              </a:rPr>
              <a:t>on</a:t>
            </a:r>
            <a:r>
              <a:rPr sz="2280" b="1" i="1" spc="108" dirty="0">
                <a:latin typeface="Calibri"/>
                <a:cs typeface="Calibri"/>
              </a:rPr>
              <a:t> </a:t>
            </a:r>
            <a:r>
              <a:rPr sz="2280" b="1" i="1" dirty="0">
                <a:latin typeface="Calibri"/>
                <a:cs typeface="Calibri"/>
              </a:rPr>
              <a:t>changes</a:t>
            </a:r>
            <a:r>
              <a:rPr sz="2280" b="1" i="1" spc="126" dirty="0">
                <a:latin typeface="Calibri"/>
                <a:cs typeface="Calibri"/>
              </a:rPr>
              <a:t> </a:t>
            </a:r>
            <a:r>
              <a:rPr sz="2280" b="1" i="1" dirty="0">
                <a:latin typeface="Calibri"/>
                <a:cs typeface="Calibri"/>
              </a:rPr>
              <a:t>that</a:t>
            </a:r>
            <a:r>
              <a:rPr sz="2280" b="1" i="1" spc="126" dirty="0">
                <a:latin typeface="Calibri"/>
                <a:cs typeface="Calibri"/>
              </a:rPr>
              <a:t> </a:t>
            </a:r>
            <a:r>
              <a:rPr sz="2280" b="1" i="1" spc="-12" dirty="0">
                <a:latin typeface="Calibri"/>
                <a:cs typeface="Calibri"/>
              </a:rPr>
              <a:t>require </a:t>
            </a:r>
            <a:r>
              <a:rPr sz="2280" b="1" i="1" dirty="0">
                <a:latin typeface="Calibri"/>
                <a:cs typeface="Calibri"/>
              </a:rPr>
              <a:t>making</a:t>
            </a:r>
            <a:r>
              <a:rPr sz="2280" b="1" i="1" spc="528" dirty="0">
                <a:latin typeface="Calibri"/>
                <a:cs typeface="Calibri"/>
              </a:rPr>
              <a:t> </a:t>
            </a:r>
            <a:r>
              <a:rPr sz="2280" b="1" i="1" dirty="0">
                <a:latin typeface="Calibri"/>
                <a:cs typeface="Calibri"/>
              </a:rPr>
              <a:t>changes</a:t>
            </a:r>
            <a:r>
              <a:rPr sz="2280" b="1" i="1" spc="546" dirty="0">
                <a:latin typeface="Calibri"/>
                <a:cs typeface="Calibri"/>
              </a:rPr>
              <a:t> </a:t>
            </a:r>
            <a:r>
              <a:rPr sz="2280" b="1" i="1" dirty="0">
                <a:latin typeface="Calibri"/>
                <a:cs typeface="Calibri"/>
              </a:rPr>
              <a:t>to</a:t>
            </a:r>
            <a:r>
              <a:rPr sz="2280" b="1" i="1" spc="534" dirty="0">
                <a:latin typeface="Calibri"/>
                <a:cs typeface="Calibri"/>
              </a:rPr>
              <a:t> </a:t>
            </a:r>
            <a:r>
              <a:rPr sz="2280" b="1" i="1" dirty="0">
                <a:latin typeface="Calibri"/>
                <a:cs typeface="Calibri"/>
              </a:rPr>
              <a:t>components</a:t>
            </a:r>
            <a:r>
              <a:rPr sz="2280" b="1" i="1" spc="546" dirty="0">
                <a:latin typeface="Calibri"/>
                <a:cs typeface="Calibri"/>
              </a:rPr>
              <a:t> </a:t>
            </a:r>
            <a:r>
              <a:rPr sz="2280" b="1" i="1" dirty="0">
                <a:latin typeface="Calibri"/>
                <a:cs typeface="Calibri"/>
              </a:rPr>
              <a:t>X,</a:t>
            </a:r>
            <a:r>
              <a:rPr sz="2280" b="1" i="1" spc="540" dirty="0">
                <a:latin typeface="Calibri"/>
                <a:cs typeface="Calibri"/>
              </a:rPr>
              <a:t> </a:t>
            </a:r>
            <a:r>
              <a:rPr sz="2280" b="1" i="1" dirty="0">
                <a:latin typeface="Calibri"/>
                <a:cs typeface="Calibri"/>
              </a:rPr>
              <a:t>Y,</a:t>
            </a:r>
            <a:r>
              <a:rPr sz="2280" b="1" i="1" spc="534" dirty="0">
                <a:latin typeface="Calibri"/>
                <a:cs typeface="Calibri"/>
              </a:rPr>
              <a:t> </a:t>
            </a:r>
            <a:r>
              <a:rPr sz="2280" b="1" i="1" dirty="0">
                <a:latin typeface="Calibri"/>
                <a:cs typeface="Calibri"/>
              </a:rPr>
              <a:t>and</a:t>
            </a:r>
            <a:r>
              <a:rPr sz="2280" b="1" i="1" spc="528" dirty="0">
                <a:latin typeface="Calibri"/>
                <a:cs typeface="Calibri"/>
              </a:rPr>
              <a:t> </a:t>
            </a:r>
            <a:r>
              <a:rPr sz="2280" b="1" i="1" dirty="0">
                <a:latin typeface="Calibri"/>
                <a:cs typeface="Calibri"/>
              </a:rPr>
              <a:t>C.</a:t>
            </a:r>
            <a:r>
              <a:rPr sz="2280" b="1" i="1" spc="534" dirty="0">
                <a:latin typeface="Calibri"/>
                <a:cs typeface="Calibri"/>
              </a:rPr>
              <a:t> </a:t>
            </a:r>
            <a:r>
              <a:rPr sz="2280" b="1" i="1" dirty="0">
                <a:latin typeface="Calibri"/>
                <a:cs typeface="Calibri"/>
              </a:rPr>
              <a:t>Both</a:t>
            </a:r>
            <a:r>
              <a:rPr sz="2280" b="1" i="1" spc="546" dirty="0">
                <a:latin typeface="Calibri"/>
                <a:cs typeface="Calibri"/>
              </a:rPr>
              <a:t> </a:t>
            </a:r>
            <a:r>
              <a:rPr sz="2280" b="1" i="1" dirty="0">
                <a:latin typeface="Calibri"/>
                <a:cs typeface="Calibri"/>
              </a:rPr>
              <a:t>Alice</a:t>
            </a:r>
            <a:r>
              <a:rPr sz="2280" b="1" i="1" spc="528" dirty="0">
                <a:latin typeface="Calibri"/>
                <a:cs typeface="Calibri"/>
              </a:rPr>
              <a:t> </a:t>
            </a:r>
            <a:r>
              <a:rPr sz="2280" b="1" i="1" dirty="0">
                <a:latin typeface="Calibri"/>
                <a:cs typeface="Calibri"/>
              </a:rPr>
              <a:t>and</a:t>
            </a:r>
            <a:r>
              <a:rPr sz="2280" b="1" i="1" spc="528" dirty="0">
                <a:latin typeface="Calibri"/>
                <a:cs typeface="Calibri"/>
              </a:rPr>
              <a:t> </a:t>
            </a:r>
            <a:r>
              <a:rPr sz="2280" b="1" i="1" dirty="0">
                <a:latin typeface="Calibri"/>
                <a:cs typeface="Calibri"/>
              </a:rPr>
              <a:t>Bob</a:t>
            </a:r>
            <a:r>
              <a:rPr sz="2280" b="1" i="1" spc="534" dirty="0">
                <a:latin typeface="Calibri"/>
                <a:cs typeface="Calibri"/>
              </a:rPr>
              <a:t> </a:t>
            </a:r>
            <a:r>
              <a:rPr sz="2280" b="1" i="1" dirty="0">
                <a:latin typeface="Calibri"/>
                <a:cs typeface="Calibri"/>
              </a:rPr>
              <a:t>are</a:t>
            </a:r>
            <a:r>
              <a:rPr sz="2280" b="1" i="1" spc="534" dirty="0">
                <a:latin typeface="Calibri"/>
                <a:cs typeface="Calibri"/>
              </a:rPr>
              <a:t> </a:t>
            </a:r>
            <a:r>
              <a:rPr sz="2280" b="1" i="1" spc="-12" dirty="0">
                <a:latin typeface="Calibri"/>
                <a:cs typeface="Calibri"/>
              </a:rPr>
              <a:t>therefore </a:t>
            </a:r>
            <a:r>
              <a:rPr sz="2280" b="1" i="1" dirty="0">
                <a:latin typeface="Calibri"/>
                <a:cs typeface="Calibri"/>
              </a:rPr>
              <a:t>changing</a:t>
            </a:r>
            <a:r>
              <a:rPr sz="2280" b="1" i="1" spc="300" dirty="0">
                <a:latin typeface="Calibri"/>
                <a:cs typeface="Calibri"/>
              </a:rPr>
              <a:t> </a:t>
            </a:r>
            <a:r>
              <a:rPr sz="2280" b="1" i="1" dirty="0">
                <a:latin typeface="Calibri"/>
                <a:cs typeface="Calibri"/>
              </a:rPr>
              <a:t>C.</a:t>
            </a:r>
            <a:r>
              <a:rPr sz="2280" b="1" i="1" spc="305" dirty="0">
                <a:latin typeface="Calibri"/>
                <a:cs typeface="Calibri"/>
              </a:rPr>
              <a:t> </a:t>
            </a:r>
            <a:r>
              <a:rPr sz="2280" b="1" i="1" dirty="0">
                <a:latin typeface="Calibri"/>
                <a:cs typeface="Calibri"/>
              </a:rPr>
              <a:t>It’s</a:t>
            </a:r>
            <a:r>
              <a:rPr sz="2280" b="1" i="1" spc="312" dirty="0">
                <a:latin typeface="Calibri"/>
                <a:cs typeface="Calibri"/>
              </a:rPr>
              <a:t> </a:t>
            </a:r>
            <a:r>
              <a:rPr sz="2280" b="1" i="1" dirty="0">
                <a:latin typeface="Calibri"/>
                <a:cs typeface="Calibri"/>
              </a:rPr>
              <a:t>important</a:t>
            </a:r>
            <a:r>
              <a:rPr sz="2280" b="1" i="1" spc="318" dirty="0">
                <a:latin typeface="Calibri"/>
                <a:cs typeface="Calibri"/>
              </a:rPr>
              <a:t> </a:t>
            </a:r>
            <a:r>
              <a:rPr sz="2280" b="1" i="1" dirty="0">
                <a:latin typeface="Calibri"/>
                <a:cs typeface="Calibri"/>
              </a:rPr>
              <a:t>to</a:t>
            </a:r>
            <a:r>
              <a:rPr sz="2280" b="1" i="1" spc="324" dirty="0">
                <a:latin typeface="Calibri"/>
                <a:cs typeface="Calibri"/>
              </a:rPr>
              <a:t> </a:t>
            </a:r>
            <a:r>
              <a:rPr sz="2280" b="1" i="1" dirty="0">
                <a:latin typeface="Calibri"/>
                <a:cs typeface="Calibri"/>
              </a:rPr>
              <a:t>avoid</a:t>
            </a:r>
            <a:r>
              <a:rPr sz="2280" b="1" i="1" spc="312" dirty="0">
                <a:latin typeface="Calibri"/>
                <a:cs typeface="Calibri"/>
              </a:rPr>
              <a:t> </a:t>
            </a:r>
            <a:r>
              <a:rPr sz="2280" b="1" i="1" dirty="0">
                <a:latin typeface="Calibri"/>
                <a:cs typeface="Calibri"/>
              </a:rPr>
              <a:t>situations</a:t>
            </a:r>
            <a:r>
              <a:rPr sz="2280" b="1" i="1" spc="305" dirty="0">
                <a:latin typeface="Calibri"/>
                <a:cs typeface="Calibri"/>
              </a:rPr>
              <a:t> </a:t>
            </a:r>
            <a:r>
              <a:rPr sz="2280" b="1" i="1" dirty="0">
                <a:latin typeface="Calibri"/>
                <a:cs typeface="Calibri"/>
              </a:rPr>
              <a:t>where</a:t>
            </a:r>
            <a:r>
              <a:rPr sz="2280" b="1" i="1" spc="324" dirty="0">
                <a:latin typeface="Calibri"/>
                <a:cs typeface="Calibri"/>
              </a:rPr>
              <a:t> </a:t>
            </a:r>
            <a:r>
              <a:rPr sz="2280" b="1" i="1" dirty="0">
                <a:latin typeface="Calibri"/>
                <a:cs typeface="Calibri"/>
              </a:rPr>
              <a:t>changes</a:t>
            </a:r>
            <a:r>
              <a:rPr sz="2280" b="1" i="1" spc="318" dirty="0">
                <a:latin typeface="Calibri"/>
                <a:cs typeface="Calibri"/>
              </a:rPr>
              <a:t> </a:t>
            </a:r>
            <a:r>
              <a:rPr sz="2280" b="1" i="1" dirty="0">
                <a:latin typeface="Calibri"/>
                <a:cs typeface="Calibri"/>
              </a:rPr>
              <a:t>interfere</a:t>
            </a:r>
            <a:r>
              <a:rPr sz="2280" b="1" i="1" spc="324" dirty="0">
                <a:latin typeface="Calibri"/>
                <a:cs typeface="Calibri"/>
              </a:rPr>
              <a:t> </a:t>
            </a:r>
            <a:r>
              <a:rPr sz="2280" b="1" i="1" dirty="0">
                <a:latin typeface="Calibri"/>
                <a:cs typeface="Calibri"/>
              </a:rPr>
              <a:t>with</a:t>
            </a:r>
            <a:r>
              <a:rPr sz="2280" b="1" i="1" spc="305" dirty="0">
                <a:latin typeface="Calibri"/>
                <a:cs typeface="Calibri"/>
              </a:rPr>
              <a:t> </a:t>
            </a:r>
            <a:r>
              <a:rPr sz="2280" b="1" i="1" spc="-24" dirty="0">
                <a:latin typeface="Calibri"/>
                <a:cs typeface="Calibri"/>
              </a:rPr>
              <a:t>each other—</a:t>
            </a:r>
            <a:r>
              <a:rPr sz="2280" b="1" i="1" dirty="0">
                <a:latin typeface="Calibri"/>
                <a:cs typeface="Calibri"/>
              </a:rPr>
              <a:t>Bob’s</a:t>
            </a:r>
            <a:r>
              <a:rPr sz="2280" b="1" i="1" spc="-36" dirty="0">
                <a:latin typeface="Calibri"/>
                <a:cs typeface="Calibri"/>
              </a:rPr>
              <a:t> </a:t>
            </a:r>
            <a:r>
              <a:rPr sz="2280" b="1" i="1" dirty="0">
                <a:latin typeface="Calibri"/>
                <a:cs typeface="Calibri"/>
              </a:rPr>
              <a:t>changes</a:t>
            </a:r>
            <a:r>
              <a:rPr sz="2280" b="1" i="1" spc="-24" dirty="0">
                <a:latin typeface="Calibri"/>
                <a:cs typeface="Calibri"/>
              </a:rPr>
              <a:t> </a:t>
            </a:r>
            <a:r>
              <a:rPr sz="2280" b="1" i="1" dirty="0">
                <a:latin typeface="Calibri"/>
                <a:cs typeface="Calibri"/>
              </a:rPr>
              <a:t>to</a:t>
            </a:r>
            <a:r>
              <a:rPr sz="2280" b="1" i="1" spc="-60" dirty="0">
                <a:latin typeface="Calibri"/>
                <a:cs typeface="Calibri"/>
              </a:rPr>
              <a:t> </a:t>
            </a:r>
            <a:r>
              <a:rPr sz="2280" b="1" i="1" dirty="0">
                <a:latin typeface="Calibri"/>
                <a:cs typeface="Calibri"/>
              </a:rPr>
              <a:t>C</a:t>
            </a:r>
            <a:r>
              <a:rPr sz="2280" b="1" i="1" spc="-54" dirty="0">
                <a:latin typeface="Calibri"/>
                <a:cs typeface="Calibri"/>
              </a:rPr>
              <a:t> </a:t>
            </a:r>
            <a:r>
              <a:rPr sz="2280" b="1" i="1" dirty="0">
                <a:latin typeface="Calibri"/>
                <a:cs typeface="Calibri"/>
              </a:rPr>
              <a:t>overwriting</a:t>
            </a:r>
            <a:r>
              <a:rPr sz="2280" b="1" i="1" spc="-60" dirty="0">
                <a:latin typeface="Calibri"/>
                <a:cs typeface="Calibri"/>
              </a:rPr>
              <a:t> </a:t>
            </a:r>
            <a:r>
              <a:rPr sz="2280" b="1" i="1" spc="-12" dirty="0">
                <a:latin typeface="Calibri"/>
                <a:cs typeface="Calibri"/>
              </a:rPr>
              <a:t>Alice’s</a:t>
            </a:r>
            <a:r>
              <a:rPr sz="2280" b="1" i="1" spc="-72" dirty="0">
                <a:latin typeface="Calibri"/>
                <a:cs typeface="Calibri"/>
              </a:rPr>
              <a:t> </a:t>
            </a:r>
            <a:r>
              <a:rPr sz="2280" b="1" i="1" dirty="0">
                <a:latin typeface="Calibri"/>
                <a:cs typeface="Calibri"/>
              </a:rPr>
              <a:t>or</a:t>
            </a:r>
            <a:r>
              <a:rPr sz="2280" b="1" i="1" spc="-48" dirty="0">
                <a:latin typeface="Calibri"/>
                <a:cs typeface="Calibri"/>
              </a:rPr>
              <a:t> </a:t>
            </a:r>
            <a:r>
              <a:rPr sz="2280" b="1" i="1" dirty="0">
                <a:latin typeface="Calibri"/>
                <a:cs typeface="Calibri"/>
              </a:rPr>
              <a:t>vice</a:t>
            </a:r>
            <a:r>
              <a:rPr sz="2280" b="1" i="1" spc="-48" dirty="0">
                <a:latin typeface="Calibri"/>
                <a:cs typeface="Calibri"/>
              </a:rPr>
              <a:t> </a:t>
            </a:r>
            <a:r>
              <a:rPr sz="2280" b="1" i="1" spc="-12" dirty="0">
                <a:latin typeface="Calibri"/>
                <a:cs typeface="Calibri"/>
              </a:rPr>
              <a:t>versa.</a:t>
            </a:r>
            <a:endParaRPr sz="2280">
              <a:latin typeface="Calibri"/>
              <a:cs typeface="Calibri"/>
            </a:endParaRPr>
          </a:p>
        </p:txBody>
      </p:sp>
      <p:sp>
        <p:nvSpPr>
          <p:cNvPr id="4" name="object 4"/>
          <p:cNvSpPr txBox="1"/>
          <p:nvPr/>
        </p:nvSpPr>
        <p:spPr>
          <a:xfrm>
            <a:off x="919521" y="3105394"/>
            <a:ext cx="10356342" cy="2821542"/>
          </a:xfrm>
          <a:prstGeom prst="rect">
            <a:avLst/>
          </a:prstGeom>
        </p:spPr>
        <p:txBody>
          <a:bodyPr vert="horz" wrap="square" lIns="0" tIns="14478" rIns="0" bIns="0" rtlCol="0">
            <a:spAutoFit/>
          </a:bodyPr>
          <a:lstStyle/>
          <a:p>
            <a:pPr marL="358902" indent="-343662">
              <a:spcBef>
                <a:spcPts val="114"/>
              </a:spcBef>
              <a:buFont typeface="Arial MT"/>
              <a:buChar char="•"/>
              <a:tabLst>
                <a:tab pos="358902" algn="l"/>
                <a:tab pos="791718" algn="l"/>
                <a:tab pos="1876806" algn="l"/>
                <a:tab pos="3550158" algn="l"/>
                <a:tab pos="5278374" algn="l"/>
                <a:tab pos="6368796" algn="l"/>
                <a:tab pos="8049768" algn="l"/>
                <a:tab pos="8487156" algn="l"/>
                <a:tab pos="9505950" algn="l"/>
              </a:tabLst>
            </a:pPr>
            <a:r>
              <a:rPr sz="2280" spc="-30" dirty="0">
                <a:latin typeface="Calibri"/>
                <a:cs typeface="Calibri"/>
              </a:rPr>
              <a:t>To</a:t>
            </a:r>
            <a:r>
              <a:rPr sz="2280" dirty="0">
                <a:latin typeface="Calibri"/>
                <a:cs typeface="Calibri"/>
              </a:rPr>
              <a:t>	</a:t>
            </a:r>
            <a:r>
              <a:rPr sz="2280" spc="-12" dirty="0">
                <a:latin typeface="Calibri"/>
                <a:cs typeface="Calibri"/>
              </a:rPr>
              <a:t>support</a:t>
            </a:r>
            <a:r>
              <a:rPr sz="2280" dirty="0">
                <a:latin typeface="Calibri"/>
                <a:cs typeface="Calibri"/>
              </a:rPr>
              <a:t>	</a:t>
            </a:r>
            <a:r>
              <a:rPr sz="2280" spc="-12" dirty="0">
                <a:latin typeface="Calibri"/>
                <a:cs typeface="Calibri"/>
              </a:rPr>
              <a:t>independent</a:t>
            </a:r>
            <a:r>
              <a:rPr sz="2280" dirty="0">
                <a:latin typeface="Calibri"/>
                <a:cs typeface="Calibri"/>
              </a:rPr>
              <a:t>	</a:t>
            </a:r>
            <a:r>
              <a:rPr sz="2280" spc="-12" dirty="0">
                <a:latin typeface="Calibri"/>
                <a:cs typeface="Calibri"/>
              </a:rPr>
              <a:t>development</a:t>
            </a:r>
            <a:r>
              <a:rPr sz="2280" dirty="0">
                <a:latin typeface="Calibri"/>
                <a:cs typeface="Calibri"/>
              </a:rPr>
              <a:t>	</a:t>
            </a:r>
            <a:r>
              <a:rPr sz="2280" spc="-12" dirty="0">
                <a:latin typeface="Calibri"/>
                <a:cs typeface="Calibri"/>
              </a:rPr>
              <a:t>without</a:t>
            </a:r>
            <a:r>
              <a:rPr sz="2280" dirty="0">
                <a:latin typeface="Calibri"/>
                <a:cs typeface="Calibri"/>
              </a:rPr>
              <a:t>	</a:t>
            </a:r>
            <a:r>
              <a:rPr sz="2280" spc="-12" dirty="0">
                <a:latin typeface="Calibri"/>
                <a:cs typeface="Calibri"/>
              </a:rPr>
              <a:t>interference,</a:t>
            </a:r>
            <a:r>
              <a:rPr sz="2280" dirty="0">
                <a:latin typeface="Calibri"/>
                <a:cs typeface="Calibri"/>
              </a:rPr>
              <a:t>	</a:t>
            </a:r>
            <a:r>
              <a:rPr sz="2280" spc="-30" dirty="0">
                <a:latin typeface="Calibri"/>
                <a:cs typeface="Calibri"/>
              </a:rPr>
              <a:t>all</a:t>
            </a:r>
            <a:r>
              <a:rPr sz="2280" dirty="0">
                <a:latin typeface="Calibri"/>
                <a:cs typeface="Calibri"/>
              </a:rPr>
              <a:t>	</a:t>
            </a:r>
            <a:r>
              <a:rPr sz="2280" spc="-12" dirty="0">
                <a:latin typeface="Calibri"/>
                <a:cs typeface="Calibri"/>
              </a:rPr>
              <a:t>version</a:t>
            </a:r>
            <a:r>
              <a:rPr sz="2280" dirty="0">
                <a:latin typeface="Calibri"/>
                <a:cs typeface="Calibri"/>
              </a:rPr>
              <a:t>	</a:t>
            </a:r>
            <a:r>
              <a:rPr sz="2280" spc="-12" dirty="0">
                <a:latin typeface="Calibri"/>
                <a:cs typeface="Calibri"/>
              </a:rPr>
              <a:t>control</a:t>
            </a:r>
            <a:endParaRPr sz="2280">
              <a:latin typeface="Calibri"/>
              <a:cs typeface="Calibri"/>
            </a:endParaRPr>
          </a:p>
          <a:p>
            <a:pPr marL="358902"/>
            <a:r>
              <a:rPr sz="2280" spc="-24" dirty="0">
                <a:latin typeface="Calibri"/>
                <a:cs typeface="Calibri"/>
              </a:rPr>
              <a:t>systems</a:t>
            </a:r>
            <a:r>
              <a:rPr sz="2280" spc="-66" dirty="0">
                <a:latin typeface="Calibri"/>
                <a:cs typeface="Calibri"/>
              </a:rPr>
              <a:t> </a:t>
            </a:r>
            <a:r>
              <a:rPr sz="2280" dirty="0">
                <a:latin typeface="Calibri"/>
                <a:cs typeface="Calibri"/>
              </a:rPr>
              <a:t>use</a:t>
            </a:r>
            <a:r>
              <a:rPr sz="2280" spc="-48" dirty="0">
                <a:latin typeface="Calibri"/>
                <a:cs typeface="Calibri"/>
              </a:rPr>
              <a:t> </a:t>
            </a:r>
            <a:r>
              <a:rPr sz="2280" dirty="0">
                <a:latin typeface="Calibri"/>
                <a:cs typeface="Calibri"/>
              </a:rPr>
              <a:t>the</a:t>
            </a:r>
            <a:r>
              <a:rPr sz="2280" spc="-48" dirty="0">
                <a:latin typeface="Calibri"/>
                <a:cs typeface="Calibri"/>
              </a:rPr>
              <a:t> </a:t>
            </a:r>
            <a:r>
              <a:rPr sz="2280" dirty="0">
                <a:latin typeface="Calibri"/>
                <a:cs typeface="Calibri"/>
              </a:rPr>
              <a:t>concept</a:t>
            </a:r>
            <a:r>
              <a:rPr sz="2280" spc="-42" dirty="0">
                <a:latin typeface="Calibri"/>
                <a:cs typeface="Calibri"/>
              </a:rPr>
              <a:t> </a:t>
            </a:r>
            <a:r>
              <a:rPr sz="2280" dirty="0">
                <a:latin typeface="Calibri"/>
                <a:cs typeface="Calibri"/>
              </a:rPr>
              <a:t>of</a:t>
            </a:r>
            <a:r>
              <a:rPr sz="2280" spc="-66" dirty="0">
                <a:latin typeface="Calibri"/>
                <a:cs typeface="Calibri"/>
              </a:rPr>
              <a:t> </a:t>
            </a:r>
            <a:r>
              <a:rPr sz="2280" dirty="0">
                <a:latin typeface="Calibri"/>
                <a:cs typeface="Calibri"/>
              </a:rPr>
              <a:t>a</a:t>
            </a:r>
            <a:r>
              <a:rPr sz="2280" spc="-48" dirty="0">
                <a:latin typeface="Calibri"/>
                <a:cs typeface="Calibri"/>
              </a:rPr>
              <a:t> </a:t>
            </a:r>
            <a:r>
              <a:rPr sz="2280" b="1" i="1" dirty="0">
                <a:solidFill>
                  <a:srgbClr val="006FC0"/>
                </a:solidFill>
                <a:latin typeface="Calibri"/>
                <a:cs typeface="Calibri"/>
              </a:rPr>
              <a:t>project</a:t>
            </a:r>
            <a:r>
              <a:rPr sz="2280" b="1" i="1" spc="-18" dirty="0">
                <a:solidFill>
                  <a:srgbClr val="006FC0"/>
                </a:solidFill>
                <a:latin typeface="Calibri"/>
                <a:cs typeface="Calibri"/>
              </a:rPr>
              <a:t> </a:t>
            </a:r>
            <a:r>
              <a:rPr sz="2280" b="1" i="1" dirty="0">
                <a:solidFill>
                  <a:srgbClr val="006FC0"/>
                </a:solidFill>
                <a:latin typeface="Calibri"/>
                <a:cs typeface="Calibri"/>
              </a:rPr>
              <a:t>repository</a:t>
            </a:r>
            <a:r>
              <a:rPr sz="2280" b="1" i="1" spc="-30" dirty="0">
                <a:solidFill>
                  <a:srgbClr val="006FC0"/>
                </a:solidFill>
                <a:latin typeface="Calibri"/>
                <a:cs typeface="Calibri"/>
              </a:rPr>
              <a:t> </a:t>
            </a:r>
            <a:r>
              <a:rPr sz="2280" dirty="0">
                <a:latin typeface="Calibri"/>
                <a:cs typeface="Calibri"/>
              </a:rPr>
              <a:t>and</a:t>
            </a:r>
            <a:r>
              <a:rPr sz="2280" spc="-48" dirty="0">
                <a:latin typeface="Calibri"/>
                <a:cs typeface="Calibri"/>
              </a:rPr>
              <a:t> </a:t>
            </a:r>
            <a:r>
              <a:rPr sz="2280" dirty="0">
                <a:latin typeface="Calibri"/>
                <a:cs typeface="Calibri"/>
              </a:rPr>
              <a:t>a</a:t>
            </a:r>
            <a:r>
              <a:rPr sz="2280" spc="-42" dirty="0">
                <a:latin typeface="Calibri"/>
                <a:cs typeface="Calibri"/>
              </a:rPr>
              <a:t> </a:t>
            </a:r>
            <a:r>
              <a:rPr sz="2280" b="1" i="1" dirty="0">
                <a:solidFill>
                  <a:srgbClr val="006FC0"/>
                </a:solidFill>
                <a:latin typeface="Calibri"/>
                <a:cs typeface="Calibri"/>
              </a:rPr>
              <a:t>private</a:t>
            </a:r>
            <a:r>
              <a:rPr sz="2280" b="1" i="1" spc="-42" dirty="0">
                <a:solidFill>
                  <a:srgbClr val="006FC0"/>
                </a:solidFill>
                <a:latin typeface="Calibri"/>
                <a:cs typeface="Calibri"/>
              </a:rPr>
              <a:t> </a:t>
            </a:r>
            <a:r>
              <a:rPr sz="2280" b="1" i="1" spc="-12" dirty="0">
                <a:solidFill>
                  <a:srgbClr val="006FC0"/>
                </a:solidFill>
                <a:latin typeface="Calibri"/>
                <a:cs typeface="Calibri"/>
              </a:rPr>
              <a:t>workspace</a:t>
            </a:r>
            <a:r>
              <a:rPr sz="2280" spc="-12" dirty="0">
                <a:latin typeface="Calibri"/>
                <a:cs typeface="Calibri"/>
              </a:rPr>
              <a:t>.</a:t>
            </a:r>
            <a:endParaRPr sz="2280">
              <a:latin typeface="Calibri"/>
              <a:cs typeface="Calibri"/>
            </a:endParaRPr>
          </a:p>
          <a:p>
            <a:pPr marL="358902" marR="10668" indent="-344424">
              <a:buFont typeface="Arial MT"/>
              <a:buChar char="•"/>
              <a:tabLst>
                <a:tab pos="358902" algn="l"/>
              </a:tabLst>
            </a:pPr>
            <a:r>
              <a:rPr sz="2280" dirty="0">
                <a:latin typeface="Calibri"/>
                <a:cs typeface="Calibri"/>
              </a:rPr>
              <a:t>The</a:t>
            </a:r>
            <a:r>
              <a:rPr sz="2280" spc="186" dirty="0">
                <a:latin typeface="Calibri"/>
                <a:cs typeface="Calibri"/>
              </a:rPr>
              <a:t> </a:t>
            </a:r>
            <a:r>
              <a:rPr sz="2280" dirty="0">
                <a:latin typeface="Calibri"/>
                <a:cs typeface="Calibri"/>
              </a:rPr>
              <a:t>project</a:t>
            </a:r>
            <a:r>
              <a:rPr sz="2280" spc="192" dirty="0">
                <a:latin typeface="Calibri"/>
                <a:cs typeface="Calibri"/>
              </a:rPr>
              <a:t> </a:t>
            </a:r>
            <a:r>
              <a:rPr sz="2280" dirty="0">
                <a:latin typeface="Calibri"/>
                <a:cs typeface="Calibri"/>
              </a:rPr>
              <a:t>repository</a:t>
            </a:r>
            <a:r>
              <a:rPr sz="2280" spc="204" dirty="0">
                <a:latin typeface="Calibri"/>
                <a:cs typeface="Calibri"/>
              </a:rPr>
              <a:t> </a:t>
            </a:r>
            <a:r>
              <a:rPr sz="2280" dirty="0">
                <a:latin typeface="Calibri"/>
                <a:cs typeface="Calibri"/>
              </a:rPr>
              <a:t>maintains</a:t>
            </a:r>
            <a:r>
              <a:rPr sz="2280" spc="198" dirty="0">
                <a:latin typeface="Calibri"/>
                <a:cs typeface="Calibri"/>
              </a:rPr>
              <a:t> </a:t>
            </a:r>
            <a:r>
              <a:rPr sz="2280" dirty="0">
                <a:latin typeface="Calibri"/>
                <a:cs typeface="Calibri"/>
              </a:rPr>
              <a:t>the</a:t>
            </a:r>
            <a:r>
              <a:rPr sz="2280" spc="192" dirty="0">
                <a:latin typeface="Calibri"/>
                <a:cs typeface="Calibri"/>
              </a:rPr>
              <a:t> </a:t>
            </a:r>
            <a:r>
              <a:rPr sz="2280" dirty="0">
                <a:latin typeface="Calibri"/>
                <a:cs typeface="Calibri"/>
              </a:rPr>
              <a:t>“master”</a:t>
            </a:r>
            <a:r>
              <a:rPr sz="2280" spc="204" dirty="0">
                <a:latin typeface="Calibri"/>
                <a:cs typeface="Calibri"/>
              </a:rPr>
              <a:t> </a:t>
            </a:r>
            <a:r>
              <a:rPr sz="2280" dirty="0">
                <a:latin typeface="Calibri"/>
                <a:cs typeface="Calibri"/>
              </a:rPr>
              <a:t>version</a:t>
            </a:r>
            <a:r>
              <a:rPr sz="2280" spc="186" dirty="0">
                <a:latin typeface="Calibri"/>
                <a:cs typeface="Calibri"/>
              </a:rPr>
              <a:t> </a:t>
            </a:r>
            <a:r>
              <a:rPr sz="2280" dirty="0">
                <a:latin typeface="Calibri"/>
                <a:cs typeface="Calibri"/>
              </a:rPr>
              <a:t>of</a:t>
            </a:r>
            <a:r>
              <a:rPr sz="2280" spc="180" dirty="0">
                <a:latin typeface="Calibri"/>
                <a:cs typeface="Calibri"/>
              </a:rPr>
              <a:t> </a:t>
            </a:r>
            <a:r>
              <a:rPr sz="2280" dirty="0">
                <a:latin typeface="Calibri"/>
                <a:cs typeface="Calibri"/>
              </a:rPr>
              <a:t>all</a:t>
            </a:r>
            <a:r>
              <a:rPr sz="2280" spc="204" dirty="0">
                <a:latin typeface="Calibri"/>
                <a:cs typeface="Calibri"/>
              </a:rPr>
              <a:t> </a:t>
            </a:r>
            <a:r>
              <a:rPr sz="2280" dirty="0">
                <a:latin typeface="Calibri"/>
                <a:cs typeface="Calibri"/>
              </a:rPr>
              <a:t>components,</a:t>
            </a:r>
            <a:r>
              <a:rPr sz="2280" spc="180" dirty="0">
                <a:latin typeface="Calibri"/>
                <a:cs typeface="Calibri"/>
              </a:rPr>
              <a:t> </a:t>
            </a:r>
            <a:r>
              <a:rPr sz="2280" dirty="0">
                <a:latin typeface="Calibri"/>
                <a:cs typeface="Calibri"/>
              </a:rPr>
              <a:t>which</a:t>
            </a:r>
            <a:r>
              <a:rPr sz="2280" spc="198" dirty="0">
                <a:latin typeface="Calibri"/>
                <a:cs typeface="Calibri"/>
              </a:rPr>
              <a:t> </a:t>
            </a:r>
            <a:r>
              <a:rPr sz="2280" spc="-30" dirty="0">
                <a:latin typeface="Calibri"/>
                <a:cs typeface="Calibri"/>
              </a:rPr>
              <a:t>is </a:t>
            </a:r>
            <a:r>
              <a:rPr sz="2280" dirty="0">
                <a:latin typeface="Calibri"/>
                <a:cs typeface="Calibri"/>
              </a:rPr>
              <a:t>used</a:t>
            </a:r>
            <a:r>
              <a:rPr sz="2280" spc="-84" dirty="0">
                <a:latin typeface="Calibri"/>
                <a:cs typeface="Calibri"/>
              </a:rPr>
              <a:t> </a:t>
            </a:r>
            <a:r>
              <a:rPr sz="2280" dirty="0">
                <a:latin typeface="Calibri"/>
                <a:cs typeface="Calibri"/>
              </a:rPr>
              <a:t>to</a:t>
            </a:r>
            <a:r>
              <a:rPr sz="2280" spc="-84" dirty="0">
                <a:latin typeface="Calibri"/>
                <a:cs typeface="Calibri"/>
              </a:rPr>
              <a:t> </a:t>
            </a:r>
            <a:r>
              <a:rPr sz="2280" dirty="0">
                <a:latin typeface="Calibri"/>
                <a:cs typeface="Calibri"/>
              </a:rPr>
              <a:t>create</a:t>
            </a:r>
            <a:r>
              <a:rPr sz="2280" spc="-72" dirty="0">
                <a:latin typeface="Calibri"/>
                <a:cs typeface="Calibri"/>
              </a:rPr>
              <a:t> </a:t>
            </a:r>
            <a:r>
              <a:rPr sz="2280" dirty="0">
                <a:latin typeface="Calibri"/>
                <a:cs typeface="Calibri"/>
              </a:rPr>
              <a:t>baselines</a:t>
            </a:r>
            <a:r>
              <a:rPr sz="2280" spc="-72" dirty="0">
                <a:latin typeface="Calibri"/>
                <a:cs typeface="Calibri"/>
              </a:rPr>
              <a:t> </a:t>
            </a:r>
            <a:r>
              <a:rPr sz="2280" dirty="0">
                <a:latin typeface="Calibri"/>
                <a:cs typeface="Calibri"/>
              </a:rPr>
              <a:t>for</a:t>
            </a:r>
            <a:r>
              <a:rPr sz="2280" spc="-102" dirty="0">
                <a:latin typeface="Calibri"/>
                <a:cs typeface="Calibri"/>
              </a:rPr>
              <a:t> </a:t>
            </a:r>
            <a:r>
              <a:rPr sz="2280" spc="-12" dirty="0">
                <a:latin typeface="Calibri"/>
                <a:cs typeface="Calibri"/>
              </a:rPr>
              <a:t>system</a:t>
            </a:r>
            <a:r>
              <a:rPr sz="2280" spc="-90" dirty="0">
                <a:latin typeface="Calibri"/>
                <a:cs typeface="Calibri"/>
              </a:rPr>
              <a:t> </a:t>
            </a:r>
            <a:r>
              <a:rPr sz="2280" spc="-12" dirty="0">
                <a:latin typeface="Calibri"/>
                <a:cs typeface="Calibri"/>
              </a:rPr>
              <a:t>building.</a:t>
            </a:r>
            <a:endParaRPr sz="2280">
              <a:latin typeface="Calibri"/>
              <a:cs typeface="Calibri"/>
            </a:endParaRPr>
          </a:p>
          <a:p>
            <a:pPr marL="358902" marR="6096" indent="-344424">
              <a:spcBef>
                <a:spcPts val="6"/>
              </a:spcBef>
              <a:buFont typeface="Arial MT"/>
              <a:buChar char="•"/>
              <a:tabLst>
                <a:tab pos="358902" algn="l"/>
                <a:tab pos="1286256" algn="l"/>
                <a:tab pos="2683002" algn="l"/>
                <a:tab pos="4440935" algn="l"/>
                <a:tab pos="5954268" algn="l"/>
                <a:tab pos="6729222" algn="l"/>
                <a:tab pos="8287511" algn="l"/>
                <a:tab pos="9160001" algn="l"/>
                <a:tab pos="9947148" algn="l"/>
              </a:tabLst>
            </a:pPr>
            <a:r>
              <a:rPr sz="2280" spc="-24" dirty="0">
                <a:latin typeface="Calibri"/>
                <a:cs typeface="Calibri"/>
              </a:rPr>
              <a:t>When</a:t>
            </a:r>
            <a:r>
              <a:rPr sz="2280" dirty="0">
                <a:latin typeface="Calibri"/>
                <a:cs typeface="Calibri"/>
              </a:rPr>
              <a:t>	</a:t>
            </a:r>
            <a:r>
              <a:rPr sz="2280" spc="-12" dirty="0">
                <a:latin typeface="Calibri"/>
                <a:cs typeface="Calibri"/>
              </a:rPr>
              <a:t>modifying</a:t>
            </a:r>
            <a:r>
              <a:rPr sz="2280" dirty="0">
                <a:latin typeface="Calibri"/>
                <a:cs typeface="Calibri"/>
              </a:rPr>
              <a:t>	</a:t>
            </a:r>
            <a:r>
              <a:rPr sz="2280" spc="-12" dirty="0">
                <a:latin typeface="Calibri"/>
                <a:cs typeface="Calibri"/>
              </a:rPr>
              <a:t>components,</a:t>
            </a:r>
            <a:r>
              <a:rPr sz="2280" dirty="0">
                <a:latin typeface="Calibri"/>
                <a:cs typeface="Calibri"/>
              </a:rPr>
              <a:t>	</a:t>
            </a:r>
            <a:r>
              <a:rPr sz="2280" spc="-12" dirty="0">
                <a:latin typeface="Calibri"/>
                <a:cs typeface="Calibri"/>
              </a:rPr>
              <a:t>developers</a:t>
            </a:r>
            <a:r>
              <a:rPr sz="2280" dirty="0">
                <a:latin typeface="Calibri"/>
                <a:cs typeface="Calibri"/>
              </a:rPr>
              <a:t>	</a:t>
            </a:r>
            <a:r>
              <a:rPr sz="2280" spc="-24" dirty="0">
                <a:latin typeface="Calibri"/>
                <a:cs typeface="Calibri"/>
              </a:rPr>
              <a:t>copy</a:t>
            </a:r>
            <a:r>
              <a:rPr sz="2280" dirty="0">
                <a:latin typeface="Calibri"/>
                <a:cs typeface="Calibri"/>
              </a:rPr>
              <a:t>	</a:t>
            </a:r>
            <a:r>
              <a:rPr sz="2280" spc="-12" dirty="0">
                <a:latin typeface="Calibri"/>
                <a:cs typeface="Calibri"/>
              </a:rPr>
              <a:t>(check-</a:t>
            </a:r>
            <a:r>
              <a:rPr sz="2280" spc="-24" dirty="0">
                <a:latin typeface="Calibri"/>
                <a:cs typeface="Calibri"/>
              </a:rPr>
              <a:t>out)</a:t>
            </a:r>
            <a:r>
              <a:rPr sz="2280" dirty="0">
                <a:latin typeface="Calibri"/>
                <a:cs typeface="Calibri"/>
              </a:rPr>
              <a:t>	</a:t>
            </a:r>
            <a:r>
              <a:rPr sz="2280" spc="-12" dirty="0">
                <a:latin typeface="Calibri"/>
                <a:cs typeface="Calibri"/>
              </a:rPr>
              <a:t>these</a:t>
            </a:r>
            <a:r>
              <a:rPr sz="2280" dirty="0">
                <a:latin typeface="Calibri"/>
                <a:cs typeface="Calibri"/>
              </a:rPr>
              <a:t>	</a:t>
            </a:r>
            <a:r>
              <a:rPr sz="2280" spc="-24" dirty="0">
                <a:latin typeface="Calibri"/>
                <a:cs typeface="Calibri"/>
              </a:rPr>
              <a:t>from</a:t>
            </a:r>
            <a:r>
              <a:rPr sz="2280" dirty="0">
                <a:latin typeface="Calibri"/>
                <a:cs typeface="Calibri"/>
              </a:rPr>
              <a:t>	</a:t>
            </a:r>
            <a:r>
              <a:rPr sz="2280" spc="-30" dirty="0">
                <a:latin typeface="Calibri"/>
                <a:cs typeface="Calibri"/>
              </a:rPr>
              <a:t>the </a:t>
            </a:r>
            <a:r>
              <a:rPr sz="2280" spc="-12" dirty="0">
                <a:latin typeface="Calibri"/>
                <a:cs typeface="Calibri"/>
              </a:rPr>
              <a:t>repository</a:t>
            </a:r>
            <a:r>
              <a:rPr sz="2280" spc="-48" dirty="0">
                <a:latin typeface="Calibri"/>
                <a:cs typeface="Calibri"/>
              </a:rPr>
              <a:t> </a:t>
            </a:r>
            <a:r>
              <a:rPr sz="2280" dirty="0">
                <a:latin typeface="Calibri"/>
                <a:cs typeface="Calibri"/>
              </a:rPr>
              <a:t>into</a:t>
            </a:r>
            <a:r>
              <a:rPr sz="2280" spc="-48" dirty="0">
                <a:latin typeface="Calibri"/>
                <a:cs typeface="Calibri"/>
              </a:rPr>
              <a:t> </a:t>
            </a:r>
            <a:r>
              <a:rPr sz="2280" dirty="0">
                <a:latin typeface="Calibri"/>
                <a:cs typeface="Calibri"/>
              </a:rPr>
              <a:t>their</a:t>
            </a:r>
            <a:r>
              <a:rPr sz="2280" spc="-66" dirty="0">
                <a:latin typeface="Calibri"/>
                <a:cs typeface="Calibri"/>
              </a:rPr>
              <a:t> </a:t>
            </a:r>
            <a:r>
              <a:rPr sz="2280" dirty="0">
                <a:latin typeface="Calibri"/>
                <a:cs typeface="Calibri"/>
              </a:rPr>
              <a:t>workspace</a:t>
            </a:r>
            <a:r>
              <a:rPr sz="2280" spc="-54" dirty="0">
                <a:latin typeface="Calibri"/>
                <a:cs typeface="Calibri"/>
              </a:rPr>
              <a:t> </a:t>
            </a:r>
            <a:r>
              <a:rPr sz="2280" dirty="0">
                <a:latin typeface="Calibri"/>
                <a:cs typeface="Calibri"/>
              </a:rPr>
              <a:t>and</a:t>
            </a:r>
            <a:r>
              <a:rPr sz="2280" spc="-60" dirty="0">
                <a:latin typeface="Calibri"/>
                <a:cs typeface="Calibri"/>
              </a:rPr>
              <a:t> </a:t>
            </a:r>
            <a:r>
              <a:rPr sz="2280" dirty="0">
                <a:latin typeface="Calibri"/>
                <a:cs typeface="Calibri"/>
              </a:rPr>
              <a:t>work</a:t>
            </a:r>
            <a:r>
              <a:rPr sz="2280" spc="-72" dirty="0">
                <a:latin typeface="Calibri"/>
                <a:cs typeface="Calibri"/>
              </a:rPr>
              <a:t> </a:t>
            </a:r>
            <a:r>
              <a:rPr sz="2280" dirty="0">
                <a:latin typeface="Calibri"/>
                <a:cs typeface="Calibri"/>
              </a:rPr>
              <a:t>on</a:t>
            </a:r>
            <a:r>
              <a:rPr sz="2280" spc="-54" dirty="0">
                <a:latin typeface="Calibri"/>
                <a:cs typeface="Calibri"/>
              </a:rPr>
              <a:t> </a:t>
            </a:r>
            <a:r>
              <a:rPr sz="2280" dirty="0">
                <a:latin typeface="Calibri"/>
                <a:cs typeface="Calibri"/>
              </a:rPr>
              <a:t>these</a:t>
            </a:r>
            <a:r>
              <a:rPr sz="2280" spc="-72" dirty="0">
                <a:latin typeface="Calibri"/>
                <a:cs typeface="Calibri"/>
              </a:rPr>
              <a:t> </a:t>
            </a:r>
            <a:r>
              <a:rPr sz="2280" spc="-12" dirty="0">
                <a:latin typeface="Calibri"/>
                <a:cs typeface="Calibri"/>
              </a:rPr>
              <a:t>copies.</a:t>
            </a:r>
            <a:endParaRPr sz="2280">
              <a:latin typeface="Calibri"/>
              <a:cs typeface="Calibri"/>
            </a:endParaRPr>
          </a:p>
          <a:p>
            <a:pPr marL="358902" indent="-343662">
              <a:buFont typeface="Arial MT"/>
              <a:buChar char="•"/>
              <a:tabLst>
                <a:tab pos="358902" algn="l"/>
              </a:tabLst>
            </a:pPr>
            <a:r>
              <a:rPr sz="2280" dirty="0">
                <a:latin typeface="Calibri"/>
                <a:cs typeface="Calibri"/>
              </a:rPr>
              <a:t>When</a:t>
            </a:r>
            <a:r>
              <a:rPr sz="2280" spc="245" dirty="0">
                <a:latin typeface="Calibri"/>
                <a:cs typeface="Calibri"/>
              </a:rPr>
              <a:t> </a:t>
            </a:r>
            <a:r>
              <a:rPr sz="2280" dirty="0">
                <a:latin typeface="Calibri"/>
                <a:cs typeface="Calibri"/>
              </a:rPr>
              <a:t>they</a:t>
            </a:r>
            <a:r>
              <a:rPr sz="2280" spc="245" dirty="0">
                <a:latin typeface="Calibri"/>
                <a:cs typeface="Calibri"/>
              </a:rPr>
              <a:t> </a:t>
            </a:r>
            <a:r>
              <a:rPr sz="2280" dirty="0">
                <a:latin typeface="Calibri"/>
                <a:cs typeface="Calibri"/>
              </a:rPr>
              <a:t>have</a:t>
            </a:r>
            <a:r>
              <a:rPr sz="2280" spc="245" dirty="0">
                <a:latin typeface="Calibri"/>
                <a:cs typeface="Calibri"/>
              </a:rPr>
              <a:t> </a:t>
            </a:r>
            <a:r>
              <a:rPr sz="2280" dirty="0">
                <a:latin typeface="Calibri"/>
                <a:cs typeface="Calibri"/>
              </a:rPr>
              <a:t>completed</a:t>
            </a:r>
            <a:r>
              <a:rPr sz="2280" spc="245" dirty="0">
                <a:latin typeface="Calibri"/>
                <a:cs typeface="Calibri"/>
              </a:rPr>
              <a:t> </a:t>
            </a:r>
            <a:r>
              <a:rPr sz="2280" dirty="0">
                <a:latin typeface="Calibri"/>
                <a:cs typeface="Calibri"/>
              </a:rPr>
              <a:t>their</a:t>
            </a:r>
            <a:r>
              <a:rPr sz="2280" spc="252" dirty="0">
                <a:latin typeface="Calibri"/>
                <a:cs typeface="Calibri"/>
              </a:rPr>
              <a:t> </a:t>
            </a:r>
            <a:r>
              <a:rPr sz="2280" dirty="0">
                <a:latin typeface="Calibri"/>
                <a:cs typeface="Calibri"/>
              </a:rPr>
              <a:t>changes,</a:t>
            </a:r>
            <a:r>
              <a:rPr sz="2280" spc="245" dirty="0">
                <a:latin typeface="Calibri"/>
                <a:cs typeface="Calibri"/>
              </a:rPr>
              <a:t> </a:t>
            </a:r>
            <a:r>
              <a:rPr sz="2280" dirty="0">
                <a:latin typeface="Calibri"/>
                <a:cs typeface="Calibri"/>
              </a:rPr>
              <a:t>the</a:t>
            </a:r>
            <a:r>
              <a:rPr sz="2280" spc="252" dirty="0">
                <a:latin typeface="Calibri"/>
                <a:cs typeface="Calibri"/>
              </a:rPr>
              <a:t> </a:t>
            </a:r>
            <a:r>
              <a:rPr sz="2280" dirty="0">
                <a:latin typeface="Calibri"/>
                <a:cs typeface="Calibri"/>
              </a:rPr>
              <a:t>changed</a:t>
            </a:r>
            <a:r>
              <a:rPr sz="2280" spc="252" dirty="0">
                <a:latin typeface="Calibri"/>
                <a:cs typeface="Calibri"/>
              </a:rPr>
              <a:t> </a:t>
            </a:r>
            <a:r>
              <a:rPr sz="2280" dirty="0">
                <a:latin typeface="Calibri"/>
                <a:cs typeface="Calibri"/>
              </a:rPr>
              <a:t>components</a:t>
            </a:r>
            <a:r>
              <a:rPr sz="2280" spc="252" dirty="0">
                <a:latin typeface="Calibri"/>
                <a:cs typeface="Calibri"/>
              </a:rPr>
              <a:t> </a:t>
            </a:r>
            <a:r>
              <a:rPr sz="2280" dirty="0">
                <a:latin typeface="Calibri"/>
                <a:cs typeface="Calibri"/>
              </a:rPr>
              <a:t>are</a:t>
            </a:r>
            <a:r>
              <a:rPr sz="2280" spc="245" dirty="0">
                <a:latin typeface="Calibri"/>
                <a:cs typeface="Calibri"/>
              </a:rPr>
              <a:t> </a:t>
            </a:r>
            <a:r>
              <a:rPr sz="2280" spc="-12" dirty="0">
                <a:latin typeface="Calibri"/>
                <a:cs typeface="Calibri"/>
              </a:rPr>
              <a:t>returned</a:t>
            </a:r>
            <a:endParaRPr sz="2280">
              <a:latin typeface="Calibri"/>
              <a:cs typeface="Calibri"/>
            </a:endParaRPr>
          </a:p>
          <a:p>
            <a:pPr marL="358902"/>
            <a:r>
              <a:rPr sz="2280" spc="-30" dirty="0">
                <a:latin typeface="Calibri"/>
                <a:cs typeface="Calibri"/>
              </a:rPr>
              <a:t>(checked-</a:t>
            </a:r>
            <a:r>
              <a:rPr sz="2280" dirty="0">
                <a:latin typeface="Calibri"/>
                <a:cs typeface="Calibri"/>
              </a:rPr>
              <a:t>in) to</a:t>
            </a:r>
            <a:r>
              <a:rPr sz="2280" spc="-12" dirty="0">
                <a:latin typeface="Calibri"/>
                <a:cs typeface="Calibri"/>
              </a:rPr>
              <a:t> </a:t>
            </a:r>
            <a:r>
              <a:rPr sz="2280" dirty="0">
                <a:latin typeface="Calibri"/>
                <a:cs typeface="Calibri"/>
              </a:rPr>
              <a:t>the</a:t>
            </a:r>
            <a:r>
              <a:rPr sz="2280" spc="6" dirty="0">
                <a:latin typeface="Calibri"/>
                <a:cs typeface="Calibri"/>
              </a:rPr>
              <a:t> </a:t>
            </a:r>
            <a:r>
              <a:rPr sz="2280" spc="-12" dirty="0">
                <a:latin typeface="Calibri"/>
                <a:cs typeface="Calibri"/>
              </a:rPr>
              <a:t>repository</a:t>
            </a:r>
            <a:endParaRPr sz="2280">
              <a:latin typeface="Calibri"/>
              <a:cs typeface="Calibri"/>
            </a:endParaRPr>
          </a:p>
        </p:txBody>
      </p:sp>
    </p:spTree>
    <p:extLst>
      <p:ext uri="{BB962C8B-B14F-4D97-AF65-F5344CB8AC3E}">
        <p14:creationId xmlns:p14="http://schemas.microsoft.com/office/powerpoint/2010/main" val="1551355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479770" y="1689430"/>
            <a:ext cx="6016752" cy="3938015"/>
            <a:chOff x="4058475" y="1407858"/>
            <a:chExt cx="5013960" cy="3281679"/>
          </a:xfrm>
        </p:grpSpPr>
        <p:pic>
          <p:nvPicPr>
            <p:cNvPr id="3" name="object 3"/>
            <p:cNvPicPr/>
            <p:nvPr/>
          </p:nvPicPr>
          <p:blipFill>
            <a:blip r:embed="rId2" cstate="print"/>
            <a:stretch>
              <a:fillRect/>
            </a:stretch>
          </p:blipFill>
          <p:spPr>
            <a:xfrm>
              <a:off x="4349181" y="1496130"/>
              <a:ext cx="4443669" cy="3116131"/>
            </a:xfrm>
            <a:prstGeom prst="rect">
              <a:avLst/>
            </a:prstGeom>
          </p:spPr>
        </p:pic>
        <p:sp>
          <p:nvSpPr>
            <p:cNvPr id="4" name="object 4"/>
            <p:cNvSpPr/>
            <p:nvPr/>
          </p:nvSpPr>
          <p:spPr>
            <a:xfrm>
              <a:off x="4063238" y="1412621"/>
              <a:ext cx="5004435" cy="3272154"/>
            </a:xfrm>
            <a:custGeom>
              <a:avLst/>
              <a:gdLst/>
              <a:ahLst/>
              <a:cxnLst/>
              <a:rect l="l" t="t" r="r" b="b"/>
              <a:pathLst>
                <a:path w="5004434" h="3272154">
                  <a:moveTo>
                    <a:pt x="0" y="3271901"/>
                  </a:moveTo>
                  <a:lnTo>
                    <a:pt x="5004435" y="3271901"/>
                  </a:lnTo>
                  <a:lnTo>
                    <a:pt x="5004435" y="0"/>
                  </a:lnTo>
                  <a:lnTo>
                    <a:pt x="0" y="0"/>
                  </a:lnTo>
                  <a:lnTo>
                    <a:pt x="0" y="3271901"/>
                  </a:lnTo>
                  <a:close/>
                </a:path>
              </a:pathLst>
            </a:custGeom>
            <a:ln w="9525">
              <a:solidFill>
                <a:srgbClr val="000000"/>
              </a:solidFill>
            </a:ln>
          </p:spPr>
          <p:txBody>
            <a:bodyPr wrap="square" lIns="0" tIns="0" rIns="0" bIns="0" rtlCol="0"/>
            <a:lstStyle/>
            <a:p>
              <a:endParaRPr sz="2160"/>
            </a:p>
          </p:txBody>
        </p:sp>
      </p:grpSp>
      <p:sp>
        <p:nvSpPr>
          <p:cNvPr id="5" name="object 5"/>
          <p:cNvSpPr txBox="1"/>
          <p:nvPr/>
        </p:nvSpPr>
        <p:spPr>
          <a:xfrm>
            <a:off x="833201" y="122224"/>
            <a:ext cx="10559034" cy="6625916"/>
          </a:xfrm>
          <a:prstGeom prst="rect">
            <a:avLst/>
          </a:prstGeom>
        </p:spPr>
        <p:txBody>
          <a:bodyPr vert="horz" wrap="square" lIns="0" tIns="15240" rIns="0" bIns="0" rtlCol="0">
            <a:spAutoFit/>
          </a:bodyPr>
          <a:lstStyle/>
          <a:p>
            <a:pPr marL="358902" marR="6096" indent="-344424" algn="just">
              <a:spcBef>
                <a:spcPts val="120"/>
              </a:spcBef>
              <a:buFont typeface="Arial MT"/>
              <a:buChar char="•"/>
              <a:tabLst>
                <a:tab pos="358902" algn="l"/>
              </a:tabLst>
            </a:pPr>
            <a:r>
              <a:rPr sz="2160" dirty="0">
                <a:latin typeface="Calibri"/>
                <a:cs typeface="Calibri"/>
              </a:rPr>
              <a:t>In</a:t>
            </a:r>
            <a:r>
              <a:rPr sz="2160" spc="270" dirty="0">
                <a:latin typeface="Calibri"/>
                <a:cs typeface="Calibri"/>
              </a:rPr>
              <a:t> </a:t>
            </a:r>
            <a:r>
              <a:rPr sz="2160" b="1" dirty="0">
                <a:latin typeface="Calibri"/>
                <a:cs typeface="Calibri"/>
              </a:rPr>
              <a:t>centralized</a:t>
            </a:r>
            <a:r>
              <a:rPr sz="2160" b="1" spc="275" dirty="0">
                <a:latin typeface="Calibri"/>
                <a:cs typeface="Calibri"/>
              </a:rPr>
              <a:t> </a:t>
            </a:r>
            <a:r>
              <a:rPr sz="2160" b="1" dirty="0">
                <a:latin typeface="Calibri"/>
                <a:cs typeface="Calibri"/>
              </a:rPr>
              <a:t>systems</a:t>
            </a:r>
            <a:r>
              <a:rPr sz="2160" dirty="0">
                <a:latin typeface="Calibri"/>
                <a:cs typeface="Calibri"/>
              </a:rPr>
              <a:t>,</a:t>
            </a:r>
            <a:r>
              <a:rPr sz="2160" spc="264" dirty="0">
                <a:latin typeface="Calibri"/>
                <a:cs typeface="Calibri"/>
              </a:rPr>
              <a:t> </a:t>
            </a:r>
            <a:r>
              <a:rPr sz="2160" dirty="0">
                <a:latin typeface="Calibri"/>
                <a:cs typeface="Calibri"/>
              </a:rPr>
              <a:t>developers</a:t>
            </a:r>
            <a:r>
              <a:rPr sz="2160" spc="275" dirty="0">
                <a:latin typeface="Calibri"/>
                <a:cs typeface="Calibri"/>
              </a:rPr>
              <a:t> </a:t>
            </a:r>
            <a:r>
              <a:rPr sz="2160" dirty="0">
                <a:latin typeface="Calibri"/>
                <a:cs typeface="Calibri"/>
              </a:rPr>
              <a:t>check</a:t>
            </a:r>
            <a:r>
              <a:rPr sz="2160" spc="270" dirty="0">
                <a:latin typeface="Calibri"/>
                <a:cs typeface="Calibri"/>
              </a:rPr>
              <a:t> </a:t>
            </a:r>
            <a:r>
              <a:rPr sz="2160" dirty="0">
                <a:latin typeface="Calibri"/>
                <a:cs typeface="Calibri"/>
              </a:rPr>
              <a:t>out</a:t>
            </a:r>
            <a:r>
              <a:rPr sz="2160" spc="275" dirty="0">
                <a:latin typeface="Calibri"/>
                <a:cs typeface="Calibri"/>
              </a:rPr>
              <a:t> </a:t>
            </a:r>
            <a:r>
              <a:rPr sz="2160" dirty="0">
                <a:latin typeface="Calibri"/>
                <a:cs typeface="Calibri"/>
              </a:rPr>
              <a:t>components</a:t>
            </a:r>
            <a:r>
              <a:rPr sz="2160" spc="282" dirty="0">
                <a:latin typeface="Calibri"/>
                <a:cs typeface="Calibri"/>
              </a:rPr>
              <a:t> </a:t>
            </a:r>
            <a:r>
              <a:rPr sz="2160" dirty="0">
                <a:latin typeface="Calibri"/>
                <a:cs typeface="Calibri"/>
              </a:rPr>
              <a:t>or</a:t>
            </a:r>
            <a:r>
              <a:rPr sz="2160" spc="264" dirty="0">
                <a:latin typeface="Calibri"/>
                <a:cs typeface="Calibri"/>
              </a:rPr>
              <a:t> </a:t>
            </a:r>
            <a:r>
              <a:rPr sz="2160" dirty="0">
                <a:latin typeface="Calibri"/>
                <a:cs typeface="Calibri"/>
              </a:rPr>
              <a:t>directories</a:t>
            </a:r>
            <a:r>
              <a:rPr sz="2160" spc="275" dirty="0">
                <a:latin typeface="Calibri"/>
                <a:cs typeface="Calibri"/>
              </a:rPr>
              <a:t> </a:t>
            </a:r>
            <a:r>
              <a:rPr sz="2160" dirty="0">
                <a:latin typeface="Calibri"/>
                <a:cs typeface="Calibri"/>
              </a:rPr>
              <a:t>of</a:t>
            </a:r>
            <a:r>
              <a:rPr sz="2160" spc="275" dirty="0">
                <a:latin typeface="Calibri"/>
                <a:cs typeface="Calibri"/>
              </a:rPr>
              <a:t> </a:t>
            </a:r>
            <a:r>
              <a:rPr sz="2160" spc="-12" dirty="0">
                <a:latin typeface="Calibri"/>
                <a:cs typeface="Calibri"/>
              </a:rPr>
              <a:t>components </a:t>
            </a:r>
            <a:r>
              <a:rPr sz="2160" dirty="0">
                <a:latin typeface="Calibri"/>
                <a:cs typeface="Calibri"/>
              </a:rPr>
              <a:t>from</a:t>
            </a:r>
            <a:r>
              <a:rPr sz="2160" spc="36" dirty="0">
                <a:latin typeface="Calibri"/>
                <a:cs typeface="Calibri"/>
              </a:rPr>
              <a:t> </a:t>
            </a:r>
            <a:r>
              <a:rPr sz="2160" dirty="0">
                <a:latin typeface="Calibri"/>
                <a:cs typeface="Calibri"/>
              </a:rPr>
              <a:t>the</a:t>
            </a:r>
            <a:r>
              <a:rPr sz="2160" spc="42" dirty="0">
                <a:latin typeface="Calibri"/>
                <a:cs typeface="Calibri"/>
              </a:rPr>
              <a:t> </a:t>
            </a:r>
            <a:r>
              <a:rPr sz="2160" dirty="0">
                <a:latin typeface="Calibri"/>
                <a:cs typeface="Calibri"/>
              </a:rPr>
              <a:t>project</a:t>
            </a:r>
            <a:r>
              <a:rPr sz="2160" spc="54" dirty="0">
                <a:latin typeface="Calibri"/>
                <a:cs typeface="Calibri"/>
              </a:rPr>
              <a:t> </a:t>
            </a:r>
            <a:r>
              <a:rPr sz="2160" dirty="0">
                <a:latin typeface="Calibri"/>
                <a:cs typeface="Calibri"/>
              </a:rPr>
              <a:t>repository</a:t>
            </a:r>
            <a:r>
              <a:rPr sz="2160" spc="48" dirty="0">
                <a:latin typeface="Calibri"/>
                <a:cs typeface="Calibri"/>
              </a:rPr>
              <a:t> </a:t>
            </a:r>
            <a:r>
              <a:rPr sz="2160" dirty="0">
                <a:latin typeface="Calibri"/>
                <a:cs typeface="Calibri"/>
              </a:rPr>
              <a:t>into</a:t>
            </a:r>
            <a:r>
              <a:rPr sz="2160" spc="54" dirty="0">
                <a:latin typeface="Calibri"/>
                <a:cs typeface="Calibri"/>
              </a:rPr>
              <a:t> </a:t>
            </a:r>
            <a:r>
              <a:rPr sz="2160" dirty="0">
                <a:latin typeface="Calibri"/>
                <a:cs typeface="Calibri"/>
              </a:rPr>
              <a:t>their</a:t>
            </a:r>
            <a:r>
              <a:rPr sz="2160" spc="36" dirty="0">
                <a:latin typeface="Calibri"/>
                <a:cs typeface="Calibri"/>
              </a:rPr>
              <a:t> </a:t>
            </a:r>
            <a:r>
              <a:rPr sz="2160" dirty="0">
                <a:latin typeface="Calibri"/>
                <a:cs typeface="Calibri"/>
              </a:rPr>
              <a:t>private</a:t>
            </a:r>
            <a:r>
              <a:rPr sz="2160" spc="42" dirty="0">
                <a:latin typeface="Calibri"/>
                <a:cs typeface="Calibri"/>
              </a:rPr>
              <a:t> </a:t>
            </a:r>
            <a:r>
              <a:rPr sz="2160" dirty="0">
                <a:latin typeface="Calibri"/>
                <a:cs typeface="Calibri"/>
              </a:rPr>
              <a:t>workspace</a:t>
            </a:r>
            <a:r>
              <a:rPr sz="2160" spc="48" dirty="0">
                <a:latin typeface="Calibri"/>
                <a:cs typeface="Calibri"/>
              </a:rPr>
              <a:t> </a:t>
            </a:r>
            <a:r>
              <a:rPr sz="2160" dirty="0">
                <a:latin typeface="Calibri"/>
                <a:cs typeface="Calibri"/>
              </a:rPr>
              <a:t>and</a:t>
            </a:r>
            <a:r>
              <a:rPr sz="2160" spc="54" dirty="0">
                <a:latin typeface="Calibri"/>
                <a:cs typeface="Calibri"/>
              </a:rPr>
              <a:t> </a:t>
            </a:r>
            <a:r>
              <a:rPr sz="2160" dirty="0">
                <a:latin typeface="Calibri"/>
                <a:cs typeface="Calibri"/>
              </a:rPr>
              <a:t>work</a:t>
            </a:r>
            <a:r>
              <a:rPr sz="2160" spc="36" dirty="0">
                <a:latin typeface="Calibri"/>
                <a:cs typeface="Calibri"/>
              </a:rPr>
              <a:t> </a:t>
            </a:r>
            <a:r>
              <a:rPr sz="2160" dirty="0">
                <a:latin typeface="Calibri"/>
                <a:cs typeface="Calibri"/>
              </a:rPr>
              <a:t>on</a:t>
            </a:r>
            <a:r>
              <a:rPr sz="2160" spc="42" dirty="0">
                <a:latin typeface="Calibri"/>
                <a:cs typeface="Calibri"/>
              </a:rPr>
              <a:t> </a:t>
            </a:r>
            <a:r>
              <a:rPr sz="2160" dirty="0">
                <a:latin typeface="Calibri"/>
                <a:cs typeface="Calibri"/>
              </a:rPr>
              <a:t>these</a:t>
            </a:r>
            <a:r>
              <a:rPr sz="2160" spc="66" dirty="0">
                <a:latin typeface="Calibri"/>
                <a:cs typeface="Calibri"/>
              </a:rPr>
              <a:t> </a:t>
            </a:r>
            <a:r>
              <a:rPr sz="2160" dirty="0">
                <a:latin typeface="Calibri"/>
                <a:cs typeface="Calibri"/>
              </a:rPr>
              <a:t>copies</a:t>
            </a:r>
            <a:r>
              <a:rPr sz="2160" spc="48" dirty="0">
                <a:latin typeface="Calibri"/>
                <a:cs typeface="Calibri"/>
              </a:rPr>
              <a:t> </a:t>
            </a:r>
            <a:r>
              <a:rPr sz="2160" dirty="0">
                <a:latin typeface="Calibri"/>
                <a:cs typeface="Calibri"/>
              </a:rPr>
              <a:t>in</a:t>
            </a:r>
            <a:r>
              <a:rPr sz="2160" spc="42" dirty="0">
                <a:latin typeface="Calibri"/>
                <a:cs typeface="Calibri"/>
              </a:rPr>
              <a:t> </a:t>
            </a:r>
            <a:r>
              <a:rPr sz="2160" spc="-12" dirty="0">
                <a:latin typeface="Calibri"/>
                <a:cs typeface="Calibri"/>
              </a:rPr>
              <a:t>their </a:t>
            </a:r>
            <a:r>
              <a:rPr sz="2160" dirty="0">
                <a:latin typeface="Calibri"/>
                <a:cs typeface="Calibri"/>
              </a:rPr>
              <a:t>private</a:t>
            </a:r>
            <a:r>
              <a:rPr sz="2160" spc="36" dirty="0">
                <a:latin typeface="Calibri"/>
                <a:cs typeface="Calibri"/>
              </a:rPr>
              <a:t> </a:t>
            </a:r>
            <a:r>
              <a:rPr sz="2160" dirty="0">
                <a:latin typeface="Calibri"/>
                <a:cs typeface="Calibri"/>
              </a:rPr>
              <a:t>workspace.</a:t>
            </a:r>
            <a:r>
              <a:rPr sz="2160" spc="42" dirty="0">
                <a:latin typeface="Calibri"/>
                <a:cs typeface="Calibri"/>
              </a:rPr>
              <a:t> </a:t>
            </a:r>
            <a:r>
              <a:rPr sz="2160" dirty="0">
                <a:latin typeface="Calibri"/>
                <a:cs typeface="Calibri"/>
              </a:rPr>
              <a:t>When</a:t>
            </a:r>
            <a:r>
              <a:rPr sz="2160" spc="66" dirty="0">
                <a:latin typeface="Calibri"/>
                <a:cs typeface="Calibri"/>
              </a:rPr>
              <a:t> </a:t>
            </a:r>
            <a:r>
              <a:rPr sz="2160" dirty="0">
                <a:latin typeface="Calibri"/>
                <a:cs typeface="Calibri"/>
              </a:rPr>
              <a:t>their</a:t>
            </a:r>
            <a:r>
              <a:rPr sz="2160" spc="60" dirty="0">
                <a:latin typeface="Calibri"/>
                <a:cs typeface="Calibri"/>
              </a:rPr>
              <a:t> </a:t>
            </a:r>
            <a:r>
              <a:rPr sz="2160" dirty="0">
                <a:latin typeface="Calibri"/>
                <a:cs typeface="Calibri"/>
              </a:rPr>
              <a:t>changes</a:t>
            </a:r>
            <a:r>
              <a:rPr sz="2160" spc="42" dirty="0">
                <a:latin typeface="Calibri"/>
                <a:cs typeface="Calibri"/>
              </a:rPr>
              <a:t> </a:t>
            </a:r>
            <a:r>
              <a:rPr sz="2160" dirty="0">
                <a:latin typeface="Calibri"/>
                <a:cs typeface="Calibri"/>
              </a:rPr>
              <a:t>are</a:t>
            </a:r>
            <a:r>
              <a:rPr sz="2160" spc="48" dirty="0">
                <a:latin typeface="Calibri"/>
                <a:cs typeface="Calibri"/>
              </a:rPr>
              <a:t> </a:t>
            </a:r>
            <a:r>
              <a:rPr sz="2160" dirty="0">
                <a:latin typeface="Calibri"/>
                <a:cs typeface="Calibri"/>
              </a:rPr>
              <a:t>complete,</a:t>
            </a:r>
            <a:r>
              <a:rPr sz="2160" spc="48" dirty="0">
                <a:latin typeface="Calibri"/>
                <a:cs typeface="Calibri"/>
              </a:rPr>
              <a:t> </a:t>
            </a:r>
            <a:r>
              <a:rPr sz="2160" dirty="0">
                <a:latin typeface="Calibri"/>
                <a:cs typeface="Calibri"/>
              </a:rPr>
              <a:t>they</a:t>
            </a:r>
            <a:r>
              <a:rPr sz="2160" spc="54" dirty="0">
                <a:latin typeface="Calibri"/>
                <a:cs typeface="Calibri"/>
              </a:rPr>
              <a:t> </a:t>
            </a:r>
            <a:r>
              <a:rPr sz="2160" spc="-12" dirty="0">
                <a:latin typeface="Calibri"/>
                <a:cs typeface="Calibri"/>
              </a:rPr>
              <a:t>check-</a:t>
            </a:r>
            <a:r>
              <a:rPr sz="2160" dirty="0">
                <a:latin typeface="Calibri"/>
                <a:cs typeface="Calibri"/>
              </a:rPr>
              <a:t>in</a:t>
            </a:r>
            <a:r>
              <a:rPr sz="2160" spc="42" dirty="0">
                <a:latin typeface="Calibri"/>
                <a:cs typeface="Calibri"/>
              </a:rPr>
              <a:t> </a:t>
            </a:r>
            <a:r>
              <a:rPr sz="2160" dirty="0">
                <a:latin typeface="Calibri"/>
                <a:cs typeface="Calibri"/>
              </a:rPr>
              <a:t>the</a:t>
            </a:r>
            <a:r>
              <a:rPr sz="2160" spc="54" dirty="0">
                <a:latin typeface="Calibri"/>
                <a:cs typeface="Calibri"/>
              </a:rPr>
              <a:t> </a:t>
            </a:r>
            <a:r>
              <a:rPr sz="2160" dirty="0">
                <a:latin typeface="Calibri"/>
                <a:cs typeface="Calibri"/>
              </a:rPr>
              <a:t>components</a:t>
            </a:r>
            <a:r>
              <a:rPr sz="2160" spc="42" dirty="0">
                <a:latin typeface="Calibri"/>
                <a:cs typeface="Calibri"/>
              </a:rPr>
              <a:t> </a:t>
            </a:r>
            <a:r>
              <a:rPr sz="2160" spc="-24" dirty="0">
                <a:latin typeface="Calibri"/>
                <a:cs typeface="Calibri"/>
              </a:rPr>
              <a:t>back </a:t>
            </a:r>
            <a:r>
              <a:rPr sz="2160" dirty="0">
                <a:latin typeface="Calibri"/>
                <a:cs typeface="Calibri"/>
              </a:rPr>
              <a:t>to</a:t>
            </a:r>
            <a:r>
              <a:rPr sz="2160" spc="-42" dirty="0">
                <a:latin typeface="Calibri"/>
                <a:cs typeface="Calibri"/>
              </a:rPr>
              <a:t> </a:t>
            </a:r>
            <a:r>
              <a:rPr sz="2160" dirty="0">
                <a:latin typeface="Calibri"/>
                <a:cs typeface="Calibri"/>
              </a:rPr>
              <a:t>the</a:t>
            </a:r>
            <a:r>
              <a:rPr sz="2160" spc="-30" dirty="0">
                <a:latin typeface="Calibri"/>
                <a:cs typeface="Calibri"/>
              </a:rPr>
              <a:t> </a:t>
            </a:r>
            <a:r>
              <a:rPr sz="2160" spc="-12" dirty="0">
                <a:latin typeface="Calibri"/>
                <a:cs typeface="Calibri"/>
              </a:rPr>
              <a:t>repository.</a:t>
            </a:r>
            <a:r>
              <a:rPr sz="2160" spc="-54" dirty="0">
                <a:latin typeface="Calibri"/>
                <a:cs typeface="Calibri"/>
              </a:rPr>
              <a:t> </a:t>
            </a:r>
            <a:r>
              <a:rPr sz="2160" dirty="0">
                <a:latin typeface="Calibri"/>
                <a:cs typeface="Calibri"/>
              </a:rPr>
              <a:t>This</a:t>
            </a:r>
            <a:r>
              <a:rPr sz="2160" spc="-42" dirty="0">
                <a:latin typeface="Calibri"/>
                <a:cs typeface="Calibri"/>
              </a:rPr>
              <a:t> </a:t>
            </a:r>
            <a:r>
              <a:rPr sz="2160" spc="-12" dirty="0">
                <a:latin typeface="Calibri"/>
                <a:cs typeface="Calibri"/>
              </a:rPr>
              <a:t>creates</a:t>
            </a:r>
            <a:r>
              <a:rPr sz="2160" spc="-30" dirty="0">
                <a:latin typeface="Calibri"/>
                <a:cs typeface="Calibri"/>
              </a:rPr>
              <a:t> </a:t>
            </a:r>
            <a:r>
              <a:rPr sz="2160" dirty="0">
                <a:latin typeface="Calibri"/>
                <a:cs typeface="Calibri"/>
              </a:rPr>
              <a:t>a</a:t>
            </a:r>
            <a:r>
              <a:rPr sz="2160" spc="-24" dirty="0">
                <a:latin typeface="Calibri"/>
                <a:cs typeface="Calibri"/>
              </a:rPr>
              <a:t> </a:t>
            </a:r>
            <a:r>
              <a:rPr sz="2160" dirty="0">
                <a:latin typeface="Calibri"/>
                <a:cs typeface="Calibri"/>
              </a:rPr>
              <a:t>new</a:t>
            </a:r>
            <a:r>
              <a:rPr sz="2160" spc="-36" dirty="0">
                <a:latin typeface="Calibri"/>
                <a:cs typeface="Calibri"/>
              </a:rPr>
              <a:t> </a:t>
            </a:r>
            <a:r>
              <a:rPr sz="2160" spc="-12" dirty="0">
                <a:latin typeface="Calibri"/>
                <a:cs typeface="Calibri"/>
              </a:rPr>
              <a:t>component</a:t>
            </a:r>
            <a:r>
              <a:rPr sz="2160" spc="-30" dirty="0">
                <a:latin typeface="Calibri"/>
                <a:cs typeface="Calibri"/>
              </a:rPr>
              <a:t> </a:t>
            </a:r>
            <a:r>
              <a:rPr sz="2160" spc="-12" dirty="0">
                <a:latin typeface="Calibri"/>
                <a:cs typeface="Calibri"/>
              </a:rPr>
              <a:t>version</a:t>
            </a:r>
            <a:r>
              <a:rPr sz="2160" spc="-42" dirty="0">
                <a:latin typeface="Calibri"/>
                <a:cs typeface="Calibri"/>
              </a:rPr>
              <a:t> </a:t>
            </a:r>
            <a:r>
              <a:rPr sz="2160" dirty="0">
                <a:latin typeface="Calibri"/>
                <a:cs typeface="Calibri"/>
              </a:rPr>
              <a:t>that</a:t>
            </a:r>
            <a:r>
              <a:rPr sz="2160" spc="-48" dirty="0">
                <a:latin typeface="Calibri"/>
                <a:cs typeface="Calibri"/>
              </a:rPr>
              <a:t> </a:t>
            </a:r>
            <a:r>
              <a:rPr sz="2160" dirty="0">
                <a:latin typeface="Calibri"/>
                <a:cs typeface="Calibri"/>
              </a:rPr>
              <a:t>may</a:t>
            </a:r>
            <a:r>
              <a:rPr sz="2160" spc="-42" dirty="0">
                <a:latin typeface="Calibri"/>
                <a:cs typeface="Calibri"/>
              </a:rPr>
              <a:t> </a:t>
            </a:r>
            <a:r>
              <a:rPr sz="2160" dirty="0">
                <a:latin typeface="Calibri"/>
                <a:cs typeface="Calibri"/>
              </a:rPr>
              <a:t>then</a:t>
            </a:r>
            <a:r>
              <a:rPr sz="2160" spc="-18" dirty="0">
                <a:latin typeface="Calibri"/>
                <a:cs typeface="Calibri"/>
              </a:rPr>
              <a:t> </a:t>
            </a:r>
            <a:r>
              <a:rPr sz="2160" dirty="0">
                <a:latin typeface="Calibri"/>
                <a:cs typeface="Calibri"/>
              </a:rPr>
              <a:t>be</a:t>
            </a:r>
            <a:r>
              <a:rPr sz="2160" spc="-42" dirty="0">
                <a:latin typeface="Calibri"/>
                <a:cs typeface="Calibri"/>
              </a:rPr>
              <a:t> </a:t>
            </a:r>
            <a:r>
              <a:rPr sz="2160" spc="-12" dirty="0">
                <a:latin typeface="Calibri"/>
                <a:cs typeface="Calibri"/>
              </a:rPr>
              <a:t>shared.</a:t>
            </a:r>
            <a:endParaRPr sz="2160" dirty="0">
              <a:latin typeface="Calibri"/>
              <a:cs typeface="Calibri"/>
            </a:endParaRPr>
          </a:p>
          <a:p>
            <a:pPr marL="425958" marR="6086094" indent="-411480" algn="just">
              <a:spcBef>
                <a:spcPts val="2232"/>
              </a:spcBef>
              <a:buFont typeface="Arial MT"/>
              <a:buChar char="•"/>
              <a:tabLst>
                <a:tab pos="425958" algn="l"/>
              </a:tabLst>
            </a:pPr>
            <a:r>
              <a:rPr sz="2160" dirty="0">
                <a:latin typeface="Calibri"/>
                <a:cs typeface="Calibri"/>
              </a:rPr>
              <a:t>Alice</a:t>
            </a:r>
            <a:r>
              <a:rPr sz="2160" spc="-24" dirty="0">
                <a:latin typeface="Calibri"/>
                <a:cs typeface="Calibri"/>
              </a:rPr>
              <a:t> </a:t>
            </a:r>
            <a:r>
              <a:rPr sz="2160" dirty="0">
                <a:latin typeface="Calibri"/>
                <a:cs typeface="Calibri"/>
              </a:rPr>
              <a:t>has</a:t>
            </a:r>
            <a:r>
              <a:rPr sz="2160" spc="-6" dirty="0">
                <a:latin typeface="Calibri"/>
                <a:cs typeface="Calibri"/>
              </a:rPr>
              <a:t> </a:t>
            </a:r>
            <a:r>
              <a:rPr sz="2160" dirty="0">
                <a:latin typeface="Calibri"/>
                <a:cs typeface="Calibri"/>
              </a:rPr>
              <a:t>checked</a:t>
            </a:r>
            <a:r>
              <a:rPr sz="2160" spc="-18" dirty="0">
                <a:latin typeface="Calibri"/>
                <a:cs typeface="Calibri"/>
              </a:rPr>
              <a:t> </a:t>
            </a:r>
            <a:r>
              <a:rPr sz="2160" dirty="0">
                <a:latin typeface="Calibri"/>
                <a:cs typeface="Calibri"/>
              </a:rPr>
              <a:t>out</a:t>
            </a:r>
            <a:r>
              <a:rPr sz="2160" spc="-18" dirty="0">
                <a:latin typeface="Calibri"/>
                <a:cs typeface="Calibri"/>
              </a:rPr>
              <a:t> </a:t>
            </a:r>
            <a:r>
              <a:rPr sz="2160" dirty="0">
                <a:latin typeface="Calibri"/>
                <a:cs typeface="Calibri"/>
              </a:rPr>
              <a:t>versions</a:t>
            </a:r>
            <a:r>
              <a:rPr sz="2160" spc="-24" dirty="0">
                <a:latin typeface="Calibri"/>
                <a:cs typeface="Calibri"/>
              </a:rPr>
              <a:t> </a:t>
            </a:r>
            <a:r>
              <a:rPr sz="2160" spc="-12" dirty="0">
                <a:latin typeface="Calibri"/>
                <a:cs typeface="Calibri"/>
              </a:rPr>
              <a:t>A1.0, </a:t>
            </a:r>
            <a:r>
              <a:rPr sz="2160" dirty="0">
                <a:latin typeface="Calibri"/>
                <a:cs typeface="Calibri"/>
              </a:rPr>
              <a:t>B1.0,</a:t>
            </a:r>
            <a:r>
              <a:rPr sz="2160" spc="198" dirty="0">
                <a:latin typeface="Calibri"/>
                <a:cs typeface="Calibri"/>
              </a:rPr>
              <a:t> </a:t>
            </a:r>
            <a:r>
              <a:rPr sz="2160" dirty="0">
                <a:latin typeface="Calibri"/>
                <a:cs typeface="Calibri"/>
              </a:rPr>
              <a:t>and</a:t>
            </a:r>
            <a:r>
              <a:rPr sz="2160" spc="216" dirty="0">
                <a:latin typeface="Calibri"/>
                <a:cs typeface="Calibri"/>
              </a:rPr>
              <a:t> </a:t>
            </a:r>
            <a:r>
              <a:rPr sz="2160" dirty="0">
                <a:latin typeface="Calibri"/>
                <a:cs typeface="Calibri"/>
              </a:rPr>
              <a:t>C1.0.</a:t>
            </a:r>
            <a:r>
              <a:rPr sz="2160" spc="216" dirty="0">
                <a:latin typeface="Calibri"/>
                <a:cs typeface="Calibri"/>
              </a:rPr>
              <a:t> </a:t>
            </a:r>
            <a:r>
              <a:rPr sz="2160" dirty="0">
                <a:latin typeface="Calibri"/>
                <a:cs typeface="Calibri"/>
              </a:rPr>
              <a:t>She</a:t>
            </a:r>
            <a:r>
              <a:rPr sz="2160" spc="216" dirty="0">
                <a:latin typeface="Calibri"/>
                <a:cs typeface="Calibri"/>
              </a:rPr>
              <a:t> </a:t>
            </a:r>
            <a:r>
              <a:rPr sz="2160" dirty="0">
                <a:latin typeface="Calibri"/>
                <a:cs typeface="Calibri"/>
              </a:rPr>
              <a:t>has</a:t>
            </a:r>
            <a:r>
              <a:rPr sz="2160" spc="210" dirty="0">
                <a:latin typeface="Calibri"/>
                <a:cs typeface="Calibri"/>
              </a:rPr>
              <a:t> </a:t>
            </a:r>
            <a:r>
              <a:rPr sz="2160" dirty="0">
                <a:latin typeface="Calibri"/>
                <a:cs typeface="Calibri"/>
              </a:rPr>
              <a:t>worked</a:t>
            </a:r>
            <a:r>
              <a:rPr sz="2160" spc="228" dirty="0">
                <a:latin typeface="Calibri"/>
                <a:cs typeface="Calibri"/>
              </a:rPr>
              <a:t> </a:t>
            </a:r>
            <a:r>
              <a:rPr sz="2160" spc="-30" dirty="0">
                <a:latin typeface="Calibri"/>
                <a:cs typeface="Calibri"/>
              </a:rPr>
              <a:t>on </a:t>
            </a:r>
            <a:r>
              <a:rPr sz="2160" dirty="0">
                <a:latin typeface="Calibri"/>
                <a:cs typeface="Calibri"/>
              </a:rPr>
              <a:t>these</a:t>
            </a:r>
            <a:r>
              <a:rPr sz="2160" spc="24" dirty="0">
                <a:latin typeface="Calibri"/>
                <a:cs typeface="Calibri"/>
              </a:rPr>
              <a:t> </a:t>
            </a:r>
            <a:r>
              <a:rPr sz="2160" dirty="0">
                <a:latin typeface="Calibri"/>
                <a:cs typeface="Calibri"/>
              </a:rPr>
              <a:t>versions</a:t>
            </a:r>
            <a:r>
              <a:rPr sz="2160" spc="24" dirty="0">
                <a:latin typeface="Calibri"/>
                <a:cs typeface="Calibri"/>
              </a:rPr>
              <a:t> </a:t>
            </a:r>
            <a:r>
              <a:rPr sz="2160" dirty="0">
                <a:latin typeface="Calibri"/>
                <a:cs typeface="Calibri"/>
              </a:rPr>
              <a:t>and</a:t>
            </a:r>
            <a:r>
              <a:rPr sz="2160" spc="24" dirty="0">
                <a:latin typeface="Calibri"/>
                <a:cs typeface="Calibri"/>
              </a:rPr>
              <a:t> </a:t>
            </a:r>
            <a:r>
              <a:rPr sz="2160" dirty="0">
                <a:latin typeface="Calibri"/>
                <a:cs typeface="Calibri"/>
              </a:rPr>
              <a:t>has</a:t>
            </a:r>
            <a:r>
              <a:rPr sz="2160" spc="24" dirty="0">
                <a:latin typeface="Calibri"/>
                <a:cs typeface="Calibri"/>
              </a:rPr>
              <a:t> </a:t>
            </a:r>
            <a:r>
              <a:rPr sz="2160" dirty="0">
                <a:latin typeface="Calibri"/>
                <a:cs typeface="Calibri"/>
              </a:rPr>
              <a:t>created</a:t>
            </a:r>
            <a:r>
              <a:rPr sz="2160" spc="42" dirty="0">
                <a:latin typeface="Calibri"/>
                <a:cs typeface="Calibri"/>
              </a:rPr>
              <a:t> </a:t>
            </a:r>
            <a:r>
              <a:rPr sz="2160" spc="-30" dirty="0">
                <a:latin typeface="Calibri"/>
                <a:cs typeface="Calibri"/>
              </a:rPr>
              <a:t>new </a:t>
            </a:r>
            <a:r>
              <a:rPr sz="2160" dirty="0">
                <a:latin typeface="Calibri"/>
                <a:cs typeface="Calibri"/>
              </a:rPr>
              <a:t>versions</a:t>
            </a:r>
            <a:r>
              <a:rPr sz="2160" spc="384" dirty="0">
                <a:latin typeface="Calibri"/>
                <a:cs typeface="Calibri"/>
              </a:rPr>
              <a:t> </a:t>
            </a:r>
            <a:r>
              <a:rPr sz="2160" dirty="0">
                <a:latin typeface="Calibri"/>
                <a:cs typeface="Calibri"/>
              </a:rPr>
              <a:t>A1.1,</a:t>
            </a:r>
            <a:r>
              <a:rPr sz="2160" spc="372" dirty="0">
                <a:latin typeface="Calibri"/>
                <a:cs typeface="Calibri"/>
              </a:rPr>
              <a:t> </a:t>
            </a:r>
            <a:r>
              <a:rPr sz="2160" dirty="0">
                <a:latin typeface="Calibri"/>
                <a:cs typeface="Calibri"/>
              </a:rPr>
              <a:t>B1.1,</a:t>
            </a:r>
            <a:r>
              <a:rPr sz="2160" spc="378" dirty="0">
                <a:latin typeface="Calibri"/>
                <a:cs typeface="Calibri"/>
              </a:rPr>
              <a:t> </a:t>
            </a:r>
            <a:r>
              <a:rPr sz="2160" dirty="0">
                <a:latin typeface="Calibri"/>
                <a:cs typeface="Calibri"/>
              </a:rPr>
              <a:t>and</a:t>
            </a:r>
            <a:r>
              <a:rPr sz="2160" spc="390" dirty="0">
                <a:latin typeface="Calibri"/>
                <a:cs typeface="Calibri"/>
              </a:rPr>
              <a:t> </a:t>
            </a:r>
            <a:r>
              <a:rPr sz="2160" dirty="0">
                <a:latin typeface="Calibri"/>
                <a:cs typeface="Calibri"/>
              </a:rPr>
              <a:t>C1.1.</a:t>
            </a:r>
            <a:r>
              <a:rPr sz="2160" spc="384" dirty="0">
                <a:latin typeface="Calibri"/>
                <a:cs typeface="Calibri"/>
              </a:rPr>
              <a:t> </a:t>
            </a:r>
            <a:r>
              <a:rPr sz="2160" spc="-30" dirty="0">
                <a:latin typeface="Calibri"/>
                <a:cs typeface="Calibri"/>
              </a:rPr>
              <a:t>She </a:t>
            </a:r>
            <a:r>
              <a:rPr sz="2160" dirty="0">
                <a:latin typeface="Calibri"/>
                <a:cs typeface="Calibri"/>
              </a:rPr>
              <a:t>checks</a:t>
            </a:r>
            <a:r>
              <a:rPr sz="2160" spc="186" dirty="0">
                <a:latin typeface="Calibri"/>
                <a:cs typeface="Calibri"/>
              </a:rPr>
              <a:t> </a:t>
            </a:r>
            <a:r>
              <a:rPr sz="2160" dirty="0">
                <a:latin typeface="Calibri"/>
                <a:cs typeface="Calibri"/>
              </a:rPr>
              <a:t>these</a:t>
            </a:r>
            <a:r>
              <a:rPr sz="2160" spc="192" dirty="0">
                <a:latin typeface="Calibri"/>
                <a:cs typeface="Calibri"/>
              </a:rPr>
              <a:t> </a:t>
            </a:r>
            <a:r>
              <a:rPr sz="2160" dirty="0">
                <a:latin typeface="Calibri"/>
                <a:cs typeface="Calibri"/>
              </a:rPr>
              <a:t>new</a:t>
            </a:r>
            <a:r>
              <a:rPr sz="2160" spc="186" dirty="0">
                <a:latin typeface="Calibri"/>
                <a:cs typeface="Calibri"/>
              </a:rPr>
              <a:t> </a:t>
            </a:r>
            <a:r>
              <a:rPr sz="2160" dirty="0">
                <a:latin typeface="Calibri"/>
                <a:cs typeface="Calibri"/>
              </a:rPr>
              <a:t>versions</a:t>
            </a:r>
            <a:r>
              <a:rPr sz="2160" spc="186" dirty="0">
                <a:latin typeface="Calibri"/>
                <a:cs typeface="Calibri"/>
              </a:rPr>
              <a:t> </a:t>
            </a:r>
            <a:r>
              <a:rPr sz="2160" dirty="0">
                <a:latin typeface="Calibri"/>
                <a:cs typeface="Calibri"/>
              </a:rPr>
              <a:t>into</a:t>
            </a:r>
            <a:r>
              <a:rPr sz="2160" spc="210" dirty="0">
                <a:latin typeface="Calibri"/>
                <a:cs typeface="Calibri"/>
              </a:rPr>
              <a:t> </a:t>
            </a:r>
            <a:r>
              <a:rPr sz="2160" spc="-30" dirty="0">
                <a:latin typeface="Calibri"/>
                <a:cs typeface="Calibri"/>
              </a:rPr>
              <a:t>the </a:t>
            </a:r>
            <a:r>
              <a:rPr sz="2160" spc="-12" dirty="0">
                <a:latin typeface="Calibri"/>
                <a:cs typeface="Calibri"/>
              </a:rPr>
              <a:t>repository.</a:t>
            </a:r>
            <a:endParaRPr sz="2160" dirty="0">
              <a:latin typeface="Calibri"/>
              <a:cs typeface="Calibri"/>
            </a:endParaRPr>
          </a:p>
          <a:p>
            <a:pPr marL="425958" marR="6085332" indent="-411480" algn="just">
              <a:spcBef>
                <a:spcPts val="6"/>
              </a:spcBef>
              <a:buFont typeface="Arial MT"/>
              <a:buChar char="•"/>
              <a:tabLst>
                <a:tab pos="425958" algn="l"/>
              </a:tabLst>
            </a:pPr>
            <a:r>
              <a:rPr sz="2160" dirty="0">
                <a:latin typeface="Calibri"/>
                <a:cs typeface="Calibri"/>
              </a:rPr>
              <a:t>Bob</a:t>
            </a:r>
            <a:r>
              <a:rPr sz="2160" spc="-42" dirty="0">
                <a:latin typeface="Calibri"/>
                <a:cs typeface="Calibri"/>
              </a:rPr>
              <a:t> </a:t>
            </a:r>
            <a:r>
              <a:rPr sz="2160" dirty="0">
                <a:latin typeface="Calibri"/>
                <a:cs typeface="Calibri"/>
              </a:rPr>
              <a:t>checks</a:t>
            </a:r>
            <a:r>
              <a:rPr sz="2160" spc="-30" dirty="0">
                <a:latin typeface="Calibri"/>
                <a:cs typeface="Calibri"/>
              </a:rPr>
              <a:t> </a:t>
            </a:r>
            <a:r>
              <a:rPr sz="2160" dirty="0">
                <a:latin typeface="Calibri"/>
                <a:cs typeface="Calibri"/>
              </a:rPr>
              <a:t>out</a:t>
            </a:r>
            <a:r>
              <a:rPr sz="2160" spc="-36" dirty="0">
                <a:latin typeface="Calibri"/>
                <a:cs typeface="Calibri"/>
              </a:rPr>
              <a:t> </a:t>
            </a:r>
            <a:r>
              <a:rPr sz="2160" dirty="0">
                <a:latin typeface="Calibri"/>
                <a:cs typeface="Calibri"/>
              </a:rPr>
              <a:t>X1.0,</a:t>
            </a:r>
            <a:r>
              <a:rPr sz="2160" spc="-42" dirty="0">
                <a:latin typeface="Calibri"/>
                <a:cs typeface="Calibri"/>
              </a:rPr>
              <a:t> </a:t>
            </a:r>
            <a:r>
              <a:rPr sz="2160" dirty="0">
                <a:latin typeface="Calibri"/>
                <a:cs typeface="Calibri"/>
              </a:rPr>
              <a:t>Y1.0,</a:t>
            </a:r>
            <a:r>
              <a:rPr sz="2160" spc="-42" dirty="0">
                <a:latin typeface="Calibri"/>
                <a:cs typeface="Calibri"/>
              </a:rPr>
              <a:t> </a:t>
            </a:r>
            <a:r>
              <a:rPr sz="2160" dirty="0">
                <a:latin typeface="Calibri"/>
                <a:cs typeface="Calibri"/>
              </a:rPr>
              <a:t>and</a:t>
            </a:r>
            <a:r>
              <a:rPr sz="2160" spc="-24" dirty="0">
                <a:latin typeface="Calibri"/>
                <a:cs typeface="Calibri"/>
              </a:rPr>
              <a:t> </a:t>
            </a:r>
            <a:r>
              <a:rPr sz="2160" spc="-12" dirty="0">
                <a:latin typeface="Calibri"/>
                <a:cs typeface="Calibri"/>
              </a:rPr>
              <a:t>C1.0. </a:t>
            </a:r>
            <a:r>
              <a:rPr sz="2160" dirty="0">
                <a:latin typeface="Calibri"/>
                <a:cs typeface="Calibri"/>
              </a:rPr>
              <a:t>He</a:t>
            </a:r>
            <a:r>
              <a:rPr sz="2160" spc="521" dirty="0">
                <a:latin typeface="Calibri"/>
                <a:cs typeface="Calibri"/>
              </a:rPr>
              <a:t> </a:t>
            </a:r>
            <a:r>
              <a:rPr sz="2160" dirty="0">
                <a:latin typeface="Calibri"/>
                <a:cs typeface="Calibri"/>
              </a:rPr>
              <a:t>creates</a:t>
            </a:r>
            <a:r>
              <a:rPr sz="2160" spc="521" dirty="0">
                <a:latin typeface="Calibri"/>
                <a:cs typeface="Calibri"/>
              </a:rPr>
              <a:t> </a:t>
            </a:r>
            <a:r>
              <a:rPr sz="2160" dirty="0">
                <a:latin typeface="Calibri"/>
                <a:cs typeface="Calibri"/>
              </a:rPr>
              <a:t>new</a:t>
            </a:r>
            <a:r>
              <a:rPr sz="2160" spc="521" dirty="0">
                <a:latin typeface="Calibri"/>
                <a:cs typeface="Calibri"/>
              </a:rPr>
              <a:t> </a:t>
            </a:r>
            <a:r>
              <a:rPr sz="2160" dirty="0">
                <a:latin typeface="Calibri"/>
                <a:cs typeface="Calibri"/>
              </a:rPr>
              <a:t>versions</a:t>
            </a:r>
            <a:r>
              <a:rPr sz="2160" spc="510" dirty="0">
                <a:latin typeface="Calibri"/>
                <a:cs typeface="Calibri"/>
              </a:rPr>
              <a:t> </a:t>
            </a:r>
            <a:r>
              <a:rPr sz="2160" dirty="0">
                <a:latin typeface="Calibri"/>
                <a:cs typeface="Calibri"/>
              </a:rPr>
              <a:t>of</a:t>
            </a:r>
            <a:r>
              <a:rPr sz="2160" spc="516" dirty="0">
                <a:latin typeface="Calibri"/>
                <a:cs typeface="Calibri"/>
              </a:rPr>
              <a:t> </a:t>
            </a:r>
            <a:r>
              <a:rPr sz="2160" spc="-12" dirty="0">
                <a:latin typeface="Calibri"/>
                <a:cs typeface="Calibri"/>
              </a:rPr>
              <a:t>these </a:t>
            </a:r>
            <a:r>
              <a:rPr sz="2160" dirty="0">
                <a:latin typeface="Calibri"/>
                <a:cs typeface="Calibri"/>
              </a:rPr>
              <a:t>components</a:t>
            </a:r>
            <a:r>
              <a:rPr sz="2160" spc="186" dirty="0">
                <a:latin typeface="Calibri"/>
                <a:cs typeface="Calibri"/>
              </a:rPr>
              <a:t> </a:t>
            </a:r>
            <a:r>
              <a:rPr sz="2160" dirty="0">
                <a:latin typeface="Calibri"/>
                <a:cs typeface="Calibri"/>
              </a:rPr>
              <a:t>and</a:t>
            </a:r>
            <a:r>
              <a:rPr sz="2160" spc="186" dirty="0">
                <a:latin typeface="Calibri"/>
                <a:cs typeface="Calibri"/>
              </a:rPr>
              <a:t> </a:t>
            </a:r>
            <a:r>
              <a:rPr sz="2160" dirty="0">
                <a:latin typeface="Calibri"/>
                <a:cs typeface="Calibri"/>
              </a:rPr>
              <a:t>checks</a:t>
            </a:r>
            <a:r>
              <a:rPr sz="2160" spc="180" dirty="0">
                <a:latin typeface="Calibri"/>
                <a:cs typeface="Calibri"/>
              </a:rPr>
              <a:t> </a:t>
            </a:r>
            <a:r>
              <a:rPr sz="2160" dirty="0">
                <a:latin typeface="Calibri"/>
                <a:cs typeface="Calibri"/>
              </a:rPr>
              <a:t>them</a:t>
            </a:r>
            <a:r>
              <a:rPr sz="2160" spc="180" dirty="0">
                <a:latin typeface="Calibri"/>
                <a:cs typeface="Calibri"/>
              </a:rPr>
              <a:t> </a:t>
            </a:r>
            <a:r>
              <a:rPr sz="2160" spc="-24" dirty="0">
                <a:latin typeface="Calibri"/>
                <a:cs typeface="Calibri"/>
              </a:rPr>
              <a:t>back </a:t>
            </a:r>
            <a:r>
              <a:rPr sz="2160" dirty="0">
                <a:latin typeface="Calibri"/>
                <a:cs typeface="Calibri"/>
              </a:rPr>
              <a:t>in</a:t>
            </a:r>
            <a:r>
              <a:rPr sz="2160" spc="-12" dirty="0">
                <a:latin typeface="Calibri"/>
                <a:cs typeface="Calibri"/>
              </a:rPr>
              <a:t> </a:t>
            </a:r>
            <a:r>
              <a:rPr sz="2160" dirty="0">
                <a:latin typeface="Calibri"/>
                <a:cs typeface="Calibri"/>
              </a:rPr>
              <a:t>to</a:t>
            </a:r>
            <a:r>
              <a:rPr sz="2160" spc="-30" dirty="0">
                <a:latin typeface="Calibri"/>
                <a:cs typeface="Calibri"/>
              </a:rPr>
              <a:t> </a:t>
            </a:r>
            <a:r>
              <a:rPr sz="2160" dirty="0">
                <a:latin typeface="Calibri"/>
                <a:cs typeface="Calibri"/>
              </a:rPr>
              <a:t>the</a:t>
            </a:r>
            <a:r>
              <a:rPr sz="2160" spc="-6" dirty="0">
                <a:latin typeface="Calibri"/>
                <a:cs typeface="Calibri"/>
              </a:rPr>
              <a:t> </a:t>
            </a:r>
            <a:r>
              <a:rPr sz="2160" spc="-12" dirty="0">
                <a:latin typeface="Calibri"/>
                <a:cs typeface="Calibri"/>
              </a:rPr>
              <a:t>repository.</a:t>
            </a:r>
            <a:endParaRPr sz="2160" dirty="0">
              <a:latin typeface="Calibri"/>
              <a:cs typeface="Calibri"/>
            </a:endParaRPr>
          </a:p>
          <a:p>
            <a:pPr>
              <a:lnSpc>
                <a:spcPct val="100000"/>
              </a:lnSpc>
              <a:buFont typeface="Arial MT"/>
              <a:buChar char="•"/>
            </a:pPr>
            <a:endParaRPr sz="2160" dirty="0">
              <a:latin typeface="Calibri"/>
              <a:cs typeface="Calibri"/>
            </a:endParaRPr>
          </a:p>
          <a:p>
            <a:pPr>
              <a:spcBef>
                <a:spcPts val="108"/>
              </a:spcBef>
              <a:buFont typeface="Arial MT"/>
              <a:buChar char="•"/>
            </a:pPr>
            <a:endParaRPr sz="2160" dirty="0">
              <a:latin typeface="Calibri"/>
              <a:cs typeface="Calibri"/>
            </a:endParaRPr>
          </a:p>
          <a:p>
            <a:pPr marL="425958" indent="-410718">
              <a:buFont typeface="Arial MT"/>
              <a:buChar char="•"/>
              <a:tabLst>
                <a:tab pos="425958" algn="l"/>
              </a:tabLst>
            </a:pPr>
            <a:r>
              <a:rPr sz="2160" spc="-30" dirty="0">
                <a:latin typeface="Calibri"/>
                <a:cs typeface="Calibri"/>
              </a:rPr>
              <a:t>However, </a:t>
            </a:r>
            <a:r>
              <a:rPr sz="2160" dirty="0">
                <a:latin typeface="Calibri"/>
                <a:cs typeface="Calibri"/>
              </a:rPr>
              <a:t>Alice</a:t>
            </a:r>
            <a:r>
              <a:rPr sz="2160" spc="-30" dirty="0">
                <a:latin typeface="Calibri"/>
                <a:cs typeface="Calibri"/>
              </a:rPr>
              <a:t> </a:t>
            </a:r>
            <a:r>
              <a:rPr sz="2160" dirty="0">
                <a:latin typeface="Calibri"/>
                <a:cs typeface="Calibri"/>
              </a:rPr>
              <a:t>has</a:t>
            </a:r>
            <a:r>
              <a:rPr sz="2160" spc="-42" dirty="0">
                <a:latin typeface="Calibri"/>
                <a:cs typeface="Calibri"/>
              </a:rPr>
              <a:t> </a:t>
            </a:r>
            <a:r>
              <a:rPr sz="2160" dirty="0">
                <a:latin typeface="Calibri"/>
                <a:cs typeface="Calibri"/>
              </a:rPr>
              <a:t>already</a:t>
            </a:r>
            <a:r>
              <a:rPr sz="2160" spc="-42" dirty="0">
                <a:latin typeface="Calibri"/>
                <a:cs typeface="Calibri"/>
              </a:rPr>
              <a:t> </a:t>
            </a:r>
            <a:r>
              <a:rPr sz="2160" spc="-12" dirty="0">
                <a:latin typeface="Calibri"/>
                <a:cs typeface="Calibri"/>
              </a:rPr>
              <a:t>created</a:t>
            </a:r>
            <a:r>
              <a:rPr sz="2160" spc="-24" dirty="0">
                <a:latin typeface="Calibri"/>
                <a:cs typeface="Calibri"/>
              </a:rPr>
              <a:t> </a:t>
            </a:r>
            <a:r>
              <a:rPr sz="2160" dirty="0">
                <a:latin typeface="Calibri"/>
                <a:cs typeface="Calibri"/>
              </a:rPr>
              <a:t>a</a:t>
            </a:r>
            <a:r>
              <a:rPr sz="2160" spc="-42" dirty="0">
                <a:latin typeface="Calibri"/>
                <a:cs typeface="Calibri"/>
              </a:rPr>
              <a:t> </a:t>
            </a:r>
            <a:r>
              <a:rPr sz="2160" dirty="0">
                <a:latin typeface="Calibri"/>
                <a:cs typeface="Calibri"/>
              </a:rPr>
              <a:t>new</a:t>
            </a:r>
            <a:r>
              <a:rPr sz="2160" spc="-42" dirty="0">
                <a:latin typeface="Calibri"/>
                <a:cs typeface="Calibri"/>
              </a:rPr>
              <a:t> </a:t>
            </a:r>
            <a:r>
              <a:rPr sz="2160" spc="-12" dirty="0">
                <a:latin typeface="Calibri"/>
                <a:cs typeface="Calibri"/>
              </a:rPr>
              <a:t>version</a:t>
            </a:r>
            <a:r>
              <a:rPr sz="2160" spc="-42" dirty="0">
                <a:latin typeface="Calibri"/>
                <a:cs typeface="Calibri"/>
              </a:rPr>
              <a:t> </a:t>
            </a:r>
            <a:r>
              <a:rPr sz="2160" dirty="0">
                <a:latin typeface="Calibri"/>
                <a:cs typeface="Calibri"/>
              </a:rPr>
              <a:t>of</a:t>
            </a:r>
            <a:r>
              <a:rPr sz="2160" spc="-48" dirty="0">
                <a:latin typeface="Calibri"/>
                <a:cs typeface="Calibri"/>
              </a:rPr>
              <a:t> </a:t>
            </a:r>
            <a:r>
              <a:rPr sz="2160" dirty="0">
                <a:latin typeface="Calibri"/>
                <a:cs typeface="Calibri"/>
              </a:rPr>
              <a:t>C,</a:t>
            </a:r>
            <a:r>
              <a:rPr sz="2160" spc="-30" dirty="0">
                <a:latin typeface="Calibri"/>
                <a:cs typeface="Calibri"/>
              </a:rPr>
              <a:t> </a:t>
            </a:r>
            <a:r>
              <a:rPr sz="2160" dirty="0">
                <a:latin typeface="Calibri"/>
                <a:cs typeface="Calibri"/>
              </a:rPr>
              <a:t>while</a:t>
            </a:r>
            <a:r>
              <a:rPr sz="2160" spc="-36" dirty="0">
                <a:latin typeface="Calibri"/>
                <a:cs typeface="Calibri"/>
              </a:rPr>
              <a:t> </a:t>
            </a:r>
            <a:r>
              <a:rPr sz="2160" dirty="0">
                <a:latin typeface="Calibri"/>
                <a:cs typeface="Calibri"/>
              </a:rPr>
              <a:t>Bob</a:t>
            </a:r>
            <a:r>
              <a:rPr sz="2160" spc="-42" dirty="0">
                <a:latin typeface="Calibri"/>
                <a:cs typeface="Calibri"/>
              </a:rPr>
              <a:t> </a:t>
            </a:r>
            <a:r>
              <a:rPr sz="2160" dirty="0">
                <a:latin typeface="Calibri"/>
                <a:cs typeface="Calibri"/>
              </a:rPr>
              <a:t>has</a:t>
            </a:r>
            <a:r>
              <a:rPr sz="2160" spc="-42" dirty="0">
                <a:latin typeface="Calibri"/>
                <a:cs typeface="Calibri"/>
              </a:rPr>
              <a:t> </a:t>
            </a:r>
            <a:r>
              <a:rPr sz="2160" dirty="0">
                <a:latin typeface="Calibri"/>
                <a:cs typeface="Calibri"/>
              </a:rPr>
              <a:t>been</a:t>
            </a:r>
            <a:r>
              <a:rPr sz="2160" spc="-24" dirty="0">
                <a:latin typeface="Calibri"/>
                <a:cs typeface="Calibri"/>
              </a:rPr>
              <a:t> </a:t>
            </a:r>
            <a:r>
              <a:rPr sz="2160" dirty="0">
                <a:latin typeface="Calibri"/>
                <a:cs typeface="Calibri"/>
              </a:rPr>
              <a:t>working</a:t>
            </a:r>
            <a:r>
              <a:rPr sz="2160" spc="-48" dirty="0">
                <a:latin typeface="Calibri"/>
                <a:cs typeface="Calibri"/>
              </a:rPr>
              <a:t> </a:t>
            </a:r>
            <a:r>
              <a:rPr sz="2160" dirty="0">
                <a:latin typeface="Calibri"/>
                <a:cs typeface="Calibri"/>
              </a:rPr>
              <a:t>on</a:t>
            </a:r>
            <a:r>
              <a:rPr sz="2160" spc="-30" dirty="0">
                <a:latin typeface="Calibri"/>
                <a:cs typeface="Calibri"/>
              </a:rPr>
              <a:t> it.</a:t>
            </a:r>
            <a:endParaRPr sz="2160" dirty="0">
              <a:latin typeface="Calibri"/>
              <a:cs typeface="Calibri"/>
            </a:endParaRPr>
          </a:p>
          <a:p>
            <a:pPr marL="425958" indent="-410718">
              <a:buFont typeface="Arial MT"/>
              <a:buChar char="•"/>
              <a:tabLst>
                <a:tab pos="425958" algn="l"/>
              </a:tabLst>
            </a:pPr>
            <a:r>
              <a:rPr sz="2160" dirty="0">
                <a:latin typeface="Calibri"/>
                <a:cs typeface="Calibri"/>
              </a:rPr>
              <a:t>His</a:t>
            </a:r>
            <a:r>
              <a:rPr sz="2160" spc="534" dirty="0">
                <a:latin typeface="Calibri"/>
                <a:cs typeface="Calibri"/>
              </a:rPr>
              <a:t> </a:t>
            </a:r>
            <a:r>
              <a:rPr sz="2160" spc="-12" dirty="0">
                <a:latin typeface="Calibri"/>
                <a:cs typeface="Calibri"/>
              </a:rPr>
              <a:t>check-</a:t>
            </a:r>
            <a:r>
              <a:rPr sz="2160" dirty="0">
                <a:latin typeface="Calibri"/>
                <a:cs typeface="Calibri"/>
              </a:rPr>
              <a:t>in</a:t>
            </a:r>
            <a:r>
              <a:rPr sz="2160" spc="534" dirty="0">
                <a:latin typeface="Calibri"/>
                <a:cs typeface="Calibri"/>
              </a:rPr>
              <a:t> </a:t>
            </a:r>
            <a:r>
              <a:rPr sz="2160" dirty="0">
                <a:latin typeface="Calibri"/>
                <a:cs typeface="Calibri"/>
              </a:rPr>
              <a:t>therefore</a:t>
            </a:r>
            <a:r>
              <a:rPr sz="2160" spc="534" dirty="0">
                <a:latin typeface="Calibri"/>
                <a:cs typeface="Calibri"/>
              </a:rPr>
              <a:t> </a:t>
            </a:r>
            <a:r>
              <a:rPr sz="2160" dirty="0">
                <a:latin typeface="Calibri"/>
                <a:cs typeface="Calibri"/>
              </a:rPr>
              <a:t>creates</a:t>
            </a:r>
            <a:r>
              <a:rPr sz="2160" spc="546" dirty="0">
                <a:latin typeface="Calibri"/>
                <a:cs typeface="Calibri"/>
              </a:rPr>
              <a:t> </a:t>
            </a:r>
            <a:r>
              <a:rPr sz="2160" dirty="0">
                <a:latin typeface="Calibri"/>
                <a:cs typeface="Calibri"/>
              </a:rPr>
              <a:t>another</a:t>
            </a:r>
            <a:r>
              <a:rPr sz="2160" spc="521" dirty="0">
                <a:latin typeface="Calibri"/>
                <a:cs typeface="Calibri"/>
              </a:rPr>
              <a:t> </a:t>
            </a:r>
            <a:r>
              <a:rPr sz="2160" dirty="0">
                <a:latin typeface="Calibri"/>
                <a:cs typeface="Calibri"/>
              </a:rPr>
              <a:t>version</a:t>
            </a:r>
            <a:r>
              <a:rPr sz="2160" spc="540" dirty="0">
                <a:latin typeface="Calibri"/>
                <a:cs typeface="Calibri"/>
              </a:rPr>
              <a:t> </a:t>
            </a:r>
            <a:r>
              <a:rPr sz="2160" dirty="0">
                <a:latin typeface="Calibri"/>
                <a:cs typeface="Calibri"/>
              </a:rPr>
              <a:t>C1.2,</a:t>
            </a:r>
            <a:r>
              <a:rPr sz="2160" spc="521" dirty="0">
                <a:latin typeface="Calibri"/>
                <a:cs typeface="Calibri"/>
              </a:rPr>
              <a:t> </a:t>
            </a:r>
            <a:r>
              <a:rPr sz="2160" dirty="0">
                <a:latin typeface="Calibri"/>
                <a:cs typeface="Calibri"/>
              </a:rPr>
              <a:t>so</a:t>
            </a:r>
            <a:r>
              <a:rPr sz="2160" spc="528" dirty="0">
                <a:latin typeface="Calibri"/>
                <a:cs typeface="Calibri"/>
              </a:rPr>
              <a:t> </a:t>
            </a:r>
            <a:r>
              <a:rPr sz="2160" dirty="0">
                <a:latin typeface="Calibri"/>
                <a:cs typeface="Calibri"/>
              </a:rPr>
              <a:t>that</a:t>
            </a:r>
            <a:r>
              <a:rPr sz="2160" spc="528" dirty="0">
                <a:latin typeface="Calibri"/>
                <a:cs typeface="Calibri"/>
              </a:rPr>
              <a:t> </a:t>
            </a:r>
            <a:r>
              <a:rPr sz="2160" dirty="0">
                <a:latin typeface="Calibri"/>
                <a:cs typeface="Calibri"/>
              </a:rPr>
              <a:t>Alice’s</a:t>
            </a:r>
            <a:r>
              <a:rPr sz="2160" spc="534" dirty="0">
                <a:latin typeface="Calibri"/>
                <a:cs typeface="Calibri"/>
              </a:rPr>
              <a:t> </a:t>
            </a:r>
            <a:r>
              <a:rPr sz="2160" dirty="0">
                <a:latin typeface="Calibri"/>
                <a:cs typeface="Calibri"/>
              </a:rPr>
              <a:t>changes</a:t>
            </a:r>
            <a:r>
              <a:rPr sz="2160" spc="546" dirty="0">
                <a:latin typeface="Calibri"/>
                <a:cs typeface="Calibri"/>
              </a:rPr>
              <a:t> </a:t>
            </a:r>
            <a:r>
              <a:rPr sz="2160" dirty="0">
                <a:latin typeface="Calibri"/>
                <a:cs typeface="Calibri"/>
              </a:rPr>
              <a:t>are</a:t>
            </a:r>
            <a:r>
              <a:rPr sz="2160" spc="534" dirty="0">
                <a:latin typeface="Calibri"/>
                <a:cs typeface="Calibri"/>
              </a:rPr>
              <a:t> </a:t>
            </a:r>
            <a:r>
              <a:rPr sz="2160" spc="-30" dirty="0">
                <a:latin typeface="Calibri"/>
                <a:cs typeface="Calibri"/>
              </a:rPr>
              <a:t>not</a:t>
            </a:r>
            <a:endParaRPr sz="2160" dirty="0">
              <a:latin typeface="Calibri"/>
              <a:cs typeface="Calibri"/>
            </a:endParaRPr>
          </a:p>
          <a:p>
            <a:pPr marL="425958"/>
            <a:r>
              <a:rPr sz="2160" spc="-12" dirty="0">
                <a:latin typeface="Calibri"/>
                <a:cs typeface="Calibri"/>
              </a:rPr>
              <a:t>overwritten.</a:t>
            </a:r>
            <a:endParaRPr sz="2160" dirty="0">
              <a:latin typeface="Calibri"/>
              <a:cs typeface="Calibri"/>
            </a:endParaRPr>
          </a:p>
        </p:txBody>
      </p:sp>
    </p:spTree>
    <p:extLst>
      <p:ext uri="{BB962C8B-B14F-4D97-AF65-F5344CB8AC3E}">
        <p14:creationId xmlns:p14="http://schemas.microsoft.com/office/powerpoint/2010/main" val="3838699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6881" y="166878"/>
            <a:ext cx="6208776" cy="6319166"/>
          </a:xfrm>
          <a:prstGeom prst="rect">
            <a:avLst/>
          </a:prstGeom>
        </p:spPr>
        <p:txBody>
          <a:bodyPr vert="horz" wrap="square" lIns="0" tIns="15240" rIns="0" bIns="0" rtlCol="0">
            <a:spAutoFit/>
          </a:bodyPr>
          <a:lstStyle/>
          <a:p>
            <a:pPr marL="426720" marR="8382" indent="-411480" algn="just">
              <a:spcBef>
                <a:spcPts val="120"/>
              </a:spcBef>
              <a:buFont typeface="Arial MT"/>
              <a:buChar char="•"/>
              <a:tabLst>
                <a:tab pos="426720" algn="l"/>
              </a:tabLst>
            </a:pPr>
            <a:r>
              <a:rPr sz="2160" dirty="0">
                <a:latin typeface="Calibri"/>
                <a:cs typeface="Calibri"/>
              </a:rPr>
              <a:t>In</a:t>
            </a:r>
            <a:r>
              <a:rPr sz="2160" spc="126" dirty="0">
                <a:latin typeface="Calibri"/>
                <a:cs typeface="Calibri"/>
              </a:rPr>
              <a:t> </a:t>
            </a:r>
            <a:r>
              <a:rPr sz="2160" dirty="0">
                <a:latin typeface="Calibri"/>
                <a:cs typeface="Calibri"/>
              </a:rPr>
              <a:t>a</a:t>
            </a:r>
            <a:r>
              <a:rPr sz="2160" spc="132" dirty="0">
                <a:latin typeface="Calibri"/>
                <a:cs typeface="Calibri"/>
              </a:rPr>
              <a:t> </a:t>
            </a:r>
            <a:r>
              <a:rPr sz="2160" b="1" dirty="0">
                <a:latin typeface="Calibri"/>
                <a:cs typeface="Calibri"/>
              </a:rPr>
              <a:t>distributed</a:t>
            </a:r>
            <a:r>
              <a:rPr sz="2160" b="1" spc="126" dirty="0">
                <a:latin typeface="Calibri"/>
                <a:cs typeface="Calibri"/>
              </a:rPr>
              <a:t> </a:t>
            </a:r>
            <a:r>
              <a:rPr sz="2160" b="1" dirty="0">
                <a:latin typeface="Calibri"/>
                <a:cs typeface="Calibri"/>
              </a:rPr>
              <a:t>VC</a:t>
            </a:r>
            <a:r>
              <a:rPr sz="2160" b="1" spc="126" dirty="0">
                <a:latin typeface="Calibri"/>
                <a:cs typeface="Calibri"/>
              </a:rPr>
              <a:t> </a:t>
            </a:r>
            <a:r>
              <a:rPr sz="2160" b="1" dirty="0">
                <a:latin typeface="Calibri"/>
                <a:cs typeface="Calibri"/>
              </a:rPr>
              <a:t>system</a:t>
            </a:r>
            <a:r>
              <a:rPr sz="2160" dirty="0">
                <a:latin typeface="Calibri"/>
                <a:cs typeface="Calibri"/>
              </a:rPr>
              <a:t>,</a:t>
            </a:r>
            <a:r>
              <a:rPr sz="2160" spc="120" dirty="0">
                <a:latin typeface="Calibri"/>
                <a:cs typeface="Calibri"/>
              </a:rPr>
              <a:t> </a:t>
            </a:r>
            <a:r>
              <a:rPr sz="2160" dirty="0">
                <a:latin typeface="Calibri"/>
                <a:cs typeface="Calibri"/>
              </a:rPr>
              <a:t>such</a:t>
            </a:r>
            <a:r>
              <a:rPr sz="2160" spc="126" dirty="0">
                <a:latin typeface="Calibri"/>
                <a:cs typeface="Calibri"/>
              </a:rPr>
              <a:t> </a:t>
            </a:r>
            <a:r>
              <a:rPr sz="2160" dirty="0">
                <a:latin typeface="Calibri"/>
                <a:cs typeface="Calibri"/>
              </a:rPr>
              <a:t>as</a:t>
            </a:r>
            <a:r>
              <a:rPr sz="2160" spc="137" dirty="0">
                <a:latin typeface="Calibri"/>
                <a:cs typeface="Calibri"/>
              </a:rPr>
              <a:t> </a:t>
            </a:r>
            <a:r>
              <a:rPr sz="2160" dirty="0">
                <a:latin typeface="Calibri"/>
                <a:cs typeface="Calibri"/>
              </a:rPr>
              <a:t>Git,</a:t>
            </a:r>
            <a:r>
              <a:rPr sz="2160" spc="137" dirty="0">
                <a:latin typeface="Calibri"/>
                <a:cs typeface="Calibri"/>
              </a:rPr>
              <a:t> </a:t>
            </a:r>
            <a:r>
              <a:rPr sz="2160" dirty="0">
                <a:latin typeface="Calibri"/>
                <a:cs typeface="Calibri"/>
              </a:rPr>
              <a:t>a</a:t>
            </a:r>
            <a:r>
              <a:rPr sz="2160" spc="126" dirty="0">
                <a:latin typeface="Calibri"/>
                <a:cs typeface="Calibri"/>
              </a:rPr>
              <a:t> </a:t>
            </a:r>
            <a:r>
              <a:rPr sz="2160" spc="-12" dirty="0">
                <a:latin typeface="Calibri"/>
                <a:cs typeface="Calibri"/>
              </a:rPr>
              <a:t>different </a:t>
            </a:r>
            <a:r>
              <a:rPr sz="2160" dirty="0">
                <a:latin typeface="Calibri"/>
                <a:cs typeface="Calibri"/>
              </a:rPr>
              <a:t>approach</a:t>
            </a:r>
            <a:r>
              <a:rPr sz="2160" spc="-60" dirty="0">
                <a:latin typeface="Calibri"/>
                <a:cs typeface="Calibri"/>
              </a:rPr>
              <a:t> </a:t>
            </a:r>
            <a:r>
              <a:rPr sz="2160" dirty="0">
                <a:latin typeface="Calibri"/>
                <a:cs typeface="Calibri"/>
              </a:rPr>
              <a:t>is</a:t>
            </a:r>
            <a:r>
              <a:rPr sz="2160" spc="-72" dirty="0">
                <a:latin typeface="Calibri"/>
                <a:cs typeface="Calibri"/>
              </a:rPr>
              <a:t> </a:t>
            </a:r>
            <a:r>
              <a:rPr sz="2160" spc="-24" dirty="0">
                <a:latin typeface="Calibri"/>
                <a:cs typeface="Calibri"/>
              </a:rPr>
              <a:t>used.</a:t>
            </a:r>
            <a:endParaRPr sz="2160" dirty="0">
              <a:latin typeface="Calibri"/>
              <a:cs typeface="Calibri"/>
            </a:endParaRPr>
          </a:p>
          <a:p>
            <a:pPr marL="426720" marR="6096" indent="-411480" algn="just">
              <a:spcBef>
                <a:spcPts val="521"/>
              </a:spcBef>
              <a:buFont typeface="Arial MT"/>
              <a:buChar char="•"/>
              <a:tabLst>
                <a:tab pos="426720" algn="l"/>
              </a:tabLst>
            </a:pPr>
            <a:r>
              <a:rPr sz="2160" dirty="0">
                <a:latin typeface="Calibri"/>
                <a:cs typeface="Calibri"/>
              </a:rPr>
              <a:t>A</a:t>
            </a:r>
            <a:r>
              <a:rPr sz="2160" spc="252" dirty="0">
                <a:latin typeface="Calibri"/>
                <a:cs typeface="Calibri"/>
              </a:rPr>
              <a:t> </a:t>
            </a:r>
            <a:r>
              <a:rPr sz="2160" b="1" i="1" dirty="0">
                <a:solidFill>
                  <a:srgbClr val="C00000"/>
                </a:solidFill>
                <a:latin typeface="Calibri"/>
                <a:cs typeface="Calibri"/>
              </a:rPr>
              <a:t>“master”</a:t>
            </a:r>
            <a:r>
              <a:rPr sz="2160" b="1" i="1" spc="270" dirty="0">
                <a:solidFill>
                  <a:srgbClr val="C00000"/>
                </a:solidFill>
                <a:latin typeface="Calibri"/>
                <a:cs typeface="Calibri"/>
              </a:rPr>
              <a:t> </a:t>
            </a:r>
            <a:r>
              <a:rPr sz="2160" b="1" i="1" dirty="0">
                <a:solidFill>
                  <a:srgbClr val="C00000"/>
                </a:solidFill>
                <a:latin typeface="Calibri"/>
                <a:cs typeface="Calibri"/>
              </a:rPr>
              <a:t>repository</a:t>
            </a:r>
            <a:r>
              <a:rPr sz="2160" b="1" i="1" spc="270" dirty="0">
                <a:solidFill>
                  <a:srgbClr val="C00000"/>
                </a:solidFill>
                <a:latin typeface="Calibri"/>
                <a:cs typeface="Calibri"/>
              </a:rPr>
              <a:t> </a:t>
            </a:r>
            <a:r>
              <a:rPr sz="2160" dirty="0">
                <a:latin typeface="Calibri"/>
                <a:cs typeface="Calibri"/>
              </a:rPr>
              <a:t>is</a:t>
            </a:r>
            <a:r>
              <a:rPr sz="2160" spc="270" dirty="0">
                <a:latin typeface="Calibri"/>
                <a:cs typeface="Calibri"/>
              </a:rPr>
              <a:t> </a:t>
            </a:r>
            <a:r>
              <a:rPr sz="2160" dirty="0">
                <a:latin typeface="Calibri"/>
                <a:cs typeface="Calibri"/>
              </a:rPr>
              <a:t>created</a:t>
            </a:r>
            <a:r>
              <a:rPr sz="2160" spc="264" dirty="0">
                <a:latin typeface="Calibri"/>
                <a:cs typeface="Calibri"/>
              </a:rPr>
              <a:t> </a:t>
            </a:r>
            <a:r>
              <a:rPr sz="2160" dirty="0">
                <a:latin typeface="Calibri"/>
                <a:cs typeface="Calibri"/>
              </a:rPr>
              <a:t>on</a:t>
            </a:r>
            <a:r>
              <a:rPr sz="2160" spc="258" dirty="0">
                <a:latin typeface="Calibri"/>
                <a:cs typeface="Calibri"/>
              </a:rPr>
              <a:t> </a:t>
            </a:r>
            <a:r>
              <a:rPr sz="2160" dirty="0">
                <a:latin typeface="Calibri"/>
                <a:cs typeface="Calibri"/>
              </a:rPr>
              <a:t>a</a:t>
            </a:r>
            <a:r>
              <a:rPr sz="2160" spc="258" dirty="0">
                <a:latin typeface="Calibri"/>
                <a:cs typeface="Calibri"/>
              </a:rPr>
              <a:t> </a:t>
            </a:r>
            <a:r>
              <a:rPr sz="2160" dirty="0">
                <a:latin typeface="Calibri"/>
                <a:cs typeface="Calibri"/>
              </a:rPr>
              <a:t>server</a:t>
            </a:r>
            <a:r>
              <a:rPr sz="2160" spc="258" dirty="0">
                <a:latin typeface="Calibri"/>
                <a:cs typeface="Calibri"/>
              </a:rPr>
              <a:t> </a:t>
            </a:r>
            <a:r>
              <a:rPr sz="2160" spc="-24" dirty="0">
                <a:latin typeface="Calibri"/>
                <a:cs typeface="Calibri"/>
              </a:rPr>
              <a:t>that </a:t>
            </a:r>
            <a:r>
              <a:rPr sz="2160" dirty="0">
                <a:latin typeface="Calibri"/>
                <a:cs typeface="Calibri"/>
              </a:rPr>
              <a:t>maintains</a:t>
            </a:r>
            <a:r>
              <a:rPr sz="2160" spc="180" dirty="0">
                <a:latin typeface="Calibri"/>
                <a:cs typeface="Calibri"/>
              </a:rPr>
              <a:t> </a:t>
            </a:r>
            <a:r>
              <a:rPr sz="2160" dirty="0">
                <a:latin typeface="Calibri"/>
                <a:cs typeface="Calibri"/>
              </a:rPr>
              <a:t>the</a:t>
            </a:r>
            <a:r>
              <a:rPr sz="2160" spc="198" dirty="0">
                <a:latin typeface="Calibri"/>
                <a:cs typeface="Calibri"/>
              </a:rPr>
              <a:t> </a:t>
            </a:r>
            <a:r>
              <a:rPr sz="2160" dirty="0">
                <a:latin typeface="Calibri"/>
                <a:cs typeface="Calibri"/>
              </a:rPr>
              <a:t>code</a:t>
            </a:r>
            <a:r>
              <a:rPr sz="2160" spc="198" dirty="0">
                <a:latin typeface="Calibri"/>
                <a:cs typeface="Calibri"/>
              </a:rPr>
              <a:t> </a:t>
            </a:r>
            <a:r>
              <a:rPr sz="2160" dirty="0">
                <a:latin typeface="Calibri"/>
                <a:cs typeface="Calibri"/>
              </a:rPr>
              <a:t>produced</a:t>
            </a:r>
            <a:r>
              <a:rPr sz="2160" spc="216" dirty="0">
                <a:latin typeface="Calibri"/>
                <a:cs typeface="Calibri"/>
              </a:rPr>
              <a:t> </a:t>
            </a:r>
            <a:r>
              <a:rPr sz="2160" dirty="0">
                <a:latin typeface="Calibri"/>
                <a:cs typeface="Calibri"/>
              </a:rPr>
              <a:t>by</a:t>
            </a:r>
            <a:r>
              <a:rPr sz="2160" spc="192" dirty="0">
                <a:latin typeface="Calibri"/>
                <a:cs typeface="Calibri"/>
              </a:rPr>
              <a:t> </a:t>
            </a:r>
            <a:r>
              <a:rPr sz="2160" dirty="0">
                <a:latin typeface="Calibri"/>
                <a:cs typeface="Calibri"/>
              </a:rPr>
              <a:t>the</a:t>
            </a:r>
            <a:r>
              <a:rPr sz="2160" spc="204" dirty="0">
                <a:latin typeface="Calibri"/>
                <a:cs typeface="Calibri"/>
              </a:rPr>
              <a:t> </a:t>
            </a:r>
            <a:r>
              <a:rPr sz="2160" spc="-12" dirty="0">
                <a:latin typeface="Calibri"/>
                <a:cs typeface="Calibri"/>
              </a:rPr>
              <a:t>development team.</a:t>
            </a:r>
            <a:endParaRPr sz="2160" dirty="0">
              <a:latin typeface="Calibri"/>
              <a:cs typeface="Calibri"/>
            </a:endParaRPr>
          </a:p>
          <a:p>
            <a:pPr marL="426720" marR="6858" indent="-411480" algn="just">
              <a:spcBef>
                <a:spcPts val="516"/>
              </a:spcBef>
              <a:buFont typeface="Arial MT"/>
              <a:buChar char="•"/>
              <a:tabLst>
                <a:tab pos="426720" algn="l"/>
              </a:tabLst>
            </a:pPr>
            <a:r>
              <a:rPr sz="2160" dirty="0">
                <a:latin typeface="Calibri"/>
                <a:cs typeface="Calibri"/>
              </a:rPr>
              <a:t>Instead</a:t>
            </a:r>
            <a:r>
              <a:rPr sz="2160" spc="312" dirty="0">
                <a:latin typeface="Calibri"/>
                <a:cs typeface="Calibri"/>
              </a:rPr>
              <a:t> </a:t>
            </a:r>
            <a:r>
              <a:rPr sz="2160" dirty="0">
                <a:latin typeface="Calibri"/>
                <a:cs typeface="Calibri"/>
              </a:rPr>
              <a:t>of</a:t>
            </a:r>
            <a:r>
              <a:rPr sz="2160" spc="300" dirty="0">
                <a:latin typeface="Calibri"/>
                <a:cs typeface="Calibri"/>
              </a:rPr>
              <a:t> </a:t>
            </a:r>
            <a:r>
              <a:rPr sz="2160" dirty="0">
                <a:latin typeface="Calibri"/>
                <a:cs typeface="Calibri"/>
              </a:rPr>
              <a:t>simply</a:t>
            </a:r>
            <a:r>
              <a:rPr sz="2160" spc="305" dirty="0">
                <a:latin typeface="Calibri"/>
                <a:cs typeface="Calibri"/>
              </a:rPr>
              <a:t> </a:t>
            </a:r>
            <a:r>
              <a:rPr sz="2160" dirty="0">
                <a:latin typeface="Calibri"/>
                <a:cs typeface="Calibri"/>
              </a:rPr>
              <a:t>checking</a:t>
            </a:r>
            <a:r>
              <a:rPr sz="2160" spc="324" dirty="0">
                <a:latin typeface="Calibri"/>
                <a:cs typeface="Calibri"/>
              </a:rPr>
              <a:t> </a:t>
            </a:r>
            <a:r>
              <a:rPr sz="2160" dirty="0">
                <a:latin typeface="Calibri"/>
                <a:cs typeface="Calibri"/>
              </a:rPr>
              <a:t>out</a:t>
            </a:r>
            <a:r>
              <a:rPr sz="2160" spc="324" dirty="0">
                <a:latin typeface="Calibri"/>
                <a:cs typeface="Calibri"/>
              </a:rPr>
              <a:t> </a:t>
            </a:r>
            <a:r>
              <a:rPr sz="2160" dirty="0">
                <a:latin typeface="Calibri"/>
                <a:cs typeface="Calibri"/>
              </a:rPr>
              <a:t>the</a:t>
            </a:r>
            <a:r>
              <a:rPr sz="2160" spc="305" dirty="0">
                <a:latin typeface="Calibri"/>
                <a:cs typeface="Calibri"/>
              </a:rPr>
              <a:t> </a:t>
            </a:r>
            <a:r>
              <a:rPr sz="2160" dirty="0">
                <a:latin typeface="Calibri"/>
                <a:cs typeface="Calibri"/>
              </a:rPr>
              <a:t>files</a:t>
            </a:r>
            <a:r>
              <a:rPr sz="2160" spc="318" dirty="0">
                <a:latin typeface="Calibri"/>
                <a:cs typeface="Calibri"/>
              </a:rPr>
              <a:t> </a:t>
            </a:r>
            <a:r>
              <a:rPr sz="2160" dirty="0">
                <a:latin typeface="Calibri"/>
                <a:cs typeface="Calibri"/>
              </a:rPr>
              <a:t>that</a:t>
            </a:r>
            <a:r>
              <a:rPr sz="2160" spc="294" dirty="0">
                <a:latin typeface="Calibri"/>
                <a:cs typeface="Calibri"/>
              </a:rPr>
              <a:t> </a:t>
            </a:r>
            <a:r>
              <a:rPr sz="2160" spc="-24" dirty="0">
                <a:latin typeface="Calibri"/>
                <a:cs typeface="Calibri"/>
              </a:rPr>
              <a:t>they </a:t>
            </a:r>
            <a:r>
              <a:rPr sz="2160" dirty="0">
                <a:latin typeface="Calibri"/>
                <a:cs typeface="Calibri"/>
              </a:rPr>
              <a:t>need,</a:t>
            </a:r>
            <a:r>
              <a:rPr sz="2160" spc="378" dirty="0">
                <a:latin typeface="Calibri"/>
                <a:cs typeface="Calibri"/>
              </a:rPr>
              <a:t> </a:t>
            </a:r>
            <a:r>
              <a:rPr sz="2160" dirty="0">
                <a:latin typeface="Calibri"/>
                <a:cs typeface="Calibri"/>
              </a:rPr>
              <a:t>a</a:t>
            </a:r>
            <a:r>
              <a:rPr sz="2160" spc="390" dirty="0">
                <a:latin typeface="Calibri"/>
                <a:cs typeface="Calibri"/>
              </a:rPr>
              <a:t> </a:t>
            </a:r>
            <a:r>
              <a:rPr sz="2160" dirty="0">
                <a:latin typeface="Calibri"/>
                <a:cs typeface="Calibri"/>
              </a:rPr>
              <a:t>developer</a:t>
            </a:r>
            <a:r>
              <a:rPr sz="2160" spc="390" dirty="0">
                <a:latin typeface="Calibri"/>
                <a:cs typeface="Calibri"/>
              </a:rPr>
              <a:t> </a:t>
            </a:r>
            <a:r>
              <a:rPr sz="2160" dirty="0">
                <a:latin typeface="Calibri"/>
                <a:cs typeface="Calibri"/>
              </a:rPr>
              <a:t>creates</a:t>
            </a:r>
            <a:r>
              <a:rPr sz="2160" spc="396" dirty="0">
                <a:latin typeface="Calibri"/>
                <a:cs typeface="Calibri"/>
              </a:rPr>
              <a:t> </a:t>
            </a:r>
            <a:r>
              <a:rPr sz="2160" dirty="0">
                <a:latin typeface="Calibri"/>
                <a:cs typeface="Calibri"/>
              </a:rPr>
              <a:t>a</a:t>
            </a:r>
            <a:r>
              <a:rPr sz="2160" spc="384" dirty="0">
                <a:latin typeface="Calibri"/>
                <a:cs typeface="Calibri"/>
              </a:rPr>
              <a:t> </a:t>
            </a:r>
            <a:r>
              <a:rPr sz="2160" dirty="0">
                <a:latin typeface="Calibri"/>
                <a:cs typeface="Calibri"/>
              </a:rPr>
              <a:t>clone</a:t>
            </a:r>
            <a:r>
              <a:rPr sz="2160" spc="396" dirty="0">
                <a:latin typeface="Calibri"/>
                <a:cs typeface="Calibri"/>
              </a:rPr>
              <a:t> </a:t>
            </a:r>
            <a:r>
              <a:rPr sz="2160" dirty="0">
                <a:latin typeface="Calibri"/>
                <a:cs typeface="Calibri"/>
              </a:rPr>
              <a:t>of</a:t>
            </a:r>
            <a:r>
              <a:rPr sz="2160" spc="390" dirty="0">
                <a:latin typeface="Calibri"/>
                <a:cs typeface="Calibri"/>
              </a:rPr>
              <a:t> </a:t>
            </a:r>
            <a:r>
              <a:rPr sz="2160" dirty="0">
                <a:latin typeface="Calibri"/>
                <a:cs typeface="Calibri"/>
              </a:rPr>
              <a:t>the</a:t>
            </a:r>
            <a:r>
              <a:rPr sz="2160" spc="384" dirty="0">
                <a:latin typeface="Calibri"/>
                <a:cs typeface="Calibri"/>
              </a:rPr>
              <a:t> </a:t>
            </a:r>
            <a:r>
              <a:rPr sz="2160" spc="-12" dirty="0">
                <a:latin typeface="Calibri"/>
                <a:cs typeface="Calibri"/>
              </a:rPr>
              <a:t>project </a:t>
            </a:r>
            <a:r>
              <a:rPr sz="2160" dirty="0">
                <a:latin typeface="Calibri"/>
                <a:cs typeface="Calibri"/>
              </a:rPr>
              <a:t>repository</a:t>
            </a:r>
            <a:r>
              <a:rPr sz="2160" spc="162" dirty="0">
                <a:latin typeface="Calibri"/>
                <a:cs typeface="Calibri"/>
              </a:rPr>
              <a:t> </a:t>
            </a:r>
            <a:r>
              <a:rPr sz="2160" dirty="0">
                <a:latin typeface="Calibri"/>
                <a:cs typeface="Calibri"/>
              </a:rPr>
              <a:t>that</a:t>
            </a:r>
            <a:r>
              <a:rPr sz="2160" spc="150" dirty="0">
                <a:latin typeface="Calibri"/>
                <a:cs typeface="Calibri"/>
              </a:rPr>
              <a:t> </a:t>
            </a:r>
            <a:r>
              <a:rPr sz="2160" dirty="0">
                <a:latin typeface="Calibri"/>
                <a:cs typeface="Calibri"/>
              </a:rPr>
              <a:t>is</a:t>
            </a:r>
            <a:r>
              <a:rPr sz="2160" spc="162" dirty="0">
                <a:latin typeface="Calibri"/>
                <a:cs typeface="Calibri"/>
              </a:rPr>
              <a:t> </a:t>
            </a:r>
            <a:r>
              <a:rPr sz="2160" dirty="0">
                <a:latin typeface="Calibri"/>
                <a:cs typeface="Calibri"/>
              </a:rPr>
              <a:t>downloaded</a:t>
            </a:r>
            <a:r>
              <a:rPr sz="2160" spc="174" dirty="0">
                <a:latin typeface="Calibri"/>
                <a:cs typeface="Calibri"/>
              </a:rPr>
              <a:t> </a:t>
            </a:r>
            <a:r>
              <a:rPr sz="2160" dirty="0">
                <a:latin typeface="Calibri"/>
                <a:cs typeface="Calibri"/>
              </a:rPr>
              <a:t>and</a:t>
            </a:r>
            <a:r>
              <a:rPr sz="2160" spc="162" dirty="0">
                <a:latin typeface="Calibri"/>
                <a:cs typeface="Calibri"/>
              </a:rPr>
              <a:t> </a:t>
            </a:r>
            <a:r>
              <a:rPr sz="2160" dirty="0">
                <a:latin typeface="Calibri"/>
                <a:cs typeface="Calibri"/>
              </a:rPr>
              <a:t>installed</a:t>
            </a:r>
            <a:r>
              <a:rPr sz="2160" spc="186" dirty="0">
                <a:latin typeface="Calibri"/>
                <a:cs typeface="Calibri"/>
              </a:rPr>
              <a:t> </a:t>
            </a:r>
            <a:r>
              <a:rPr sz="2160" dirty="0">
                <a:latin typeface="Calibri"/>
                <a:cs typeface="Calibri"/>
              </a:rPr>
              <a:t>on</a:t>
            </a:r>
            <a:r>
              <a:rPr sz="2160" spc="186" dirty="0">
                <a:latin typeface="Calibri"/>
                <a:cs typeface="Calibri"/>
              </a:rPr>
              <a:t> </a:t>
            </a:r>
            <a:r>
              <a:rPr sz="2160" spc="-30" dirty="0">
                <a:latin typeface="Calibri"/>
                <a:cs typeface="Calibri"/>
              </a:rPr>
              <a:t>his </a:t>
            </a:r>
            <a:r>
              <a:rPr sz="2160" dirty="0">
                <a:latin typeface="Calibri"/>
                <a:cs typeface="Calibri"/>
              </a:rPr>
              <a:t>or</a:t>
            </a:r>
            <a:r>
              <a:rPr sz="2160" spc="-12" dirty="0">
                <a:latin typeface="Calibri"/>
                <a:cs typeface="Calibri"/>
              </a:rPr>
              <a:t> </a:t>
            </a:r>
            <a:r>
              <a:rPr sz="2160" dirty="0">
                <a:latin typeface="Calibri"/>
                <a:cs typeface="Calibri"/>
              </a:rPr>
              <a:t>her</a:t>
            </a:r>
            <a:r>
              <a:rPr sz="2160" spc="-18" dirty="0">
                <a:latin typeface="Calibri"/>
                <a:cs typeface="Calibri"/>
              </a:rPr>
              <a:t> </a:t>
            </a:r>
            <a:r>
              <a:rPr sz="2160" spc="-12" dirty="0">
                <a:latin typeface="Calibri"/>
                <a:cs typeface="Calibri"/>
              </a:rPr>
              <a:t>computer.</a:t>
            </a:r>
            <a:endParaRPr sz="2160" dirty="0">
              <a:latin typeface="Calibri"/>
              <a:cs typeface="Calibri"/>
            </a:endParaRPr>
          </a:p>
          <a:p>
            <a:pPr marL="426720" marR="10668" indent="-411480" algn="just">
              <a:spcBef>
                <a:spcPts val="521"/>
              </a:spcBef>
              <a:buFont typeface="Arial MT"/>
              <a:buChar char="•"/>
              <a:tabLst>
                <a:tab pos="426720" algn="l"/>
              </a:tabLst>
            </a:pPr>
            <a:r>
              <a:rPr sz="2160" dirty="0">
                <a:latin typeface="Calibri"/>
                <a:cs typeface="Calibri"/>
              </a:rPr>
              <a:t>Developers</a:t>
            </a:r>
            <a:r>
              <a:rPr sz="2160" spc="-24" dirty="0">
                <a:latin typeface="Calibri"/>
                <a:cs typeface="Calibri"/>
              </a:rPr>
              <a:t> </a:t>
            </a:r>
            <a:r>
              <a:rPr sz="2160" dirty="0">
                <a:latin typeface="Calibri"/>
                <a:cs typeface="Calibri"/>
              </a:rPr>
              <a:t>work</a:t>
            </a:r>
            <a:r>
              <a:rPr sz="2160" spc="-18" dirty="0">
                <a:latin typeface="Calibri"/>
                <a:cs typeface="Calibri"/>
              </a:rPr>
              <a:t> </a:t>
            </a:r>
            <a:r>
              <a:rPr sz="2160" dirty="0">
                <a:latin typeface="Calibri"/>
                <a:cs typeface="Calibri"/>
              </a:rPr>
              <a:t>on</a:t>
            </a:r>
            <a:r>
              <a:rPr sz="2160" spc="-18" dirty="0">
                <a:latin typeface="Calibri"/>
                <a:cs typeface="Calibri"/>
              </a:rPr>
              <a:t> </a:t>
            </a:r>
            <a:r>
              <a:rPr sz="2160" dirty="0">
                <a:latin typeface="Calibri"/>
                <a:cs typeface="Calibri"/>
              </a:rPr>
              <a:t>the files</a:t>
            </a:r>
            <a:r>
              <a:rPr sz="2160" spc="-18" dirty="0">
                <a:latin typeface="Calibri"/>
                <a:cs typeface="Calibri"/>
              </a:rPr>
              <a:t> </a:t>
            </a:r>
            <a:r>
              <a:rPr sz="2160" dirty="0">
                <a:latin typeface="Calibri"/>
                <a:cs typeface="Calibri"/>
              </a:rPr>
              <a:t>required and</a:t>
            </a:r>
            <a:r>
              <a:rPr sz="2160" spc="-12" dirty="0">
                <a:latin typeface="Calibri"/>
                <a:cs typeface="Calibri"/>
              </a:rPr>
              <a:t> maintain </a:t>
            </a:r>
            <a:r>
              <a:rPr sz="2160" dirty="0">
                <a:latin typeface="Calibri"/>
                <a:cs typeface="Calibri"/>
              </a:rPr>
              <a:t>the</a:t>
            </a:r>
            <a:r>
              <a:rPr sz="2160" spc="528" dirty="0">
                <a:latin typeface="Calibri"/>
                <a:cs typeface="Calibri"/>
              </a:rPr>
              <a:t> </a:t>
            </a:r>
            <a:r>
              <a:rPr sz="2160" dirty="0">
                <a:latin typeface="Calibri"/>
                <a:cs typeface="Calibri"/>
              </a:rPr>
              <a:t>new</a:t>
            </a:r>
            <a:r>
              <a:rPr sz="2160" spc="528" dirty="0">
                <a:latin typeface="Calibri"/>
                <a:cs typeface="Calibri"/>
              </a:rPr>
              <a:t> </a:t>
            </a:r>
            <a:r>
              <a:rPr sz="2160" dirty="0">
                <a:latin typeface="Calibri"/>
                <a:cs typeface="Calibri"/>
              </a:rPr>
              <a:t>versions</a:t>
            </a:r>
            <a:r>
              <a:rPr sz="2160" spc="546" dirty="0">
                <a:latin typeface="Calibri"/>
                <a:cs typeface="Calibri"/>
              </a:rPr>
              <a:t> </a:t>
            </a:r>
            <a:r>
              <a:rPr sz="2160" dirty="0">
                <a:latin typeface="Calibri"/>
                <a:cs typeface="Calibri"/>
              </a:rPr>
              <a:t>on</a:t>
            </a:r>
            <a:r>
              <a:rPr sz="2160" spc="534" dirty="0">
                <a:latin typeface="Calibri"/>
                <a:cs typeface="Calibri"/>
              </a:rPr>
              <a:t> </a:t>
            </a:r>
            <a:r>
              <a:rPr sz="2160" dirty="0">
                <a:latin typeface="Calibri"/>
                <a:cs typeface="Calibri"/>
              </a:rPr>
              <a:t>their</a:t>
            </a:r>
            <a:r>
              <a:rPr sz="2160" spc="534" dirty="0">
                <a:latin typeface="Calibri"/>
                <a:cs typeface="Calibri"/>
              </a:rPr>
              <a:t> </a:t>
            </a:r>
            <a:r>
              <a:rPr sz="2160" dirty="0">
                <a:latin typeface="Calibri"/>
                <a:cs typeface="Calibri"/>
              </a:rPr>
              <a:t>private</a:t>
            </a:r>
            <a:r>
              <a:rPr sz="2160" spc="534" dirty="0">
                <a:latin typeface="Calibri"/>
                <a:cs typeface="Calibri"/>
              </a:rPr>
              <a:t> </a:t>
            </a:r>
            <a:r>
              <a:rPr sz="2160" dirty="0">
                <a:latin typeface="Calibri"/>
                <a:cs typeface="Calibri"/>
              </a:rPr>
              <a:t>repository</a:t>
            </a:r>
            <a:r>
              <a:rPr sz="2160" spc="528" dirty="0">
                <a:latin typeface="Calibri"/>
                <a:cs typeface="Calibri"/>
              </a:rPr>
              <a:t> </a:t>
            </a:r>
            <a:r>
              <a:rPr sz="2160" spc="-30" dirty="0">
                <a:latin typeface="Calibri"/>
                <a:cs typeface="Calibri"/>
              </a:rPr>
              <a:t>on </a:t>
            </a:r>
            <a:r>
              <a:rPr sz="2160" dirty="0">
                <a:latin typeface="Calibri"/>
                <a:cs typeface="Calibri"/>
              </a:rPr>
              <a:t>their</a:t>
            </a:r>
            <a:r>
              <a:rPr sz="2160" spc="-48" dirty="0">
                <a:latin typeface="Calibri"/>
                <a:cs typeface="Calibri"/>
              </a:rPr>
              <a:t> </a:t>
            </a:r>
            <a:r>
              <a:rPr sz="2160" dirty="0">
                <a:latin typeface="Calibri"/>
                <a:cs typeface="Calibri"/>
              </a:rPr>
              <a:t>own</a:t>
            </a:r>
            <a:r>
              <a:rPr sz="2160" spc="-42" dirty="0">
                <a:latin typeface="Calibri"/>
                <a:cs typeface="Calibri"/>
              </a:rPr>
              <a:t> </a:t>
            </a:r>
            <a:r>
              <a:rPr sz="2160" spc="-12" dirty="0">
                <a:latin typeface="Calibri"/>
                <a:cs typeface="Calibri"/>
              </a:rPr>
              <a:t>computer.</a:t>
            </a:r>
            <a:endParaRPr sz="2160" dirty="0">
              <a:latin typeface="Calibri"/>
              <a:cs typeface="Calibri"/>
            </a:endParaRPr>
          </a:p>
          <a:p>
            <a:pPr marL="426720" marR="7620" indent="-411480" algn="just">
              <a:spcBef>
                <a:spcPts val="521"/>
              </a:spcBef>
              <a:buFont typeface="Arial MT"/>
              <a:buChar char="•"/>
              <a:tabLst>
                <a:tab pos="426720" algn="l"/>
              </a:tabLst>
            </a:pPr>
            <a:r>
              <a:rPr sz="2160" dirty="0">
                <a:latin typeface="Calibri"/>
                <a:cs typeface="Calibri"/>
              </a:rPr>
              <a:t>When</a:t>
            </a:r>
            <a:r>
              <a:rPr sz="2160" spc="60" dirty="0">
                <a:latin typeface="Calibri"/>
                <a:cs typeface="Calibri"/>
              </a:rPr>
              <a:t>  </a:t>
            </a:r>
            <a:r>
              <a:rPr sz="2160" dirty="0">
                <a:latin typeface="Calibri"/>
                <a:cs typeface="Calibri"/>
              </a:rPr>
              <a:t>they</a:t>
            </a:r>
            <a:r>
              <a:rPr sz="2160" spc="66" dirty="0">
                <a:latin typeface="Calibri"/>
                <a:cs typeface="Calibri"/>
              </a:rPr>
              <a:t>  </a:t>
            </a:r>
            <a:r>
              <a:rPr sz="2160" dirty="0">
                <a:latin typeface="Calibri"/>
                <a:cs typeface="Calibri"/>
              </a:rPr>
              <a:t>have</a:t>
            </a:r>
            <a:r>
              <a:rPr sz="2160" spc="66" dirty="0">
                <a:latin typeface="Calibri"/>
                <a:cs typeface="Calibri"/>
              </a:rPr>
              <a:t>  </a:t>
            </a:r>
            <a:r>
              <a:rPr sz="2160" dirty="0">
                <a:latin typeface="Calibri"/>
                <a:cs typeface="Calibri"/>
              </a:rPr>
              <a:t>finished</a:t>
            </a:r>
            <a:r>
              <a:rPr sz="2160" spc="72" dirty="0">
                <a:latin typeface="Calibri"/>
                <a:cs typeface="Calibri"/>
              </a:rPr>
              <a:t>  </a:t>
            </a:r>
            <a:r>
              <a:rPr sz="2160" dirty="0">
                <a:latin typeface="Calibri"/>
                <a:cs typeface="Calibri"/>
              </a:rPr>
              <a:t>making</a:t>
            </a:r>
            <a:r>
              <a:rPr sz="2160" spc="66" dirty="0">
                <a:latin typeface="Calibri"/>
                <a:cs typeface="Calibri"/>
              </a:rPr>
              <a:t>  </a:t>
            </a:r>
            <a:r>
              <a:rPr sz="2160" dirty="0">
                <a:latin typeface="Calibri"/>
                <a:cs typeface="Calibri"/>
              </a:rPr>
              <a:t>changes,</a:t>
            </a:r>
            <a:r>
              <a:rPr sz="2160" spc="60" dirty="0">
                <a:latin typeface="Calibri"/>
                <a:cs typeface="Calibri"/>
              </a:rPr>
              <a:t>  </a:t>
            </a:r>
            <a:r>
              <a:rPr sz="2160" spc="-24" dirty="0">
                <a:latin typeface="Calibri"/>
                <a:cs typeface="Calibri"/>
              </a:rPr>
              <a:t>they </a:t>
            </a:r>
            <a:r>
              <a:rPr sz="2160" dirty="0">
                <a:latin typeface="Calibri"/>
                <a:cs typeface="Calibri"/>
              </a:rPr>
              <a:t>“commit”</a:t>
            </a:r>
            <a:r>
              <a:rPr sz="2160" spc="275" dirty="0">
                <a:latin typeface="Calibri"/>
                <a:cs typeface="Calibri"/>
              </a:rPr>
              <a:t> </a:t>
            </a:r>
            <a:r>
              <a:rPr sz="2160" dirty="0">
                <a:latin typeface="Calibri"/>
                <a:cs typeface="Calibri"/>
              </a:rPr>
              <a:t>these</a:t>
            </a:r>
            <a:r>
              <a:rPr sz="2160" spc="288" dirty="0">
                <a:latin typeface="Calibri"/>
                <a:cs typeface="Calibri"/>
              </a:rPr>
              <a:t> </a:t>
            </a:r>
            <a:r>
              <a:rPr sz="2160" dirty="0">
                <a:latin typeface="Calibri"/>
                <a:cs typeface="Calibri"/>
              </a:rPr>
              <a:t>changes</a:t>
            </a:r>
            <a:r>
              <a:rPr sz="2160" spc="288" dirty="0">
                <a:latin typeface="Calibri"/>
                <a:cs typeface="Calibri"/>
              </a:rPr>
              <a:t> </a:t>
            </a:r>
            <a:r>
              <a:rPr sz="2160" dirty="0">
                <a:latin typeface="Calibri"/>
                <a:cs typeface="Calibri"/>
              </a:rPr>
              <a:t>and</a:t>
            </a:r>
            <a:r>
              <a:rPr sz="2160" spc="300" dirty="0">
                <a:latin typeface="Calibri"/>
                <a:cs typeface="Calibri"/>
              </a:rPr>
              <a:t> </a:t>
            </a:r>
            <a:r>
              <a:rPr sz="2160" dirty="0">
                <a:latin typeface="Calibri"/>
                <a:cs typeface="Calibri"/>
              </a:rPr>
              <a:t>update</a:t>
            </a:r>
            <a:r>
              <a:rPr sz="2160" spc="282" dirty="0">
                <a:latin typeface="Calibri"/>
                <a:cs typeface="Calibri"/>
              </a:rPr>
              <a:t> </a:t>
            </a:r>
            <a:r>
              <a:rPr sz="2160" dirty="0">
                <a:latin typeface="Calibri"/>
                <a:cs typeface="Calibri"/>
              </a:rPr>
              <a:t>their</a:t>
            </a:r>
            <a:r>
              <a:rPr sz="2160" spc="282" dirty="0">
                <a:latin typeface="Calibri"/>
                <a:cs typeface="Calibri"/>
              </a:rPr>
              <a:t> </a:t>
            </a:r>
            <a:r>
              <a:rPr sz="2160" spc="-12" dirty="0">
                <a:latin typeface="Calibri"/>
                <a:cs typeface="Calibri"/>
              </a:rPr>
              <a:t>private </a:t>
            </a:r>
            <a:r>
              <a:rPr sz="2160" dirty="0">
                <a:latin typeface="Calibri"/>
                <a:cs typeface="Calibri"/>
              </a:rPr>
              <a:t>server</a:t>
            </a:r>
            <a:r>
              <a:rPr sz="2160" spc="-54" dirty="0">
                <a:latin typeface="Calibri"/>
                <a:cs typeface="Calibri"/>
              </a:rPr>
              <a:t> </a:t>
            </a:r>
            <a:r>
              <a:rPr sz="2160" spc="-12" dirty="0">
                <a:latin typeface="Calibri"/>
                <a:cs typeface="Calibri"/>
              </a:rPr>
              <a:t>repository.</a:t>
            </a:r>
            <a:endParaRPr sz="2160" dirty="0">
              <a:latin typeface="Calibri"/>
              <a:cs typeface="Calibri"/>
            </a:endParaRPr>
          </a:p>
          <a:p>
            <a:pPr marL="426720" marR="6096" indent="-411480" algn="just">
              <a:spcBef>
                <a:spcPts val="521"/>
              </a:spcBef>
              <a:buFont typeface="Arial MT"/>
              <a:buChar char="•"/>
              <a:tabLst>
                <a:tab pos="426720" algn="l"/>
              </a:tabLst>
            </a:pPr>
            <a:r>
              <a:rPr sz="2160" dirty="0">
                <a:latin typeface="Calibri"/>
                <a:cs typeface="Calibri"/>
              </a:rPr>
              <a:t>They</a:t>
            </a:r>
            <a:r>
              <a:rPr sz="2160" spc="-18" dirty="0">
                <a:latin typeface="Calibri"/>
                <a:cs typeface="Calibri"/>
              </a:rPr>
              <a:t> </a:t>
            </a:r>
            <a:r>
              <a:rPr sz="2160" dirty="0">
                <a:latin typeface="Calibri"/>
                <a:cs typeface="Calibri"/>
              </a:rPr>
              <a:t>may</a:t>
            </a:r>
            <a:r>
              <a:rPr sz="2160" spc="-12" dirty="0">
                <a:latin typeface="Calibri"/>
                <a:cs typeface="Calibri"/>
              </a:rPr>
              <a:t> </a:t>
            </a:r>
            <a:r>
              <a:rPr sz="2160" dirty="0">
                <a:latin typeface="Calibri"/>
                <a:cs typeface="Calibri"/>
              </a:rPr>
              <a:t>then “push”</a:t>
            </a:r>
            <a:r>
              <a:rPr sz="2160" spc="-6" dirty="0">
                <a:latin typeface="Calibri"/>
                <a:cs typeface="Calibri"/>
              </a:rPr>
              <a:t> </a:t>
            </a:r>
            <a:r>
              <a:rPr sz="2160" dirty="0">
                <a:latin typeface="Calibri"/>
                <a:cs typeface="Calibri"/>
              </a:rPr>
              <a:t>these</a:t>
            </a:r>
            <a:r>
              <a:rPr sz="2160" spc="-6" dirty="0">
                <a:latin typeface="Calibri"/>
                <a:cs typeface="Calibri"/>
              </a:rPr>
              <a:t> </a:t>
            </a:r>
            <a:r>
              <a:rPr sz="2160" dirty="0">
                <a:latin typeface="Calibri"/>
                <a:cs typeface="Calibri"/>
              </a:rPr>
              <a:t>changes</a:t>
            </a:r>
            <a:r>
              <a:rPr sz="2160" spc="6" dirty="0">
                <a:latin typeface="Calibri"/>
                <a:cs typeface="Calibri"/>
              </a:rPr>
              <a:t> </a:t>
            </a:r>
            <a:r>
              <a:rPr sz="2160" dirty="0">
                <a:latin typeface="Calibri"/>
                <a:cs typeface="Calibri"/>
              </a:rPr>
              <a:t>to</a:t>
            </a:r>
            <a:r>
              <a:rPr sz="2160" spc="-12" dirty="0">
                <a:latin typeface="Calibri"/>
                <a:cs typeface="Calibri"/>
              </a:rPr>
              <a:t> </a:t>
            </a:r>
            <a:r>
              <a:rPr sz="2160" dirty="0">
                <a:latin typeface="Calibri"/>
                <a:cs typeface="Calibri"/>
              </a:rPr>
              <a:t>the</a:t>
            </a:r>
            <a:r>
              <a:rPr sz="2160" spc="-12" dirty="0">
                <a:latin typeface="Calibri"/>
                <a:cs typeface="Calibri"/>
              </a:rPr>
              <a:t> project </a:t>
            </a:r>
            <a:r>
              <a:rPr sz="2160" dirty="0">
                <a:latin typeface="Calibri"/>
                <a:cs typeface="Calibri"/>
              </a:rPr>
              <a:t>repository</a:t>
            </a:r>
            <a:r>
              <a:rPr sz="2160" spc="126" dirty="0">
                <a:latin typeface="Calibri"/>
                <a:cs typeface="Calibri"/>
              </a:rPr>
              <a:t>  </a:t>
            </a:r>
            <a:r>
              <a:rPr sz="2160" dirty="0">
                <a:latin typeface="Calibri"/>
                <a:cs typeface="Calibri"/>
              </a:rPr>
              <a:t>or</a:t>
            </a:r>
            <a:r>
              <a:rPr sz="2160" spc="120" dirty="0">
                <a:latin typeface="Calibri"/>
                <a:cs typeface="Calibri"/>
              </a:rPr>
              <a:t>  </a:t>
            </a:r>
            <a:r>
              <a:rPr sz="2160" dirty="0">
                <a:latin typeface="Calibri"/>
                <a:cs typeface="Calibri"/>
              </a:rPr>
              <a:t>tell</a:t>
            </a:r>
            <a:r>
              <a:rPr sz="2160" spc="120" dirty="0">
                <a:latin typeface="Calibri"/>
                <a:cs typeface="Calibri"/>
              </a:rPr>
              <a:t>  </a:t>
            </a:r>
            <a:r>
              <a:rPr sz="2160" dirty="0">
                <a:latin typeface="Calibri"/>
                <a:cs typeface="Calibri"/>
              </a:rPr>
              <a:t>the</a:t>
            </a:r>
            <a:r>
              <a:rPr sz="2160" spc="132" dirty="0">
                <a:latin typeface="Calibri"/>
                <a:cs typeface="Calibri"/>
              </a:rPr>
              <a:t>  </a:t>
            </a:r>
            <a:r>
              <a:rPr sz="2160" dirty="0">
                <a:latin typeface="Calibri"/>
                <a:cs typeface="Calibri"/>
              </a:rPr>
              <a:t>integration</a:t>
            </a:r>
            <a:r>
              <a:rPr sz="2160" spc="132" dirty="0">
                <a:latin typeface="Calibri"/>
                <a:cs typeface="Calibri"/>
              </a:rPr>
              <a:t>  </a:t>
            </a:r>
            <a:r>
              <a:rPr sz="2160" dirty="0">
                <a:latin typeface="Calibri"/>
                <a:cs typeface="Calibri"/>
              </a:rPr>
              <a:t>manager</a:t>
            </a:r>
            <a:r>
              <a:rPr sz="2160" spc="126" dirty="0">
                <a:latin typeface="Calibri"/>
                <a:cs typeface="Calibri"/>
              </a:rPr>
              <a:t>  </a:t>
            </a:r>
            <a:r>
              <a:rPr sz="2160" spc="-24" dirty="0">
                <a:latin typeface="Calibri"/>
                <a:cs typeface="Calibri"/>
              </a:rPr>
              <a:t>that </a:t>
            </a:r>
            <a:r>
              <a:rPr sz="2160" dirty="0">
                <a:latin typeface="Calibri"/>
                <a:cs typeface="Calibri"/>
              </a:rPr>
              <a:t>changed</a:t>
            </a:r>
            <a:r>
              <a:rPr sz="2160" spc="-72" dirty="0">
                <a:latin typeface="Calibri"/>
                <a:cs typeface="Calibri"/>
              </a:rPr>
              <a:t> </a:t>
            </a:r>
            <a:r>
              <a:rPr sz="2160" dirty="0">
                <a:latin typeface="Calibri"/>
                <a:cs typeface="Calibri"/>
              </a:rPr>
              <a:t>versions</a:t>
            </a:r>
            <a:r>
              <a:rPr sz="2160" spc="-90" dirty="0">
                <a:latin typeface="Calibri"/>
                <a:cs typeface="Calibri"/>
              </a:rPr>
              <a:t> </a:t>
            </a:r>
            <a:r>
              <a:rPr sz="2160" dirty="0">
                <a:latin typeface="Calibri"/>
                <a:cs typeface="Calibri"/>
              </a:rPr>
              <a:t>are</a:t>
            </a:r>
            <a:r>
              <a:rPr sz="2160" spc="-72" dirty="0">
                <a:latin typeface="Calibri"/>
                <a:cs typeface="Calibri"/>
              </a:rPr>
              <a:t> </a:t>
            </a:r>
            <a:r>
              <a:rPr sz="2160" spc="-12" dirty="0">
                <a:latin typeface="Calibri"/>
                <a:cs typeface="Calibri"/>
              </a:rPr>
              <a:t>available.</a:t>
            </a:r>
            <a:endParaRPr sz="2160" dirty="0">
              <a:latin typeface="Calibri"/>
              <a:cs typeface="Calibri"/>
            </a:endParaRPr>
          </a:p>
        </p:txBody>
      </p:sp>
      <p:grpSp>
        <p:nvGrpSpPr>
          <p:cNvPr id="3" name="object 3"/>
          <p:cNvGrpSpPr/>
          <p:nvPr/>
        </p:nvGrpSpPr>
        <p:grpSpPr>
          <a:xfrm>
            <a:off x="7207834" y="212110"/>
            <a:ext cx="4023360" cy="5474970"/>
            <a:chOff x="5498528" y="176758"/>
            <a:chExt cx="3352800" cy="4562475"/>
          </a:xfrm>
        </p:grpSpPr>
        <p:pic>
          <p:nvPicPr>
            <p:cNvPr id="4" name="object 4"/>
            <p:cNvPicPr/>
            <p:nvPr/>
          </p:nvPicPr>
          <p:blipFill>
            <a:blip r:embed="rId2" cstate="print"/>
            <a:stretch>
              <a:fillRect/>
            </a:stretch>
          </p:blipFill>
          <p:spPr>
            <a:xfrm>
              <a:off x="5622416" y="272008"/>
              <a:ext cx="3143250" cy="4343400"/>
            </a:xfrm>
            <a:prstGeom prst="rect">
              <a:avLst/>
            </a:prstGeom>
          </p:spPr>
        </p:pic>
        <p:sp>
          <p:nvSpPr>
            <p:cNvPr id="5" name="object 5"/>
            <p:cNvSpPr/>
            <p:nvPr/>
          </p:nvSpPr>
          <p:spPr>
            <a:xfrm>
              <a:off x="5503290" y="181521"/>
              <a:ext cx="3343275" cy="4552950"/>
            </a:xfrm>
            <a:custGeom>
              <a:avLst/>
              <a:gdLst/>
              <a:ahLst/>
              <a:cxnLst/>
              <a:rect l="l" t="t" r="r" b="b"/>
              <a:pathLst>
                <a:path w="3343275" h="4552950">
                  <a:moveTo>
                    <a:pt x="0" y="4552950"/>
                  </a:moveTo>
                  <a:lnTo>
                    <a:pt x="3343274" y="4552950"/>
                  </a:lnTo>
                  <a:lnTo>
                    <a:pt x="3343274" y="0"/>
                  </a:lnTo>
                  <a:lnTo>
                    <a:pt x="0" y="0"/>
                  </a:lnTo>
                  <a:lnTo>
                    <a:pt x="0" y="4552950"/>
                  </a:lnTo>
                  <a:close/>
                </a:path>
              </a:pathLst>
            </a:custGeom>
            <a:ln w="9525">
              <a:solidFill>
                <a:srgbClr val="000000"/>
              </a:solidFill>
            </a:ln>
          </p:spPr>
          <p:txBody>
            <a:bodyPr wrap="square" lIns="0" tIns="0" rIns="0" bIns="0" rtlCol="0"/>
            <a:lstStyle/>
            <a:p>
              <a:endParaRPr sz="2160"/>
            </a:p>
          </p:txBody>
        </p:sp>
      </p:grpSp>
      <p:sp>
        <p:nvSpPr>
          <p:cNvPr id="6" name="object 6"/>
          <p:cNvSpPr txBox="1"/>
          <p:nvPr/>
        </p:nvSpPr>
        <p:spPr>
          <a:xfrm>
            <a:off x="7142225" y="5772911"/>
            <a:ext cx="4216908" cy="1012585"/>
          </a:xfrm>
          <a:prstGeom prst="rect">
            <a:avLst/>
          </a:prstGeom>
        </p:spPr>
        <p:txBody>
          <a:bodyPr vert="horz" wrap="square" lIns="0" tIns="15240" rIns="0" bIns="0" rtlCol="0">
            <a:spAutoFit/>
          </a:bodyPr>
          <a:lstStyle/>
          <a:p>
            <a:pPr marL="15240" marR="6096" algn="just">
              <a:spcBef>
                <a:spcPts val="120"/>
              </a:spcBef>
            </a:pPr>
            <a:r>
              <a:rPr sz="2160" dirty="0">
                <a:latin typeface="Calibri"/>
                <a:cs typeface="Calibri"/>
              </a:rPr>
              <a:t>Both</a:t>
            </a:r>
            <a:r>
              <a:rPr sz="2160" spc="252" dirty="0">
                <a:latin typeface="Calibri"/>
                <a:cs typeface="Calibri"/>
              </a:rPr>
              <a:t> </a:t>
            </a:r>
            <a:r>
              <a:rPr sz="2160" dirty="0">
                <a:latin typeface="Calibri"/>
                <a:cs typeface="Calibri"/>
              </a:rPr>
              <a:t>Bob</a:t>
            </a:r>
            <a:r>
              <a:rPr sz="2160" spc="258" dirty="0">
                <a:latin typeface="Calibri"/>
                <a:cs typeface="Calibri"/>
              </a:rPr>
              <a:t> </a:t>
            </a:r>
            <a:r>
              <a:rPr sz="2160" dirty="0">
                <a:latin typeface="Calibri"/>
                <a:cs typeface="Calibri"/>
              </a:rPr>
              <a:t>and</a:t>
            </a:r>
            <a:r>
              <a:rPr sz="2160" spc="258" dirty="0">
                <a:latin typeface="Calibri"/>
                <a:cs typeface="Calibri"/>
              </a:rPr>
              <a:t> </a:t>
            </a:r>
            <a:r>
              <a:rPr sz="2160" dirty="0">
                <a:latin typeface="Calibri"/>
                <a:cs typeface="Calibri"/>
              </a:rPr>
              <a:t>Alice</a:t>
            </a:r>
            <a:r>
              <a:rPr sz="2160" spc="270" dirty="0">
                <a:latin typeface="Calibri"/>
                <a:cs typeface="Calibri"/>
              </a:rPr>
              <a:t> </a:t>
            </a:r>
            <a:r>
              <a:rPr sz="2160" dirty="0">
                <a:latin typeface="Calibri"/>
                <a:cs typeface="Calibri"/>
              </a:rPr>
              <a:t>have</a:t>
            </a:r>
            <a:r>
              <a:rPr sz="2160" spc="252" dirty="0">
                <a:latin typeface="Calibri"/>
                <a:cs typeface="Calibri"/>
              </a:rPr>
              <a:t> </a:t>
            </a:r>
            <a:r>
              <a:rPr sz="2160" dirty="0">
                <a:latin typeface="Calibri"/>
                <a:cs typeface="Calibri"/>
              </a:rPr>
              <a:t>cloned</a:t>
            </a:r>
            <a:r>
              <a:rPr sz="2160" spc="264" dirty="0">
                <a:latin typeface="Calibri"/>
                <a:cs typeface="Calibri"/>
              </a:rPr>
              <a:t> </a:t>
            </a:r>
            <a:r>
              <a:rPr sz="2160" spc="-30" dirty="0">
                <a:latin typeface="Calibri"/>
                <a:cs typeface="Calibri"/>
              </a:rPr>
              <a:t>the </a:t>
            </a:r>
            <a:r>
              <a:rPr sz="2160" dirty="0">
                <a:latin typeface="Calibri"/>
                <a:cs typeface="Calibri"/>
              </a:rPr>
              <a:t>project</a:t>
            </a:r>
            <a:r>
              <a:rPr sz="2160" spc="144" dirty="0">
                <a:latin typeface="Calibri"/>
                <a:cs typeface="Calibri"/>
              </a:rPr>
              <a:t> </a:t>
            </a:r>
            <a:r>
              <a:rPr sz="2160" dirty="0">
                <a:latin typeface="Calibri"/>
                <a:cs typeface="Calibri"/>
              </a:rPr>
              <a:t>repository</a:t>
            </a:r>
            <a:r>
              <a:rPr sz="2160" spc="162" dirty="0">
                <a:latin typeface="Calibri"/>
                <a:cs typeface="Calibri"/>
              </a:rPr>
              <a:t> </a:t>
            </a:r>
            <a:r>
              <a:rPr sz="2160" dirty="0">
                <a:latin typeface="Calibri"/>
                <a:cs typeface="Calibri"/>
              </a:rPr>
              <a:t>and</a:t>
            </a:r>
            <a:r>
              <a:rPr sz="2160" spc="162" dirty="0">
                <a:latin typeface="Calibri"/>
                <a:cs typeface="Calibri"/>
              </a:rPr>
              <a:t> </a:t>
            </a:r>
            <a:r>
              <a:rPr sz="2160" dirty="0">
                <a:latin typeface="Calibri"/>
                <a:cs typeface="Calibri"/>
              </a:rPr>
              <a:t>have</a:t>
            </a:r>
            <a:r>
              <a:rPr sz="2160" spc="162" dirty="0">
                <a:latin typeface="Calibri"/>
                <a:cs typeface="Calibri"/>
              </a:rPr>
              <a:t> </a:t>
            </a:r>
            <a:r>
              <a:rPr sz="2160" spc="-12" dirty="0">
                <a:latin typeface="Calibri"/>
                <a:cs typeface="Calibri"/>
              </a:rPr>
              <a:t>updated files.</a:t>
            </a:r>
            <a:endParaRPr sz="2160">
              <a:latin typeface="Calibri"/>
              <a:cs typeface="Calibri"/>
            </a:endParaRPr>
          </a:p>
        </p:txBody>
      </p:sp>
    </p:spTree>
    <p:extLst>
      <p:ext uri="{BB962C8B-B14F-4D97-AF65-F5344CB8AC3E}">
        <p14:creationId xmlns:p14="http://schemas.microsoft.com/office/powerpoint/2010/main" val="1475044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063255" y="3718259"/>
            <a:ext cx="5953458" cy="2821483"/>
          </a:xfrm>
          <a:prstGeom prst="rect">
            <a:avLst/>
          </a:prstGeom>
        </p:spPr>
      </p:pic>
      <p:sp>
        <p:nvSpPr>
          <p:cNvPr id="3" name="object 3"/>
          <p:cNvSpPr txBox="1"/>
          <p:nvPr/>
        </p:nvSpPr>
        <p:spPr>
          <a:xfrm>
            <a:off x="919520" y="96651"/>
            <a:ext cx="10354056" cy="6122445"/>
          </a:xfrm>
          <a:prstGeom prst="rect">
            <a:avLst/>
          </a:prstGeom>
        </p:spPr>
        <p:txBody>
          <a:bodyPr vert="horz" wrap="square" lIns="0" tIns="84582" rIns="0" bIns="0" rtlCol="0">
            <a:spAutoFit/>
          </a:bodyPr>
          <a:lstStyle/>
          <a:p>
            <a:pPr marL="433578" indent="-418338">
              <a:spcBef>
                <a:spcPts val="666"/>
              </a:spcBef>
              <a:buAutoNum type="arabicPeriod" startAt="2"/>
              <a:tabLst>
                <a:tab pos="433578" algn="l"/>
              </a:tabLst>
            </a:pPr>
            <a:r>
              <a:rPr sz="2280" b="1" spc="-12" dirty="0">
                <a:latin typeface="Calibri"/>
                <a:cs typeface="Calibri"/>
              </a:rPr>
              <a:t>SYSTEM</a:t>
            </a:r>
            <a:r>
              <a:rPr sz="2280" b="1" spc="-102" dirty="0">
                <a:latin typeface="Calibri"/>
                <a:cs typeface="Calibri"/>
              </a:rPr>
              <a:t> </a:t>
            </a:r>
            <a:r>
              <a:rPr sz="2280" b="1" spc="-12" dirty="0">
                <a:latin typeface="Calibri"/>
                <a:cs typeface="Calibri"/>
              </a:rPr>
              <a:t>BUILDING</a:t>
            </a:r>
            <a:endParaRPr sz="2280" dirty="0">
              <a:latin typeface="Calibri"/>
              <a:cs typeface="Calibri"/>
            </a:endParaRPr>
          </a:p>
          <a:p>
            <a:pPr marL="423672" marR="7620" lvl="1" indent="-408432" algn="just">
              <a:spcBef>
                <a:spcPts val="546"/>
              </a:spcBef>
              <a:buFont typeface="Arial MT"/>
              <a:buChar char="•"/>
              <a:tabLst>
                <a:tab pos="426720" algn="l"/>
              </a:tabLst>
            </a:pPr>
            <a:r>
              <a:rPr sz="2280" dirty="0">
                <a:latin typeface="Calibri"/>
                <a:cs typeface="Calibri"/>
              </a:rPr>
              <a:t>System</a:t>
            </a:r>
            <a:r>
              <a:rPr sz="2280" spc="42" dirty="0">
                <a:latin typeface="Calibri"/>
                <a:cs typeface="Calibri"/>
              </a:rPr>
              <a:t>  </a:t>
            </a:r>
            <a:r>
              <a:rPr sz="2280" dirty="0">
                <a:latin typeface="Calibri"/>
                <a:cs typeface="Calibri"/>
              </a:rPr>
              <a:t>building</a:t>
            </a:r>
            <a:r>
              <a:rPr sz="2280" spc="42" dirty="0">
                <a:latin typeface="Calibri"/>
                <a:cs typeface="Calibri"/>
              </a:rPr>
              <a:t>  </a:t>
            </a:r>
            <a:r>
              <a:rPr sz="2280" dirty="0">
                <a:latin typeface="Calibri"/>
                <a:cs typeface="Calibri"/>
              </a:rPr>
              <a:t>is</a:t>
            </a:r>
            <a:r>
              <a:rPr sz="2280" spc="48" dirty="0">
                <a:latin typeface="Calibri"/>
                <a:cs typeface="Calibri"/>
              </a:rPr>
              <a:t>  </a:t>
            </a:r>
            <a:r>
              <a:rPr sz="2280" dirty="0">
                <a:latin typeface="Calibri"/>
                <a:cs typeface="Calibri"/>
              </a:rPr>
              <a:t>the</a:t>
            </a:r>
            <a:r>
              <a:rPr sz="2280" spc="48" dirty="0">
                <a:latin typeface="Calibri"/>
                <a:cs typeface="Calibri"/>
              </a:rPr>
              <a:t>  </a:t>
            </a:r>
            <a:r>
              <a:rPr sz="2280" b="1" i="1" dirty="0">
                <a:solidFill>
                  <a:srgbClr val="006FC0"/>
                </a:solidFill>
                <a:latin typeface="Calibri"/>
                <a:cs typeface="Calibri"/>
              </a:rPr>
              <a:t>process</a:t>
            </a:r>
            <a:r>
              <a:rPr sz="2280" b="1" i="1" spc="42" dirty="0">
                <a:solidFill>
                  <a:srgbClr val="006FC0"/>
                </a:solidFill>
                <a:latin typeface="Calibri"/>
                <a:cs typeface="Calibri"/>
              </a:rPr>
              <a:t>  </a:t>
            </a:r>
            <a:r>
              <a:rPr sz="2280" b="1" i="1" dirty="0">
                <a:solidFill>
                  <a:srgbClr val="006FC0"/>
                </a:solidFill>
                <a:latin typeface="Calibri"/>
                <a:cs typeface="Calibri"/>
              </a:rPr>
              <a:t>of</a:t>
            </a:r>
            <a:r>
              <a:rPr sz="2280" b="1" i="1" spc="48" dirty="0">
                <a:solidFill>
                  <a:srgbClr val="006FC0"/>
                </a:solidFill>
                <a:latin typeface="Calibri"/>
                <a:cs typeface="Calibri"/>
              </a:rPr>
              <a:t>  </a:t>
            </a:r>
            <a:r>
              <a:rPr sz="2280" b="1" i="1" dirty="0">
                <a:solidFill>
                  <a:srgbClr val="006FC0"/>
                </a:solidFill>
                <a:latin typeface="Calibri"/>
                <a:cs typeface="Calibri"/>
              </a:rPr>
              <a:t>creating</a:t>
            </a:r>
            <a:r>
              <a:rPr sz="2280" b="1" i="1" spc="54" dirty="0">
                <a:solidFill>
                  <a:srgbClr val="006FC0"/>
                </a:solidFill>
                <a:latin typeface="Calibri"/>
                <a:cs typeface="Calibri"/>
              </a:rPr>
              <a:t>  </a:t>
            </a:r>
            <a:r>
              <a:rPr sz="2280" b="1" i="1" dirty="0">
                <a:solidFill>
                  <a:srgbClr val="006FC0"/>
                </a:solidFill>
                <a:latin typeface="Calibri"/>
                <a:cs typeface="Calibri"/>
              </a:rPr>
              <a:t>a</a:t>
            </a:r>
            <a:r>
              <a:rPr sz="2280" b="1" i="1" spc="594" dirty="0">
                <a:solidFill>
                  <a:srgbClr val="006FC0"/>
                </a:solidFill>
                <a:latin typeface="Calibri"/>
                <a:cs typeface="Calibri"/>
              </a:rPr>
              <a:t> </a:t>
            </a:r>
            <a:r>
              <a:rPr sz="2280" b="1" i="1" dirty="0">
                <a:solidFill>
                  <a:srgbClr val="006FC0"/>
                </a:solidFill>
                <a:latin typeface="Calibri"/>
                <a:cs typeface="Calibri"/>
              </a:rPr>
              <a:t>complete,</a:t>
            </a:r>
            <a:r>
              <a:rPr sz="2280" b="1" i="1" spc="581" dirty="0">
                <a:solidFill>
                  <a:srgbClr val="006FC0"/>
                </a:solidFill>
                <a:latin typeface="Calibri"/>
                <a:cs typeface="Calibri"/>
              </a:rPr>
              <a:t> </a:t>
            </a:r>
            <a:r>
              <a:rPr sz="2280" b="1" i="1" dirty="0">
                <a:solidFill>
                  <a:srgbClr val="006FC0"/>
                </a:solidFill>
                <a:latin typeface="Calibri"/>
                <a:cs typeface="Calibri"/>
              </a:rPr>
              <a:t>executable</a:t>
            </a:r>
            <a:r>
              <a:rPr sz="2280" b="1" i="1" spc="54" dirty="0">
                <a:solidFill>
                  <a:srgbClr val="006FC0"/>
                </a:solidFill>
                <a:latin typeface="Calibri"/>
                <a:cs typeface="Calibri"/>
              </a:rPr>
              <a:t>  </a:t>
            </a:r>
            <a:r>
              <a:rPr sz="2280" b="1" i="1" dirty="0">
                <a:solidFill>
                  <a:srgbClr val="006FC0"/>
                </a:solidFill>
                <a:latin typeface="Calibri"/>
                <a:cs typeface="Calibri"/>
              </a:rPr>
              <a:t>system</a:t>
            </a:r>
            <a:r>
              <a:rPr sz="2280" b="1" i="1" spc="48" dirty="0">
                <a:solidFill>
                  <a:srgbClr val="006FC0"/>
                </a:solidFill>
                <a:latin typeface="Calibri"/>
                <a:cs typeface="Calibri"/>
              </a:rPr>
              <a:t>  </a:t>
            </a:r>
            <a:r>
              <a:rPr sz="2280" spc="-30" dirty="0">
                <a:latin typeface="Calibri"/>
                <a:cs typeface="Calibri"/>
              </a:rPr>
              <a:t>by 	</a:t>
            </a:r>
            <a:r>
              <a:rPr sz="2280" dirty="0">
                <a:latin typeface="Calibri"/>
                <a:cs typeface="Calibri"/>
              </a:rPr>
              <a:t>compiling and</a:t>
            </a:r>
            <a:r>
              <a:rPr sz="2280" spc="12" dirty="0">
                <a:latin typeface="Calibri"/>
                <a:cs typeface="Calibri"/>
              </a:rPr>
              <a:t> </a:t>
            </a:r>
            <a:r>
              <a:rPr sz="2280" dirty="0">
                <a:latin typeface="Calibri"/>
                <a:cs typeface="Calibri"/>
              </a:rPr>
              <a:t>linking</a:t>
            </a:r>
            <a:r>
              <a:rPr sz="2280" spc="6" dirty="0">
                <a:latin typeface="Calibri"/>
                <a:cs typeface="Calibri"/>
              </a:rPr>
              <a:t> </a:t>
            </a:r>
            <a:r>
              <a:rPr sz="2280" dirty="0">
                <a:latin typeface="Calibri"/>
                <a:cs typeface="Calibri"/>
              </a:rPr>
              <a:t>the</a:t>
            </a:r>
            <a:r>
              <a:rPr sz="2280" spc="12" dirty="0">
                <a:latin typeface="Calibri"/>
                <a:cs typeface="Calibri"/>
              </a:rPr>
              <a:t> </a:t>
            </a:r>
            <a:r>
              <a:rPr sz="2280" dirty="0">
                <a:latin typeface="Calibri"/>
                <a:cs typeface="Calibri"/>
              </a:rPr>
              <a:t>system</a:t>
            </a:r>
            <a:r>
              <a:rPr sz="2280" spc="12" dirty="0">
                <a:latin typeface="Calibri"/>
                <a:cs typeface="Calibri"/>
              </a:rPr>
              <a:t> </a:t>
            </a:r>
            <a:r>
              <a:rPr sz="2280" dirty="0">
                <a:latin typeface="Calibri"/>
                <a:cs typeface="Calibri"/>
              </a:rPr>
              <a:t>components,</a:t>
            </a:r>
            <a:r>
              <a:rPr sz="2280" spc="18" dirty="0">
                <a:latin typeface="Calibri"/>
                <a:cs typeface="Calibri"/>
              </a:rPr>
              <a:t> </a:t>
            </a:r>
            <a:r>
              <a:rPr sz="2280" dirty="0">
                <a:latin typeface="Calibri"/>
                <a:cs typeface="Calibri"/>
              </a:rPr>
              <a:t>external</a:t>
            </a:r>
            <a:r>
              <a:rPr sz="2280" spc="12" dirty="0">
                <a:latin typeface="Calibri"/>
                <a:cs typeface="Calibri"/>
              </a:rPr>
              <a:t> </a:t>
            </a:r>
            <a:r>
              <a:rPr sz="2280" dirty="0">
                <a:latin typeface="Calibri"/>
                <a:cs typeface="Calibri"/>
              </a:rPr>
              <a:t>libraries,</a:t>
            </a:r>
            <a:r>
              <a:rPr sz="2280" spc="12" dirty="0">
                <a:latin typeface="Calibri"/>
                <a:cs typeface="Calibri"/>
              </a:rPr>
              <a:t> </a:t>
            </a:r>
            <a:r>
              <a:rPr sz="2280" spc="-12" dirty="0">
                <a:latin typeface="Calibri"/>
                <a:cs typeface="Calibri"/>
              </a:rPr>
              <a:t>configuration</a:t>
            </a:r>
            <a:r>
              <a:rPr sz="2280" spc="12" dirty="0">
                <a:latin typeface="Calibri"/>
                <a:cs typeface="Calibri"/>
              </a:rPr>
              <a:t> </a:t>
            </a:r>
            <a:r>
              <a:rPr sz="2280" spc="-12" dirty="0">
                <a:latin typeface="Calibri"/>
                <a:cs typeface="Calibri"/>
              </a:rPr>
              <a:t>files, 	</a:t>
            </a:r>
            <a:r>
              <a:rPr sz="2280" dirty="0">
                <a:latin typeface="Calibri"/>
                <a:cs typeface="Calibri"/>
              </a:rPr>
              <a:t>and</a:t>
            </a:r>
            <a:r>
              <a:rPr sz="2280" spc="-48" dirty="0">
                <a:latin typeface="Calibri"/>
                <a:cs typeface="Calibri"/>
              </a:rPr>
              <a:t> </a:t>
            </a:r>
            <a:r>
              <a:rPr sz="2280" dirty="0">
                <a:latin typeface="Calibri"/>
                <a:cs typeface="Calibri"/>
              </a:rPr>
              <a:t>other</a:t>
            </a:r>
            <a:r>
              <a:rPr sz="2280" spc="-36" dirty="0">
                <a:latin typeface="Calibri"/>
                <a:cs typeface="Calibri"/>
              </a:rPr>
              <a:t> </a:t>
            </a:r>
            <a:r>
              <a:rPr sz="2280" spc="-12" dirty="0">
                <a:latin typeface="Calibri"/>
                <a:cs typeface="Calibri"/>
              </a:rPr>
              <a:t>information.</a:t>
            </a:r>
            <a:endParaRPr sz="2280" dirty="0">
              <a:latin typeface="Calibri"/>
              <a:cs typeface="Calibri"/>
            </a:endParaRPr>
          </a:p>
          <a:p>
            <a:pPr marL="423672" marR="6858" lvl="1" indent="-408432" algn="just">
              <a:spcBef>
                <a:spcPts val="551"/>
              </a:spcBef>
              <a:buFont typeface="Arial MT"/>
              <a:buChar char="•"/>
              <a:tabLst>
                <a:tab pos="426720" algn="l"/>
              </a:tabLst>
            </a:pPr>
            <a:r>
              <a:rPr sz="2280" spc="-36" dirty="0">
                <a:latin typeface="Calibri"/>
                <a:cs typeface="Calibri"/>
              </a:rPr>
              <a:t>System-</a:t>
            </a:r>
            <a:r>
              <a:rPr sz="2280" dirty="0">
                <a:latin typeface="Calibri"/>
                <a:cs typeface="Calibri"/>
              </a:rPr>
              <a:t>building</a:t>
            </a:r>
            <a:r>
              <a:rPr sz="2280" spc="420" dirty="0">
                <a:latin typeface="Calibri"/>
                <a:cs typeface="Calibri"/>
              </a:rPr>
              <a:t> </a:t>
            </a:r>
            <a:r>
              <a:rPr sz="2280" dirty="0">
                <a:latin typeface="Calibri"/>
                <a:cs typeface="Calibri"/>
              </a:rPr>
              <a:t>tools</a:t>
            </a:r>
            <a:r>
              <a:rPr sz="2280" spc="426" dirty="0">
                <a:latin typeface="Calibri"/>
                <a:cs typeface="Calibri"/>
              </a:rPr>
              <a:t> </a:t>
            </a:r>
            <a:r>
              <a:rPr sz="2280" dirty="0">
                <a:latin typeface="Calibri"/>
                <a:cs typeface="Calibri"/>
              </a:rPr>
              <a:t>and</a:t>
            </a:r>
            <a:r>
              <a:rPr sz="2280" spc="426" dirty="0">
                <a:latin typeface="Calibri"/>
                <a:cs typeface="Calibri"/>
              </a:rPr>
              <a:t> </a:t>
            </a:r>
            <a:r>
              <a:rPr sz="2280" dirty="0">
                <a:latin typeface="Calibri"/>
                <a:cs typeface="Calibri"/>
              </a:rPr>
              <a:t>version</a:t>
            </a:r>
            <a:r>
              <a:rPr sz="2280" spc="420" dirty="0">
                <a:latin typeface="Calibri"/>
                <a:cs typeface="Calibri"/>
              </a:rPr>
              <a:t> </a:t>
            </a:r>
            <a:r>
              <a:rPr sz="2280" dirty="0">
                <a:latin typeface="Calibri"/>
                <a:cs typeface="Calibri"/>
              </a:rPr>
              <a:t>control</a:t>
            </a:r>
            <a:r>
              <a:rPr sz="2280" spc="408" dirty="0">
                <a:latin typeface="Calibri"/>
                <a:cs typeface="Calibri"/>
              </a:rPr>
              <a:t> </a:t>
            </a:r>
            <a:r>
              <a:rPr sz="2280" dirty="0">
                <a:latin typeface="Calibri"/>
                <a:cs typeface="Calibri"/>
              </a:rPr>
              <a:t>tools</a:t>
            </a:r>
            <a:r>
              <a:rPr sz="2280" spc="420" dirty="0">
                <a:latin typeface="Calibri"/>
                <a:cs typeface="Calibri"/>
              </a:rPr>
              <a:t> </a:t>
            </a:r>
            <a:r>
              <a:rPr sz="2280" dirty="0">
                <a:latin typeface="Calibri"/>
                <a:cs typeface="Calibri"/>
              </a:rPr>
              <a:t>must</a:t>
            </a:r>
            <a:r>
              <a:rPr sz="2280" spc="420" dirty="0">
                <a:latin typeface="Calibri"/>
                <a:cs typeface="Calibri"/>
              </a:rPr>
              <a:t> </a:t>
            </a:r>
            <a:r>
              <a:rPr sz="2280" dirty="0">
                <a:latin typeface="Calibri"/>
                <a:cs typeface="Calibri"/>
              </a:rPr>
              <a:t>be</a:t>
            </a:r>
            <a:r>
              <a:rPr sz="2280" spc="426" dirty="0">
                <a:latin typeface="Calibri"/>
                <a:cs typeface="Calibri"/>
              </a:rPr>
              <a:t> </a:t>
            </a:r>
            <a:r>
              <a:rPr sz="2280" dirty="0">
                <a:latin typeface="Calibri"/>
                <a:cs typeface="Calibri"/>
              </a:rPr>
              <a:t>integrated</a:t>
            </a:r>
            <a:r>
              <a:rPr sz="2280" spc="426" dirty="0">
                <a:latin typeface="Calibri"/>
                <a:cs typeface="Calibri"/>
              </a:rPr>
              <a:t> </a:t>
            </a:r>
            <a:r>
              <a:rPr sz="2280" dirty="0">
                <a:latin typeface="Calibri"/>
                <a:cs typeface="Calibri"/>
              </a:rPr>
              <a:t>as</a:t>
            </a:r>
            <a:r>
              <a:rPr sz="2280" spc="420" dirty="0">
                <a:latin typeface="Calibri"/>
                <a:cs typeface="Calibri"/>
              </a:rPr>
              <a:t> </a:t>
            </a:r>
            <a:r>
              <a:rPr sz="2280" dirty="0">
                <a:latin typeface="Calibri"/>
                <a:cs typeface="Calibri"/>
              </a:rPr>
              <a:t>the</a:t>
            </a:r>
            <a:r>
              <a:rPr sz="2280" spc="426" dirty="0">
                <a:latin typeface="Calibri"/>
                <a:cs typeface="Calibri"/>
              </a:rPr>
              <a:t> </a:t>
            </a:r>
            <a:r>
              <a:rPr sz="2280" spc="-12" dirty="0">
                <a:latin typeface="Calibri"/>
                <a:cs typeface="Calibri"/>
              </a:rPr>
              <a:t>build 	</a:t>
            </a:r>
            <a:r>
              <a:rPr sz="2280" dirty="0">
                <a:latin typeface="Calibri"/>
                <a:cs typeface="Calibri"/>
              </a:rPr>
              <a:t>process</a:t>
            </a:r>
            <a:r>
              <a:rPr sz="2280" spc="420" dirty="0">
                <a:latin typeface="Calibri"/>
                <a:cs typeface="Calibri"/>
              </a:rPr>
              <a:t> </a:t>
            </a:r>
            <a:r>
              <a:rPr sz="2280" dirty="0">
                <a:latin typeface="Calibri"/>
                <a:cs typeface="Calibri"/>
              </a:rPr>
              <a:t>takes</a:t>
            </a:r>
            <a:r>
              <a:rPr sz="2280" spc="408" dirty="0">
                <a:latin typeface="Calibri"/>
                <a:cs typeface="Calibri"/>
              </a:rPr>
              <a:t> </a:t>
            </a:r>
            <a:r>
              <a:rPr sz="2280" dirty="0">
                <a:latin typeface="Calibri"/>
                <a:cs typeface="Calibri"/>
              </a:rPr>
              <a:t>component</a:t>
            </a:r>
            <a:r>
              <a:rPr sz="2280" spc="426" dirty="0">
                <a:latin typeface="Calibri"/>
                <a:cs typeface="Calibri"/>
              </a:rPr>
              <a:t> </a:t>
            </a:r>
            <a:r>
              <a:rPr sz="2280" dirty="0">
                <a:latin typeface="Calibri"/>
                <a:cs typeface="Calibri"/>
              </a:rPr>
              <a:t>versions</a:t>
            </a:r>
            <a:r>
              <a:rPr sz="2280" spc="426" dirty="0">
                <a:latin typeface="Calibri"/>
                <a:cs typeface="Calibri"/>
              </a:rPr>
              <a:t> </a:t>
            </a:r>
            <a:r>
              <a:rPr sz="2280" dirty="0">
                <a:latin typeface="Calibri"/>
                <a:cs typeface="Calibri"/>
              </a:rPr>
              <a:t>from</a:t>
            </a:r>
            <a:r>
              <a:rPr sz="2280" spc="420" dirty="0">
                <a:latin typeface="Calibri"/>
                <a:cs typeface="Calibri"/>
              </a:rPr>
              <a:t> </a:t>
            </a:r>
            <a:r>
              <a:rPr sz="2280" dirty="0">
                <a:latin typeface="Calibri"/>
                <a:cs typeface="Calibri"/>
              </a:rPr>
              <a:t>the</a:t>
            </a:r>
            <a:r>
              <a:rPr sz="2280" spc="432" dirty="0">
                <a:latin typeface="Calibri"/>
                <a:cs typeface="Calibri"/>
              </a:rPr>
              <a:t> </a:t>
            </a:r>
            <a:r>
              <a:rPr sz="2280" dirty="0">
                <a:latin typeface="Calibri"/>
                <a:cs typeface="Calibri"/>
              </a:rPr>
              <a:t>repository</a:t>
            </a:r>
            <a:r>
              <a:rPr sz="2280" spc="432" dirty="0">
                <a:latin typeface="Calibri"/>
                <a:cs typeface="Calibri"/>
              </a:rPr>
              <a:t> </a:t>
            </a:r>
            <a:r>
              <a:rPr sz="2280" dirty="0">
                <a:latin typeface="Calibri"/>
                <a:cs typeface="Calibri"/>
              </a:rPr>
              <a:t>managed</a:t>
            </a:r>
            <a:r>
              <a:rPr sz="2280" spc="426" dirty="0">
                <a:latin typeface="Calibri"/>
                <a:cs typeface="Calibri"/>
              </a:rPr>
              <a:t> </a:t>
            </a:r>
            <a:r>
              <a:rPr sz="2280" dirty="0">
                <a:latin typeface="Calibri"/>
                <a:cs typeface="Calibri"/>
              </a:rPr>
              <a:t>by</a:t>
            </a:r>
            <a:r>
              <a:rPr sz="2280" spc="426" dirty="0">
                <a:latin typeface="Calibri"/>
                <a:cs typeface="Calibri"/>
              </a:rPr>
              <a:t> </a:t>
            </a:r>
            <a:r>
              <a:rPr sz="2280" dirty="0">
                <a:latin typeface="Calibri"/>
                <a:cs typeface="Calibri"/>
              </a:rPr>
              <a:t>the</a:t>
            </a:r>
            <a:r>
              <a:rPr sz="2280" spc="402" dirty="0">
                <a:latin typeface="Calibri"/>
                <a:cs typeface="Calibri"/>
              </a:rPr>
              <a:t> </a:t>
            </a:r>
            <a:r>
              <a:rPr sz="2280" spc="-12" dirty="0">
                <a:latin typeface="Calibri"/>
                <a:cs typeface="Calibri"/>
              </a:rPr>
              <a:t>version 	control</a:t>
            </a:r>
            <a:r>
              <a:rPr sz="2280" spc="-60" dirty="0">
                <a:latin typeface="Calibri"/>
                <a:cs typeface="Calibri"/>
              </a:rPr>
              <a:t> </a:t>
            </a:r>
            <a:r>
              <a:rPr sz="2280" spc="-12" dirty="0">
                <a:latin typeface="Calibri"/>
                <a:cs typeface="Calibri"/>
              </a:rPr>
              <a:t>system.</a:t>
            </a:r>
            <a:endParaRPr sz="2280" dirty="0">
              <a:latin typeface="Calibri"/>
              <a:cs typeface="Calibri"/>
            </a:endParaRPr>
          </a:p>
          <a:p>
            <a:pPr marL="423672" marR="6096" lvl="1" indent="-408432" algn="just">
              <a:spcBef>
                <a:spcPts val="551"/>
              </a:spcBef>
              <a:buFont typeface="Arial MT"/>
              <a:buChar char="•"/>
              <a:tabLst>
                <a:tab pos="426720" algn="l"/>
              </a:tabLst>
            </a:pPr>
            <a:r>
              <a:rPr sz="2280" b="1" dirty="0">
                <a:latin typeface="Calibri"/>
                <a:cs typeface="Calibri"/>
              </a:rPr>
              <a:t>System</a:t>
            </a:r>
            <a:r>
              <a:rPr sz="2280" b="1" spc="576" dirty="0">
                <a:latin typeface="Calibri"/>
                <a:cs typeface="Calibri"/>
              </a:rPr>
              <a:t> </a:t>
            </a:r>
            <a:r>
              <a:rPr sz="2280" b="1" dirty="0">
                <a:latin typeface="Calibri"/>
                <a:cs typeface="Calibri"/>
              </a:rPr>
              <a:t>building</a:t>
            </a:r>
            <a:r>
              <a:rPr sz="2280" b="1" spc="570" dirty="0">
                <a:latin typeface="Calibri"/>
                <a:cs typeface="Calibri"/>
              </a:rPr>
              <a:t> </a:t>
            </a:r>
            <a:r>
              <a:rPr sz="2280" b="1" dirty="0">
                <a:latin typeface="Calibri"/>
                <a:cs typeface="Calibri"/>
              </a:rPr>
              <a:t>involves</a:t>
            </a:r>
            <a:r>
              <a:rPr sz="2280" b="1" spc="588" dirty="0">
                <a:latin typeface="Calibri"/>
                <a:cs typeface="Calibri"/>
              </a:rPr>
              <a:t> </a:t>
            </a:r>
            <a:r>
              <a:rPr sz="2280" b="1" dirty="0">
                <a:latin typeface="Calibri"/>
                <a:cs typeface="Calibri"/>
              </a:rPr>
              <a:t>assembling</a:t>
            </a:r>
            <a:r>
              <a:rPr sz="2280" b="1" spc="581" dirty="0">
                <a:latin typeface="Calibri"/>
                <a:cs typeface="Calibri"/>
              </a:rPr>
              <a:t> </a:t>
            </a:r>
            <a:r>
              <a:rPr sz="2280" b="1" dirty="0">
                <a:latin typeface="Calibri"/>
                <a:cs typeface="Calibri"/>
              </a:rPr>
              <a:t>a</a:t>
            </a:r>
            <a:r>
              <a:rPr sz="2280" b="1" spc="581" dirty="0">
                <a:latin typeface="Calibri"/>
                <a:cs typeface="Calibri"/>
              </a:rPr>
              <a:t> </a:t>
            </a:r>
            <a:r>
              <a:rPr sz="2280" b="1" dirty="0">
                <a:latin typeface="Calibri"/>
                <a:cs typeface="Calibri"/>
              </a:rPr>
              <a:t>large</a:t>
            </a:r>
            <a:r>
              <a:rPr sz="2280" b="1" spc="570" dirty="0">
                <a:latin typeface="Calibri"/>
                <a:cs typeface="Calibri"/>
              </a:rPr>
              <a:t> </a:t>
            </a:r>
            <a:r>
              <a:rPr sz="2280" b="1" dirty="0">
                <a:latin typeface="Calibri"/>
                <a:cs typeface="Calibri"/>
              </a:rPr>
              <a:t>amount</a:t>
            </a:r>
            <a:r>
              <a:rPr sz="2280" b="1" spc="576" dirty="0">
                <a:latin typeface="Calibri"/>
                <a:cs typeface="Calibri"/>
              </a:rPr>
              <a:t> </a:t>
            </a:r>
            <a:r>
              <a:rPr sz="2280" b="1" dirty="0">
                <a:latin typeface="Calibri"/>
                <a:cs typeface="Calibri"/>
              </a:rPr>
              <a:t>of</a:t>
            </a:r>
            <a:r>
              <a:rPr sz="2280" b="1" spc="570" dirty="0">
                <a:latin typeface="Calibri"/>
                <a:cs typeface="Calibri"/>
              </a:rPr>
              <a:t> </a:t>
            </a:r>
            <a:r>
              <a:rPr sz="2280" b="1" dirty="0">
                <a:latin typeface="Calibri"/>
                <a:cs typeface="Calibri"/>
              </a:rPr>
              <a:t>information</a:t>
            </a:r>
            <a:r>
              <a:rPr sz="2280" b="1" spc="581" dirty="0">
                <a:latin typeface="Calibri"/>
                <a:cs typeface="Calibri"/>
              </a:rPr>
              <a:t> </a:t>
            </a:r>
            <a:r>
              <a:rPr sz="2280" b="1" dirty="0">
                <a:latin typeface="Calibri"/>
                <a:cs typeface="Calibri"/>
              </a:rPr>
              <a:t>about</a:t>
            </a:r>
            <a:r>
              <a:rPr sz="2280" b="1" spc="570" dirty="0">
                <a:latin typeface="Calibri"/>
                <a:cs typeface="Calibri"/>
              </a:rPr>
              <a:t> </a:t>
            </a:r>
            <a:r>
              <a:rPr sz="2280" b="1" spc="-30" dirty="0">
                <a:latin typeface="Calibri"/>
                <a:cs typeface="Calibri"/>
              </a:rPr>
              <a:t>the 	</a:t>
            </a:r>
            <a:r>
              <a:rPr sz="2280" b="1" spc="-12" dirty="0">
                <a:latin typeface="Calibri"/>
                <a:cs typeface="Calibri"/>
              </a:rPr>
              <a:t>software</a:t>
            </a:r>
            <a:r>
              <a:rPr sz="2280" b="1" spc="-42" dirty="0">
                <a:latin typeface="Calibri"/>
                <a:cs typeface="Calibri"/>
              </a:rPr>
              <a:t> </a:t>
            </a:r>
            <a:r>
              <a:rPr sz="2280" b="1" dirty="0">
                <a:latin typeface="Calibri"/>
                <a:cs typeface="Calibri"/>
              </a:rPr>
              <a:t>and</a:t>
            </a:r>
            <a:r>
              <a:rPr sz="2280" b="1" spc="-36" dirty="0">
                <a:latin typeface="Calibri"/>
                <a:cs typeface="Calibri"/>
              </a:rPr>
              <a:t> </a:t>
            </a:r>
            <a:r>
              <a:rPr sz="2280" b="1" dirty="0">
                <a:latin typeface="Calibri"/>
                <a:cs typeface="Calibri"/>
              </a:rPr>
              <a:t>its</a:t>
            </a:r>
            <a:r>
              <a:rPr sz="2280" b="1" spc="-42" dirty="0">
                <a:latin typeface="Calibri"/>
                <a:cs typeface="Calibri"/>
              </a:rPr>
              <a:t> </a:t>
            </a:r>
            <a:r>
              <a:rPr sz="2280" b="1" spc="-12" dirty="0">
                <a:latin typeface="Calibri"/>
                <a:cs typeface="Calibri"/>
              </a:rPr>
              <a:t>operating</a:t>
            </a:r>
            <a:r>
              <a:rPr sz="2280" b="1" spc="-30" dirty="0">
                <a:latin typeface="Calibri"/>
                <a:cs typeface="Calibri"/>
              </a:rPr>
              <a:t> </a:t>
            </a:r>
            <a:r>
              <a:rPr sz="2280" b="1" spc="-12" dirty="0">
                <a:latin typeface="Calibri"/>
                <a:cs typeface="Calibri"/>
              </a:rPr>
              <a:t>environment</a:t>
            </a:r>
            <a:endParaRPr sz="2280" b="1" dirty="0">
              <a:latin typeface="Calibri"/>
              <a:cs typeface="Calibri"/>
            </a:endParaRPr>
          </a:p>
          <a:p>
            <a:pPr marL="355854" marR="6660642" lvl="1" indent="-341376" algn="just">
              <a:spcBef>
                <a:spcPts val="1632"/>
              </a:spcBef>
              <a:buFont typeface="Arial MT"/>
              <a:buChar char="•"/>
              <a:tabLst>
                <a:tab pos="358902" algn="l"/>
              </a:tabLst>
            </a:pPr>
            <a:r>
              <a:rPr sz="2280" dirty="0">
                <a:latin typeface="Calibri"/>
                <a:cs typeface="Calibri"/>
              </a:rPr>
              <a:t>An</a:t>
            </a:r>
            <a:r>
              <a:rPr sz="2280" spc="336" dirty="0">
                <a:latin typeface="Calibri"/>
                <a:cs typeface="Calibri"/>
              </a:rPr>
              <a:t> </a:t>
            </a:r>
            <a:r>
              <a:rPr sz="2280" dirty="0">
                <a:latin typeface="Calibri"/>
                <a:cs typeface="Calibri"/>
              </a:rPr>
              <a:t>automated</a:t>
            </a:r>
            <a:r>
              <a:rPr sz="2280" spc="354" dirty="0">
                <a:latin typeface="Calibri"/>
                <a:cs typeface="Calibri"/>
              </a:rPr>
              <a:t> </a:t>
            </a:r>
            <a:r>
              <a:rPr sz="2280" dirty="0">
                <a:latin typeface="Calibri"/>
                <a:cs typeface="Calibri"/>
              </a:rPr>
              <a:t>build</a:t>
            </a:r>
            <a:r>
              <a:rPr sz="2280" spc="336" dirty="0">
                <a:latin typeface="Calibri"/>
                <a:cs typeface="Calibri"/>
              </a:rPr>
              <a:t> </a:t>
            </a:r>
            <a:r>
              <a:rPr sz="2280" dirty="0">
                <a:latin typeface="Calibri"/>
                <a:cs typeface="Calibri"/>
              </a:rPr>
              <a:t>tool</a:t>
            </a:r>
            <a:r>
              <a:rPr sz="2280" spc="330" dirty="0">
                <a:latin typeface="Calibri"/>
                <a:cs typeface="Calibri"/>
              </a:rPr>
              <a:t> </a:t>
            </a:r>
            <a:r>
              <a:rPr sz="2280" spc="-30" dirty="0">
                <a:latin typeface="Calibri"/>
                <a:cs typeface="Calibri"/>
              </a:rPr>
              <a:t>is 	</a:t>
            </a:r>
            <a:r>
              <a:rPr sz="2280" dirty="0">
                <a:latin typeface="Calibri"/>
                <a:cs typeface="Calibri"/>
              </a:rPr>
              <a:t>used</a:t>
            </a:r>
            <a:r>
              <a:rPr sz="2280" spc="264" dirty="0">
                <a:latin typeface="Calibri"/>
                <a:cs typeface="Calibri"/>
              </a:rPr>
              <a:t>  </a:t>
            </a:r>
            <a:r>
              <a:rPr sz="2280" dirty="0">
                <a:latin typeface="Calibri"/>
                <a:cs typeface="Calibri"/>
              </a:rPr>
              <a:t>to</a:t>
            </a:r>
            <a:r>
              <a:rPr sz="2280" spc="264" dirty="0">
                <a:latin typeface="Calibri"/>
                <a:cs typeface="Calibri"/>
              </a:rPr>
              <a:t>  </a:t>
            </a:r>
            <a:r>
              <a:rPr sz="2280" dirty="0">
                <a:latin typeface="Calibri"/>
                <a:cs typeface="Calibri"/>
              </a:rPr>
              <a:t>create</a:t>
            </a:r>
            <a:r>
              <a:rPr sz="2280" spc="275" dirty="0">
                <a:latin typeface="Calibri"/>
                <a:cs typeface="Calibri"/>
              </a:rPr>
              <a:t>  </a:t>
            </a:r>
            <a:r>
              <a:rPr sz="2280" dirty="0">
                <a:latin typeface="Calibri"/>
                <a:cs typeface="Calibri"/>
              </a:rPr>
              <a:t>a</a:t>
            </a:r>
            <a:r>
              <a:rPr sz="2280" spc="270" dirty="0">
                <a:latin typeface="Calibri"/>
                <a:cs typeface="Calibri"/>
              </a:rPr>
              <a:t>  </a:t>
            </a:r>
            <a:r>
              <a:rPr sz="2280" spc="-12" dirty="0">
                <a:latin typeface="Calibri"/>
                <a:cs typeface="Calibri"/>
              </a:rPr>
              <a:t>system 	build.</a:t>
            </a:r>
            <a:endParaRPr sz="2280" dirty="0">
              <a:latin typeface="Calibri"/>
              <a:cs typeface="Calibri"/>
            </a:endParaRPr>
          </a:p>
          <a:p>
            <a:pPr marL="355854" marR="6660642" lvl="1" indent="-341376" algn="just">
              <a:buFont typeface="Arial MT"/>
              <a:buChar char="•"/>
              <a:tabLst>
                <a:tab pos="358902" algn="l"/>
              </a:tabLst>
            </a:pPr>
            <a:r>
              <a:rPr sz="2280" dirty="0">
                <a:latin typeface="Calibri"/>
                <a:cs typeface="Calibri"/>
              </a:rPr>
              <a:t>Ideally,</a:t>
            </a:r>
            <a:r>
              <a:rPr sz="2280" spc="324" dirty="0">
                <a:latin typeface="Calibri"/>
                <a:cs typeface="Calibri"/>
              </a:rPr>
              <a:t> </a:t>
            </a:r>
            <a:r>
              <a:rPr sz="2280" dirty="0">
                <a:latin typeface="Calibri"/>
                <a:cs typeface="Calibri"/>
              </a:rPr>
              <a:t>you</a:t>
            </a:r>
            <a:r>
              <a:rPr sz="2280" spc="318" dirty="0">
                <a:latin typeface="Calibri"/>
                <a:cs typeface="Calibri"/>
              </a:rPr>
              <a:t> </a:t>
            </a:r>
            <a:r>
              <a:rPr sz="2280" dirty="0">
                <a:latin typeface="Calibri"/>
                <a:cs typeface="Calibri"/>
              </a:rPr>
              <a:t>should</a:t>
            </a:r>
            <a:r>
              <a:rPr sz="2280" spc="318" dirty="0">
                <a:latin typeface="Calibri"/>
                <a:cs typeface="Calibri"/>
              </a:rPr>
              <a:t> </a:t>
            </a:r>
            <a:r>
              <a:rPr sz="2280" dirty="0">
                <a:latin typeface="Calibri"/>
                <a:cs typeface="Calibri"/>
              </a:rPr>
              <a:t>be</a:t>
            </a:r>
            <a:r>
              <a:rPr sz="2280" spc="330" dirty="0">
                <a:latin typeface="Calibri"/>
                <a:cs typeface="Calibri"/>
              </a:rPr>
              <a:t> </a:t>
            </a:r>
            <a:r>
              <a:rPr sz="2280" spc="-24" dirty="0">
                <a:latin typeface="Calibri"/>
                <a:cs typeface="Calibri"/>
              </a:rPr>
              <a:t>able 	</a:t>
            </a:r>
            <a:r>
              <a:rPr sz="2280" dirty="0">
                <a:latin typeface="Calibri"/>
                <a:cs typeface="Calibri"/>
              </a:rPr>
              <a:t>to</a:t>
            </a:r>
            <a:r>
              <a:rPr sz="2280" spc="270" dirty="0">
                <a:latin typeface="Calibri"/>
                <a:cs typeface="Calibri"/>
              </a:rPr>
              <a:t> </a:t>
            </a:r>
            <a:r>
              <a:rPr sz="2280" dirty="0">
                <a:latin typeface="Calibri"/>
                <a:cs typeface="Calibri"/>
              </a:rPr>
              <a:t>build</a:t>
            </a:r>
            <a:r>
              <a:rPr sz="2280" spc="288" dirty="0">
                <a:latin typeface="Calibri"/>
                <a:cs typeface="Calibri"/>
              </a:rPr>
              <a:t> </a:t>
            </a:r>
            <a:r>
              <a:rPr sz="2280" dirty="0">
                <a:latin typeface="Calibri"/>
                <a:cs typeface="Calibri"/>
              </a:rPr>
              <a:t>a</a:t>
            </a:r>
            <a:r>
              <a:rPr sz="2280" spc="275" dirty="0">
                <a:latin typeface="Calibri"/>
                <a:cs typeface="Calibri"/>
              </a:rPr>
              <a:t> </a:t>
            </a:r>
            <a:r>
              <a:rPr sz="2280" dirty="0">
                <a:latin typeface="Calibri"/>
                <a:cs typeface="Calibri"/>
              </a:rPr>
              <a:t>complete</a:t>
            </a:r>
            <a:r>
              <a:rPr sz="2280" spc="275" dirty="0">
                <a:latin typeface="Calibri"/>
                <a:cs typeface="Calibri"/>
              </a:rPr>
              <a:t> </a:t>
            </a:r>
            <a:r>
              <a:rPr sz="2280" spc="-12" dirty="0">
                <a:latin typeface="Calibri"/>
                <a:cs typeface="Calibri"/>
              </a:rPr>
              <a:t>system 	</a:t>
            </a:r>
            <a:r>
              <a:rPr sz="2280" dirty="0">
                <a:latin typeface="Calibri"/>
                <a:cs typeface="Calibri"/>
              </a:rPr>
              <a:t>with</a:t>
            </a:r>
            <a:r>
              <a:rPr sz="2280" spc="516" dirty="0">
                <a:latin typeface="Calibri"/>
                <a:cs typeface="Calibri"/>
              </a:rPr>
              <a:t> </a:t>
            </a:r>
            <a:r>
              <a:rPr sz="2280" dirty="0">
                <a:latin typeface="Calibri"/>
                <a:cs typeface="Calibri"/>
              </a:rPr>
              <a:t>a</a:t>
            </a:r>
            <a:r>
              <a:rPr sz="2280" spc="521" dirty="0">
                <a:latin typeface="Calibri"/>
                <a:cs typeface="Calibri"/>
              </a:rPr>
              <a:t> </a:t>
            </a:r>
            <a:r>
              <a:rPr sz="2280" dirty="0">
                <a:latin typeface="Calibri"/>
                <a:cs typeface="Calibri"/>
              </a:rPr>
              <a:t>single</a:t>
            </a:r>
            <a:r>
              <a:rPr sz="2280" spc="516" dirty="0">
                <a:latin typeface="Calibri"/>
                <a:cs typeface="Calibri"/>
              </a:rPr>
              <a:t> </a:t>
            </a:r>
            <a:r>
              <a:rPr sz="2280" dirty="0">
                <a:latin typeface="Calibri"/>
                <a:cs typeface="Calibri"/>
              </a:rPr>
              <a:t>command</a:t>
            </a:r>
            <a:r>
              <a:rPr sz="2280" spc="521" dirty="0">
                <a:latin typeface="Calibri"/>
                <a:cs typeface="Calibri"/>
              </a:rPr>
              <a:t> </a:t>
            </a:r>
            <a:r>
              <a:rPr sz="2280" spc="-30" dirty="0">
                <a:latin typeface="Calibri"/>
                <a:cs typeface="Calibri"/>
              </a:rPr>
              <a:t>or 	</a:t>
            </a:r>
            <a:r>
              <a:rPr sz="2280" dirty="0">
                <a:latin typeface="Calibri"/>
                <a:cs typeface="Calibri"/>
              </a:rPr>
              <a:t>mouse</a:t>
            </a:r>
            <a:r>
              <a:rPr sz="2280" spc="-42" dirty="0">
                <a:latin typeface="Calibri"/>
                <a:cs typeface="Calibri"/>
              </a:rPr>
              <a:t> </a:t>
            </a:r>
            <a:r>
              <a:rPr sz="2280" spc="-12" dirty="0">
                <a:latin typeface="Calibri"/>
                <a:cs typeface="Calibri"/>
              </a:rPr>
              <a:t>click.</a:t>
            </a:r>
            <a:endParaRPr sz="2280" dirty="0">
              <a:latin typeface="Calibri"/>
              <a:cs typeface="Calibri"/>
            </a:endParaRPr>
          </a:p>
        </p:txBody>
      </p:sp>
    </p:spTree>
    <p:extLst>
      <p:ext uri="{BB962C8B-B14F-4D97-AF65-F5344CB8AC3E}">
        <p14:creationId xmlns:p14="http://schemas.microsoft.com/office/powerpoint/2010/main" val="498781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201" y="80254"/>
            <a:ext cx="10421874" cy="365485"/>
          </a:xfrm>
          <a:prstGeom prst="rect">
            <a:avLst/>
          </a:prstGeom>
        </p:spPr>
        <p:txBody>
          <a:bodyPr vert="horz" wrap="square" lIns="0" tIns="14478" rIns="0" bIns="0" rtlCol="0">
            <a:spAutoFit/>
          </a:bodyPr>
          <a:lstStyle/>
          <a:p>
            <a:pPr marL="425958" indent="-410718">
              <a:spcBef>
                <a:spcPts val="114"/>
              </a:spcBef>
              <a:buFont typeface="Arial MT"/>
              <a:buChar char="•"/>
              <a:tabLst>
                <a:tab pos="425958" algn="l"/>
              </a:tabLst>
            </a:pPr>
            <a:r>
              <a:rPr sz="2280" spc="-30" dirty="0">
                <a:latin typeface="Calibri"/>
                <a:cs typeface="Calibri"/>
              </a:rPr>
              <a:t>Tools</a:t>
            </a:r>
            <a:r>
              <a:rPr sz="2280" spc="-66" dirty="0">
                <a:latin typeface="Calibri"/>
                <a:cs typeface="Calibri"/>
              </a:rPr>
              <a:t> </a:t>
            </a:r>
            <a:r>
              <a:rPr sz="2280" dirty="0">
                <a:latin typeface="Calibri"/>
                <a:cs typeface="Calibri"/>
              </a:rPr>
              <a:t>for</a:t>
            </a:r>
            <a:r>
              <a:rPr sz="2280" spc="-66" dirty="0">
                <a:latin typeface="Calibri"/>
                <a:cs typeface="Calibri"/>
              </a:rPr>
              <a:t> </a:t>
            </a:r>
            <a:r>
              <a:rPr sz="2280" spc="-24" dirty="0">
                <a:latin typeface="Calibri"/>
                <a:cs typeface="Calibri"/>
              </a:rPr>
              <a:t>system</a:t>
            </a:r>
            <a:r>
              <a:rPr sz="2280" spc="-90" dirty="0">
                <a:latin typeface="Calibri"/>
                <a:cs typeface="Calibri"/>
              </a:rPr>
              <a:t> </a:t>
            </a:r>
            <a:r>
              <a:rPr sz="2280" spc="-12" dirty="0">
                <a:latin typeface="Calibri"/>
                <a:cs typeface="Calibri"/>
              </a:rPr>
              <a:t>integration</a:t>
            </a:r>
            <a:r>
              <a:rPr sz="2280" spc="-36" dirty="0">
                <a:latin typeface="Calibri"/>
                <a:cs typeface="Calibri"/>
              </a:rPr>
              <a:t> </a:t>
            </a:r>
            <a:r>
              <a:rPr sz="2280" dirty="0">
                <a:latin typeface="Calibri"/>
                <a:cs typeface="Calibri"/>
              </a:rPr>
              <a:t>and</a:t>
            </a:r>
            <a:r>
              <a:rPr sz="2280" spc="-42" dirty="0">
                <a:latin typeface="Calibri"/>
                <a:cs typeface="Calibri"/>
              </a:rPr>
              <a:t> </a:t>
            </a:r>
            <a:r>
              <a:rPr sz="2280" dirty="0">
                <a:latin typeface="Calibri"/>
                <a:cs typeface="Calibri"/>
              </a:rPr>
              <a:t>building</a:t>
            </a:r>
            <a:r>
              <a:rPr sz="2280" spc="-30" dirty="0">
                <a:latin typeface="Calibri"/>
                <a:cs typeface="Calibri"/>
              </a:rPr>
              <a:t> </a:t>
            </a:r>
            <a:r>
              <a:rPr sz="2280" dirty="0">
                <a:latin typeface="Calibri"/>
                <a:cs typeface="Calibri"/>
              </a:rPr>
              <a:t>include</a:t>
            </a:r>
            <a:r>
              <a:rPr sz="2280" spc="-42" dirty="0">
                <a:latin typeface="Calibri"/>
                <a:cs typeface="Calibri"/>
              </a:rPr>
              <a:t> </a:t>
            </a:r>
            <a:r>
              <a:rPr sz="2280" dirty="0">
                <a:latin typeface="Calibri"/>
                <a:cs typeface="Calibri"/>
              </a:rPr>
              <a:t>some</a:t>
            </a:r>
            <a:r>
              <a:rPr sz="2280" spc="-66" dirty="0">
                <a:latin typeface="Calibri"/>
                <a:cs typeface="Calibri"/>
              </a:rPr>
              <a:t> </a:t>
            </a:r>
            <a:r>
              <a:rPr sz="2280" dirty="0">
                <a:latin typeface="Calibri"/>
                <a:cs typeface="Calibri"/>
              </a:rPr>
              <a:t>or</a:t>
            </a:r>
            <a:r>
              <a:rPr sz="2280" spc="-72" dirty="0">
                <a:latin typeface="Calibri"/>
                <a:cs typeface="Calibri"/>
              </a:rPr>
              <a:t> </a:t>
            </a:r>
            <a:r>
              <a:rPr sz="2280" dirty="0">
                <a:latin typeface="Calibri"/>
                <a:cs typeface="Calibri"/>
              </a:rPr>
              <a:t>all</a:t>
            </a:r>
            <a:r>
              <a:rPr sz="2280" spc="-42" dirty="0">
                <a:latin typeface="Calibri"/>
                <a:cs typeface="Calibri"/>
              </a:rPr>
              <a:t> </a:t>
            </a:r>
            <a:r>
              <a:rPr sz="2280" dirty="0">
                <a:latin typeface="Calibri"/>
                <a:cs typeface="Calibri"/>
              </a:rPr>
              <a:t>of</a:t>
            </a:r>
            <a:r>
              <a:rPr sz="2280" spc="-84" dirty="0">
                <a:latin typeface="Calibri"/>
                <a:cs typeface="Calibri"/>
              </a:rPr>
              <a:t> </a:t>
            </a:r>
            <a:r>
              <a:rPr sz="2280" dirty="0">
                <a:latin typeface="Calibri"/>
                <a:cs typeface="Calibri"/>
              </a:rPr>
              <a:t>the</a:t>
            </a:r>
            <a:r>
              <a:rPr sz="2280" spc="-54" dirty="0">
                <a:latin typeface="Calibri"/>
                <a:cs typeface="Calibri"/>
              </a:rPr>
              <a:t> </a:t>
            </a:r>
            <a:r>
              <a:rPr sz="2280" dirty="0">
                <a:latin typeface="Calibri"/>
                <a:cs typeface="Calibri"/>
              </a:rPr>
              <a:t>following</a:t>
            </a:r>
            <a:r>
              <a:rPr sz="2280" spc="-18" dirty="0">
                <a:latin typeface="Calibri"/>
                <a:cs typeface="Calibri"/>
              </a:rPr>
              <a:t> </a:t>
            </a:r>
            <a:r>
              <a:rPr sz="2280" spc="-12" dirty="0">
                <a:latin typeface="Calibri"/>
                <a:cs typeface="Calibri"/>
              </a:rPr>
              <a:t>features</a:t>
            </a:r>
            <a:endParaRPr sz="2280">
              <a:latin typeface="Calibri"/>
              <a:cs typeface="Calibri"/>
            </a:endParaRPr>
          </a:p>
        </p:txBody>
      </p:sp>
      <p:graphicFrame>
        <p:nvGraphicFramePr>
          <p:cNvPr id="3" name="object 3"/>
          <p:cNvGraphicFramePr>
            <a:graphicFrameLocks noGrp="1"/>
          </p:cNvGraphicFramePr>
          <p:nvPr>
            <p:extLst>
              <p:ext uri="{D42A27DB-BD31-4B8C-83A1-F6EECF244321}">
                <p14:modId xmlns:p14="http://schemas.microsoft.com/office/powerpoint/2010/main" val="582724072"/>
              </p:ext>
            </p:extLst>
          </p:nvPr>
        </p:nvGraphicFramePr>
        <p:xfrm>
          <a:off x="273377" y="569823"/>
          <a:ext cx="11717517" cy="6185154"/>
        </p:xfrm>
        <a:graphic>
          <a:graphicData uri="http://schemas.openxmlformats.org/drawingml/2006/table">
            <a:tbl>
              <a:tblPr firstRow="1" bandRow="1">
                <a:tableStyleId>{2D5ABB26-0587-4C30-8999-92F81FD0307C}</a:tableStyleId>
              </a:tblPr>
              <a:tblGrid>
                <a:gridCol w="3047812">
                  <a:extLst>
                    <a:ext uri="{9D8B030D-6E8A-4147-A177-3AD203B41FA5}">
                      <a16:colId xmlns:a16="http://schemas.microsoft.com/office/drawing/2014/main" val="20000"/>
                    </a:ext>
                  </a:extLst>
                </a:gridCol>
                <a:gridCol w="8669705">
                  <a:extLst>
                    <a:ext uri="{9D8B030D-6E8A-4147-A177-3AD203B41FA5}">
                      <a16:colId xmlns:a16="http://schemas.microsoft.com/office/drawing/2014/main" val="20001"/>
                    </a:ext>
                  </a:extLst>
                </a:gridCol>
              </a:tblGrid>
              <a:tr h="444246">
                <a:tc>
                  <a:txBody>
                    <a:bodyPr/>
                    <a:lstStyle/>
                    <a:p>
                      <a:pPr marL="620395">
                        <a:lnSpc>
                          <a:spcPct val="100000"/>
                        </a:lnSpc>
                        <a:spcBef>
                          <a:spcPts val="240"/>
                        </a:spcBef>
                      </a:pPr>
                      <a:r>
                        <a:rPr sz="2200" b="1" spc="-10" dirty="0">
                          <a:solidFill>
                            <a:srgbClr val="FFFFFF"/>
                          </a:solidFill>
                          <a:latin typeface="Calibri"/>
                          <a:cs typeface="Calibri"/>
                        </a:rPr>
                        <a:t>Feature</a:t>
                      </a:r>
                      <a:endParaRPr sz="2200">
                        <a:latin typeface="Calibri"/>
                        <a:cs typeface="Calibri"/>
                      </a:endParaRPr>
                    </a:p>
                  </a:txBody>
                  <a:tcPr marL="0" marR="0" marT="3657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BBA58"/>
                    </a:solidFill>
                  </a:tcPr>
                </a:tc>
                <a:tc>
                  <a:txBody>
                    <a:bodyPr/>
                    <a:lstStyle/>
                    <a:p>
                      <a:pPr marL="1270" algn="ctr">
                        <a:lnSpc>
                          <a:spcPct val="100000"/>
                        </a:lnSpc>
                        <a:spcBef>
                          <a:spcPts val="240"/>
                        </a:spcBef>
                      </a:pPr>
                      <a:r>
                        <a:rPr sz="2200" b="1" spc="-10" dirty="0">
                          <a:solidFill>
                            <a:srgbClr val="FFFFFF"/>
                          </a:solidFill>
                          <a:latin typeface="Calibri"/>
                          <a:cs typeface="Calibri"/>
                        </a:rPr>
                        <a:t>Description</a:t>
                      </a:r>
                      <a:endParaRPr sz="2200">
                        <a:latin typeface="Calibri"/>
                        <a:cs typeface="Calibri"/>
                      </a:endParaRPr>
                    </a:p>
                  </a:txBody>
                  <a:tcPr marL="0" marR="0" marT="3657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BBA58"/>
                    </a:solidFill>
                  </a:tcPr>
                </a:tc>
                <a:extLst>
                  <a:ext uri="{0D108BD9-81ED-4DB2-BD59-A6C34878D82A}">
                    <a16:rowId xmlns:a16="http://schemas.microsoft.com/office/drawing/2014/main" val="10000"/>
                  </a:ext>
                </a:extLst>
              </a:tr>
              <a:tr h="1280160">
                <a:tc>
                  <a:txBody>
                    <a:bodyPr/>
                    <a:lstStyle/>
                    <a:p>
                      <a:pPr marL="91440">
                        <a:lnSpc>
                          <a:spcPct val="100000"/>
                        </a:lnSpc>
                        <a:spcBef>
                          <a:spcPts val="265"/>
                        </a:spcBef>
                      </a:pPr>
                      <a:r>
                        <a:rPr sz="1900" b="1" i="1" dirty="0">
                          <a:solidFill>
                            <a:srgbClr val="C00000"/>
                          </a:solidFill>
                          <a:latin typeface="Calibri"/>
                          <a:cs typeface="Calibri"/>
                        </a:rPr>
                        <a:t>Build</a:t>
                      </a:r>
                      <a:r>
                        <a:rPr sz="1900" b="1" i="1" spc="-35" dirty="0">
                          <a:solidFill>
                            <a:srgbClr val="C00000"/>
                          </a:solidFill>
                          <a:latin typeface="Calibri"/>
                          <a:cs typeface="Calibri"/>
                        </a:rPr>
                        <a:t> </a:t>
                      </a:r>
                      <a:r>
                        <a:rPr sz="1900" b="1" i="1" spc="-10" dirty="0">
                          <a:solidFill>
                            <a:srgbClr val="C00000"/>
                          </a:solidFill>
                          <a:latin typeface="Calibri"/>
                          <a:cs typeface="Calibri"/>
                        </a:rPr>
                        <a:t>Script</a:t>
                      </a:r>
                      <a:endParaRPr sz="1900">
                        <a:latin typeface="Calibri"/>
                        <a:cs typeface="Calibri"/>
                      </a:endParaRPr>
                    </a:p>
                    <a:p>
                      <a:pPr marL="91440">
                        <a:lnSpc>
                          <a:spcPct val="100000"/>
                        </a:lnSpc>
                      </a:pPr>
                      <a:r>
                        <a:rPr sz="1900" b="1" i="1" spc="-10" dirty="0">
                          <a:solidFill>
                            <a:srgbClr val="C00000"/>
                          </a:solidFill>
                          <a:latin typeface="Calibri"/>
                          <a:cs typeface="Calibri"/>
                        </a:rPr>
                        <a:t>Generation</a:t>
                      </a:r>
                      <a:endParaRPr sz="1900">
                        <a:latin typeface="Calibri"/>
                        <a:cs typeface="Calibri"/>
                      </a:endParaRPr>
                    </a:p>
                  </a:txBody>
                  <a:tcPr marL="0" marR="0" marT="4038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marR="81280" indent="-287020" algn="just">
                        <a:lnSpc>
                          <a:spcPct val="100000"/>
                        </a:lnSpc>
                        <a:spcBef>
                          <a:spcPts val="265"/>
                        </a:spcBef>
                        <a:buFont typeface="Arial MT"/>
                        <a:buChar char="•"/>
                        <a:tabLst>
                          <a:tab pos="377825" algn="l"/>
                          <a:tab pos="379095" algn="l"/>
                        </a:tabLst>
                      </a:pPr>
                      <a:r>
                        <a:rPr sz="1900" dirty="0">
                          <a:latin typeface="Calibri"/>
                          <a:cs typeface="Calibri"/>
                        </a:rPr>
                        <a:t>	The</a:t>
                      </a:r>
                      <a:r>
                        <a:rPr sz="1900" spc="215" dirty="0">
                          <a:latin typeface="Calibri"/>
                          <a:cs typeface="Calibri"/>
                        </a:rPr>
                        <a:t> </a:t>
                      </a:r>
                      <a:r>
                        <a:rPr sz="1900" dirty="0">
                          <a:latin typeface="Calibri"/>
                          <a:cs typeface="Calibri"/>
                        </a:rPr>
                        <a:t>build</a:t>
                      </a:r>
                      <a:r>
                        <a:rPr sz="1900" spc="229" dirty="0">
                          <a:latin typeface="Calibri"/>
                          <a:cs typeface="Calibri"/>
                        </a:rPr>
                        <a:t> </a:t>
                      </a:r>
                      <a:r>
                        <a:rPr sz="1900" dirty="0">
                          <a:latin typeface="Calibri"/>
                          <a:cs typeface="Calibri"/>
                        </a:rPr>
                        <a:t>system</a:t>
                      </a:r>
                      <a:r>
                        <a:rPr sz="1900" spc="229" dirty="0">
                          <a:latin typeface="Calibri"/>
                          <a:cs typeface="Calibri"/>
                        </a:rPr>
                        <a:t> </a:t>
                      </a:r>
                      <a:r>
                        <a:rPr sz="1900" dirty="0">
                          <a:latin typeface="Calibri"/>
                          <a:cs typeface="Calibri"/>
                        </a:rPr>
                        <a:t>should</a:t>
                      </a:r>
                      <a:r>
                        <a:rPr sz="1900" spc="235" dirty="0">
                          <a:latin typeface="Calibri"/>
                          <a:cs typeface="Calibri"/>
                        </a:rPr>
                        <a:t> </a:t>
                      </a:r>
                      <a:r>
                        <a:rPr sz="1900" b="1" i="1" dirty="0">
                          <a:solidFill>
                            <a:srgbClr val="6F2F9F"/>
                          </a:solidFill>
                          <a:latin typeface="Calibri"/>
                          <a:cs typeface="Calibri"/>
                        </a:rPr>
                        <a:t>analyze</a:t>
                      </a:r>
                      <a:r>
                        <a:rPr sz="1900" b="1" i="1" spc="220" dirty="0">
                          <a:solidFill>
                            <a:srgbClr val="6F2F9F"/>
                          </a:solidFill>
                          <a:latin typeface="Calibri"/>
                          <a:cs typeface="Calibri"/>
                        </a:rPr>
                        <a:t> </a:t>
                      </a:r>
                      <a:r>
                        <a:rPr sz="1900" b="1" i="1" dirty="0">
                          <a:solidFill>
                            <a:srgbClr val="6F2F9F"/>
                          </a:solidFill>
                          <a:latin typeface="Calibri"/>
                          <a:cs typeface="Calibri"/>
                        </a:rPr>
                        <a:t>the</a:t>
                      </a:r>
                      <a:r>
                        <a:rPr sz="1900" b="1" i="1" spc="235" dirty="0">
                          <a:solidFill>
                            <a:srgbClr val="6F2F9F"/>
                          </a:solidFill>
                          <a:latin typeface="Calibri"/>
                          <a:cs typeface="Calibri"/>
                        </a:rPr>
                        <a:t> </a:t>
                      </a:r>
                      <a:r>
                        <a:rPr sz="1900" b="1" i="1" dirty="0">
                          <a:solidFill>
                            <a:srgbClr val="6F2F9F"/>
                          </a:solidFill>
                          <a:latin typeface="Calibri"/>
                          <a:cs typeface="Calibri"/>
                        </a:rPr>
                        <a:t>program</a:t>
                      </a:r>
                      <a:r>
                        <a:rPr sz="1900" b="1" i="1" spc="235" dirty="0">
                          <a:solidFill>
                            <a:srgbClr val="6F2F9F"/>
                          </a:solidFill>
                          <a:latin typeface="Calibri"/>
                          <a:cs typeface="Calibri"/>
                        </a:rPr>
                        <a:t> </a:t>
                      </a:r>
                      <a:r>
                        <a:rPr sz="1900" b="1" i="1" dirty="0">
                          <a:solidFill>
                            <a:srgbClr val="6F2F9F"/>
                          </a:solidFill>
                          <a:latin typeface="Calibri"/>
                          <a:cs typeface="Calibri"/>
                        </a:rPr>
                        <a:t>that</a:t>
                      </a:r>
                      <a:r>
                        <a:rPr sz="1900" b="1" i="1" spc="225" dirty="0">
                          <a:solidFill>
                            <a:srgbClr val="6F2F9F"/>
                          </a:solidFill>
                          <a:latin typeface="Calibri"/>
                          <a:cs typeface="Calibri"/>
                        </a:rPr>
                        <a:t> </a:t>
                      </a:r>
                      <a:r>
                        <a:rPr sz="1900" b="1" i="1" dirty="0">
                          <a:solidFill>
                            <a:srgbClr val="6F2F9F"/>
                          </a:solidFill>
                          <a:latin typeface="Calibri"/>
                          <a:cs typeface="Calibri"/>
                        </a:rPr>
                        <a:t>is</a:t>
                      </a:r>
                      <a:r>
                        <a:rPr sz="1900" b="1" i="1" spc="220" dirty="0">
                          <a:solidFill>
                            <a:srgbClr val="6F2F9F"/>
                          </a:solidFill>
                          <a:latin typeface="Calibri"/>
                          <a:cs typeface="Calibri"/>
                        </a:rPr>
                        <a:t> </a:t>
                      </a:r>
                      <a:r>
                        <a:rPr sz="1900" b="1" i="1" dirty="0">
                          <a:solidFill>
                            <a:srgbClr val="6F2F9F"/>
                          </a:solidFill>
                          <a:latin typeface="Calibri"/>
                          <a:cs typeface="Calibri"/>
                        </a:rPr>
                        <a:t>being</a:t>
                      </a:r>
                      <a:r>
                        <a:rPr sz="1900" b="1" i="1" spc="240" dirty="0">
                          <a:solidFill>
                            <a:srgbClr val="6F2F9F"/>
                          </a:solidFill>
                          <a:latin typeface="Calibri"/>
                          <a:cs typeface="Calibri"/>
                        </a:rPr>
                        <a:t> </a:t>
                      </a:r>
                      <a:r>
                        <a:rPr sz="1900" b="1" i="1" dirty="0">
                          <a:solidFill>
                            <a:srgbClr val="6F2F9F"/>
                          </a:solidFill>
                          <a:latin typeface="Calibri"/>
                          <a:cs typeface="Calibri"/>
                        </a:rPr>
                        <a:t>built</a:t>
                      </a:r>
                      <a:r>
                        <a:rPr sz="1900" dirty="0">
                          <a:latin typeface="Calibri"/>
                          <a:cs typeface="Calibri"/>
                        </a:rPr>
                        <a:t>,</a:t>
                      </a:r>
                      <a:r>
                        <a:rPr sz="1900" spc="220" dirty="0">
                          <a:latin typeface="Calibri"/>
                          <a:cs typeface="Calibri"/>
                        </a:rPr>
                        <a:t> </a:t>
                      </a:r>
                      <a:r>
                        <a:rPr sz="1900" b="1" i="1" spc="-10" dirty="0">
                          <a:solidFill>
                            <a:srgbClr val="6F2F9F"/>
                          </a:solidFill>
                          <a:latin typeface="Calibri"/>
                          <a:cs typeface="Calibri"/>
                        </a:rPr>
                        <a:t>identify </a:t>
                      </a:r>
                      <a:r>
                        <a:rPr sz="1900" b="1" i="1" dirty="0">
                          <a:solidFill>
                            <a:srgbClr val="6F2F9F"/>
                          </a:solidFill>
                          <a:latin typeface="Calibri"/>
                          <a:cs typeface="Calibri"/>
                        </a:rPr>
                        <a:t>dependent</a:t>
                      </a:r>
                      <a:r>
                        <a:rPr sz="1900" b="1" i="1" spc="285" dirty="0">
                          <a:solidFill>
                            <a:srgbClr val="6F2F9F"/>
                          </a:solidFill>
                          <a:latin typeface="Calibri"/>
                          <a:cs typeface="Calibri"/>
                        </a:rPr>
                        <a:t>  </a:t>
                      </a:r>
                      <a:r>
                        <a:rPr sz="1900" b="1" i="1" dirty="0">
                          <a:solidFill>
                            <a:srgbClr val="6F2F9F"/>
                          </a:solidFill>
                          <a:latin typeface="Calibri"/>
                          <a:cs typeface="Calibri"/>
                        </a:rPr>
                        <a:t>components</a:t>
                      </a:r>
                      <a:r>
                        <a:rPr sz="1900" dirty="0">
                          <a:latin typeface="Calibri"/>
                          <a:cs typeface="Calibri"/>
                        </a:rPr>
                        <a:t>,</a:t>
                      </a:r>
                      <a:r>
                        <a:rPr sz="1900" spc="280" dirty="0">
                          <a:latin typeface="Calibri"/>
                          <a:cs typeface="Calibri"/>
                        </a:rPr>
                        <a:t>  </a:t>
                      </a:r>
                      <a:r>
                        <a:rPr sz="1900" dirty="0">
                          <a:latin typeface="Calibri"/>
                          <a:cs typeface="Calibri"/>
                        </a:rPr>
                        <a:t>and</a:t>
                      </a:r>
                      <a:r>
                        <a:rPr sz="1900" spc="290" dirty="0">
                          <a:latin typeface="Calibri"/>
                          <a:cs typeface="Calibri"/>
                        </a:rPr>
                        <a:t>  </a:t>
                      </a:r>
                      <a:r>
                        <a:rPr sz="1900" b="1" i="1" dirty="0">
                          <a:solidFill>
                            <a:srgbClr val="6F2F9F"/>
                          </a:solidFill>
                          <a:latin typeface="Calibri"/>
                          <a:cs typeface="Calibri"/>
                        </a:rPr>
                        <a:t>automatically</a:t>
                      </a:r>
                      <a:r>
                        <a:rPr sz="1900" b="1" i="1" spc="290" dirty="0">
                          <a:solidFill>
                            <a:srgbClr val="6F2F9F"/>
                          </a:solidFill>
                          <a:latin typeface="Calibri"/>
                          <a:cs typeface="Calibri"/>
                        </a:rPr>
                        <a:t>  </a:t>
                      </a:r>
                      <a:r>
                        <a:rPr sz="1900" b="1" i="1" dirty="0">
                          <a:solidFill>
                            <a:srgbClr val="6F2F9F"/>
                          </a:solidFill>
                          <a:latin typeface="Calibri"/>
                          <a:cs typeface="Calibri"/>
                        </a:rPr>
                        <a:t>generate</a:t>
                      </a:r>
                      <a:r>
                        <a:rPr sz="1900" b="1" i="1" spc="290" dirty="0">
                          <a:solidFill>
                            <a:srgbClr val="6F2F9F"/>
                          </a:solidFill>
                          <a:latin typeface="Calibri"/>
                          <a:cs typeface="Calibri"/>
                        </a:rPr>
                        <a:t>  </a:t>
                      </a:r>
                      <a:r>
                        <a:rPr sz="1900" b="1" i="1" dirty="0">
                          <a:solidFill>
                            <a:srgbClr val="6F2F9F"/>
                          </a:solidFill>
                          <a:latin typeface="Calibri"/>
                          <a:cs typeface="Calibri"/>
                        </a:rPr>
                        <a:t>a</a:t>
                      </a:r>
                      <a:r>
                        <a:rPr sz="1900" b="1" i="1" spc="285" dirty="0">
                          <a:solidFill>
                            <a:srgbClr val="6F2F9F"/>
                          </a:solidFill>
                          <a:latin typeface="Calibri"/>
                          <a:cs typeface="Calibri"/>
                        </a:rPr>
                        <a:t>  </a:t>
                      </a:r>
                      <a:r>
                        <a:rPr sz="1900" b="1" i="1" dirty="0">
                          <a:solidFill>
                            <a:srgbClr val="6F2F9F"/>
                          </a:solidFill>
                          <a:latin typeface="Calibri"/>
                          <a:cs typeface="Calibri"/>
                        </a:rPr>
                        <a:t>build</a:t>
                      </a:r>
                      <a:r>
                        <a:rPr sz="1900" b="1" i="1" spc="285" dirty="0">
                          <a:solidFill>
                            <a:srgbClr val="6F2F9F"/>
                          </a:solidFill>
                          <a:latin typeface="Calibri"/>
                          <a:cs typeface="Calibri"/>
                        </a:rPr>
                        <a:t>  </a:t>
                      </a:r>
                      <a:r>
                        <a:rPr sz="1900" b="1" i="1" spc="-10" dirty="0">
                          <a:solidFill>
                            <a:srgbClr val="6F2F9F"/>
                          </a:solidFill>
                          <a:latin typeface="Calibri"/>
                          <a:cs typeface="Calibri"/>
                        </a:rPr>
                        <a:t>script </a:t>
                      </a:r>
                      <a:r>
                        <a:rPr sz="1900" dirty="0">
                          <a:latin typeface="Calibri"/>
                          <a:cs typeface="Calibri"/>
                        </a:rPr>
                        <a:t>(configuration</a:t>
                      </a:r>
                      <a:r>
                        <a:rPr sz="1900" spc="60" dirty="0">
                          <a:latin typeface="Calibri"/>
                          <a:cs typeface="Calibri"/>
                        </a:rPr>
                        <a:t> </a:t>
                      </a:r>
                      <a:r>
                        <a:rPr sz="1900" dirty="0">
                          <a:latin typeface="Calibri"/>
                          <a:cs typeface="Calibri"/>
                        </a:rPr>
                        <a:t>file).</a:t>
                      </a:r>
                      <a:r>
                        <a:rPr sz="1900" spc="65" dirty="0">
                          <a:latin typeface="Calibri"/>
                          <a:cs typeface="Calibri"/>
                        </a:rPr>
                        <a:t> </a:t>
                      </a:r>
                      <a:r>
                        <a:rPr sz="1900" dirty="0">
                          <a:latin typeface="Calibri"/>
                          <a:cs typeface="Calibri"/>
                        </a:rPr>
                        <a:t>The</a:t>
                      </a:r>
                      <a:r>
                        <a:rPr sz="1900" spc="55" dirty="0">
                          <a:latin typeface="Calibri"/>
                          <a:cs typeface="Calibri"/>
                        </a:rPr>
                        <a:t> </a:t>
                      </a:r>
                      <a:r>
                        <a:rPr sz="1900" dirty="0">
                          <a:latin typeface="Calibri"/>
                          <a:cs typeface="Calibri"/>
                        </a:rPr>
                        <a:t>system</a:t>
                      </a:r>
                      <a:r>
                        <a:rPr sz="1900" spc="50" dirty="0">
                          <a:latin typeface="Calibri"/>
                          <a:cs typeface="Calibri"/>
                        </a:rPr>
                        <a:t> </a:t>
                      </a:r>
                      <a:r>
                        <a:rPr sz="1900" dirty="0">
                          <a:latin typeface="Calibri"/>
                          <a:cs typeface="Calibri"/>
                        </a:rPr>
                        <a:t>should</a:t>
                      </a:r>
                      <a:r>
                        <a:rPr sz="1900" spc="60" dirty="0">
                          <a:latin typeface="Calibri"/>
                          <a:cs typeface="Calibri"/>
                        </a:rPr>
                        <a:t> </a:t>
                      </a:r>
                      <a:r>
                        <a:rPr sz="1900" dirty="0">
                          <a:latin typeface="Calibri"/>
                          <a:cs typeface="Calibri"/>
                        </a:rPr>
                        <a:t>also</a:t>
                      </a:r>
                      <a:r>
                        <a:rPr sz="1900" spc="60" dirty="0">
                          <a:latin typeface="Calibri"/>
                          <a:cs typeface="Calibri"/>
                        </a:rPr>
                        <a:t> </a:t>
                      </a:r>
                      <a:r>
                        <a:rPr sz="1900" dirty="0">
                          <a:latin typeface="Calibri"/>
                          <a:cs typeface="Calibri"/>
                        </a:rPr>
                        <a:t>support</a:t>
                      </a:r>
                      <a:r>
                        <a:rPr sz="1900" spc="60" dirty="0">
                          <a:latin typeface="Calibri"/>
                          <a:cs typeface="Calibri"/>
                        </a:rPr>
                        <a:t> </a:t>
                      </a:r>
                      <a:r>
                        <a:rPr sz="1900" dirty="0">
                          <a:latin typeface="Calibri"/>
                          <a:cs typeface="Calibri"/>
                        </a:rPr>
                        <a:t>the</a:t>
                      </a:r>
                      <a:r>
                        <a:rPr sz="1900" spc="70" dirty="0">
                          <a:latin typeface="Calibri"/>
                          <a:cs typeface="Calibri"/>
                        </a:rPr>
                        <a:t> </a:t>
                      </a:r>
                      <a:r>
                        <a:rPr sz="1900" dirty="0">
                          <a:latin typeface="Calibri"/>
                          <a:cs typeface="Calibri"/>
                        </a:rPr>
                        <a:t>manual</a:t>
                      </a:r>
                      <a:r>
                        <a:rPr sz="1900" spc="65" dirty="0">
                          <a:latin typeface="Calibri"/>
                          <a:cs typeface="Calibri"/>
                        </a:rPr>
                        <a:t> </a:t>
                      </a:r>
                      <a:r>
                        <a:rPr sz="1900" dirty="0">
                          <a:latin typeface="Calibri"/>
                          <a:cs typeface="Calibri"/>
                        </a:rPr>
                        <a:t>creation</a:t>
                      </a:r>
                      <a:r>
                        <a:rPr sz="1900" spc="60" dirty="0">
                          <a:latin typeface="Calibri"/>
                          <a:cs typeface="Calibri"/>
                        </a:rPr>
                        <a:t> </a:t>
                      </a:r>
                      <a:r>
                        <a:rPr sz="1900" spc="-25" dirty="0">
                          <a:latin typeface="Calibri"/>
                          <a:cs typeface="Calibri"/>
                        </a:rPr>
                        <a:t>and </a:t>
                      </a:r>
                      <a:r>
                        <a:rPr sz="1900" dirty="0">
                          <a:latin typeface="Calibri"/>
                          <a:cs typeface="Calibri"/>
                        </a:rPr>
                        <a:t>editing</a:t>
                      </a:r>
                      <a:r>
                        <a:rPr sz="1900" spc="-30" dirty="0">
                          <a:latin typeface="Calibri"/>
                          <a:cs typeface="Calibri"/>
                        </a:rPr>
                        <a:t> </a:t>
                      </a:r>
                      <a:r>
                        <a:rPr sz="1900" dirty="0">
                          <a:latin typeface="Calibri"/>
                          <a:cs typeface="Calibri"/>
                        </a:rPr>
                        <a:t>of</a:t>
                      </a:r>
                      <a:r>
                        <a:rPr sz="1900" spc="5" dirty="0">
                          <a:latin typeface="Calibri"/>
                          <a:cs typeface="Calibri"/>
                        </a:rPr>
                        <a:t> </a:t>
                      </a:r>
                      <a:r>
                        <a:rPr sz="1900" dirty="0">
                          <a:latin typeface="Calibri"/>
                          <a:cs typeface="Calibri"/>
                        </a:rPr>
                        <a:t>build</a:t>
                      </a:r>
                      <a:r>
                        <a:rPr sz="1900" spc="-35" dirty="0">
                          <a:latin typeface="Calibri"/>
                          <a:cs typeface="Calibri"/>
                        </a:rPr>
                        <a:t> </a:t>
                      </a:r>
                      <a:r>
                        <a:rPr sz="1900" spc="-10" dirty="0">
                          <a:latin typeface="Calibri"/>
                          <a:cs typeface="Calibri"/>
                        </a:rPr>
                        <a:t>scripts.</a:t>
                      </a:r>
                      <a:endParaRPr sz="1900">
                        <a:latin typeface="Calibri"/>
                        <a:cs typeface="Calibri"/>
                      </a:endParaRPr>
                    </a:p>
                  </a:txBody>
                  <a:tcPr marL="0" marR="0" marT="4038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94944">
                <a:tc>
                  <a:txBody>
                    <a:bodyPr/>
                    <a:lstStyle/>
                    <a:p>
                      <a:pPr marL="91440">
                        <a:lnSpc>
                          <a:spcPct val="100000"/>
                        </a:lnSpc>
                        <a:spcBef>
                          <a:spcPts val="265"/>
                        </a:spcBef>
                        <a:tabLst>
                          <a:tab pos="1257300" algn="l"/>
                        </a:tabLst>
                      </a:pPr>
                      <a:r>
                        <a:rPr sz="1900" b="1" i="1" spc="-10" dirty="0">
                          <a:solidFill>
                            <a:srgbClr val="C00000"/>
                          </a:solidFill>
                          <a:latin typeface="Calibri"/>
                          <a:cs typeface="Calibri"/>
                        </a:rPr>
                        <a:t>Version</a:t>
                      </a:r>
                      <a:r>
                        <a:rPr sz="1900" b="1" i="1" dirty="0">
                          <a:solidFill>
                            <a:srgbClr val="C00000"/>
                          </a:solidFill>
                          <a:latin typeface="Calibri"/>
                          <a:cs typeface="Calibri"/>
                        </a:rPr>
                        <a:t>	</a:t>
                      </a:r>
                      <a:r>
                        <a:rPr sz="1900" b="1" i="1" spc="-10" dirty="0">
                          <a:solidFill>
                            <a:srgbClr val="C00000"/>
                          </a:solidFill>
                          <a:latin typeface="Calibri"/>
                          <a:cs typeface="Calibri"/>
                        </a:rPr>
                        <a:t>Control</a:t>
                      </a:r>
                      <a:endParaRPr sz="1900" dirty="0">
                        <a:latin typeface="Calibri"/>
                        <a:cs typeface="Calibri"/>
                      </a:endParaRPr>
                    </a:p>
                    <a:p>
                      <a:pPr marL="91440">
                        <a:lnSpc>
                          <a:spcPct val="100000"/>
                        </a:lnSpc>
                      </a:pPr>
                      <a:r>
                        <a:rPr sz="1900" b="1" i="1" spc="-10" dirty="0">
                          <a:solidFill>
                            <a:srgbClr val="C00000"/>
                          </a:solidFill>
                          <a:latin typeface="Calibri"/>
                          <a:cs typeface="Calibri"/>
                        </a:rPr>
                        <a:t>System</a:t>
                      </a:r>
                      <a:r>
                        <a:rPr sz="1900" b="1" i="1" spc="-35" dirty="0">
                          <a:solidFill>
                            <a:srgbClr val="C00000"/>
                          </a:solidFill>
                          <a:latin typeface="Calibri"/>
                          <a:cs typeface="Calibri"/>
                        </a:rPr>
                        <a:t> </a:t>
                      </a:r>
                      <a:r>
                        <a:rPr sz="1900" b="1" i="1" spc="-10" dirty="0">
                          <a:solidFill>
                            <a:srgbClr val="C00000"/>
                          </a:solidFill>
                          <a:latin typeface="Calibri"/>
                          <a:cs typeface="Calibri"/>
                        </a:rPr>
                        <a:t>Integration</a:t>
                      </a:r>
                      <a:endParaRPr sz="1900" dirty="0">
                        <a:latin typeface="Calibri"/>
                        <a:cs typeface="Calibri"/>
                      </a:endParaRPr>
                    </a:p>
                  </a:txBody>
                  <a:tcPr marL="0" marR="0" marT="4038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indent="-286385">
                        <a:lnSpc>
                          <a:spcPct val="100000"/>
                        </a:lnSpc>
                        <a:spcBef>
                          <a:spcPts val="265"/>
                        </a:spcBef>
                        <a:buFont typeface="Arial MT"/>
                        <a:buChar char="•"/>
                        <a:tabLst>
                          <a:tab pos="377825" algn="l"/>
                        </a:tabLst>
                      </a:pPr>
                      <a:r>
                        <a:rPr sz="1900" dirty="0">
                          <a:latin typeface="Calibri"/>
                          <a:cs typeface="Calibri"/>
                        </a:rPr>
                        <a:t>The</a:t>
                      </a:r>
                      <a:r>
                        <a:rPr sz="1900" spc="-40" dirty="0">
                          <a:latin typeface="Calibri"/>
                          <a:cs typeface="Calibri"/>
                        </a:rPr>
                        <a:t> </a:t>
                      </a:r>
                      <a:r>
                        <a:rPr sz="1900" dirty="0">
                          <a:latin typeface="Calibri"/>
                          <a:cs typeface="Calibri"/>
                        </a:rPr>
                        <a:t>build</a:t>
                      </a:r>
                      <a:r>
                        <a:rPr sz="1900" spc="-30" dirty="0">
                          <a:latin typeface="Calibri"/>
                          <a:cs typeface="Calibri"/>
                        </a:rPr>
                        <a:t> </a:t>
                      </a:r>
                      <a:r>
                        <a:rPr sz="1900" spc="-10" dirty="0">
                          <a:latin typeface="Calibri"/>
                          <a:cs typeface="Calibri"/>
                        </a:rPr>
                        <a:t>system</a:t>
                      </a:r>
                      <a:r>
                        <a:rPr sz="1900" spc="-35" dirty="0">
                          <a:latin typeface="Calibri"/>
                          <a:cs typeface="Calibri"/>
                        </a:rPr>
                        <a:t> </a:t>
                      </a:r>
                      <a:r>
                        <a:rPr sz="1900" dirty="0">
                          <a:latin typeface="Calibri"/>
                          <a:cs typeface="Calibri"/>
                        </a:rPr>
                        <a:t>should</a:t>
                      </a:r>
                      <a:r>
                        <a:rPr sz="1900" spc="-20" dirty="0">
                          <a:latin typeface="Calibri"/>
                          <a:cs typeface="Calibri"/>
                        </a:rPr>
                        <a:t> </a:t>
                      </a:r>
                      <a:r>
                        <a:rPr sz="1900" b="1" i="1" dirty="0">
                          <a:solidFill>
                            <a:srgbClr val="6F2F9F"/>
                          </a:solidFill>
                          <a:latin typeface="Calibri"/>
                          <a:cs typeface="Calibri"/>
                        </a:rPr>
                        <a:t>check</a:t>
                      </a:r>
                      <a:r>
                        <a:rPr sz="1900" b="1" i="1" spc="-15" dirty="0">
                          <a:solidFill>
                            <a:srgbClr val="6F2F9F"/>
                          </a:solidFill>
                          <a:latin typeface="Calibri"/>
                          <a:cs typeface="Calibri"/>
                        </a:rPr>
                        <a:t> </a:t>
                      </a:r>
                      <a:r>
                        <a:rPr sz="1900" b="1" i="1" dirty="0">
                          <a:solidFill>
                            <a:srgbClr val="6F2F9F"/>
                          </a:solidFill>
                          <a:latin typeface="Calibri"/>
                          <a:cs typeface="Calibri"/>
                        </a:rPr>
                        <a:t>out</a:t>
                      </a:r>
                      <a:r>
                        <a:rPr sz="1900" b="1" i="1" spc="-25" dirty="0">
                          <a:solidFill>
                            <a:srgbClr val="6F2F9F"/>
                          </a:solidFill>
                          <a:latin typeface="Calibri"/>
                          <a:cs typeface="Calibri"/>
                        </a:rPr>
                        <a:t> </a:t>
                      </a:r>
                      <a:r>
                        <a:rPr sz="1900" b="1" i="1" dirty="0">
                          <a:solidFill>
                            <a:srgbClr val="6F2F9F"/>
                          </a:solidFill>
                          <a:latin typeface="Calibri"/>
                          <a:cs typeface="Calibri"/>
                        </a:rPr>
                        <a:t>the</a:t>
                      </a:r>
                      <a:r>
                        <a:rPr sz="1900" b="1" i="1" spc="-30" dirty="0">
                          <a:solidFill>
                            <a:srgbClr val="6F2F9F"/>
                          </a:solidFill>
                          <a:latin typeface="Calibri"/>
                          <a:cs typeface="Calibri"/>
                        </a:rPr>
                        <a:t> </a:t>
                      </a:r>
                      <a:r>
                        <a:rPr sz="1900" b="1" i="1" dirty="0">
                          <a:solidFill>
                            <a:srgbClr val="6F2F9F"/>
                          </a:solidFill>
                          <a:latin typeface="Calibri"/>
                          <a:cs typeface="Calibri"/>
                        </a:rPr>
                        <a:t>required</a:t>
                      </a:r>
                      <a:r>
                        <a:rPr sz="1900" b="1" i="1" spc="-15" dirty="0">
                          <a:solidFill>
                            <a:srgbClr val="6F2F9F"/>
                          </a:solidFill>
                          <a:latin typeface="Calibri"/>
                          <a:cs typeface="Calibri"/>
                        </a:rPr>
                        <a:t> </a:t>
                      </a:r>
                      <a:r>
                        <a:rPr sz="1900" b="1" i="1" dirty="0">
                          <a:solidFill>
                            <a:srgbClr val="6F2F9F"/>
                          </a:solidFill>
                          <a:latin typeface="Calibri"/>
                          <a:cs typeface="Calibri"/>
                        </a:rPr>
                        <a:t>versions</a:t>
                      </a:r>
                      <a:r>
                        <a:rPr sz="1900" b="1" i="1" spc="-30" dirty="0">
                          <a:solidFill>
                            <a:srgbClr val="6F2F9F"/>
                          </a:solidFill>
                          <a:latin typeface="Calibri"/>
                          <a:cs typeface="Calibri"/>
                        </a:rPr>
                        <a:t> </a:t>
                      </a:r>
                      <a:r>
                        <a:rPr sz="1900" b="1" i="1" dirty="0">
                          <a:solidFill>
                            <a:srgbClr val="6F2F9F"/>
                          </a:solidFill>
                          <a:latin typeface="Calibri"/>
                          <a:cs typeface="Calibri"/>
                        </a:rPr>
                        <a:t>of</a:t>
                      </a:r>
                      <a:r>
                        <a:rPr sz="1900" b="1" i="1" spc="-20" dirty="0">
                          <a:solidFill>
                            <a:srgbClr val="6F2F9F"/>
                          </a:solidFill>
                          <a:latin typeface="Calibri"/>
                          <a:cs typeface="Calibri"/>
                        </a:rPr>
                        <a:t> </a:t>
                      </a:r>
                      <a:r>
                        <a:rPr sz="1900" b="1" i="1" dirty="0">
                          <a:solidFill>
                            <a:srgbClr val="6F2F9F"/>
                          </a:solidFill>
                          <a:latin typeface="Calibri"/>
                          <a:cs typeface="Calibri"/>
                        </a:rPr>
                        <a:t>components</a:t>
                      </a:r>
                      <a:r>
                        <a:rPr sz="1900" b="1" i="1" spc="-20" dirty="0">
                          <a:solidFill>
                            <a:srgbClr val="6F2F9F"/>
                          </a:solidFill>
                          <a:latin typeface="Calibri"/>
                          <a:cs typeface="Calibri"/>
                        </a:rPr>
                        <a:t> </a:t>
                      </a:r>
                      <a:r>
                        <a:rPr sz="1900" spc="-20" dirty="0">
                          <a:latin typeface="Calibri"/>
                          <a:cs typeface="Calibri"/>
                        </a:rPr>
                        <a:t>from</a:t>
                      </a:r>
                      <a:endParaRPr sz="1900" dirty="0">
                        <a:latin typeface="Calibri"/>
                        <a:cs typeface="Calibri"/>
                      </a:endParaRPr>
                    </a:p>
                    <a:p>
                      <a:pPr marL="377825">
                        <a:lnSpc>
                          <a:spcPct val="100000"/>
                        </a:lnSpc>
                      </a:pPr>
                      <a:r>
                        <a:rPr sz="1900" dirty="0">
                          <a:latin typeface="Calibri"/>
                          <a:cs typeface="Calibri"/>
                        </a:rPr>
                        <a:t>the</a:t>
                      </a:r>
                      <a:r>
                        <a:rPr sz="1900" spc="-60" dirty="0">
                          <a:latin typeface="Calibri"/>
                          <a:cs typeface="Calibri"/>
                        </a:rPr>
                        <a:t> </a:t>
                      </a:r>
                      <a:r>
                        <a:rPr sz="1900" dirty="0">
                          <a:latin typeface="Calibri"/>
                          <a:cs typeface="Calibri"/>
                        </a:rPr>
                        <a:t>version</a:t>
                      </a:r>
                      <a:r>
                        <a:rPr sz="1900" spc="-35" dirty="0">
                          <a:latin typeface="Calibri"/>
                          <a:cs typeface="Calibri"/>
                        </a:rPr>
                        <a:t> </a:t>
                      </a:r>
                      <a:r>
                        <a:rPr sz="1900" spc="-10" dirty="0">
                          <a:latin typeface="Calibri"/>
                          <a:cs typeface="Calibri"/>
                        </a:rPr>
                        <a:t>control</a:t>
                      </a:r>
                      <a:r>
                        <a:rPr sz="1900" spc="-40" dirty="0">
                          <a:latin typeface="Calibri"/>
                          <a:cs typeface="Calibri"/>
                        </a:rPr>
                        <a:t> </a:t>
                      </a:r>
                      <a:r>
                        <a:rPr sz="1900" spc="-10" dirty="0">
                          <a:latin typeface="Calibri"/>
                          <a:cs typeface="Calibri"/>
                        </a:rPr>
                        <a:t>system.</a:t>
                      </a:r>
                      <a:endParaRPr sz="1900" dirty="0">
                        <a:latin typeface="Calibri"/>
                        <a:cs typeface="Calibri"/>
                      </a:endParaRPr>
                    </a:p>
                  </a:txBody>
                  <a:tcPr marL="0" marR="0" marT="4038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94182">
                <a:tc>
                  <a:txBody>
                    <a:bodyPr/>
                    <a:lstStyle/>
                    <a:p>
                      <a:pPr marL="91440" marR="659765">
                        <a:lnSpc>
                          <a:spcPct val="100000"/>
                        </a:lnSpc>
                        <a:spcBef>
                          <a:spcPts val="265"/>
                        </a:spcBef>
                      </a:pPr>
                      <a:r>
                        <a:rPr sz="1900" b="1" i="1" spc="-10" dirty="0">
                          <a:solidFill>
                            <a:srgbClr val="C00000"/>
                          </a:solidFill>
                          <a:latin typeface="Calibri"/>
                          <a:cs typeface="Calibri"/>
                        </a:rPr>
                        <a:t>Minimal Recompilation</a:t>
                      </a:r>
                      <a:endParaRPr sz="1900" dirty="0">
                        <a:latin typeface="Calibri"/>
                        <a:cs typeface="Calibri"/>
                      </a:endParaRPr>
                    </a:p>
                  </a:txBody>
                  <a:tcPr marL="0" marR="0" marT="4038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indent="-286385">
                        <a:lnSpc>
                          <a:spcPct val="100000"/>
                        </a:lnSpc>
                        <a:spcBef>
                          <a:spcPts val="265"/>
                        </a:spcBef>
                        <a:buFont typeface="Arial MT"/>
                        <a:buChar char="•"/>
                        <a:tabLst>
                          <a:tab pos="377825" algn="l"/>
                        </a:tabLst>
                      </a:pPr>
                      <a:r>
                        <a:rPr sz="1900" dirty="0">
                          <a:latin typeface="Calibri"/>
                          <a:cs typeface="Calibri"/>
                        </a:rPr>
                        <a:t>The</a:t>
                      </a:r>
                      <a:r>
                        <a:rPr sz="1900" spc="30" dirty="0">
                          <a:latin typeface="Calibri"/>
                          <a:cs typeface="Calibri"/>
                        </a:rPr>
                        <a:t> </a:t>
                      </a:r>
                      <a:r>
                        <a:rPr sz="1900" dirty="0">
                          <a:latin typeface="Calibri"/>
                          <a:cs typeface="Calibri"/>
                        </a:rPr>
                        <a:t>build</a:t>
                      </a:r>
                      <a:r>
                        <a:rPr sz="1900" spc="40" dirty="0">
                          <a:latin typeface="Calibri"/>
                          <a:cs typeface="Calibri"/>
                        </a:rPr>
                        <a:t> </a:t>
                      </a:r>
                      <a:r>
                        <a:rPr sz="1900" dirty="0">
                          <a:latin typeface="Calibri"/>
                          <a:cs typeface="Calibri"/>
                        </a:rPr>
                        <a:t>system</a:t>
                      </a:r>
                      <a:r>
                        <a:rPr sz="1900" spc="30" dirty="0">
                          <a:latin typeface="Calibri"/>
                          <a:cs typeface="Calibri"/>
                        </a:rPr>
                        <a:t> </a:t>
                      </a:r>
                      <a:r>
                        <a:rPr sz="1900" dirty="0">
                          <a:latin typeface="Calibri"/>
                          <a:cs typeface="Calibri"/>
                        </a:rPr>
                        <a:t>should</a:t>
                      </a:r>
                      <a:r>
                        <a:rPr sz="1900" spc="30" dirty="0">
                          <a:latin typeface="Calibri"/>
                          <a:cs typeface="Calibri"/>
                        </a:rPr>
                        <a:t> </a:t>
                      </a:r>
                      <a:r>
                        <a:rPr sz="1900" b="1" i="1" dirty="0">
                          <a:solidFill>
                            <a:srgbClr val="6F2F9F"/>
                          </a:solidFill>
                          <a:latin typeface="Calibri"/>
                          <a:cs typeface="Calibri"/>
                        </a:rPr>
                        <a:t>work</a:t>
                      </a:r>
                      <a:r>
                        <a:rPr sz="1900" b="1" i="1" spc="35" dirty="0">
                          <a:solidFill>
                            <a:srgbClr val="6F2F9F"/>
                          </a:solidFill>
                          <a:latin typeface="Calibri"/>
                          <a:cs typeface="Calibri"/>
                        </a:rPr>
                        <a:t> </a:t>
                      </a:r>
                      <a:r>
                        <a:rPr sz="1900" b="1" i="1" dirty="0">
                          <a:solidFill>
                            <a:srgbClr val="6F2F9F"/>
                          </a:solidFill>
                          <a:latin typeface="Calibri"/>
                          <a:cs typeface="Calibri"/>
                        </a:rPr>
                        <a:t>out</a:t>
                      </a:r>
                      <a:r>
                        <a:rPr sz="1900" b="1" i="1" spc="30" dirty="0">
                          <a:solidFill>
                            <a:srgbClr val="6F2F9F"/>
                          </a:solidFill>
                          <a:latin typeface="Calibri"/>
                          <a:cs typeface="Calibri"/>
                        </a:rPr>
                        <a:t> </a:t>
                      </a:r>
                      <a:r>
                        <a:rPr sz="1900" b="1" i="1" dirty="0">
                          <a:solidFill>
                            <a:srgbClr val="6F2F9F"/>
                          </a:solidFill>
                          <a:latin typeface="Calibri"/>
                          <a:cs typeface="Calibri"/>
                        </a:rPr>
                        <a:t>what</a:t>
                      </a:r>
                      <a:r>
                        <a:rPr sz="1900" b="1" i="1" spc="35" dirty="0">
                          <a:solidFill>
                            <a:srgbClr val="6F2F9F"/>
                          </a:solidFill>
                          <a:latin typeface="Calibri"/>
                          <a:cs typeface="Calibri"/>
                        </a:rPr>
                        <a:t> </a:t>
                      </a:r>
                      <a:r>
                        <a:rPr sz="1900" b="1" i="1" dirty="0">
                          <a:solidFill>
                            <a:srgbClr val="6F2F9F"/>
                          </a:solidFill>
                          <a:latin typeface="Calibri"/>
                          <a:cs typeface="Calibri"/>
                        </a:rPr>
                        <a:t>source</a:t>
                      </a:r>
                      <a:r>
                        <a:rPr sz="1900" b="1" i="1" spc="30" dirty="0">
                          <a:solidFill>
                            <a:srgbClr val="6F2F9F"/>
                          </a:solidFill>
                          <a:latin typeface="Calibri"/>
                          <a:cs typeface="Calibri"/>
                        </a:rPr>
                        <a:t> </a:t>
                      </a:r>
                      <a:r>
                        <a:rPr sz="1900" b="1" i="1" dirty="0">
                          <a:solidFill>
                            <a:srgbClr val="6F2F9F"/>
                          </a:solidFill>
                          <a:latin typeface="Calibri"/>
                          <a:cs typeface="Calibri"/>
                        </a:rPr>
                        <a:t>code</a:t>
                      </a:r>
                      <a:r>
                        <a:rPr sz="1900" b="1" i="1" spc="45" dirty="0">
                          <a:solidFill>
                            <a:srgbClr val="6F2F9F"/>
                          </a:solidFill>
                          <a:latin typeface="Calibri"/>
                          <a:cs typeface="Calibri"/>
                        </a:rPr>
                        <a:t> </a:t>
                      </a:r>
                      <a:r>
                        <a:rPr sz="1900" b="1" i="1" dirty="0">
                          <a:solidFill>
                            <a:srgbClr val="6F2F9F"/>
                          </a:solidFill>
                          <a:latin typeface="Calibri"/>
                          <a:cs typeface="Calibri"/>
                        </a:rPr>
                        <a:t>needs</a:t>
                      </a:r>
                      <a:r>
                        <a:rPr sz="1900" b="1" i="1" spc="30" dirty="0">
                          <a:solidFill>
                            <a:srgbClr val="6F2F9F"/>
                          </a:solidFill>
                          <a:latin typeface="Calibri"/>
                          <a:cs typeface="Calibri"/>
                        </a:rPr>
                        <a:t> </a:t>
                      </a:r>
                      <a:r>
                        <a:rPr sz="1900" b="1" i="1" dirty="0">
                          <a:solidFill>
                            <a:srgbClr val="6F2F9F"/>
                          </a:solidFill>
                          <a:latin typeface="Calibri"/>
                          <a:cs typeface="Calibri"/>
                        </a:rPr>
                        <a:t>to</a:t>
                      </a:r>
                      <a:r>
                        <a:rPr sz="1900" b="1" i="1" spc="45" dirty="0">
                          <a:solidFill>
                            <a:srgbClr val="6F2F9F"/>
                          </a:solidFill>
                          <a:latin typeface="Calibri"/>
                          <a:cs typeface="Calibri"/>
                        </a:rPr>
                        <a:t> </a:t>
                      </a:r>
                      <a:r>
                        <a:rPr sz="1900" b="1" i="1" dirty="0">
                          <a:solidFill>
                            <a:srgbClr val="6F2F9F"/>
                          </a:solidFill>
                          <a:latin typeface="Calibri"/>
                          <a:cs typeface="Calibri"/>
                        </a:rPr>
                        <a:t>be</a:t>
                      </a:r>
                      <a:r>
                        <a:rPr sz="1900" b="1" i="1" spc="30" dirty="0">
                          <a:solidFill>
                            <a:srgbClr val="6F2F9F"/>
                          </a:solidFill>
                          <a:latin typeface="Calibri"/>
                          <a:cs typeface="Calibri"/>
                        </a:rPr>
                        <a:t> </a:t>
                      </a:r>
                      <a:r>
                        <a:rPr sz="1900" b="1" i="1" spc="-10" dirty="0">
                          <a:solidFill>
                            <a:srgbClr val="6F2F9F"/>
                          </a:solidFill>
                          <a:latin typeface="Calibri"/>
                          <a:cs typeface="Calibri"/>
                        </a:rPr>
                        <a:t>recompiled</a:t>
                      </a:r>
                      <a:endParaRPr sz="1900">
                        <a:latin typeface="Calibri"/>
                        <a:cs typeface="Calibri"/>
                      </a:endParaRPr>
                    </a:p>
                    <a:p>
                      <a:pPr marL="377825">
                        <a:lnSpc>
                          <a:spcPct val="100000"/>
                        </a:lnSpc>
                      </a:pPr>
                      <a:r>
                        <a:rPr sz="1900" dirty="0">
                          <a:latin typeface="Calibri"/>
                          <a:cs typeface="Calibri"/>
                        </a:rPr>
                        <a:t>and</a:t>
                      </a:r>
                      <a:r>
                        <a:rPr sz="1900" spc="-35" dirty="0">
                          <a:latin typeface="Calibri"/>
                          <a:cs typeface="Calibri"/>
                        </a:rPr>
                        <a:t> </a:t>
                      </a:r>
                      <a:r>
                        <a:rPr sz="1900" dirty="0">
                          <a:latin typeface="Calibri"/>
                          <a:cs typeface="Calibri"/>
                        </a:rPr>
                        <a:t>set</a:t>
                      </a:r>
                      <a:r>
                        <a:rPr sz="1900" spc="-15" dirty="0">
                          <a:latin typeface="Calibri"/>
                          <a:cs typeface="Calibri"/>
                        </a:rPr>
                        <a:t> </a:t>
                      </a:r>
                      <a:r>
                        <a:rPr sz="1900" dirty="0">
                          <a:latin typeface="Calibri"/>
                          <a:cs typeface="Calibri"/>
                        </a:rPr>
                        <a:t>up</a:t>
                      </a:r>
                      <a:r>
                        <a:rPr sz="1900" spc="-25" dirty="0">
                          <a:latin typeface="Calibri"/>
                          <a:cs typeface="Calibri"/>
                        </a:rPr>
                        <a:t> </a:t>
                      </a:r>
                      <a:r>
                        <a:rPr sz="1900" dirty="0">
                          <a:latin typeface="Calibri"/>
                          <a:cs typeface="Calibri"/>
                        </a:rPr>
                        <a:t>compilations</a:t>
                      </a:r>
                      <a:r>
                        <a:rPr sz="1900" spc="-35" dirty="0">
                          <a:latin typeface="Calibri"/>
                          <a:cs typeface="Calibri"/>
                        </a:rPr>
                        <a:t> </a:t>
                      </a:r>
                      <a:r>
                        <a:rPr sz="1900" dirty="0">
                          <a:latin typeface="Calibri"/>
                          <a:cs typeface="Calibri"/>
                        </a:rPr>
                        <a:t>if</a:t>
                      </a:r>
                      <a:r>
                        <a:rPr sz="1900" spc="-30" dirty="0">
                          <a:latin typeface="Calibri"/>
                          <a:cs typeface="Calibri"/>
                        </a:rPr>
                        <a:t> </a:t>
                      </a:r>
                      <a:r>
                        <a:rPr sz="1900" spc="-10" dirty="0">
                          <a:latin typeface="Calibri"/>
                          <a:cs typeface="Calibri"/>
                        </a:rPr>
                        <a:t>required</a:t>
                      </a:r>
                      <a:endParaRPr sz="1900">
                        <a:latin typeface="Calibri"/>
                        <a:cs typeface="Calibri"/>
                      </a:endParaRPr>
                    </a:p>
                  </a:txBody>
                  <a:tcPr marL="0" marR="0" marT="4038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987552">
                <a:tc>
                  <a:txBody>
                    <a:bodyPr/>
                    <a:lstStyle/>
                    <a:p>
                      <a:pPr marL="91440">
                        <a:lnSpc>
                          <a:spcPct val="100000"/>
                        </a:lnSpc>
                        <a:spcBef>
                          <a:spcPts val="265"/>
                        </a:spcBef>
                        <a:tabLst>
                          <a:tab pos="1278890" algn="l"/>
                        </a:tabLst>
                      </a:pPr>
                      <a:r>
                        <a:rPr sz="1900" b="1" i="1" spc="-10" dirty="0">
                          <a:solidFill>
                            <a:srgbClr val="C00000"/>
                          </a:solidFill>
                          <a:latin typeface="Calibri"/>
                          <a:cs typeface="Calibri"/>
                        </a:rPr>
                        <a:t>Executable</a:t>
                      </a:r>
                      <a:r>
                        <a:rPr sz="1900" b="1" i="1" dirty="0">
                          <a:solidFill>
                            <a:srgbClr val="C00000"/>
                          </a:solidFill>
                          <a:latin typeface="Calibri"/>
                          <a:cs typeface="Calibri"/>
                        </a:rPr>
                        <a:t>	</a:t>
                      </a:r>
                      <a:r>
                        <a:rPr sz="1900" b="1" i="1" spc="-10" dirty="0">
                          <a:solidFill>
                            <a:srgbClr val="C00000"/>
                          </a:solidFill>
                          <a:latin typeface="Calibri"/>
                          <a:cs typeface="Calibri"/>
                        </a:rPr>
                        <a:t>System</a:t>
                      </a:r>
                      <a:endParaRPr sz="1900" dirty="0">
                        <a:latin typeface="Calibri"/>
                        <a:cs typeface="Calibri"/>
                      </a:endParaRPr>
                    </a:p>
                    <a:p>
                      <a:pPr marL="91440">
                        <a:lnSpc>
                          <a:spcPct val="100000"/>
                        </a:lnSpc>
                      </a:pPr>
                      <a:r>
                        <a:rPr sz="1900" b="1" i="1" spc="-10" dirty="0">
                          <a:solidFill>
                            <a:srgbClr val="C00000"/>
                          </a:solidFill>
                          <a:latin typeface="Calibri"/>
                          <a:cs typeface="Calibri"/>
                        </a:rPr>
                        <a:t>Creation</a:t>
                      </a:r>
                      <a:endParaRPr sz="1900" dirty="0">
                        <a:latin typeface="Calibri"/>
                        <a:cs typeface="Calibri"/>
                      </a:endParaRPr>
                    </a:p>
                  </a:txBody>
                  <a:tcPr marL="0" marR="0" marT="4038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marR="81280" indent="-287020" algn="just">
                        <a:lnSpc>
                          <a:spcPct val="100000"/>
                        </a:lnSpc>
                        <a:spcBef>
                          <a:spcPts val="265"/>
                        </a:spcBef>
                        <a:buFont typeface="Arial MT"/>
                        <a:buChar char="•"/>
                        <a:tabLst>
                          <a:tab pos="377825" algn="l"/>
                          <a:tab pos="379095" algn="l"/>
                        </a:tabLst>
                      </a:pPr>
                      <a:r>
                        <a:rPr sz="1900" dirty="0">
                          <a:latin typeface="Calibri"/>
                          <a:cs typeface="Calibri"/>
                        </a:rPr>
                        <a:t>	The</a:t>
                      </a:r>
                      <a:r>
                        <a:rPr sz="1900" spc="110" dirty="0">
                          <a:latin typeface="Calibri"/>
                          <a:cs typeface="Calibri"/>
                        </a:rPr>
                        <a:t> </a:t>
                      </a:r>
                      <a:r>
                        <a:rPr sz="1900" dirty="0">
                          <a:latin typeface="Calibri"/>
                          <a:cs typeface="Calibri"/>
                        </a:rPr>
                        <a:t>build</a:t>
                      </a:r>
                      <a:r>
                        <a:rPr sz="1900" spc="110" dirty="0">
                          <a:latin typeface="Calibri"/>
                          <a:cs typeface="Calibri"/>
                        </a:rPr>
                        <a:t> </a:t>
                      </a:r>
                      <a:r>
                        <a:rPr sz="1900" dirty="0">
                          <a:latin typeface="Calibri"/>
                          <a:cs typeface="Calibri"/>
                        </a:rPr>
                        <a:t>system</a:t>
                      </a:r>
                      <a:r>
                        <a:rPr sz="1900" spc="114" dirty="0">
                          <a:latin typeface="Calibri"/>
                          <a:cs typeface="Calibri"/>
                        </a:rPr>
                        <a:t> </a:t>
                      </a:r>
                      <a:r>
                        <a:rPr sz="1900" dirty="0">
                          <a:latin typeface="Calibri"/>
                          <a:cs typeface="Calibri"/>
                        </a:rPr>
                        <a:t>should</a:t>
                      </a:r>
                      <a:r>
                        <a:rPr sz="1900" spc="120" dirty="0">
                          <a:latin typeface="Calibri"/>
                          <a:cs typeface="Calibri"/>
                        </a:rPr>
                        <a:t> </a:t>
                      </a:r>
                      <a:r>
                        <a:rPr sz="1900" dirty="0">
                          <a:latin typeface="Calibri"/>
                          <a:cs typeface="Calibri"/>
                        </a:rPr>
                        <a:t>link</a:t>
                      </a:r>
                      <a:r>
                        <a:rPr sz="1900" spc="114" dirty="0">
                          <a:latin typeface="Calibri"/>
                          <a:cs typeface="Calibri"/>
                        </a:rPr>
                        <a:t> </a:t>
                      </a:r>
                      <a:r>
                        <a:rPr sz="1900" dirty="0">
                          <a:latin typeface="Calibri"/>
                          <a:cs typeface="Calibri"/>
                        </a:rPr>
                        <a:t>the</a:t>
                      </a:r>
                      <a:r>
                        <a:rPr sz="1900" spc="114" dirty="0">
                          <a:latin typeface="Calibri"/>
                          <a:cs typeface="Calibri"/>
                        </a:rPr>
                        <a:t> </a:t>
                      </a:r>
                      <a:r>
                        <a:rPr sz="1900" dirty="0">
                          <a:latin typeface="Calibri"/>
                          <a:cs typeface="Calibri"/>
                        </a:rPr>
                        <a:t>compiled</a:t>
                      </a:r>
                      <a:r>
                        <a:rPr sz="1900" spc="125" dirty="0">
                          <a:latin typeface="Calibri"/>
                          <a:cs typeface="Calibri"/>
                        </a:rPr>
                        <a:t> </a:t>
                      </a:r>
                      <a:r>
                        <a:rPr sz="1900" dirty="0">
                          <a:latin typeface="Calibri"/>
                          <a:cs typeface="Calibri"/>
                        </a:rPr>
                        <a:t>object</a:t>
                      </a:r>
                      <a:r>
                        <a:rPr sz="1900" spc="114" dirty="0">
                          <a:latin typeface="Calibri"/>
                          <a:cs typeface="Calibri"/>
                        </a:rPr>
                        <a:t> </a:t>
                      </a:r>
                      <a:r>
                        <a:rPr sz="1900" dirty="0">
                          <a:latin typeface="Calibri"/>
                          <a:cs typeface="Calibri"/>
                        </a:rPr>
                        <a:t>code</a:t>
                      </a:r>
                      <a:r>
                        <a:rPr sz="1900" spc="114" dirty="0">
                          <a:latin typeface="Calibri"/>
                          <a:cs typeface="Calibri"/>
                        </a:rPr>
                        <a:t> </a:t>
                      </a:r>
                      <a:r>
                        <a:rPr sz="1900" dirty="0">
                          <a:latin typeface="Calibri"/>
                          <a:cs typeface="Calibri"/>
                        </a:rPr>
                        <a:t>files</a:t>
                      </a:r>
                      <a:r>
                        <a:rPr sz="1900" spc="120" dirty="0">
                          <a:latin typeface="Calibri"/>
                          <a:cs typeface="Calibri"/>
                        </a:rPr>
                        <a:t> </a:t>
                      </a:r>
                      <a:r>
                        <a:rPr sz="1900" dirty="0">
                          <a:latin typeface="Calibri"/>
                          <a:cs typeface="Calibri"/>
                        </a:rPr>
                        <a:t>with</a:t>
                      </a:r>
                      <a:r>
                        <a:rPr sz="1900" spc="120" dirty="0">
                          <a:latin typeface="Calibri"/>
                          <a:cs typeface="Calibri"/>
                        </a:rPr>
                        <a:t> </a:t>
                      </a:r>
                      <a:r>
                        <a:rPr sz="1900" dirty="0">
                          <a:latin typeface="Calibri"/>
                          <a:cs typeface="Calibri"/>
                        </a:rPr>
                        <a:t>each</a:t>
                      </a:r>
                      <a:r>
                        <a:rPr sz="1900" spc="105" dirty="0">
                          <a:latin typeface="Calibri"/>
                          <a:cs typeface="Calibri"/>
                        </a:rPr>
                        <a:t> </a:t>
                      </a:r>
                      <a:r>
                        <a:rPr sz="1900" spc="-10" dirty="0">
                          <a:latin typeface="Calibri"/>
                          <a:cs typeface="Calibri"/>
                        </a:rPr>
                        <a:t>other </a:t>
                      </a:r>
                      <a:r>
                        <a:rPr sz="1900" dirty="0">
                          <a:latin typeface="Calibri"/>
                          <a:cs typeface="Calibri"/>
                        </a:rPr>
                        <a:t>and</a:t>
                      </a:r>
                      <a:r>
                        <a:rPr sz="1900" spc="305" dirty="0">
                          <a:latin typeface="Calibri"/>
                          <a:cs typeface="Calibri"/>
                        </a:rPr>
                        <a:t> </a:t>
                      </a:r>
                      <a:r>
                        <a:rPr sz="1900" dirty="0">
                          <a:latin typeface="Calibri"/>
                          <a:cs typeface="Calibri"/>
                        </a:rPr>
                        <a:t>with</a:t>
                      </a:r>
                      <a:r>
                        <a:rPr sz="1900" spc="320" dirty="0">
                          <a:latin typeface="Calibri"/>
                          <a:cs typeface="Calibri"/>
                        </a:rPr>
                        <a:t> </a:t>
                      </a:r>
                      <a:r>
                        <a:rPr sz="1900" dirty="0">
                          <a:latin typeface="Calibri"/>
                          <a:cs typeface="Calibri"/>
                        </a:rPr>
                        <a:t>other</a:t>
                      </a:r>
                      <a:r>
                        <a:rPr sz="1900" spc="320" dirty="0">
                          <a:latin typeface="Calibri"/>
                          <a:cs typeface="Calibri"/>
                        </a:rPr>
                        <a:t> </a:t>
                      </a:r>
                      <a:r>
                        <a:rPr sz="1900" dirty="0">
                          <a:latin typeface="Calibri"/>
                          <a:cs typeface="Calibri"/>
                        </a:rPr>
                        <a:t>required</a:t>
                      </a:r>
                      <a:r>
                        <a:rPr sz="1900" spc="325" dirty="0">
                          <a:latin typeface="Calibri"/>
                          <a:cs typeface="Calibri"/>
                        </a:rPr>
                        <a:t> </a:t>
                      </a:r>
                      <a:r>
                        <a:rPr sz="1900" dirty="0">
                          <a:latin typeface="Calibri"/>
                          <a:cs typeface="Calibri"/>
                        </a:rPr>
                        <a:t>files,</a:t>
                      </a:r>
                      <a:r>
                        <a:rPr sz="1900" spc="310" dirty="0">
                          <a:latin typeface="Calibri"/>
                          <a:cs typeface="Calibri"/>
                        </a:rPr>
                        <a:t> </a:t>
                      </a:r>
                      <a:r>
                        <a:rPr sz="1900" dirty="0">
                          <a:latin typeface="Calibri"/>
                          <a:cs typeface="Calibri"/>
                        </a:rPr>
                        <a:t>such</a:t>
                      </a:r>
                      <a:r>
                        <a:rPr sz="1900" spc="310" dirty="0">
                          <a:latin typeface="Calibri"/>
                          <a:cs typeface="Calibri"/>
                        </a:rPr>
                        <a:t> </a:t>
                      </a:r>
                      <a:r>
                        <a:rPr sz="1900" dirty="0">
                          <a:latin typeface="Calibri"/>
                          <a:cs typeface="Calibri"/>
                        </a:rPr>
                        <a:t>as</a:t>
                      </a:r>
                      <a:r>
                        <a:rPr sz="1900" spc="310" dirty="0">
                          <a:latin typeface="Calibri"/>
                          <a:cs typeface="Calibri"/>
                        </a:rPr>
                        <a:t> </a:t>
                      </a:r>
                      <a:r>
                        <a:rPr sz="1900" dirty="0">
                          <a:latin typeface="Calibri"/>
                          <a:cs typeface="Calibri"/>
                        </a:rPr>
                        <a:t>libraries</a:t>
                      </a:r>
                      <a:r>
                        <a:rPr sz="1900" spc="315" dirty="0">
                          <a:latin typeface="Calibri"/>
                          <a:cs typeface="Calibri"/>
                        </a:rPr>
                        <a:t> </a:t>
                      </a:r>
                      <a:r>
                        <a:rPr sz="1900" dirty="0">
                          <a:latin typeface="Calibri"/>
                          <a:cs typeface="Calibri"/>
                        </a:rPr>
                        <a:t>and</a:t>
                      </a:r>
                      <a:r>
                        <a:rPr sz="1900" spc="310" dirty="0">
                          <a:latin typeface="Calibri"/>
                          <a:cs typeface="Calibri"/>
                        </a:rPr>
                        <a:t> </a:t>
                      </a:r>
                      <a:r>
                        <a:rPr sz="1900" dirty="0">
                          <a:latin typeface="Calibri"/>
                          <a:cs typeface="Calibri"/>
                        </a:rPr>
                        <a:t>configuration</a:t>
                      </a:r>
                      <a:r>
                        <a:rPr sz="1900" spc="320" dirty="0">
                          <a:latin typeface="Calibri"/>
                          <a:cs typeface="Calibri"/>
                        </a:rPr>
                        <a:t> </a:t>
                      </a:r>
                      <a:r>
                        <a:rPr sz="1900" dirty="0">
                          <a:latin typeface="Calibri"/>
                          <a:cs typeface="Calibri"/>
                        </a:rPr>
                        <a:t>files,</a:t>
                      </a:r>
                      <a:r>
                        <a:rPr sz="1900" spc="305" dirty="0">
                          <a:latin typeface="Calibri"/>
                          <a:cs typeface="Calibri"/>
                        </a:rPr>
                        <a:t> </a:t>
                      </a:r>
                      <a:r>
                        <a:rPr sz="1900" spc="-25" dirty="0">
                          <a:latin typeface="Calibri"/>
                          <a:cs typeface="Calibri"/>
                        </a:rPr>
                        <a:t>to </a:t>
                      </a:r>
                      <a:r>
                        <a:rPr sz="1900" dirty="0">
                          <a:latin typeface="Calibri"/>
                          <a:cs typeface="Calibri"/>
                        </a:rPr>
                        <a:t>create</a:t>
                      </a:r>
                      <a:r>
                        <a:rPr sz="1900" spc="-30" dirty="0">
                          <a:latin typeface="Calibri"/>
                          <a:cs typeface="Calibri"/>
                        </a:rPr>
                        <a:t> </a:t>
                      </a:r>
                      <a:r>
                        <a:rPr sz="1900" dirty="0">
                          <a:latin typeface="Calibri"/>
                          <a:cs typeface="Calibri"/>
                        </a:rPr>
                        <a:t>an</a:t>
                      </a:r>
                      <a:r>
                        <a:rPr sz="1900" spc="-65" dirty="0">
                          <a:latin typeface="Calibri"/>
                          <a:cs typeface="Calibri"/>
                        </a:rPr>
                        <a:t> </a:t>
                      </a:r>
                      <a:r>
                        <a:rPr sz="1900" spc="-10" dirty="0">
                          <a:latin typeface="Calibri"/>
                          <a:cs typeface="Calibri"/>
                        </a:rPr>
                        <a:t>executable</a:t>
                      </a:r>
                      <a:r>
                        <a:rPr sz="1900" spc="-45" dirty="0">
                          <a:latin typeface="Calibri"/>
                          <a:cs typeface="Calibri"/>
                        </a:rPr>
                        <a:t> </a:t>
                      </a:r>
                      <a:r>
                        <a:rPr sz="1900" spc="-10" dirty="0">
                          <a:latin typeface="Calibri"/>
                          <a:cs typeface="Calibri"/>
                        </a:rPr>
                        <a:t>system.</a:t>
                      </a:r>
                      <a:endParaRPr sz="1900">
                        <a:latin typeface="Calibri"/>
                        <a:cs typeface="Calibri"/>
                      </a:endParaRPr>
                    </a:p>
                  </a:txBody>
                  <a:tcPr marL="0" marR="0" marT="4038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694944">
                <a:tc>
                  <a:txBody>
                    <a:bodyPr/>
                    <a:lstStyle/>
                    <a:p>
                      <a:pPr marL="91440">
                        <a:lnSpc>
                          <a:spcPct val="100000"/>
                        </a:lnSpc>
                        <a:spcBef>
                          <a:spcPts val="265"/>
                        </a:spcBef>
                      </a:pPr>
                      <a:r>
                        <a:rPr sz="1900" b="1" i="1" spc="-25" dirty="0">
                          <a:solidFill>
                            <a:srgbClr val="C00000"/>
                          </a:solidFill>
                          <a:latin typeface="Calibri"/>
                          <a:cs typeface="Calibri"/>
                        </a:rPr>
                        <a:t>Test</a:t>
                      </a:r>
                      <a:r>
                        <a:rPr sz="1900" b="1" i="1" spc="-65" dirty="0">
                          <a:solidFill>
                            <a:srgbClr val="C00000"/>
                          </a:solidFill>
                          <a:latin typeface="Calibri"/>
                          <a:cs typeface="Calibri"/>
                        </a:rPr>
                        <a:t> </a:t>
                      </a:r>
                      <a:r>
                        <a:rPr sz="1900" b="1" i="1" spc="-10" dirty="0">
                          <a:solidFill>
                            <a:srgbClr val="C00000"/>
                          </a:solidFill>
                          <a:latin typeface="Calibri"/>
                          <a:cs typeface="Calibri"/>
                        </a:rPr>
                        <a:t>Automation</a:t>
                      </a:r>
                      <a:endParaRPr sz="1900">
                        <a:latin typeface="Calibri"/>
                        <a:cs typeface="Calibri"/>
                      </a:endParaRPr>
                    </a:p>
                  </a:txBody>
                  <a:tcPr marL="0" marR="0" marT="4038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indent="-286385">
                        <a:lnSpc>
                          <a:spcPct val="100000"/>
                        </a:lnSpc>
                        <a:spcBef>
                          <a:spcPts val="265"/>
                        </a:spcBef>
                        <a:buFont typeface="Arial MT"/>
                        <a:buChar char="•"/>
                        <a:tabLst>
                          <a:tab pos="377825" algn="l"/>
                          <a:tab pos="970915" algn="l"/>
                          <a:tab pos="1513205" algn="l"/>
                          <a:tab pos="2292350" algn="l"/>
                          <a:tab pos="2708910" algn="l"/>
                          <a:tab pos="3952240" algn="l"/>
                          <a:tab pos="4363720" algn="l"/>
                          <a:tab pos="5401945" algn="l"/>
                          <a:tab pos="5923280" algn="l"/>
                          <a:tab pos="6487160" algn="l"/>
                        </a:tabLst>
                      </a:pPr>
                      <a:r>
                        <a:rPr sz="1900" spc="-20" dirty="0">
                          <a:latin typeface="Calibri"/>
                          <a:cs typeface="Calibri"/>
                        </a:rPr>
                        <a:t>Some</a:t>
                      </a:r>
                      <a:r>
                        <a:rPr sz="1900" dirty="0">
                          <a:latin typeface="Calibri"/>
                          <a:cs typeface="Calibri"/>
                        </a:rPr>
                        <a:t>	</a:t>
                      </a:r>
                      <a:r>
                        <a:rPr sz="1900" spc="-20" dirty="0">
                          <a:latin typeface="Calibri"/>
                          <a:cs typeface="Calibri"/>
                        </a:rPr>
                        <a:t>build</a:t>
                      </a:r>
                      <a:r>
                        <a:rPr sz="1900" dirty="0">
                          <a:latin typeface="Calibri"/>
                          <a:cs typeface="Calibri"/>
                        </a:rPr>
                        <a:t>	</a:t>
                      </a:r>
                      <a:r>
                        <a:rPr sz="1900" spc="-10" dirty="0">
                          <a:latin typeface="Calibri"/>
                          <a:cs typeface="Calibri"/>
                        </a:rPr>
                        <a:t>systems</a:t>
                      </a:r>
                      <a:r>
                        <a:rPr sz="1900" dirty="0">
                          <a:latin typeface="Calibri"/>
                          <a:cs typeface="Calibri"/>
                        </a:rPr>
                        <a:t>	</a:t>
                      </a:r>
                      <a:r>
                        <a:rPr sz="1900" spc="-25" dirty="0">
                          <a:latin typeface="Calibri"/>
                          <a:cs typeface="Calibri"/>
                        </a:rPr>
                        <a:t>can</a:t>
                      </a:r>
                      <a:r>
                        <a:rPr sz="1900" dirty="0">
                          <a:latin typeface="Calibri"/>
                          <a:cs typeface="Calibri"/>
                        </a:rPr>
                        <a:t>	</a:t>
                      </a:r>
                      <a:r>
                        <a:rPr sz="1900" spc="-10" dirty="0">
                          <a:latin typeface="Calibri"/>
                          <a:cs typeface="Calibri"/>
                        </a:rPr>
                        <a:t>automatically</a:t>
                      </a:r>
                      <a:r>
                        <a:rPr lang="en-US" sz="1900" spc="0" baseline="0" dirty="0">
                          <a:latin typeface="Calibri"/>
                          <a:cs typeface="Calibri"/>
                        </a:rPr>
                        <a:t> </a:t>
                      </a:r>
                      <a:r>
                        <a:rPr sz="1900" spc="-25" dirty="0">
                          <a:latin typeface="Calibri"/>
                          <a:cs typeface="Calibri"/>
                        </a:rPr>
                        <a:t>run</a:t>
                      </a:r>
                      <a:r>
                        <a:rPr lang="en-US" sz="1900" spc="0" baseline="0" dirty="0">
                          <a:latin typeface="Calibri"/>
                          <a:cs typeface="Calibri"/>
                        </a:rPr>
                        <a:t> </a:t>
                      </a:r>
                      <a:r>
                        <a:rPr sz="1900" spc="-10" dirty="0">
                          <a:latin typeface="Calibri"/>
                          <a:cs typeface="Calibri"/>
                        </a:rPr>
                        <a:t>automate</a:t>
                      </a:r>
                      <a:r>
                        <a:rPr lang="en-US" sz="1900" spc="-10" dirty="0">
                          <a:latin typeface="Calibri"/>
                          <a:cs typeface="Calibri"/>
                        </a:rPr>
                        <a:t>d</a:t>
                      </a:r>
                      <a:r>
                        <a:rPr lang="en-US" sz="1900" spc="-10" baseline="0" dirty="0">
                          <a:latin typeface="Calibri"/>
                          <a:cs typeface="Calibri"/>
                        </a:rPr>
                        <a:t> </a:t>
                      </a:r>
                      <a:r>
                        <a:rPr sz="1900" spc="-10" dirty="0">
                          <a:latin typeface="Calibri"/>
                          <a:cs typeface="Calibri"/>
                        </a:rPr>
                        <a:t>tests</a:t>
                      </a:r>
                      <a:r>
                        <a:rPr lang="en-US" sz="1900" spc="0" baseline="0" dirty="0">
                          <a:latin typeface="Calibri"/>
                          <a:cs typeface="Calibri"/>
                        </a:rPr>
                        <a:t> </a:t>
                      </a:r>
                      <a:r>
                        <a:rPr sz="1900" spc="-10" dirty="0">
                          <a:latin typeface="Calibri"/>
                          <a:cs typeface="Calibri"/>
                        </a:rPr>
                        <a:t>using</a:t>
                      </a:r>
                      <a:r>
                        <a:rPr lang="en-US" sz="1900" spc="0" baseline="0" dirty="0">
                          <a:latin typeface="Calibri"/>
                          <a:cs typeface="Calibri"/>
                        </a:rPr>
                        <a:t> </a:t>
                      </a:r>
                      <a:r>
                        <a:rPr sz="1900" spc="-20" dirty="0">
                          <a:latin typeface="Calibri"/>
                          <a:cs typeface="Calibri"/>
                        </a:rPr>
                        <a:t>test</a:t>
                      </a:r>
                      <a:r>
                        <a:rPr lang="en-US" sz="1900" spc="0" baseline="0" dirty="0">
                          <a:latin typeface="Calibri"/>
                          <a:cs typeface="Calibri"/>
                        </a:rPr>
                        <a:t> </a:t>
                      </a:r>
                      <a:r>
                        <a:rPr sz="1900" spc="-10" dirty="0">
                          <a:latin typeface="Calibri"/>
                          <a:cs typeface="Calibri"/>
                        </a:rPr>
                        <a:t>automation</a:t>
                      </a:r>
                      <a:r>
                        <a:rPr sz="1900" spc="-35" dirty="0">
                          <a:latin typeface="Calibri"/>
                          <a:cs typeface="Calibri"/>
                        </a:rPr>
                        <a:t> </a:t>
                      </a:r>
                      <a:r>
                        <a:rPr sz="1900" dirty="0">
                          <a:latin typeface="Calibri"/>
                          <a:cs typeface="Calibri"/>
                        </a:rPr>
                        <a:t>tools</a:t>
                      </a:r>
                      <a:r>
                        <a:rPr sz="1900" spc="-5" dirty="0">
                          <a:latin typeface="Calibri"/>
                          <a:cs typeface="Calibri"/>
                        </a:rPr>
                        <a:t> </a:t>
                      </a:r>
                      <a:r>
                        <a:rPr sz="1900" dirty="0">
                          <a:latin typeface="Calibri"/>
                          <a:cs typeface="Calibri"/>
                        </a:rPr>
                        <a:t>such</a:t>
                      </a:r>
                      <a:r>
                        <a:rPr sz="1900" spc="-20" dirty="0">
                          <a:latin typeface="Calibri"/>
                          <a:cs typeface="Calibri"/>
                        </a:rPr>
                        <a:t> </a:t>
                      </a:r>
                      <a:r>
                        <a:rPr sz="1900" dirty="0">
                          <a:latin typeface="Calibri"/>
                          <a:cs typeface="Calibri"/>
                        </a:rPr>
                        <a:t>as</a:t>
                      </a:r>
                      <a:r>
                        <a:rPr sz="1900" spc="-20" dirty="0">
                          <a:latin typeface="Calibri"/>
                          <a:cs typeface="Calibri"/>
                        </a:rPr>
                        <a:t> </a:t>
                      </a:r>
                      <a:r>
                        <a:rPr sz="1900" spc="-10" dirty="0">
                          <a:latin typeface="Calibri"/>
                          <a:cs typeface="Calibri"/>
                        </a:rPr>
                        <a:t>JUnit.</a:t>
                      </a:r>
                      <a:endParaRPr sz="1900" dirty="0">
                        <a:latin typeface="Calibri"/>
                        <a:cs typeface="Calibri"/>
                      </a:endParaRPr>
                    </a:p>
                  </a:txBody>
                  <a:tcPr marL="0" marR="0" marT="4038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694944">
                <a:tc>
                  <a:txBody>
                    <a:bodyPr/>
                    <a:lstStyle/>
                    <a:p>
                      <a:pPr marL="91440">
                        <a:lnSpc>
                          <a:spcPct val="100000"/>
                        </a:lnSpc>
                        <a:spcBef>
                          <a:spcPts val="270"/>
                        </a:spcBef>
                      </a:pPr>
                      <a:r>
                        <a:rPr sz="1900" b="1" i="1" spc="-10" dirty="0">
                          <a:solidFill>
                            <a:srgbClr val="C00000"/>
                          </a:solidFill>
                          <a:latin typeface="Calibri"/>
                          <a:cs typeface="Calibri"/>
                        </a:rPr>
                        <a:t>Reporting</a:t>
                      </a:r>
                      <a:endParaRPr sz="1900">
                        <a:latin typeface="Calibri"/>
                        <a:cs typeface="Calibri"/>
                      </a:endParaRPr>
                    </a:p>
                  </a:txBody>
                  <a:tcPr marL="0" marR="0" marT="4114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marR="83820" indent="-287020">
                        <a:lnSpc>
                          <a:spcPct val="100000"/>
                        </a:lnSpc>
                        <a:spcBef>
                          <a:spcPts val="270"/>
                        </a:spcBef>
                        <a:buFont typeface="Arial MT"/>
                        <a:buChar char="•"/>
                        <a:tabLst>
                          <a:tab pos="377825" algn="l"/>
                        </a:tabLst>
                      </a:pPr>
                      <a:r>
                        <a:rPr sz="1900" dirty="0">
                          <a:latin typeface="Calibri"/>
                          <a:cs typeface="Calibri"/>
                        </a:rPr>
                        <a:t>The</a:t>
                      </a:r>
                      <a:r>
                        <a:rPr sz="1900" spc="90" dirty="0">
                          <a:latin typeface="Calibri"/>
                          <a:cs typeface="Calibri"/>
                        </a:rPr>
                        <a:t> </a:t>
                      </a:r>
                      <a:r>
                        <a:rPr sz="1900" dirty="0">
                          <a:latin typeface="Calibri"/>
                          <a:cs typeface="Calibri"/>
                        </a:rPr>
                        <a:t>build</a:t>
                      </a:r>
                      <a:r>
                        <a:rPr sz="1900" spc="100" dirty="0">
                          <a:latin typeface="Calibri"/>
                          <a:cs typeface="Calibri"/>
                        </a:rPr>
                        <a:t> </a:t>
                      </a:r>
                      <a:r>
                        <a:rPr sz="1900" dirty="0">
                          <a:latin typeface="Calibri"/>
                          <a:cs typeface="Calibri"/>
                        </a:rPr>
                        <a:t>system</a:t>
                      </a:r>
                      <a:r>
                        <a:rPr sz="1900" spc="90" dirty="0">
                          <a:latin typeface="Calibri"/>
                          <a:cs typeface="Calibri"/>
                        </a:rPr>
                        <a:t> </a:t>
                      </a:r>
                      <a:r>
                        <a:rPr sz="1900" dirty="0">
                          <a:latin typeface="Calibri"/>
                          <a:cs typeface="Calibri"/>
                        </a:rPr>
                        <a:t>should</a:t>
                      </a:r>
                      <a:r>
                        <a:rPr sz="1900" spc="95" dirty="0">
                          <a:latin typeface="Calibri"/>
                          <a:cs typeface="Calibri"/>
                        </a:rPr>
                        <a:t> </a:t>
                      </a:r>
                      <a:r>
                        <a:rPr sz="1900" dirty="0">
                          <a:latin typeface="Calibri"/>
                          <a:cs typeface="Calibri"/>
                        </a:rPr>
                        <a:t>provide</a:t>
                      </a:r>
                      <a:r>
                        <a:rPr sz="1900" spc="95" dirty="0">
                          <a:latin typeface="Calibri"/>
                          <a:cs typeface="Calibri"/>
                        </a:rPr>
                        <a:t> </a:t>
                      </a:r>
                      <a:r>
                        <a:rPr sz="1900" b="1" i="1" dirty="0">
                          <a:solidFill>
                            <a:srgbClr val="6F2F9F"/>
                          </a:solidFill>
                          <a:latin typeface="Calibri"/>
                          <a:cs typeface="Calibri"/>
                        </a:rPr>
                        <a:t>reports</a:t>
                      </a:r>
                      <a:r>
                        <a:rPr sz="1900" b="1" i="1" spc="95" dirty="0">
                          <a:solidFill>
                            <a:srgbClr val="6F2F9F"/>
                          </a:solidFill>
                          <a:latin typeface="Calibri"/>
                          <a:cs typeface="Calibri"/>
                        </a:rPr>
                        <a:t> </a:t>
                      </a:r>
                      <a:r>
                        <a:rPr sz="1900" b="1" i="1" dirty="0">
                          <a:solidFill>
                            <a:srgbClr val="6F2F9F"/>
                          </a:solidFill>
                          <a:latin typeface="Calibri"/>
                          <a:cs typeface="Calibri"/>
                        </a:rPr>
                        <a:t>about</a:t>
                      </a:r>
                      <a:r>
                        <a:rPr sz="1900" b="1" i="1" spc="95" dirty="0">
                          <a:solidFill>
                            <a:srgbClr val="6F2F9F"/>
                          </a:solidFill>
                          <a:latin typeface="Calibri"/>
                          <a:cs typeface="Calibri"/>
                        </a:rPr>
                        <a:t> </a:t>
                      </a:r>
                      <a:r>
                        <a:rPr sz="1900" b="1" i="1" dirty="0">
                          <a:solidFill>
                            <a:srgbClr val="6F2F9F"/>
                          </a:solidFill>
                          <a:latin typeface="Calibri"/>
                          <a:cs typeface="Calibri"/>
                        </a:rPr>
                        <a:t>the</a:t>
                      </a:r>
                      <a:r>
                        <a:rPr sz="1900" b="1" i="1" spc="105" dirty="0">
                          <a:solidFill>
                            <a:srgbClr val="6F2F9F"/>
                          </a:solidFill>
                          <a:latin typeface="Calibri"/>
                          <a:cs typeface="Calibri"/>
                        </a:rPr>
                        <a:t> </a:t>
                      </a:r>
                      <a:r>
                        <a:rPr sz="1900" b="1" i="1" dirty="0">
                          <a:solidFill>
                            <a:srgbClr val="6F2F9F"/>
                          </a:solidFill>
                          <a:latin typeface="Calibri"/>
                          <a:cs typeface="Calibri"/>
                        </a:rPr>
                        <a:t>success</a:t>
                      </a:r>
                      <a:r>
                        <a:rPr sz="1900" b="1" i="1" spc="105" dirty="0">
                          <a:solidFill>
                            <a:srgbClr val="6F2F9F"/>
                          </a:solidFill>
                          <a:latin typeface="Calibri"/>
                          <a:cs typeface="Calibri"/>
                        </a:rPr>
                        <a:t> </a:t>
                      </a:r>
                      <a:r>
                        <a:rPr sz="1900" b="1" i="1" dirty="0">
                          <a:solidFill>
                            <a:srgbClr val="6F2F9F"/>
                          </a:solidFill>
                          <a:latin typeface="Calibri"/>
                          <a:cs typeface="Calibri"/>
                        </a:rPr>
                        <a:t>or</a:t>
                      </a:r>
                      <a:r>
                        <a:rPr sz="1900" b="1" i="1" spc="100" dirty="0">
                          <a:solidFill>
                            <a:srgbClr val="6F2F9F"/>
                          </a:solidFill>
                          <a:latin typeface="Calibri"/>
                          <a:cs typeface="Calibri"/>
                        </a:rPr>
                        <a:t> </a:t>
                      </a:r>
                      <a:r>
                        <a:rPr sz="1900" b="1" i="1" dirty="0">
                          <a:solidFill>
                            <a:srgbClr val="6F2F9F"/>
                          </a:solidFill>
                          <a:latin typeface="Calibri"/>
                          <a:cs typeface="Calibri"/>
                        </a:rPr>
                        <a:t>failure</a:t>
                      </a:r>
                      <a:r>
                        <a:rPr sz="1900" b="1" i="1" spc="105" dirty="0">
                          <a:solidFill>
                            <a:srgbClr val="6F2F9F"/>
                          </a:solidFill>
                          <a:latin typeface="Calibri"/>
                          <a:cs typeface="Calibri"/>
                        </a:rPr>
                        <a:t> </a:t>
                      </a:r>
                      <a:r>
                        <a:rPr sz="1900" b="1" i="1" dirty="0">
                          <a:solidFill>
                            <a:srgbClr val="6F2F9F"/>
                          </a:solidFill>
                          <a:latin typeface="Calibri"/>
                          <a:cs typeface="Calibri"/>
                        </a:rPr>
                        <a:t>of</a:t>
                      </a:r>
                      <a:r>
                        <a:rPr sz="1900" b="1" i="1" spc="95" dirty="0">
                          <a:solidFill>
                            <a:srgbClr val="6F2F9F"/>
                          </a:solidFill>
                          <a:latin typeface="Calibri"/>
                          <a:cs typeface="Calibri"/>
                        </a:rPr>
                        <a:t> </a:t>
                      </a:r>
                      <a:r>
                        <a:rPr sz="1900" b="1" i="1" spc="-25" dirty="0">
                          <a:solidFill>
                            <a:srgbClr val="6F2F9F"/>
                          </a:solidFill>
                          <a:latin typeface="Calibri"/>
                          <a:cs typeface="Calibri"/>
                        </a:rPr>
                        <a:t>the </a:t>
                      </a:r>
                      <a:r>
                        <a:rPr sz="1900" b="1" i="1" dirty="0">
                          <a:solidFill>
                            <a:srgbClr val="6F2F9F"/>
                          </a:solidFill>
                          <a:latin typeface="Calibri"/>
                          <a:cs typeface="Calibri"/>
                        </a:rPr>
                        <a:t>build</a:t>
                      </a:r>
                      <a:r>
                        <a:rPr sz="1900" b="1" i="1" spc="-30" dirty="0">
                          <a:solidFill>
                            <a:srgbClr val="6F2F9F"/>
                          </a:solidFill>
                          <a:latin typeface="Calibri"/>
                          <a:cs typeface="Calibri"/>
                        </a:rPr>
                        <a:t> </a:t>
                      </a:r>
                      <a:r>
                        <a:rPr sz="1900" b="1" i="1" dirty="0">
                          <a:solidFill>
                            <a:srgbClr val="6F2F9F"/>
                          </a:solidFill>
                          <a:latin typeface="Calibri"/>
                          <a:cs typeface="Calibri"/>
                        </a:rPr>
                        <a:t>and</a:t>
                      </a:r>
                      <a:r>
                        <a:rPr sz="1900" b="1" i="1" spc="-15" dirty="0">
                          <a:solidFill>
                            <a:srgbClr val="6F2F9F"/>
                          </a:solidFill>
                          <a:latin typeface="Calibri"/>
                          <a:cs typeface="Calibri"/>
                        </a:rPr>
                        <a:t> </a:t>
                      </a:r>
                      <a:r>
                        <a:rPr sz="1900" b="1" i="1" dirty="0">
                          <a:solidFill>
                            <a:srgbClr val="6F2F9F"/>
                          </a:solidFill>
                          <a:latin typeface="Calibri"/>
                          <a:cs typeface="Calibri"/>
                        </a:rPr>
                        <a:t>the</a:t>
                      </a:r>
                      <a:r>
                        <a:rPr sz="1900" b="1" i="1" spc="-35" dirty="0">
                          <a:solidFill>
                            <a:srgbClr val="6F2F9F"/>
                          </a:solidFill>
                          <a:latin typeface="Calibri"/>
                          <a:cs typeface="Calibri"/>
                        </a:rPr>
                        <a:t> </a:t>
                      </a:r>
                      <a:r>
                        <a:rPr sz="1900" b="1" i="1" dirty="0">
                          <a:solidFill>
                            <a:srgbClr val="6F2F9F"/>
                          </a:solidFill>
                          <a:latin typeface="Calibri"/>
                          <a:cs typeface="Calibri"/>
                        </a:rPr>
                        <a:t>tests</a:t>
                      </a:r>
                      <a:r>
                        <a:rPr sz="1900" b="1" i="1" spc="-35" dirty="0">
                          <a:solidFill>
                            <a:srgbClr val="6F2F9F"/>
                          </a:solidFill>
                          <a:latin typeface="Calibri"/>
                          <a:cs typeface="Calibri"/>
                        </a:rPr>
                        <a:t> </a:t>
                      </a:r>
                      <a:r>
                        <a:rPr sz="1900" dirty="0">
                          <a:latin typeface="Calibri"/>
                          <a:cs typeface="Calibri"/>
                        </a:rPr>
                        <a:t>that</a:t>
                      </a:r>
                      <a:r>
                        <a:rPr sz="1900" spc="-45" dirty="0">
                          <a:latin typeface="Calibri"/>
                          <a:cs typeface="Calibri"/>
                        </a:rPr>
                        <a:t> </a:t>
                      </a:r>
                      <a:r>
                        <a:rPr sz="1900" dirty="0">
                          <a:latin typeface="Calibri"/>
                          <a:cs typeface="Calibri"/>
                        </a:rPr>
                        <a:t>have</a:t>
                      </a:r>
                      <a:r>
                        <a:rPr sz="1900" spc="-40" dirty="0">
                          <a:latin typeface="Calibri"/>
                          <a:cs typeface="Calibri"/>
                        </a:rPr>
                        <a:t> </a:t>
                      </a:r>
                      <a:r>
                        <a:rPr sz="1900" dirty="0">
                          <a:latin typeface="Calibri"/>
                          <a:cs typeface="Calibri"/>
                        </a:rPr>
                        <a:t>been</a:t>
                      </a:r>
                      <a:r>
                        <a:rPr sz="1900" spc="-20" dirty="0">
                          <a:latin typeface="Calibri"/>
                          <a:cs typeface="Calibri"/>
                        </a:rPr>
                        <a:t> run.</a:t>
                      </a:r>
                      <a:endParaRPr sz="1900">
                        <a:latin typeface="Calibri"/>
                        <a:cs typeface="Calibri"/>
                      </a:endParaRPr>
                    </a:p>
                  </a:txBody>
                  <a:tcPr marL="0" marR="0" marT="4114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694182">
                <a:tc>
                  <a:txBody>
                    <a:bodyPr/>
                    <a:lstStyle/>
                    <a:p>
                      <a:pPr marL="91440">
                        <a:lnSpc>
                          <a:spcPct val="100000"/>
                        </a:lnSpc>
                        <a:spcBef>
                          <a:spcPts val="270"/>
                        </a:spcBef>
                      </a:pPr>
                      <a:r>
                        <a:rPr sz="1900" b="1" i="1" spc="-10" dirty="0">
                          <a:solidFill>
                            <a:srgbClr val="C00000"/>
                          </a:solidFill>
                          <a:latin typeface="Calibri"/>
                          <a:cs typeface="Calibri"/>
                        </a:rPr>
                        <a:t>Documentation</a:t>
                      </a:r>
                      <a:endParaRPr sz="1900">
                        <a:latin typeface="Calibri"/>
                        <a:cs typeface="Calibri"/>
                      </a:endParaRPr>
                    </a:p>
                    <a:p>
                      <a:pPr marL="91440">
                        <a:lnSpc>
                          <a:spcPct val="100000"/>
                        </a:lnSpc>
                      </a:pPr>
                      <a:r>
                        <a:rPr sz="1900" b="1" i="1" spc="-10" dirty="0">
                          <a:solidFill>
                            <a:srgbClr val="C00000"/>
                          </a:solidFill>
                          <a:latin typeface="Calibri"/>
                          <a:cs typeface="Calibri"/>
                        </a:rPr>
                        <a:t>Generation</a:t>
                      </a:r>
                      <a:endParaRPr sz="1900">
                        <a:latin typeface="Calibri"/>
                        <a:cs typeface="Calibri"/>
                      </a:endParaRPr>
                    </a:p>
                  </a:txBody>
                  <a:tcPr marL="0" marR="0" marT="4114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indent="-286385">
                        <a:lnSpc>
                          <a:spcPct val="100000"/>
                        </a:lnSpc>
                        <a:spcBef>
                          <a:spcPts val="270"/>
                        </a:spcBef>
                        <a:buFont typeface="Arial MT"/>
                        <a:buChar char="•"/>
                        <a:tabLst>
                          <a:tab pos="377825" algn="l"/>
                        </a:tabLst>
                      </a:pPr>
                      <a:r>
                        <a:rPr sz="1900" dirty="0">
                          <a:latin typeface="Calibri"/>
                          <a:cs typeface="Calibri"/>
                        </a:rPr>
                        <a:t>The</a:t>
                      </a:r>
                      <a:r>
                        <a:rPr sz="1900" spc="60" dirty="0">
                          <a:latin typeface="Calibri"/>
                          <a:cs typeface="Calibri"/>
                        </a:rPr>
                        <a:t> </a:t>
                      </a:r>
                      <a:r>
                        <a:rPr sz="1900" dirty="0">
                          <a:latin typeface="Calibri"/>
                          <a:cs typeface="Calibri"/>
                        </a:rPr>
                        <a:t>build</a:t>
                      </a:r>
                      <a:r>
                        <a:rPr sz="1900" spc="70" dirty="0">
                          <a:latin typeface="Calibri"/>
                          <a:cs typeface="Calibri"/>
                        </a:rPr>
                        <a:t> </a:t>
                      </a:r>
                      <a:r>
                        <a:rPr sz="1900" dirty="0">
                          <a:latin typeface="Calibri"/>
                          <a:cs typeface="Calibri"/>
                        </a:rPr>
                        <a:t>system</a:t>
                      </a:r>
                      <a:r>
                        <a:rPr sz="1900" spc="60" dirty="0">
                          <a:latin typeface="Calibri"/>
                          <a:cs typeface="Calibri"/>
                        </a:rPr>
                        <a:t> </a:t>
                      </a:r>
                      <a:r>
                        <a:rPr sz="1900" dirty="0">
                          <a:latin typeface="Calibri"/>
                          <a:cs typeface="Calibri"/>
                        </a:rPr>
                        <a:t>may</a:t>
                      </a:r>
                      <a:r>
                        <a:rPr sz="1900" spc="65" dirty="0">
                          <a:latin typeface="Calibri"/>
                          <a:cs typeface="Calibri"/>
                        </a:rPr>
                        <a:t> </a:t>
                      </a:r>
                      <a:r>
                        <a:rPr sz="1900" dirty="0">
                          <a:latin typeface="Calibri"/>
                          <a:cs typeface="Calibri"/>
                        </a:rPr>
                        <a:t>be</a:t>
                      </a:r>
                      <a:r>
                        <a:rPr sz="1900" spc="60" dirty="0">
                          <a:latin typeface="Calibri"/>
                          <a:cs typeface="Calibri"/>
                        </a:rPr>
                        <a:t> </a:t>
                      </a:r>
                      <a:r>
                        <a:rPr sz="1900" dirty="0">
                          <a:latin typeface="Calibri"/>
                          <a:cs typeface="Calibri"/>
                        </a:rPr>
                        <a:t>able</a:t>
                      </a:r>
                      <a:r>
                        <a:rPr sz="1900" spc="65" dirty="0">
                          <a:latin typeface="Calibri"/>
                          <a:cs typeface="Calibri"/>
                        </a:rPr>
                        <a:t> </a:t>
                      </a:r>
                      <a:r>
                        <a:rPr sz="1900" dirty="0">
                          <a:latin typeface="Calibri"/>
                          <a:cs typeface="Calibri"/>
                        </a:rPr>
                        <a:t>to</a:t>
                      </a:r>
                      <a:r>
                        <a:rPr sz="1900" spc="70" dirty="0">
                          <a:latin typeface="Calibri"/>
                          <a:cs typeface="Calibri"/>
                        </a:rPr>
                        <a:t> </a:t>
                      </a:r>
                      <a:r>
                        <a:rPr sz="1900" dirty="0">
                          <a:latin typeface="Calibri"/>
                          <a:cs typeface="Calibri"/>
                        </a:rPr>
                        <a:t>generate</a:t>
                      </a:r>
                      <a:r>
                        <a:rPr sz="1900" spc="65" dirty="0">
                          <a:latin typeface="Calibri"/>
                          <a:cs typeface="Calibri"/>
                        </a:rPr>
                        <a:t> </a:t>
                      </a:r>
                      <a:r>
                        <a:rPr sz="1900" dirty="0">
                          <a:latin typeface="Calibri"/>
                          <a:cs typeface="Calibri"/>
                        </a:rPr>
                        <a:t>release</a:t>
                      </a:r>
                      <a:r>
                        <a:rPr sz="1900" spc="65" dirty="0">
                          <a:latin typeface="Calibri"/>
                          <a:cs typeface="Calibri"/>
                        </a:rPr>
                        <a:t> </a:t>
                      </a:r>
                      <a:r>
                        <a:rPr sz="1900" dirty="0">
                          <a:latin typeface="Calibri"/>
                          <a:cs typeface="Calibri"/>
                        </a:rPr>
                        <a:t>notes</a:t>
                      </a:r>
                      <a:r>
                        <a:rPr sz="1900" spc="65" dirty="0">
                          <a:latin typeface="Calibri"/>
                          <a:cs typeface="Calibri"/>
                        </a:rPr>
                        <a:t> </a:t>
                      </a:r>
                      <a:r>
                        <a:rPr sz="1900" dirty="0">
                          <a:latin typeface="Calibri"/>
                          <a:cs typeface="Calibri"/>
                        </a:rPr>
                        <a:t>about</a:t>
                      </a:r>
                      <a:r>
                        <a:rPr sz="1900" spc="70" dirty="0">
                          <a:latin typeface="Calibri"/>
                          <a:cs typeface="Calibri"/>
                        </a:rPr>
                        <a:t> </a:t>
                      </a:r>
                      <a:r>
                        <a:rPr sz="1900" dirty="0">
                          <a:latin typeface="Calibri"/>
                          <a:cs typeface="Calibri"/>
                        </a:rPr>
                        <a:t>the</a:t>
                      </a:r>
                      <a:r>
                        <a:rPr sz="1900" spc="70" dirty="0">
                          <a:latin typeface="Calibri"/>
                          <a:cs typeface="Calibri"/>
                        </a:rPr>
                        <a:t> </a:t>
                      </a:r>
                      <a:r>
                        <a:rPr sz="1900" dirty="0">
                          <a:latin typeface="Calibri"/>
                          <a:cs typeface="Calibri"/>
                        </a:rPr>
                        <a:t>build</a:t>
                      </a:r>
                      <a:r>
                        <a:rPr sz="1900" spc="55" dirty="0">
                          <a:latin typeface="Calibri"/>
                          <a:cs typeface="Calibri"/>
                        </a:rPr>
                        <a:t> </a:t>
                      </a:r>
                      <a:r>
                        <a:rPr sz="1900" spc="-25" dirty="0">
                          <a:latin typeface="Calibri"/>
                          <a:cs typeface="Calibri"/>
                        </a:rPr>
                        <a:t>and</a:t>
                      </a:r>
                      <a:endParaRPr sz="1900" dirty="0">
                        <a:latin typeface="Calibri"/>
                        <a:cs typeface="Calibri"/>
                      </a:endParaRPr>
                    </a:p>
                    <a:p>
                      <a:pPr marL="377825">
                        <a:lnSpc>
                          <a:spcPct val="100000"/>
                        </a:lnSpc>
                      </a:pPr>
                      <a:r>
                        <a:rPr sz="1900" spc="-10" dirty="0">
                          <a:latin typeface="Calibri"/>
                          <a:cs typeface="Calibri"/>
                        </a:rPr>
                        <a:t>system</a:t>
                      </a:r>
                      <a:r>
                        <a:rPr sz="1900" spc="-45" dirty="0">
                          <a:latin typeface="Calibri"/>
                          <a:cs typeface="Calibri"/>
                        </a:rPr>
                        <a:t> </a:t>
                      </a:r>
                      <a:r>
                        <a:rPr sz="1900" dirty="0">
                          <a:latin typeface="Calibri"/>
                          <a:cs typeface="Calibri"/>
                        </a:rPr>
                        <a:t>help</a:t>
                      </a:r>
                      <a:r>
                        <a:rPr sz="1900" spc="-30" dirty="0">
                          <a:latin typeface="Calibri"/>
                          <a:cs typeface="Calibri"/>
                        </a:rPr>
                        <a:t> </a:t>
                      </a:r>
                      <a:r>
                        <a:rPr sz="1900" spc="-10" dirty="0">
                          <a:latin typeface="Calibri"/>
                          <a:cs typeface="Calibri"/>
                        </a:rPr>
                        <a:t>pages</a:t>
                      </a:r>
                      <a:endParaRPr sz="1900" dirty="0">
                        <a:latin typeface="Calibri"/>
                        <a:cs typeface="Calibri"/>
                      </a:endParaRPr>
                    </a:p>
                  </a:txBody>
                  <a:tcPr marL="0" marR="0" marT="4114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149100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517413" y="479678"/>
            <a:ext cx="5947410" cy="3098292"/>
            <a:chOff x="4089844" y="399732"/>
            <a:chExt cx="4956175" cy="2581910"/>
          </a:xfrm>
        </p:grpSpPr>
        <p:pic>
          <p:nvPicPr>
            <p:cNvPr id="3" name="object 3"/>
            <p:cNvPicPr/>
            <p:nvPr/>
          </p:nvPicPr>
          <p:blipFill>
            <a:blip r:embed="rId2" cstate="print"/>
            <a:stretch>
              <a:fillRect/>
            </a:stretch>
          </p:blipFill>
          <p:spPr>
            <a:xfrm>
              <a:off x="4209756" y="508600"/>
              <a:ext cx="4760404" cy="2352620"/>
            </a:xfrm>
            <a:prstGeom prst="rect">
              <a:avLst/>
            </a:prstGeom>
          </p:spPr>
        </p:pic>
        <p:sp>
          <p:nvSpPr>
            <p:cNvPr id="4" name="object 4"/>
            <p:cNvSpPr/>
            <p:nvPr/>
          </p:nvSpPr>
          <p:spPr>
            <a:xfrm>
              <a:off x="4094607" y="404495"/>
              <a:ext cx="4946650" cy="2572385"/>
            </a:xfrm>
            <a:custGeom>
              <a:avLst/>
              <a:gdLst/>
              <a:ahLst/>
              <a:cxnLst/>
              <a:rect l="l" t="t" r="r" b="b"/>
              <a:pathLst>
                <a:path w="4946650" h="2572385">
                  <a:moveTo>
                    <a:pt x="0" y="2572004"/>
                  </a:moveTo>
                  <a:lnTo>
                    <a:pt x="4946650" y="2572004"/>
                  </a:lnTo>
                  <a:lnTo>
                    <a:pt x="4946650" y="0"/>
                  </a:lnTo>
                  <a:lnTo>
                    <a:pt x="0" y="0"/>
                  </a:lnTo>
                  <a:lnTo>
                    <a:pt x="0" y="2572004"/>
                  </a:lnTo>
                  <a:close/>
                </a:path>
              </a:pathLst>
            </a:custGeom>
            <a:ln w="9525">
              <a:solidFill>
                <a:srgbClr val="000000"/>
              </a:solidFill>
            </a:ln>
          </p:spPr>
          <p:txBody>
            <a:bodyPr wrap="square" lIns="0" tIns="0" rIns="0" bIns="0" rtlCol="0"/>
            <a:lstStyle/>
            <a:p>
              <a:endParaRPr sz="2160"/>
            </a:p>
          </p:txBody>
        </p:sp>
      </p:grpSp>
      <p:sp>
        <p:nvSpPr>
          <p:cNvPr id="5" name="object 5"/>
          <p:cNvSpPr txBox="1"/>
          <p:nvPr/>
        </p:nvSpPr>
        <p:spPr>
          <a:xfrm>
            <a:off x="833201" y="-13734"/>
            <a:ext cx="10499598" cy="6649769"/>
          </a:xfrm>
          <a:prstGeom prst="rect">
            <a:avLst/>
          </a:prstGeom>
        </p:spPr>
        <p:txBody>
          <a:bodyPr vert="horz" wrap="square" lIns="0" tIns="108966" rIns="0" bIns="0" rtlCol="0">
            <a:spAutoFit/>
          </a:bodyPr>
          <a:lstStyle/>
          <a:p>
            <a:pPr marL="425958" indent="-410718">
              <a:spcBef>
                <a:spcPts val="858"/>
              </a:spcBef>
              <a:buFont typeface="Arial MT"/>
              <a:buChar char="•"/>
              <a:tabLst>
                <a:tab pos="425958" algn="l"/>
              </a:tabLst>
            </a:pPr>
            <a:r>
              <a:rPr sz="2220" b="1" dirty="0">
                <a:latin typeface="Calibri"/>
                <a:cs typeface="Calibri"/>
              </a:rPr>
              <a:t>Building</a:t>
            </a:r>
            <a:r>
              <a:rPr sz="2220" b="1" spc="-108" dirty="0">
                <a:latin typeface="Calibri"/>
                <a:cs typeface="Calibri"/>
              </a:rPr>
              <a:t> </a:t>
            </a:r>
            <a:r>
              <a:rPr sz="2220" dirty="0">
                <a:latin typeface="Calibri"/>
                <a:cs typeface="Calibri"/>
              </a:rPr>
              <a:t>is</a:t>
            </a:r>
            <a:r>
              <a:rPr sz="2220" spc="-60" dirty="0">
                <a:latin typeface="Calibri"/>
                <a:cs typeface="Calibri"/>
              </a:rPr>
              <a:t> </a:t>
            </a:r>
            <a:r>
              <a:rPr sz="2220" dirty="0">
                <a:latin typeface="Calibri"/>
                <a:cs typeface="Calibri"/>
              </a:rPr>
              <a:t>a</a:t>
            </a:r>
            <a:r>
              <a:rPr sz="2220" spc="-60" dirty="0">
                <a:latin typeface="Calibri"/>
                <a:cs typeface="Calibri"/>
              </a:rPr>
              <a:t> </a:t>
            </a:r>
            <a:r>
              <a:rPr sz="2220" dirty="0">
                <a:latin typeface="Calibri"/>
                <a:cs typeface="Calibri"/>
              </a:rPr>
              <a:t>complex</a:t>
            </a:r>
            <a:r>
              <a:rPr sz="2220" spc="-60" dirty="0">
                <a:latin typeface="Calibri"/>
                <a:cs typeface="Calibri"/>
              </a:rPr>
              <a:t> </a:t>
            </a:r>
            <a:r>
              <a:rPr sz="2220" dirty="0">
                <a:latin typeface="Calibri"/>
                <a:cs typeface="Calibri"/>
              </a:rPr>
              <a:t>process</a:t>
            </a:r>
            <a:r>
              <a:rPr sz="2220" spc="-54" dirty="0">
                <a:latin typeface="Calibri"/>
                <a:cs typeface="Calibri"/>
              </a:rPr>
              <a:t> </a:t>
            </a:r>
            <a:r>
              <a:rPr sz="2220" dirty="0">
                <a:latin typeface="Calibri"/>
                <a:cs typeface="Calibri"/>
              </a:rPr>
              <a:t>in</a:t>
            </a:r>
            <a:r>
              <a:rPr sz="2220" spc="-54" dirty="0">
                <a:latin typeface="Calibri"/>
                <a:cs typeface="Calibri"/>
              </a:rPr>
              <a:t> </a:t>
            </a:r>
            <a:r>
              <a:rPr sz="2220" dirty="0">
                <a:latin typeface="Calibri"/>
                <a:cs typeface="Calibri"/>
              </a:rPr>
              <a:t>which</a:t>
            </a:r>
            <a:r>
              <a:rPr sz="2220" spc="-54" dirty="0">
                <a:latin typeface="Calibri"/>
                <a:cs typeface="Calibri"/>
              </a:rPr>
              <a:t> </a:t>
            </a:r>
            <a:r>
              <a:rPr sz="2220" dirty="0">
                <a:latin typeface="Calibri"/>
                <a:cs typeface="Calibri"/>
              </a:rPr>
              <a:t>three</a:t>
            </a:r>
            <a:r>
              <a:rPr sz="2220" spc="-54" dirty="0">
                <a:latin typeface="Calibri"/>
                <a:cs typeface="Calibri"/>
              </a:rPr>
              <a:t> </a:t>
            </a:r>
            <a:r>
              <a:rPr sz="2220" spc="-12" dirty="0">
                <a:latin typeface="Calibri"/>
                <a:cs typeface="Calibri"/>
              </a:rPr>
              <a:t>different</a:t>
            </a:r>
            <a:r>
              <a:rPr sz="2220" spc="-54" dirty="0">
                <a:latin typeface="Calibri"/>
                <a:cs typeface="Calibri"/>
              </a:rPr>
              <a:t> </a:t>
            </a:r>
            <a:r>
              <a:rPr sz="2220" spc="-24" dirty="0">
                <a:latin typeface="Calibri"/>
                <a:cs typeface="Calibri"/>
              </a:rPr>
              <a:t>system</a:t>
            </a:r>
            <a:r>
              <a:rPr sz="2220" spc="-60" dirty="0">
                <a:latin typeface="Calibri"/>
                <a:cs typeface="Calibri"/>
              </a:rPr>
              <a:t> </a:t>
            </a:r>
            <a:r>
              <a:rPr sz="2220" spc="-12" dirty="0">
                <a:latin typeface="Calibri"/>
                <a:cs typeface="Calibri"/>
              </a:rPr>
              <a:t>platforms</a:t>
            </a:r>
            <a:r>
              <a:rPr sz="2220" spc="-66" dirty="0">
                <a:latin typeface="Calibri"/>
                <a:cs typeface="Calibri"/>
              </a:rPr>
              <a:t> </a:t>
            </a:r>
            <a:r>
              <a:rPr sz="2220" dirty="0">
                <a:latin typeface="Calibri"/>
                <a:cs typeface="Calibri"/>
              </a:rPr>
              <a:t>may</a:t>
            </a:r>
            <a:r>
              <a:rPr sz="2220" spc="-66" dirty="0">
                <a:latin typeface="Calibri"/>
                <a:cs typeface="Calibri"/>
              </a:rPr>
              <a:t> </a:t>
            </a:r>
            <a:r>
              <a:rPr sz="2220" dirty="0">
                <a:latin typeface="Calibri"/>
                <a:cs typeface="Calibri"/>
              </a:rPr>
              <a:t>be</a:t>
            </a:r>
            <a:r>
              <a:rPr sz="2220" spc="-60" dirty="0">
                <a:latin typeface="Calibri"/>
                <a:cs typeface="Calibri"/>
              </a:rPr>
              <a:t> </a:t>
            </a:r>
            <a:r>
              <a:rPr sz="2220" spc="-12" dirty="0">
                <a:latin typeface="Calibri"/>
                <a:cs typeface="Calibri"/>
              </a:rPr>
              <a:t>involved</a:t>
            </a:r>
            <a:endParaRPr sz="2220" dirty="0">
              <a:latin typeface="Calibri"/>
              <a:cs typeface="Calibri"/>
            </a:endParaRPr>
          </a:p>
          <a:p>
            <a:pPr marL="15240">
              <a:spcBef>
                <a:spcPts val="738"/>
              </a:spcBef>
            </a:pPr>
            <a:r>
              <a:rPr sz="2220" b="1" i="1" dirty="0">
                <a:solidFill>
                  <a:srgbClr val="C00000"/>
                </a:solidFill>
                <a:latin typeface="Calibri"/>
                <a:cs typeface="Calibri"/>
              </a:rPr>
              <a:t>1.</a:t>
            </a:r>
            <a:r>
              <a:rPr sz="2220" b="1" i="1" spc="432" dirty="0">
                <a:solidFill>
                  <a:srgbClr val="C00000"/>
                </a:solidFill>
                <a:latin typeface="Calibri"/>
                <a:cs typeface="Calibri"/>
              </a:rPr>
              <a:t> </a:t>
            </a:r>
            <a:r>
              <a:rPr sz="2220" b="1" i="1" dirty="0">
                <a:solidFill>
                  <a:srgbClr val="C00000"/>
                </a:solidFill>
                <a:latin typeface="Calibri"/>
                <a:cs typeface="Calibri"/>
              </a:rPr>
              <a:t>The</a:t>
            </a:r>
            <a:r>
              <a:rPr sz="2220" b="1" i="1" spc="-42" dirty="0">
                <a:solidFill>
                  <a:srgbClr val="C00000"/>
                </a:solidFill>
                <a:latin typeface="Calibri"/>
                <a:cs typeface="Calibri"/>
              </a:rPr>
              <a:t> </a:t>
            </a:r>
            <a:r>
              <a:rPr sz="2220" b="1" i="1" spc="-12" dirty="0">
                <a:solidFill>
                  <a:srgbClr val="C00000"/>
                </a:solidFill>
                <a:latin typeface="Calibri"/>
                <a:cs typeface="Calibri"/>
              </a:rPr>
              <a:t>Development</a:t>
            </a:r>
            <a:r>
              <a:rPr sz="2220" b="1" i="1" spc="-36" dirty="0">
                <a:solidFill>
                  <a:srgbClr val="C00000"/>
                </a:solidFill>
                <a:latin typeface="Calibri"/>
                <a:cs typeface="Calibri"/>
              </a:rPr>
              <a:t> </a:t>
            </a:r>
            <a:r>
              <a:rPr sz="2220" b="1" i="1" spc="-12" dirty="0">
                <a:solidFill>
                  <a:srgbClr val="C00000"/>
                </a:solidFill>
                <a:latin typeface="Calibri"/>
                <a:cs typeface="Calibri"/>
              </a:rPr>
              <a:t>System</a:t>
            </a:r>
            <a:endParaRPr sz="2220" dirty="0">
              <a:latin typeface="Calibri"/>
              <a:cs typeface="Calibri"/>
            </a:endParaRPr>
          </a:p>
          <a:p>
            <a:pPr marL="358902" indent="-343662">
              <a:spcBef>
                <a:spcPts val="6"/>
              </a:spcBef>
              <a:buFont typeface="Arial MT"/>
              <a:buChar char="•"/>
              <a:tabLst>
                <a:tab pos="358902" algn="l"/>
              </a:tabLst>
            </a:pPr>
            <a:r>
              <a:rPr sz="2220" dirty="0">
                <a:latin typeface="Calibri"/>
                <a:cs typeface="Calibri"/>
              </a:rPr>
              <a:t>Includes</a:t>
            </a:r>
            <a:r>
              <a:rPr sz="2220" spc="-54" dirty="0">
                <a:latin typeface="Calibri"/>
                <a:cs typeface="Calibri"/>
              </a:rPr>
              <a:t> </a:t>
            </a:r>
            <a:r>
              <a:rPr sz="2220" b="1" i="1" dirty="0">
                <a:solidFill>
                  <a:srgbClr val="006FC0"/>
                </a:solidFill>
                <a:latin typeface="Calibri"/>
                <a:cs typeface="Calibri"/>
              </a:rPr>
              <a:t>development</a:t>
            </a:r>
            <a:r>
              <a:rPr sz="2220" b="1" i="1" spc="-42" dirty="0">
                <a:solidFill>
                  <a:srgbClr val="006FC0"/>
                </a:solidFill>
                <a:latin typeface="Calibri"/>
                <a:cs typeface="Calibri"/>
              </a:rPr>
              <a:t> </a:t>
            </a:r>
            <a:r>
              <a:rPr sz="2220" b="1" i="1" dirty="0">
                <a:solidFill>
                  <a:srgbClr val="006FC0"/>
                </a:solidFill>
                <a:latin typeface="Calibri"/>
                <a:cs typeface="Calibri"/>
              </a:rPr>
              <a:t>tools</a:t>
            </a:r>
            <a:r>
              <a:rPr sz="2220" b="1" i="1" spc="-48" dirty="0">
                <a:solidFill>
                  <a:srgbClr val="006FC0"/>
                </a:solidFill>
                <a:latin typeface="Calibri"/>
                <a:cs typeface="Calibri"/>
              </a:rPr>
              <a:t> </a:t>
            </a:r>
            <a:r>
              <a:rPr sz="2220" b="1" i="1" dirty="0">
                <a:solidFill>
                  <a:srgbClr val="006FC0"/>
                </a:solidFill>
                <a:latin typeface="Calibri"/>
                <a:cs typeface="Calibri"/>
              </a:rPr>
              <a:t>such</a:t>
            </a:r>
            <a:r>
              <a:rPr sz="2220" b="1" i="1" spc="-48" dirty="0">
                <a:solidFill>
                  <a:srgbClr val="006FC0"/>
                </a:solidFill>
                <a:latin typeface="Calibri"/>
                <a:cs typeface="Calibri"/>
              </a:rPr>
              <a:t> </a:t>
            </a:r>
            <a:r>
              <a:rPr sz="2220" b="1" i="1" spc="-42" dirty="0">
                <a:solidFill>
                  <a:srgbClr val="006FC0"/>
                </a:solidFill>
                <a:latin typeface="Calibri"/>
                <a:cs typeface="Calibri"/>
              </a:rPr>
              <a:t>as</a:t>
            </a:r>
            <a:endParaRPr sz="2220" dirty="0">
              <a:latin typeface="Calibri"/>
              <a:cs typeface="Calibri"/>
            </a:endParaRPr>
          </a:p>
          <a:p>
            <a:pPr marL="358902"/>
            <a:r>
              <a:rPr sz="2220" b="1" i="1" dirty="0">
                <a:solidFill>
                  <a:srgbClr val="006FC0"/>
                </a:solidFill>
                <a:latin typeface="Calibri"/>
                <a:cs typeface="Calibri"/>
              </a:rPr>
              <a:t>compilers</a:t>
            </a:r>
            <a:r>
              <a:rPr sz="2220" b="1" i="1" spc="-60" dirty="0">
                <a:solidFill>
                  <a:srgbClr val="006FC0"/>
                </a:solidFill>
                <a:latin typeface="Calibri"/>
                <a:cs typeface="Calibri"/>
              </a:rPr>
              <a:t> </a:t>
            </a:r>
            <a:r>
              <a:rPr sz="2220" b="1" i="1" dirty="0">
                <a:solidFill>
                  <a:srgbClr val="006FC0"/>
                </a:solidFill>
                <a:latin typeface="Calibri"/>
                <a:cs typeface="Calibri"/>
              </a:rPr>
              <a:t>and</a:t>
            </a:r>
            <a:r>
              <a:rPr sz="2220" b="1" i="1" spc="-60" dirty="0">
                <a:solidFill>
                  <a:srgbClr val="006FC0"/>
                </a:solidFill>
                <a:latin typeface="Calibri"/>
                <a:cs typeface="Calibri"/>
              </a:rPr>
              <a:t> </a:t>
            </a:r>
            <a:r>
              <a:rPr sz="2220" b="1" i="1" dirty="0">
                <a:solidFill>
                  <a:srgbClr val="006FC0"/>
                </a:solidFill>
                <a:latin typeface="Calibri"/>
                <a:cs typeface="Calibri"/>
              </a:rPr>
              <a:t>source</a:t>
            </a:r>
            <a:r>
              <a:rPr sz="2220" b="1" i="1" spc="-48" dirty="0">
                <a:solidFill>
                  <a:srgbClr val="006FC0"/>
                </a:solidFill>
                <a:latin typeface="Calibri"/>
                <a:cs typeface="Calibri"/>
              </a:rPr>
              <a:t> </a:t>
            </a:r>
            <a:r>
              <a:rPr sz="2220" b="1" i="1" dirty="0">
                <a:solidFill>
                  <a:srgbClr val="006FC0"/>
                </a:solidFill>
                <a:latin typeface="Calibri"/>
                <a:cs typeface="Calibri"/>
              </a:rPr>
              <a:t>code</a:t>
            </a:r>
            <a:r>
              <a:rPr sz="2220" b="1" i="1" spc="-54" dirty="0">
                <a:solidFill>
                  <a:srgbClr val="006FC0"/>
                </a:solidFill>
                <a:latin typeface="Calibri"/>
                <a:cs typeface="Calibri"/>
              </a:rPr>
              <a:t> </a:t>
            </a:r>
            <a:r>
              <a:rPr sz="2220" b="1" i="1" spc="-12" dirty="0">
                <a:solidFill>
                  <a:srgbClr val="006FC0"/>
                </a:solidFill>
                <a:latin typeface="Calibri"/>
                <a:cs typeface="Calibri"/>
              </a:rPr>
              <a:t>editors</a:t>
            </a:r>
            <a:r>
              <a:rPr sz="2220" spc="-12" dirty="0">
                <a:latin typeface="Calibri"/>
                <a:cs typeface="Calibri"/>
              </a:rPr>
              <a:t>.</a:t>
            </a:r>
            <a:endParaRPr sz="2220" dirty="0">
              <a:latin typeface="Calibri"/>
              <a:cs typeface="Calibri"/>
            </a:endParaRPr>
          </a:p>
          <a:p>
            <a:pPr marL="356616" marR="6026658" indent="-342138" algn="just">
              <a:buFont typeface="Arial MT"/>
              <a:buChar char="•"/>
              <a:tabLst>
                <a:tab pos="358902" algn="l"/>
              </a:tabLst>
            </a:pPr>
            <a:r>
              <a:rPr sz="2220" dirty="0">
                <a:latin typeface="Calibri"/>
                <a:cs typeface="Calibri"/>
              </a:rPr>
              <a:t>Developers</a:t>
            </a:r>
            <a:r>
              <a:rPr sz="2220" spc="108" dirty="0">
                <a:latin typeface="Calibri"/>
                <a:cs typeface="Calibri"/>
              </a:rPr>
              <a:t>  </a:t>
            </a:r>
            <a:r>
              <a:rPr sz="2220" dirty="0">
                <a:latin typeface="Calibri"/>
                <a:cs typeface="Calibri"/>
              </a:rPr>
              <a:t>check</a:t>
            </a:r>
            <a:r>
              <a:rPr sz="2220" spc="114" dirty="0">
                <a:latin typeface="Calibri"/>
                <a:cs typeface="Calibri"/>
              </a:rPr>
              <a:t>  </a:t>
            </a:r>
            <a:r>
              <a:rPr sz="2220" dirty="0">
                <a:latin typeface="Calibri"/>
                <a:cs typeface="Calibri"/>
              </a:rPr>
              <a:t>out</a:t>
            </a:r>
            <a:r>
              <a:rPr sz="2220" spc="114" dirty="0">
                <a:latin typeface="Calibri"/>
                <a:cs typeface="Calibri"/>
              </a:rPr>
              <a:t>  </a:t>
            </a:r>
            <a:r>
              <a:rPr sz="2220" dirty="0">
                <a:latin typeface="Calibri"/>
                <a:cs typeface="Calibri"/>
              </a:rPr>
              <a:t>code</a:t>
            </a:r>
            <a:r>
              <a:rPr sz="2220" spc="108" dirty="0">
                <a:latin typeface="Calibri"/>
                <a:cs typeface="Calibri"/>
              </a:rPr>
              <a:t>  </a:t>
            </a:r>
            <a:r>
              <a:rPr sz="2220" spc="-24" dirty="0">
                <a:latin typeface="Calibri"/>
                <a:cs typeface="Calibri"/>
              </a:rPr>
              <a:t>from 	</a:t>
            </a:r>
            <a:r>
              <a:rPr sz="2220" dirty="0">
                <a:latin typeface="Calibri"/>
                <a:cs typeface="Calibri"/>
              </a:rPr>
              <a:t>the</a:t>
            </a:r>
            <a:r>
              <a:rPr sz="2220" spc="474" dirty="0">
                <a:latin typeface="Calibri"/>
                <a:cs typeface="Calibri"/>
              </a:rPr>
              <a:t> </a:t>
            </a:r>
            <a:r>
              <a:rPr sz="2220" dirty="0">
                <a:latin typeface="Calibri"/>
                <a:cs typeface="Calibri"/>
              </a:rPr>
              <a:t>version</a:t>
            </a:r>
            <a:r>
              <a:rPr sz="2220" spc="474" dirty="0">
                <a:latin typeface="Calibri"/>
                <a:cs typeface="Calibri"/>
              </a:rPr>
              <a:t> </a:t>
            </a:r>
            <a:r>
              <a:rPr sz="2220" dirty="0">
                <a:latin typeface="Calibri"/>
                <a:cs typeface="Calibri"/>
              </a:rPr>
              <a:t>control</a:t>
            </a:r>
            <a:r>
              <a:rPr sz="2220" spc="462" dirty="0">
                <a:latin typeface="Calibri"/>
                <a:cs typeface="Calibri"/>
              </a:rPr>
              <a:t> </a:t>
            </a:r>
            <a:r>
              <a:rPr sz="2220" dirty="0">
                <a:latin typeface="Calibri"/>
                <a:cs typeface="Calibri"/>
              </a:rPr>
              <a:t>system</a:t>
            </a:r>
            <a:r>
              <a:rPr sz="2220" spc="474" dirty="0">
                <a:latin typeface="Calibri"/>
                <a:cs typeface="Calibri"/>
              </a:rPr>
              <a:t> </a:t>
            </a:r>
            <a:r>
              <a:rPr sz="2220" dirty="0">
                <a:latin typeface="Calibri"/>
                <a:cs typeface="Calibri"/>
              </a:rPr>
              <a:t>into</a:t>
            </a:r>
            <a:r>
              <a:rPr sz="2220" spc="456" dirty="0">
                <a:latin typeface="Calibri"/>
                <a:cs typeface="Calibri"/>
              </a:rPr>
              <a:t> </a:t>
            </a:r>
            <a:r>
              <a:rPr sz="2220" spc="-60" dirty="0">
                <a:latin typeface="Calibri"/>
                <a:cs typeface="Calibri"/>
              </a:rPr>
              <a:t>a 	</a:t>
            </a:r>
            <a:r>
              <a:rPr sz="2220" dirty="0">
                <a:latin typeface="Calibri"/>
                <a:cs typeface="Calibri"/>
              </a:rPr>
              <a:t>private</a:t>
            </a:r>
            <a:r>
              <a:rPr sz="2220" spc="72" dirty="0">
                <a:latin typeface="Calibri"/>
                <a:cs typeface="Calibri"/>
              </a:rPr>
              <a:t>  </a:t>
            </a:r>
            <a:r>
              <a:rPr sz="2220" dirty="0">
                <a:latin typeface="Calibri"/>
                <a:cs typeface="Calibri"/>
              </a:rPr>
              <a:t>workspace</a:t>
            </a:r>
            <a:r>
              <a:rPr sz="2220" spc="66" dirty="0">
                <a:latin typeface="Calibri"/>
                <a:cs typeface="Calibri"/>
              </a:rPr>
              <a:t>  </a:t>
            </a:r>
            <a:r>
              <a:rPr sz="2220" dirty="0">
                <a:latin typeface="Calibri"/>
                <a:cs typeface="Calibri"/>
              </a:rPr>
              <a:t>before</a:t>
            </a:r>
            <a:r>
              <a:rPr sz="2220" spc="72" dirty="0">
                <a:latin typeface="Calibri"/>
                <a:cs typeface="Calibri"/>
              </a:rPr>
              <a:t>  </a:t>
            </a:r>
            <a:r>
              <a:rPr sz="2220" spc="-12" dirty="0">
                <a:latin typeface="Calibri"/>
                <a:cs typeface="Calibri"/>
              </a:rPr>
              <a:t>making 	</a:t>
            </a:r>
            <a:r>
              <a:rPr sz="2220" dirty="0">
                <a:latin typeface="Calibri"/>
                <a:cs typeface="Calibri"/>
              </a:rPr>
              <a:t>changes</a:t>
            </a:r>
            <a:r>
              <a:rPr sz="2220" spc="-36" dirty="0">
                <a:latin typeface="Calibri"/>
                <a:cs typeface="Calibri"/>
              </a:rPr>
              <a:t> </a:t>
            </a:r>
            <a:r>
              <a:rPr sz="2220" dirty="0">
                <a:latin typeface="Calibri"/>
                <a:cs typeface="Calibri"/>
              </a:rPr>
              <a:t>to</a:t>
            </a:r>
            <a:r>
              <a:rPr sz="2220" spc="-66" dirty="0">
                <a:latin typeface="Calibri"/>
                <a:cs typeface="Calibri"/>
              </a:rPr>
              <a:t> </a:t>
            </a:r>
            <a:r>
              <a:rPr sz="2220" dirty="0">
                <a:latin typeface="Calibri"/>
                <a:cs typeface="Calibri"/>
              </a:rPr>
              <a:t>the</a:t>
            </a:r>
            <a:r>
              <a:rPr sz="2220" spc="-48" dirty="0">
                <a:latin typeface="Calibri"/>
                <a:cs typeface="Calibri"/>
              </a:rPr>
              <a:t> </a:t>
            </a:r>
            <a:r>
              <a:rPr sz="2220" spc="-12" dirty="0">
                <a:latin typeface="Calibri"/>
                <a:cs typeface="Calibri"/>
              </a:rPr>
              <a:t>system.</a:t>
            </a:r>
            <a:endParaRPr sz="2220" dirty="0">
              <a:latin typeface="Calibri"/>
              <a:cs typeface="Calibri"/>
            </a:endParaRPr>
          </a:p>
          <a:p>
            <a:pPr>
              <a:spcBef>
                <a:spcPts val="414"/>
              </a:spcBef>
            </a:pPr>
            <a:endParaRPr sz="2220" dirty="0">
              <a:latin typeface="Calibri"/>
              <a:cs typeface="Calibri"/>
            </a:endParaRPr>
          </a:p>
          <a:p>
            <a:pPr marL="289560" indent="-274320">
              <a:buAutoNum type="arabicPeriod" startAt="2"/>
              <a:tabLst>
                <a:tab pos="289560" algn="l"/>
              </a:tabLst>
            </a:pPr>
            <a:r>
              <a:rPr sz="2160" b="1" i="1" dirty="0">
                <a:solidFill>
                  <a:srgbClr val="C00000"/>
                </a:solidFill>
                <a:latin typeface="Calibri"/>
                <a:cs typeface="Calibri"/>
              </a:rPr>
              <a:t>The</a:t>
            </a:r>
            <a:r>
              <a:rPr sz="2160" b="1" i="1" spc="-36" dirty="0">
                <a:solidFill>
                  <a:srgbClr val="C00000"/>
                </a:solidFill>
                <a:latin typeface="Calibri"/>
                <a:cs typeface="Calibri"/>
              </a:rPr>
              <a:t> </a:t>
            </a:r>
            <a:r>
              <a:rPr sz="2160" b="1" i="1" dirty="0">
                <a:solidFill>
                  <a:srgbClr val="C00000"/>
                </a:solidFill>
                <a:latin typeface="Calibri"/>
                <a:cs typeface="Calibri"/>
              </a:rPr>
              <a:t>Build</a:t>
            </a:r>
            <a:r>
              <a:rPr sz="2160" b="1" i="1" spc="-30" dirty="0">
                <a:solidFill>
                  <a:srgbClr val="C00000"/>
                </a:solidFill>
                <a:latin typeface="Calibri"/>
                <a:cs typeface="Calibri"/>
              </a:rPr>
              <a:t> </a:t>
            </a:r>
            <a:r>
              <a:rPr sz="2160" b="1" i="1" spc="-12" dirty="0">
                <a:solidFill>
                  <a:srgbClr val="C00000"/>
                </a:solidFill>
                <a:latin typeface="Calibri"/>
                <a:cs typeface="Calibri"/>
              </a:rPr>
              <a:t>Server</a:t>
            </a:r>
            <a:endParaRPr sz="2160" dirty="0">
              <a:latin typeface="Calibri"/>
              <a:cs typeface="Calibri"/>
            </a:endParaRPr>
          </a:p>
          <a:p>
            <a:pPr marL="425958" lvl="1" indent="-410718">
              <a:spcBef>
                <a:spcPts val="6"/>
              </a:spcBef>
              <a:buFont typeface="Arial MT"/>
              <a:buChar char="•"/>
              <a:tabLst>
                <a:tab pos="425958" algn="l"/>
              </a:tabLst>
            </a:pPr>
            <a:r>
              <a:rPr sz="2160" dirty="0">
                <a:latin typeface="Calibri"/>
                <a:cs typeface="Calibri"/>
              </a:rPr>
              <a:t>Used</a:t>
            </a:r>
            <a:r>
              <a:rPr sz="2160" spc="-42" dirty="0">
                <a:latin typeface="Calibri"/>
                <a:cs typeface="Calibri"/>
              </a:rPr>
              <a:t> </a:t>
            </a:r>
            <a:r>
              <a:rPr sz="2160" dirty="0">
                <a:latin typeface="Calibri"/>
                <a:cs typeface="Calibri"/>
              </a:rPr>
              <a:t>to</a:t>
            </a:r>
            <a:r>
              <a:rPr sz="2160" spc="-54" dirty="0">
                <a:latin typeface="Calibri"/>
                <a:cs typeface="Calibri"/>
              </a:rPr>
              <a:t> </a:t>
            </a:r>
            <a:r>
              <a:rPr sz="2160" dirty="0">
                <a:latin typeface="Calibri"/>
                <a:cs typeface="Calibri"/>
              </a:rPr>
              <a:t>build</a:t>
            </a:r>
            <a:r>
              <a:rPr sz="2160" spc="-36" dirty="0">
                <a:latin typeface="Calibri"/>
                <a:cs typeface="Calibri"/>
              </a:rPr>
              <a:t> </a:t>
            </a:r>
            <a:r>
              <a:rPr sz="2160" b="1" i="1" dirty="0">
                <a:solidFill>
                  <a:srgbClr val="006FC0"/>
                </a:solidFill>
                <a:latin typeface="Calibri"/>
                <a:cs typeface="Calibri"/>
              </a:rPr>
              <a:t>complete,</a:t>
            </a:r>
            <a:r>
              <a:rPr sz="2160" b="1" i="1" spc="-48" dirty="0">
                <a:solidFill>
                  <a:srgbClr val="006FC0"/>
                </a:solidFill>
                <a:latin typeface="Calibri"/>
                <a:cs typeface="Calibri"/>
              </a:rPr>
              <a:t> </a:t>
            </a:r>
            <a:r>
              <a:rPr sz="2160" b="1" i="1" spc="-12" dirty="0">
                <a:solidFill>
                  <a:srgbClr val="006FC0"/>
                </a:solidFill>
                <a:latin typeface="Calibri"/>
                <a:cs typeface="Calibri"/>
              </a:rPr>
              <a:t>executable</a:t>
            </a:r>
            <a:r>
              <a:rPr sz="2160" b="1" i="1" spc="-60" dirty="0">
                <a:solidFill>
                  <a:srgbClr val="006FC0"/>
                </a:solidFill>
                <a:latin typeface="Calibri"/>
                <a:cs typeface="Calibri"/>
              </a:rPr>
              <a:t> </a:t>
            </a:r>
            <a:r>
              <a:rPr sz="2160" b="1" i="1" dirty="0">
                <a:solidFill>
                  <a:srgbClr val="006FC0"/>
                </a:solidFill>
                <a:latin typeface="Calibri"/>
                <a:cs typeface="Calibri"/>
              </a:rPr>
              <a:t>versions</a:t>
            </a:r>
            <a:r>
              <a:rPr sz="2160" b="1" i="1" spc="-18" dirty="0">
                <a:solidFill>
                  <a:srgbClr val="006FC0"/>
                </a:solidFill>
                <a:latin typeface="Calibri"/>
                <a:cs typeface="Calibri"/>
              </a:rPr>
              <a:t> </a:t>
            </a:r>
            <a:r>
              <a:rPr sz="2160" dirty="0">
                <a:latin typeface="Calibri"/>
                <a:cs typeface="Calibri"/>
              </a:rPr>
              <a:t>of</a:t>
            </a:r>
            <a:r>
              <a:rPr sz="2160" spc="-42" dirty="0">
                <a:latin typeface="Calibri"/>
                <a:cs typeface="Calibri"/>
              </a:rPr>
              <a:t> </a:t>
            </a:r>
            <a:r>
              <a:rPr sz="2160" dirty="0">
                <a:latin typeface="Calibri"/>
                <a:cs typeface="Calibri"/>
              </a:rPr>
              <a:t>the</a:t>
            </a:r>
            <a:r>
              <a:rPr sz="2160" spc="-36" dirty="0">
                <a:latin typeface="Calibri"/>
                <a:cs typeface="Calibri"/>
              </a:rPr>
              <a:t> </a:t>
            </a:r>
            <a:r>
              <a:rPr sz="2160" spc="-12" dirty="0">
                <a:latin typeface="Calibri"/>
                <a:cs typeface="Calibri"/>
              </a:rPr>
              <a:t>system.</a:t>
            </a:r>
            <a:endParaRPr sz="2160" dirty="0">
              <a:latin typeface="Calibri"/>
              <a:cs typeface="Calibri"/>
            </a:endParaRPr>
          </a:p>
          <a:p>
            <a:pPr marL="425958" marR="96012" lvl="1" indent="-411480">
              <a:buFont typeface="Arial MT"/>
              <a:buChar char="•"/>
              <a:tabLst>
                <a:tab pos="425958" algn="l"/>
              </a:tabLst>
            </a:pPr>
            <a:r>
              <a:rPr sz="2160" dirty="0">
                <a:latin typeface="Calibri"/>
                <a:cs typeface="Calibri"/>
              </a:rPr>
              <a:t>This</a:t>
            </a:r>
            <a:r>
              <a:rPr sz="2160" spc="245" dirty="0">
                <a:latin typeface="Calibri"/>
                <a:cs typeface="Calibri"/>
              </a:rPr>
              <a:t> </a:t>
            </a:r>
            <a:r>
              <a:rPr sz="2160" dirty="0">
                <a:latin typeface="Calibri"/>
                <a:cs typeface="Calibri"/>
              </a:rPr>
              <a:t>server</a:t>
            </a:r>
            <a:r>
              <a:rPr sz="2160" spc="258" dirty="0">
                <a:latin typeface="Calibri"/>
                <a:cs typeface="Calibri"/>
              </a:rPr>
              <a:t> </a:t>
            </a:r>
            <a:r>
              <a:rPr sz="2160" dirty="0">
                <a:latin typeface="Calibri"/>
                <a:cs typeface="Calibri"/>
              </a:rPr>
              <a:t>maintains</a:t>
            </a:r>
            <a:r>
              <a:rPr sz="2160" spc="245" dirty="0">
                <a:latin typeface="Calibri"/>
                <a:cs typeface="Calibri"/>
              </a:rPr>
              <a:t> </a:t>
            </a:r>
            <a:r>
              <a:rPr sz="2160" dirty="0">
                <a:latin typeface="Calibri"/>
                <a:cs typeface="Calibri"/>
              </a:rPr>
              <a:t>the</a:t>
            </a:r>
            <a:r>
              <a:rPr sz="2160" spc="252" dirty="0">
                <a:latin typeface="Calibri"/>
                <a:cs typeface="Calibri"/>
              </a:rPr>
              <a:t> </a:t>
            </a:r>
            <a:r>
              <a:rPr sz="2160" dirty="0">
                <a:latin typeface="Calibri"/>
                <a:cs typeface="Calibri"/>
              </a:rPr>
              <a:t>definitive</a:t>
            </a:r>
            <a:r>
              <a:rPr sz="2160" spc="252" dirty="0">
                <a:latin typeface="Calibri"/>
                <a:cs typeface="Calibri"/>
              </a:rPr>
              <a:t> </a:t>
            </a:r>
            <a:r>
              <a:rPr sz="2160" dirty="0">
                <a:latin typeface="Calibri"/>
                <a:cs typeface="Calibri"/>
              </a:rPr>
              <a:t>versions</a:t>
            </a:r>
            <a:r>
              <a:rPr sz="2160" spc="252" dirty="0">
                <a:latin typeface="Calibri"/>
                <a:cs typeface="Calibri"/>
              </a:rPr>
              <a:t> </a:t>
            </a:r>
            <a:r>
              <a:rPr sz="2160" dirty="0">
                <a:latin typeface="Calibri"/>
                <a:cs typeface="Calibri"/>
              </a:rPr>
              <a:t>of</a:t>
            </a:r>
            <a:r>
              <a:rPr sz="2160" spc="245" dirty="0">
                <a:latin typeface="Calibri"/>
                <a:cs typeface="Calibri"/>
              </a:rPr>
              <a:t> </a:t>
            </a:r>
            <a:r>
              <a:rPr sz="2160" dirty="0">
                <a:latin typeface="Calibri"/>
                <a:cs typeface="Calibri"/>
              </a:rPr>
              <a:t>a</a:t>
            </a:r>
            <a:r>
              <a:rPr sz="2160" spc="252" dirty="0">
                <a:latin typeface="Calibri"/>
                <a:cs typeface="Calibri"/>
              </a:rPr>
              <a:t> </a:t>
            </a:r>
            <a:r>
              <a:rPr sz="2160" dirty="0">
                <a:latin typeface="Calibri"/>
                <a:cs typeface="Calibri"/>
              </a:rPr>
              <a:t>system.</a:t>
            </a:r>
            <a:r>
              <a:rPr sz="2160" spc="240" dirty="0">
                <a:latin typeface="Calibri"/>
                <a:cs typeface="Calibri"/>
              </a:rPr>
              <a:t> </a:t>
            </a:r>
            <a:r>
              <a:rPr sz="2160" dirty="0">
                <a:latin typeface="Calibri"/>
                <a:cs typeface="Calibri"/>
              </a:rPr>
              <a:t>All</a:t>
            </a:r>
            <a:r>
              <a:rPr sz="2160" spc="234" dirty="0">
                <a:latin typeface="Calibri"/>
                <a:cs typeface="Calibri"/>
              </a:rPr>
              <a:t> </a:t>
            </a:r>
            <a:r>
              <a:rPr sz="2160" dirty="0">
                <a:latin typeface="Calibri"/>
                <a:cs typeface="Calibri"/>
              </a:rPr>
              <a:t>of</a:t>
            </a:r>
            <a:r>
              <a:rPr sz="2160" spc="252" dirty="0">
                <a:latin typeface="Calibri"/>
                <a:cs typeface="Calibri"/>
              </a:rPr>
              <a:t> </a:t>
            </a:r>
            <a:r>
              <a:rPr sz="2160" dirty="0">
                <a:latin typeface="Calibri"/>
                <a:cs typeface="Calibri"/>
              </a:rPr>
              <a:t>the</a:t>
            </a:r>
            <a:r>
              <a:rPr sz="2160" spc="258" dirty="0">
                <a:latin typeface="Calibri"/>
                <a:cs typeface="Calibri"/>
              </a:rPr>
              <a:t> </a:t>
            </a:r>
            <a:r>
              <a:rPr sz="2160" dirty="0">
                <a:latin typeface="Calibri"/>
                <a:cs typeface="Calibri"/>
              </a:rPr>
              <a:t>system</a:t>
            </a:r>
            <a:r>
              <a:rPr sz="2160" spc="252" dirty="0">
                <a:latin typeface="Calibri"/>
                <a:cs typeface="Calibri"/>
              </a:rPr>
              <a:t> </a:t>
            </a:r>
            <a:r>
              <a:rPr sz="2160" spc="-12" dirty="0">
                <a:latin typeface="Calibri"/>
                <a:cs typeface="Calibri"/>
              </a:rPr>
              <a:t>developers </a:t>
            </a:r>
            <a:r>
              <a:rPr sz="2160" dirty="0">
                <a:latin typeface="Calibri"/>
                <a:cs typeface="Calibri"/>
              </a:rPr>
              <a:t>check</a:t>
            </a:r>
            <a:r>
              <a:rPr sz="2160" spc="-42" dirty="0">
                <a:latin typeface="Calibri"/>
                <a:cs typeface="Calibri"/>
              </a:rPr>
              <a:t> </a:t>
            </a:r>
            <a:r>
              <a:rPr sz="2160" dirty="0">
                <a:latin typeface="Calibri"/>
                <a:cs typeface="Calibri"/>
              </a:rPr>
              <a:t>in</a:t>
            </a:r>
            <a:r>
              <a:rPr sz="2160" spc="-36" dirty="0">
                <a:latin typeface="Calibri"/>
                <a:cs typeface="Calibri"/>
              </a:rPr>
              <a:t> </a:t>
            </a:r>
            <a:r>
              <a:rPr sz="2160" dirty="0">
                <a:latin typeface="Calibri"/>
                <a:cs typeface="Calibri"/>
              </a:rPr>
              <a:t>code</a:t>
            </a:r>
            <a:r>
              <a:rPr sz="2160" spc="-30" dirty="0">
                <a:latin typeface="Calibri"/>
                <a:cs typeface="Calibri"/>
              </a:rPr>
              <a:t> </a:t>
            </a:r>
            <a:r>
              <a:rPr sz="2160" dirty="0">
                <a:latin typeface="Calibri"/>
                <a:cs typeface="Calibri"/>
              </a:rPr>
              <a:t>to</a:t>
            </a:r>
            <a:r>
              <a:rPr sz="2160" spc="-54" dirty="0">
                <a:latin typeface="Calibri"/>
                <a:cs typeface="Calibri"/>
              </a:rPr>
              <a:t> </a:t>
            </a:r>
            <a:r>
              <a:rPr sz="2160" dirty="0">
                <a:latin typeface="Calibri"/>
                <a:cs typeface="Calibri"/>
              </a:rPr>
              <a:t>the</a:t>
            </a:r>
            <a:r>
              <a:rPr sz="2160" spc="-36" dirty="0">
                <a:latin typeface="Calibri"/>
                <a:cs typeface="Calibri"/>
              </a:rPr>
              <a:t> </a:t>
            </a:r>
            <a:r>
              <a:rPr sz="2160" spc="-12" dirty="0">
                <a:latin typeface="Calibri"/>
                <a:cs typeface="Calibri"/>
              </a:rPr>
              <a:t>version</a:t>
            </a:r>
            <a:r>
              <a:rPr sz="2160" spc="-48" dirty="0">
                <a:latin typeface="Calibri"/>
                <a:cs typeface="Calibri"/>
              </a:rPr>
              <a:t> </a:t>
            </a:r>
            <a:r>
              <a:rPr sz="2160" dirty="0">
                <a:latin typeface="Calibri"/>
                <a:cs typeface="Calibri"/>
              </a:rPr>
              <a:t>control</a:t>
            </a:r>
            <a:r>
              <a:rPr sz="2160" spc="-48" dirty="0">
                <a:latin typeface="Calibri"/>
                <a:cs typeface="Calibri"/>
              </a:rPr>
              <a:t> </a:t>
            </a:r>
            <a:r>
              <a:rPr sz="2160" spc="-12" dirty="0">
                <a:latin typeface="Calibri"/>
                <a:cs typeface="Calibri"/>
              </a:rPr>
              <a:t>system</a:t>
            </a:r>
            <a:r>
              <a:rPr sz="2160" spc="-54" dirty="0">
                <a:latin typeface="Calibri"/>
                <a:cs typeface="Calibri"/>
              </a:rPr>
              <a:t> </a:t>
            </a:r>
            <a:r>
              <a:rPr sz="2160" dirty="0">
                <a:latin typeface="Calibri"/>
                <a:cs typeface="Calibri"/>
              </a:rPr>
              <a:t>on</a:t>
            </a:r>
            <a:r>
              <a:rPr sz="2160" spc="-36" dirty="0">
                <a:latin typeface="Calibri"/>
                <a:cs typeface="Calibri"/>
              </a:rPr>
              <a:t> </a:t>
            </a:r>
            <a:r>
              <a:rPr sz="2160" dirty="0">
                <a:latin typeface="Calibri"/>
                <a:cs typeface="Calibri"/>
              </a:rPr>
              <a:t>the</a:t>
            </a:r>
            <a:r>
              <a:rPr sz="2160" spc="-48" dirty="0">
                <a:latin typeface="Calibri"/>
                <a:cs typeface="Calibri"/>
              </a:rPr>
              <a:t> </a:t>
            </a:r>
            <a:r>
              <a:rPr sz="2160" dirty="0">
                <a:latin typeface="Calibri"/>
                <a:cs typeface="Calibri"/>
              </a:rPr>
              <a:t>build</a:t>
            </a:r>
            <a:r>
              <a:rPr sz="2160" spc="-24" dirty="0">
                <a:latin typeface="Calibri"/>
                <a:cs typeface="Calibri"/>
              </a:rPr>
              <a:t> </a:t>
            </a:r>
            <a:r>
              <a:rPr sz="2160" dirty="0">
                <a:latin typeface="Calibri"/>
                <a:cs typeface="Calibri"/>
              </a:rPr>
              <a:t>server</a:t>
            </a:r>
            <a:r>
              <a:rPr sz="2160" spc="-60" dirty="0">
                <a:latin typeface="Calibri"/>
                <a:cs typeface="Calibri"/>
              </a:rPr>
              <a:t> </a:t>
            </a:r>
            <a:r>
              <a:rPr sz="2160" dirty="0">
                <a:latin typeface="Calibri"/>
                <a:cs typeface="Calibri"/>
              </a:rPr>
              <a:t>for</a:t>
            </a:r>
            <a:r>
              <a:rPr sz="2160" spc="-48" dirty="0">
                <a:latin typeface="Calibri"/>
                <a:cs typeface="Calibri"/>
              </a:rPr>
              <a:t> </a:t>
            </a:r>
            <a:r>
              <a:rPr sz="2160" spc="-12" dirty="0">
                <a:latin typeface="Calibri"/>
                <a:cs typeface="Calibri"/>
              </a:rPr>
              <a:t>system</a:t>
            </a:r>
            <a:r>
              <a:rPr sz="2160" spc="-54" dirty="0">
                <a:latin typeface="Calibri"/>
                <a:cs typeface="Calibri"/>
              </a:rPr>
              <a:t> </a:t>
            </a:r>
            <a:r>
              <a:rPr sz="2160" spc="-12" dirty="0">
                <a:latin typeface="Calibri"/>
                <a:cs typeface="Calibri"/>
              </a:rPr>
              <a:t>building.</a:t>
            </a:r>
            <a:endParaRPr sz="2160" dirty="0">
              <a:latin typeface="Calibri"/>
              <a:cs typeface="Calibri"/>
            </a:endParaRPr>
          </a:p>
          <a:p>
            <a:pPr marL="352044" indent="-336804">
              <a:buAutoNum type="arabicPeriod" startAt="3"/>
              <a:tabLst>
                <a:tab pos="352044" algn="l"/>
              </a:tabLst>
            </a:pPr>
            <a:r>
              <a:rPr sz="2160" b="1" i="1" dirty="0">
                <a:solidFill>
                  <a:srgbClr val="C00000"/>
                </a:solidFill>
                <a:latin typeface="Calibri"/>
                <a:cs typeface="Calibri"/>
              </a:rPr>
              <a:t>The</a:t>
            </a:r>
            <a:r>
              <a:rPr sz="2160" b="1" i="1" spc="-42" dirty="0">
                <a:solidFill>
                  <a:srgbClr val="C00000"/>
                </a:solidFill>
                <a:latin typeface="Calibri"/>
                <a:cs typeface="Calibri"/>
              </a:rPr>
              <a:t> </a:t>
            </a:r>
            <a:r>
              <a:rPr sz="2160" b="1" i="1" spc="-30" dirty="0">
                <a:solidFill>
                  <a:srgbClr val="C00000"/>
                </a:solidFill>
                <a:latin typeface="Calibri"/>
                <a:cs typeface="Calibri"/>
              </a:rPr>
              <a:t>Target</a:t>
            </a:r>
            <a:r>
              <a:rPr sz="2160" b="1" i="1" spc="-48" dirty="0">
                <a:solidFill>
                  <a:srgbClr val="C00000"/>
                </a:solidFill>
                <a:latin typeface="Calibri"/>
                <a:cs typeface="Calibri"/>
              </a:rPr>
              <a:t> </a:t>
            </a:r>
            <a:r>
              <a:rPr sz="2160" b="1" i="1" spc="-12" dirty="0">
                <a:solidFill>
                  <a:srgbClr val="C00000"/>
                </a:solidFill>
                <a:latin typeface="Calibri"/>
                <a:cs typeface="Calibri"/>
              </a:rPr>
              <a:t>Environment</a:t>
            </a:r>
            <a:endParaRPr sz="2160" dirty="0">
              <a:latin typeface="Calibri"/>
              <a:cs typeface="Calibri"/>
            </a:endParaRPr>
          </a:p>
          <a:p>
            <a:pPr marL="425958" lvl="1" indent="-410718">
              <a:buFont typeface="Arial MT"/>
              <a:buChar char="•"/>
              <a:tabLst>
                <a:tab pos="425958" algn="l"/>
              </a:tabLst>
            </a:pPr>
            <a:r>
              <a:rPr sz="2160" dirty="0">
                <a:latin typeface="Calibri"/>
                <a:cs typeface="Calibri"/>
              </a:rPr>
              <a:t>Platform</a:t>
            </a:r>
            <a:r>
              <a:rPr sz="2160" spc="-66" dirty="0">
                <a:latin typeface="Calibri"/>
                <a:cs typeface="Calibri"/>
              </a:rPr>
              <a:t> </a:t>
            </a:r>
            <a:r>
              <a:rPr sz="2160" dirty="0">
                <a:latin typeface="Calibri"/>
                <a:cs typeface="Calibri"/>
              </a:rPr>
              <a:t>on</a:t>
            </a:r>
            <a:r>
              <a:rPr sz="2160" spc="-48" dirty="0">
                <a:latin typeface="Calibri"/>
                <a:cs typeface="Calibri"/>
              </a:rPr>
              <a:t> </a:t>
            </a:r>
            <a:r>
              <a:rPr sz="2160" dirty="0">
                <a:latin typeface="Calibri"/>
                <a:cs typeface="Calibri"/>
              </a:rPr>
              <a:t>which</a:t>
            </a:r>
            <a:r>
              <a:rPr sz="2160" spc="-42" dirty="0">
                <a:latin typeface="Calibri"/>
                <a:cs typeface="Calibri"/>
              </a:rPr>
              <a:t> </a:t>
            </a:r>
            <a:r>
              <a:rPr sz="2160" dirty="0">
                <a:latin typeface="Calibri"/>
                <a:cs typeface="Calibri"/>
              </a:rPr>
              <a:t>the</a:t>
            </a:r>
            <a:r>
              <a:rPr sz="2160" spc="-66" dirty="0">
                <a:latin typeface="Calibri"/>
                <a:cs typeface="Calibri"/>
              </a:rPr>
              <a:t> </a:t>
            </a:r>
            <a:r>
              <a:rPr sz="2160" spc="-12" dirty="0">
                <a:latin typeface="Calibri"/>
                <a:cs typeface="Calibri"/>
              </a:rPr>
              <a:t>system</a:t>
            </a:r>
            <a:r>
              <a:rPr sz="2160" spc="-78" dirty="0">
                <a:latin typeface="Calibri"/>
                <a:cs typeface="Calibri"/>
              </a:rPr>
              <a:t> </a:t>
            </a:r>
            <a:r>
              <a:rPr sz="2160" spc="-12" dirty="0">
                <a:latin typeface="Calibri"/>
                <a:cs typeface="Calibri"/>
              </a:rPr>
              <a:t>executes.</a:t>
            </a:r>
            <a:endParaRPr sz="2160" dirty="0">
              <a:latin typeface="Calibri"/>
              <a:cs typeface="Calibri"/>
            </a:endParaRPr>
          </a:p>
          <a:p>
            <a:pPr marL="425958" marR="101346" lvl="1" indent="-411480">
              <a:buFont typeface="Arial MT"/>
              <a:buChar char="•"/>
              <a:tabLst>
                <a:tab pos="425958" algn="l"/>
              </a:tabLst>
            </a:pPr>
            <a:r>
              <a:rPr sz="2160" dirty="0">
                <a:latin typeface="Calibri"/>
                <a:cs typeface="Calibri"/>
              </a:rPr>
              <a:t>For</a:t>
            </a:r>
            <a:r>
              <a:rPr sz="2160" spc="486" dirty="0">
                <a:latin typeface="Calibri"/>
                <a:cs typeface="Calibri"/>
              </a:rPr>
              <a:t> </a:t>
            </a:r>
            <a:r>
              <a:rPr sz="2160" b="1" spc="-12" dirty="0">
                <a:solidFill>
                  <a:srgbClr val="FF0000"/>
                </a:solidFill>
                <a:latin typeface="Calibri"/>
                <a:cs typeface="Calibri"/>
              </a:rPr>
              <a:t>real-</a:t>
            </a:r>
            <a:r>
              <a:rPr sz="2160" b="1" dirty="0">
                <a:solidFill>
                  <a:srgbClr val="FF0000"/>
                </a:solidFill>
                <a:latin typeface="Calibri"/>
                <a:cs typeface="Calibri"/>
              </a:rPr>
              <a:t>time</a:t>
            </a:r>
            <a:r>
              <a:rPr sz="2160" b="1" spc="504" dirty="0">
                <a:solidFill>
                  <a:srgbClr val="FF0000"/>
                </a:solidFill>
                <a:latin typeface="Calibri"/>
                <a:cs typeface="Calibri"/>
              </a:rPr>
              <a:t> </a:t>
            </a:r>
            <a:r>
              <a:rPr sz="2160" b="1" dirty="0">
                <a:solidFill>
                  <a:srgbClr val="FF0000"/>
                </a:solidFill>
                <a:latin typeface="Calibri"/>
                <a:cs typeface="Calibri"/>
              </a:rPr>
              <a:t>and</a:t>
            </a:r>
            <a:r>
              <a:rPr sz="2160" b="1" spc="486" dirty="0">
                <a:solidFill>
                  <a:srgbClr val="FF0000"/>
                </a:solidFill>
                <a:latin typeface="Calibri"/>
                <a:cs typeface="Calibri"/>
              </a:rPr>
              <a:t> </a:t>
            </a:r>
            <a:r>
              <a:rPr sz="2160" b="1" dirty="0">
                <a:solidFill>
                  <a:srgbClr val="FF0000"/>
                </a:solidFill>
                <a:latin typeface="Calibri"/>
                <a:cs typeface="Calibri"/>
              </a:rPr>
              <a:t>embedded</a:t>
            </a:r>
            <a:r>
              <a:rPr sz="2160" b="1" spc="491" dirty="0">
                <a:solidFill>
                  <a:srgbClr val="FF0000"/>
                </a:solidFill>
                <a:latin typeface="Calibri"/>
                <a:cs typeface="Calibri"/>
              </a:rPr>
              <a:t> </a:t>
            </a:r>
            <a:r>
              <a:rPr sz="2160" b="1" dirty="0">
                <a:solidFill>
                  <a:srgbClr val="FF0000"/>
                </a:solidFill>
                <a:latin typeface="Calibri"/>
                <a:cs typeface="Calibri"/>
              </a:rPr>
              <a:t>systems</a:t>
            </a:r>
            <a:r>
              <a:rPr sz="2160" dirty="0">
                <a:latin typeface="Calibri"/>
                <a:cs typeface="Calibri"/>
              </a:rPr>
              <a:t>,</a:t>
            </a:r>
            <a:r>
              <a:rPr sz="2160" spc="486" dirty="0">
                <a:latin typeface="Calibri"/>
                <a:cs typeface="Calibri"/>
              </a:rPr>
              <a:t> </a:t>
            </a:r>
            <a:r>
              <a:rPr sz="2160" dirty="0">
                <a:latin typeface="Calibri"/>
                <a:cs typeface="Calibri"/>
              </a:rPr>
              <a:t>the</a:t>
            </a:r>
            <a:r>
              <a:rPr sz="2160" spc="491" dirty="0">
                <a:latin typeface="Calibri"/>
                <a:cs typeface="Calibri"/>
              </a:rPr>
              <a:t> </a:t>
            </a:r>
            <a:r>
              <a:rPr sz="2160" dirty="0">
                <a:latin typeface="Calibri"/>
                <a:cs typeface="Calibri"/>
              </a:rPr>
              <a:t>target</a:t>
            </a:r>
            <a:r>
              <a:rPr sz="2160" spc="491" dirty="0">
                <a:latin typeface="Calibri"/>
                <a:cs typeface="Calibri"/>
              </a:rPr>
              <a:t> </a:t>
            </a:r>
            <a:r>
              <a:rPr sz="2160" dirty="0">
                <a:latin typeface="Calibri"/>
                <a:cs typeface="Calibri"/>
              </a:rPr>
              <a:t>environment</a:t>
            </a:r>
            <a:r>
              <a:rPr sz="2160" spc="491" dirty="0">
                <a:latin typeface="Calibri"/>
                <a:cs typeface="Calibri"/>
              </a:rPr>
              <a:t> </a:t>
            </a:r>
            <a:r>
              <a:rPr sz="2160" dirty="0">
                <a:latin typeface="Calibri"/>
                <a:cs typeface="Calibri"/>
              </a:rPr>
              <a:t>is</a:t>
            </a:r>
            <a:r>
              <a:rPr sz="2160" spc="504" dirty="0">
                <a:latin typeface="Calibri"/>
                <a:cs typeface="Calibri"/>
              </a:rPr>
              <a:t> </a:t>
            </a:r>
            <a:r>
              <a:rPr sz="2160" dirty="0">
                <a:latin typeface="Calibri"/>
                <a:cs typeface="Calibri"/>
              </a:rPr>
              <a:t>often</a:t>
            </a:r>
            <a:r>
              <a:rPr sz="2160" spc="498" dirty="0">
                <a:latin typeface="Calibri"/>
                <a:cs typeface="Calibri"/>
              </a:rPr>
              <a:t> </a:t>
            </a:r>
            <a:r>
              <a:rPr sz="2160" dirty="0">
                <a:latin typeface="Calibri"/>
                <a:cs typeface="Calibri"/>
              </a:rPr>
              <a:t>smaller</a:t>
            </a:r>
            <a:r>
              <a:rPr sz="2160" spc="491" dirty="0">
                <a:latin typeface="Calibri"/>
                <a:cs typeface="Calibri"/>
              </a:rPr>
              <a:t> </a:t>
            </a:r>
            <a:r>
              <a:rPr sz="2160" spc="-30" dirty="0">
                <a:latin typeface="Calibri"/>
                <a:cs typeface="Calibri"/>
              </a:rPr>
              <a:t>and </a:t>
            </a:r>
            <a:r>
              <a:rPr sz="2160" dirty="0">
                <a:latin typeface="Calibri"/>
                <a:cs typeface="Calibri"/>
              </a:rPr>
              <a:t>simpler</a:t>
            </a:r>
            <a:r>
              <a:rPr sz="2160" spc="-42" dirty="0">
                <a:latin typeface="Calibri"/>
                <a:cs typeface="Calibri"/>
              </a:rPr>
              <a:t> </a:t>
            </a:r>
            <a:r>
              <a:rPr sz="2160" dirty="0">
                <a:latin typeface="Calibri"/>
                <a:cs typeface="Calibri"/>
              </a:rPr>
              <a:t>than</a:t>
            </a:r>
            <a:r>
              <a:rPr sz="2160" spc="-18" dirty="0">
                <a:latin typeface="Calibri"/>
                <a:cs typeface="Calibri"/>
              </a:rPr>
              <a:t> </a:t>
            </a:r>
            <a:r>
              <a:rPr sz="2160" dirty="0">
                <a:latin typeface="Calibri"/>
                <a:cs typeface="Calibri"/>
              </a:rPr>
              <a:t>the</a:t>
            </a:r>
            <a:r>
              <a:rPr sz="2160" spc="-18" dirty="0">
                <a:latin typeface="Calibri"/>
                <a:cs typeface="Calibri"/>
              </a:rPr>
              <a:t> </a:t>
            </a:r>
            <a:r>
              <a:rPr sz="2160" spc="-12" dirty="0">
                <a:latin typeface="Calibri"/>
                <a:cs typeface="Calibri"/>
              </a:rPr>
              <a:t>development</a:t>
            </a:r>
            <a:r>
              <a:rPr sz="2160" spc="-42" dirty="0">
                <a:latin typeface="Calibri"/>
                <a:cs typeface="Calibri"/>
              </a:rPr>
              <a:t> </a:t>
            </a:r>
            <a:r>
              <a:rPr sz="2160" spc="-12" dirty="0">
                <a:latin typeface="Calibri"/>
                <a:cs typeface="Calibri"/>
              </a:rPr>
              <a:t>environment</a:t>
            </a:r>
            <a:r>
              <a:rPr sz="2160" spc="-36" dirty="0">
                <a:latin typeface="Calibri"/>
                <a:cs typeface="Calibri"/>
              </a:rPr>
              <a:t> </a:t>
            </a:r>
            <a:r>
              <a:rPr sz="2160" spc="-60" dirty="0">
                <a:latin typeface="Calibri"/>
                <a:cs typeface="Calibri"/>
              </a:rPr>
              <a:t>.</a:t>
            </a:r>
            <a:endParaRPr sz="2160" dirty="0">
              <a:latin typeface="Calibri"/>
              <a:cs typeface="Calibri"/>
            </a:endParaRPr>
          </a:p>
          <a:p>
            <a:pPr marL="425958" lvl="1" indent="-410718">
              <a:buFont typeface="Arial MT"/>
              <a:buChar char="•"/>
              <a:tabLst>
                <a:tab pos="425958" algn="l"/>
              </a:tabLst>
            </a:pPr>
            <a:r>
              <a:rPr sz="2160" dirty="0">
                <a:latin typeface="Calibri"/>
                <a:cs typeface="Calibri"/>
              </a:rPr>
              <a:t>For</a:t>
            </a:r>
            <a:r>
              <a:rPr sz="2160" spc="78" dirty="0">
                <a:latin typeface="Calibri"/>
                <a:cs typeface="Calibri"/>
              </a:rPr>
              <a:t> </a:t>
            </a:r>
            <a:r>
              <a:rPr sz="2160" b="1" dirty="0">
                <a:solidFill>
                  <a:srgbClr val="FF0000"/>
                </a:solidFill>
                <a:latin typeface="Calibri"/>
                <a:cs typeface="Calibri"/>
              </a:rPr>
              <a:t>large</a:t>
            </a:r>
            <a:r>
              <a:rPr sz="2160" b="1" spc="102" dirty="0">
                <a:solidFill>
                  <a:srgbClr val="FF0000"/>
                </a:solidFill>
                <a:latin typeface="Calibri"/>
                <a:cs typeface="Calibri"/>
              </a:rPr>
              <a:t> </a:t>
            </a:r>
            <a:r>
              <a:rPr sz="2160" b="1" dirty="0">
                <a:solidFill>
                  <a:srgbClr val="FF0000"/>
                </a:solidFill>
                <a:latin typeface="Calibri"/>
                <a:cs typeface="Calibri"/>
              </a:rPr>
              <a:t>systems</a:t>
            </a:r>
            <a:r>
              <a:rPr sz="2160" dirty="0">
                <a:latin typeface="Calibri"/>
                <a:cs typeface="Calibri"/>
              </a:rPr>
              <a:t>,</a:t>
            </a:r>
            <a:r>
              <a:rPr sz="2160" spc="78" dirty="0">
                <a:latin typeface="Calibri"/>
                <a:cs typeface="Calibri"/>
              </a:rPr>
              <a:t> </a:t>
            </a:r>
            <a:r>
              <a:rPr sz="2160" dirty="0">
                <a:latin typeface="Calibri"/>
                <a:cs typeface="Calibri"/>
              </a:rPr>
              <a:t>the</a:t>
            </a:r>
            <a:r>
              <a:rPr sz="2160" spc="96" dirty="0">
                <a:latin typeface="Calibri"/>
                <a:cs typeface="Calibri"/>
              </a:rPr>
              <a:t> </a:t>
            </a:r>
            <a:r>
              <a:rPr sz="2160" dirty="0">
                <a:latin typeface="Calibri"/>
                <a:cs typeface="Calibri"/>
              </a:rPr>
              <a:t>target</a:t>
            </a:r>
            <a:r>
              <a:rPr sz="2160" spc="84" dirty="0">
                <a:latin typeface="Calibri"/>
                <a:cs typeface="Calibri"/>
              </a:rPr>
              <a:t> </a:t>
            </a:r>
            <a:r>
              <a:rPr sz="2160" dirty="0">
                <a:latin typeface="Calibri"/>
                <a:cs typeface="Calibri"/>
              </a:rPr>
              <a:t>environment</a:t>
            </a:r>
            <a:r>
              <a:rPr sz="2160" spc="84" dirty="0">
                <a:latin typeface="Calibri"/>
                <a:cs typeface="Calibri"/>
              </a:rPr>
              <a:t> </a:t>
            </a:r>
            <a:r>
              <a:rPr sz="2160" dirty="0">
                <a:latin typeface="Calibri"/>
                <a:cs typeface="Calibri"/>
              </a:rPr>
              <a:t>may</a:t>
            </a:r>
            <a:r>
              <a:rPr sz="2160" spc="78" dirty="0">
                <a:latin typeface="Calibri"/>
                <a:cs typeface="Calibri"/>
              </a:rPr>
              <a:t> </a:t>
            </a:r>
            <a:r>
              <a:rPr sz="2160" dirty="0">
                <a:latin typeface="Calibri"/>
                <a:cs typeface="Calibri"/>
              </a:rPr>
              <a:t>include</a:t>
            </a:r>
            <a:r>
              <a:rPr sz="2160" spc="114" dirty="0">
                <a:latin typeface="Calibri"/>
                <a:cs typeface="Calibri"/>
              </a:rPr>
              <a:t> </a:t>
            </a:r>
            <a:r>
              <a:rPr sz="2160" dirty="0">
                <a:latin typeface="Calibri"/>
                <a:cs typeface="Calibri"/>
              </a:rPr>
              <a:t>databases</a:t>
            </a:r>
            <a:r>
              <a:rPr sz="2160" spc="96" dirty="0">
                <a:latin typeface="Calibri"/>
                <a:cs typeface="Calibri"/>
              </a:rPr>
              <a:t> </a:t>
            </a:r>
            <a:r>
              <a:rPr sz="2160" dirty="0">
                <a:latin typeface="Calibri"/>
                <a:cs typeface="Calibri"/>
              </a:rPr>
              <a:t>and</a:t>
            </a:r>
            <a:r>
              <a:rPr sz="2160" spc="102" dirty="0">
                <a:latin typeface="Calibri"/>
                <a:cs typeface="Calibri"/>
              </a:rPr>
              <a:t> </a:t>
            </a:r>
            <a:r>
              <a:rPr sz="2160" dirty="0">
                <a:latin typeface="Calibri"/>
                <a:cs typeface="Calibri"/>
              </a:rPr>
              <a:t>other</a:t>
            </a:r>
            <a:r>
              <a:rPr sz="2160" spc="84" dirty="0">
                <a:latin typeface="Calibri"/>
                <a:cs typeface="Calibri"/>
              </a:rPr>
              <a:t> </a:t>
            </a:r>
            <a:r>
              <a:rPr sz="2160" spc="-12" dirty="0">
                <a:latin typeface="Calibri"/>
                <a:cs typeface="Calibri"/>
              </a:rPr>
              <a:t>application</a:t>
            </a:r>
            <a:endParaRPr sz="2160" dirty="0">
              <a:latin typeface="Calibri"/>
              <a:cs typeface="Calibri"/>
            </a:endParaRPr>
          </a:p>
          <a:p>
            <a:pPr marL="425958">
              <a:spcBef>
                <a:spcPts val="6"/>
              </a:spcBef>
            </a:pPr>
            <a:r>
              <a:rPr sz="2160" spc="-12" dirty="0">
                <a:latin typeface="Calibri"/>
                <a:cs typeface="Calibri"/>
              </a:rPr>
              <a:t>systems</a:t>
            </a:r>
            <a:r>
              <a:rPr sz="2160" spc="-78" dirty="0">
                <a:latin typeface="Calibri"/>
                <a:cs typeface="Calibri"/>
              </a:rPr>
              <a:t> </a:t>
            </a:r>
            <a:r>
              <a:rPr sz="2160" dirty="0">
                <a:latin typeface="Calibri"/>
                <a:cs typeface="Calibri"/>
              </a:rPr>
              <a:t>that</a:t>
            </a:r>
            <a:r>
              <a:rPr sz="2160" spc="-42" dirty="0">
                <a:latin typeface="Calibri"/>
                <a:cs typeface="Calibri"/>
              </a:rPr>
              <a:t> </a:t>
            </a:r>
            <a:r>
              <a:rPr sz="2160" dirty="0">
                <a:latin typeface="Calibri"/>
                <a:cs typeface="Calibri"/>
              </a:rPr>
              <a:t>cannot</a:t>
            </a:r>
            <a:r>
              <a:rPr sz="2160" spc="-54" dirty="0">
                <a:latin typeface="Calibri"/>
                <a:cs typeface="Calibri"/>
              </a:rPr>
              <a:t> </a:t>
            </a:r>
            <a:r>
              <a:rPr sz="2160" dirty="0">
                <a:latin typeface="Calibri"/>
                <a:cs typeface="Calibri"/>
              </a:rPr>
              <a:t>be</a:t>
            </a:r>
            <a:r>
              <a:rPr sz="2160" spc="-54" dirty="0">
                <a:latin typeface="Calibri"/>
                <a:cs typeface="Calibri"/>
              </a:rPr>
              <a:t> </a:t>
            </a:r>
            <a:r>
              <a:rPr sz="2160" dirty="0">
                <a:latin typeface="Calibri"/>
                <a:cs typeface="Calibri"/>
              </a:rPr>
              <a:t>installed</a:t>
            </a:r>
            <a:r>
              <a:rPr sz="2160" spc="-18" dirty="0">
                <a:latin typeface="Calibri"/>
                <a:cs typeface="Calibri"/>
              </a:rPr>
              <a:t> </a:t>
            </a:r>
            <a:r>
              <a:rPr sz="2160" dirty="0">
                <a:latin typeface="Calibri"/>
                <a:cs typeface="Calibri"/>
              </a:rPr>
              <a:t>on</a:t>
            </a:r>
            <a:r>
              <a:rPr sz="2160" spc="-54" dirty="0">
                <a:latin typeface="Calibri"/>
                <a:cs typeface="Calibri"/>
              </a:rPr>
              <a:t> </a:t>
            </a:r>
            <a:r>
              <a:rPr sz="2160" spc="-12" dirty="0">
                <a:latin typeface="Calibri"/>
                <a:cs typeface="Calibri"/>
              </a:rPr>
              <a:t>development</a:t>
            </a:r>
            <a:r>
              <a:rPr sz="2160" spc="-48" dirty="0">
                <a:latin typeface="Calibri"/>
                <a:cs typeface="Calibri"/>
              </a:rPr>
              <a:t> </a:t>
            </a:r>
            <a:r>
              <a:rPr sz="2160" spc="-12" dirty="0">
                <a:latin typeface="Calibri"/>
                <a:cs typeface="Calibri"/>
              </a:rPr>
              <a:t>machines.</a:t>
            </a:r>
            <a:endParaRPr sz="2160" dirty="0">
              <a:latin typeface="Calibri"/>
              <a:cs typeface="Calibri"/>
            </a:endParaRPr>
          </a:p>
        </p:txBody>
      </p:sp>
    </p:spTree>
    <p:extLst>
      <p:ext uri="{BB962C8B-B14F-4D97-AF65-F5344CB8AC3E}">
        <p14:creationId xmlns:p14="http://schemas.microsoft.com/office/powerpoint/2010/main" val="3296281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8441" y="165049"/>
            <a:ext cx="3552444" cy="754822"/>
          </a:xfrm>
          <a:prstGeom prst="rect">
            <a:avLst/>
          </a:prstGeom>
        </p:spPr>
        <p:txBody>
          <a:bodyPr vert="horz" wrap="square" lIns="0" tIns="16002" rIns="0" bIns="0" rtlCol="0" anchor="t">
            <a:spAutoFit/>
          </a:bodyPr>
          <a:lstStyle/>
          <a:p>
            <a:pPr>
              <a:spcBef>
                <a:spcPts val="126"/>
              </a:spcBef>
              <a:tabLst>
                <a:tab pos="441960" algn="l"/>
              </a:tabLst>
            </a:pPr>
            <a:r>
              <a:rPr sz="2400" spc="-30" dirty="0">
                <a:solidFill>
                  <a:srgbClr val="000000"/>
                </a:solidFill>
              </a:rPr>
              <a:t>3.</a:t>
            </a:r>
            <a:r>
              <a:rPr sz="2400" dirty="0">
                <a:solidFill>
                  <a:srgbClr val="000000"/>
                </a:solidFill>
              </a:rPr>
              <a:t>	CHANGE</a:t>
            </a:r>
            <a:r>
              <a:rPr sz="2400" spc="-48" dirty="0">
                <a:solidFill>
                  <a:srgbClr val="000000"/>
                </a:solidFill>
              </a:rPr>
              <a:t> </a:t>
            </a:r>
            <a:r>
              <a:rPr sz="2400" spc="-12" dirty="0">
                <a:solidFill>
                  <a:srgbClr val="000000"/>
                </a:solidFill>
              </a:rPr>
              <a:t>MANAGEMENT</a:t>
            </a:r>
            <a:endParaRPr sz="2400"/>
          </a:p>
        </p:txBody>
      </p:sp>
      <p:sp>
        <p:nvSpPr>
          <p:cNvPr id="3" name="object 3"/>
          <p:cNvSpPr txBox="1"/>
          <p:nvPr/>
        </p:nvSpPr>
        <p:spPr>
          <a:xfrm>
            <a:off x="848441" y="602133"/>
            <a:ext cx="3147822" cy="365485"/>
          </a:xfrm>
          <a:prstGeom prst="rect">
            <a:avLst/>
          </a:prstGeom>
        </p:spPr>
        <p:txBody>
          <a:bodyPr vert="horz" wrap="square" lIns="0" tIns="14478" rIns="0" bIns="0" rtlCol="0">
            <a:spAutoFit/>
          </a:bodyPr>
          <a:lstStyle/>
          <a:p>
            <a:pPr marL="410718" indent="-410718">
              <a:spcBef>
                <a:spcPts val="114"/>
              </a:spcBef>
              <a:buFont typeface="Arial MT"/>
              <a:buChar char="•"/>
              <a:tabLst>
                <a:tab pos="410718" algn="l"/>
                <a:tab pos="1571244" algn="l"/>
              </a:tabLst>
            </a:pPr>
            <a:r>
              <a:rPr sz="2280" spc="-12" dirty="0">
                <a:latin typeface="Calibri"/>
                <a:cs typeface="Calibri"/>
              </a:rPr>
              <a:t>Change</a:t>
            </a:r>
            <a:r>
              <a:rPr sz="2280" dirty="0">
                <a:latin typeface="Calibri"/>
                <a:cs typeface="Calibri"/>
              </a:rPr>
              <a:t>	</a:t>
            </a:r>
            <a:r>
              <a:rPr sz="2280" spc="-12" dirty="0">
                <a:latin typeface="Calibri"/>
                <a:cs typeface="Calibri"/>
              </a:rPr>
              <a:t>management</a:t>
            </a:r>
            <a:endParaRPr sz="2280">
              <a:latin typeface="Calibri"/>
              <a:cs typeface="Calibri"/>
            </a:endParaRPr>
          </a:p>
        </p:txBody>
      </p:sp>
      <p:sp>
        <p:nvSpPr>
          <p:cNvPr id="4" name="object 4"/>
          <p:cNvSpPr txBox="1"/>
          <p:nvPr/>
        </p:nvSpPr>
        <p:spPr>
          <a:xfrm>
            <a:off x="4249826" y="602133"/>
            <a:ext cx="886968" cy="365485"/>
          </a:xfrm>
          <a:prstGeom prst="rect">
            <a:avLst/>
          </a:prstGeom>
        </p:spPr>
        <p:txBody>
          <a:bodyPr vert="horz" wrap="square" lIns="0" tIns="14478" rIns="0" bIns="0" rtlCol="0">
            <a:spAutoFit/>
          </a:bodyPr>
          <a:lstStyle/>
          <a:p>
            <a:pPr marL="15240">
              <a:spcBef>
                <a:spcPts val="114"/>
              </a:spcBef>
              <a:tabLst>
                <a:tab pos="477774" algn="l"/>
              </a:tabLst>
            </a:pPr>
            <a:r>
              <a:rPr sz="2280" spc="-30" dirty="0">
                <a:latin typeface="Calibri"/>
                <a:cs typeface="Calibri"/>
              </a:rPr>
              <a:t>is</a:t>
            </a:r>
            <a:r>
              <a:rPr sz="2280" dirty="0">
                <a:latin typeface="Calibri"/>
                <a:cs typeface="Calibri"/>
              </a:rPr>
              <a:t>	</a:t>
            </a:r>
            <a:r>
              <a:rPr sz="2280" spc="-30" dirty="0">
                <a:latin typeface="Calibri"/>
                <a:cs typeface="Calibri"/>
              </a:rPr>
              <a:t>the</a:t>
            </a:r>
            <a:endParaRPr sz="2280">
              <a:latin typeface="Calibri"/>
              <a:cs typeface="Calibri"/>
            </a:endParaRPr>
          </a:p>
        </p:txBody>
      </p:sp>
      <p:sp>
        <p:nvSpPr>
          <p:cNvPr id="5" name="object 5"/>
          <p:cNvSpPr txBox="1"/>
          <p:nvPr/>
        </p:nvSpPr>
        <p:spPr>
          <a:xfrm>
            <a:off x="1244681" y="949696"/>
            <a:ext cx="1226820" cy="365485"/>
          </a:xfrm>
          <a:prstGeom prst="rect">
            <a:avLst/>
          </a:prstGeom>
        </p:spPr>
        <p:txBody>
          <a:bodyPr vert="horz" wrap="square" lIns="0" tIns="14478" rIns="0" bIns="0" rtlCol="0">
            <a:spAutoFit/>
          </a:bodyPr>
          <a:lstStyle/>
          <a:p>
            <a:pPr marL="15240">
              <a:spcBef>
                <a:spcPts val="114"/>
              </a:spcBef>
            </a:pPr>
            <a:r>
              <a:rPr sz="2280" dirty="0">
                <a:latin typeface="Calibri"/>
                <a:cs typeface="Calibri"/>
              </a:rPr>
              <a:t>process</a:t>
            </a:r>
            <a:r>
              <a:rPr sz="2280" spc="-108" dirty="0">
                <a:latin typeface="Calibri"/>
                <a:cs typeface="Calibri"/>
              </a:rPr>
              <a:t> </a:t>
            </a:r>
            <a:r>
              <a:rPr sz="2280" spc="-30" dirty="0">
                <a:latin typeface="Calibri"/>
                <a:cs typeface="Calibri"/>
              </a:rPr>
              <a:t>of</a:t>
            </a:r>
            <a:endParaRPr sz="2280">
              <a:latin typeface="Calibri"/>
              <a:cs typeface="Calibri"/>
            </a:endParaRPr>
          </a:p>
        </p:txBody>
      </p:sp>
      <p:sp>
        <p:nvSpPr>
          <p:cNvPr id="6" name="object 6"/>
          <p:cNvSpPr txBox="1"/>
          <p:nvPr/>
        </p:nvSpPr>
        <p:spPr>
          <a:xfrm>
            <a:off x="1381841" y="1367028"/>
            <a:ext cx="1594866" cy="1495025"/>
          </a:xfrm>
          <a:prstGeom prst="rect">
            <a:avLst/>
          </a:prstGeom>
        </p:spPr>
        <p:txBody>
          <a:bodyPr vert="horz" wrap="square" lIns="0" tIns="14478" rIns="0" bIns="0" rtlCol="0">
            <a:spAutoFit/>
          </a:bodyPr>
          <a:lstStyle/>
          <a:p>
            <a:pPr marL="358902" marR="73152" indent="-344424">
              <a:spcBef>
                <a:spcPts val="114"/>
              </a:spcBef>
              <a:tabLst>
                <a:tab pos="358902" algn="l"/>
              </a:tabLst>
            </a:pPr>
            <a:r>
              <a:rPr sz="2280" spc="-60" dirty="0">
                <a:solidFill>
                  <a:srgbClr val="C00000"/>
                </a:solidFill>
                <a:latin typeface="Arial MT"/>
                <a:cs typeface="Arial MT"/>
              </a:rPr>
              <a:t>–</a:t>
            </a:r>
            <a:r>
              <a:rPr sz="2280" dirty="0">
                <a:solidFill>
                  <a:srgbClr val="C00000"/>
                </a:solidFill>
                <a:latin typeface="Arial MT"/>
                <a:cs typeface="Arial MT"/>
              </a:rPr>
              <a:t>	</a:t>
            </a:r>
            <a:r>
              <a:rPr sz="2280" b="1" i="1" spc="-12" dirty="0">
                <a:solidFill>
                  <a:srgbClr val="C00000"/>
                </a:solidFill>
                <a:latin typeface="Calibri"/>
                <a:cs typeface="Calibri"/>
              </a:rPr>
              <a:t>analyzing benefits changes</a:t>
            </a:r>
            <a:endParaRPr sz="2280" dirty="0">
              <a:latin typeface="Calibri"/>
              <a:cs typeface="Calibri"/>
            </a:endParaRPr>
          </a:p>
          <a:p>
            <a:pPr marL="358902">
              <a:spcBef>
                <a:spcPts val="551"/>
              </a:spcBef>
            </a:pPr>
            <a:r>
              <a:rPr sz="2280" b="1" i="1" spc="-12" dirty="0">
                <a:solidFill>
                  <a:srgbClr val="C00000"/>
                </a:solidFill>
                <a:latin typeface="Calibri"/>
                <a:cs typeface="Calibri"/>
              </a:rPr>
              <a:t>approving</a:t>
            </a:r>
            <a:endParaRPr sz="2280" dirty="0">
              <a:latin typeface="Calibri"/>
              <a:cs typeface="Calibri"/>
            </a:endParaRPr>
          </a:p>
        </p:txBody>
      </p:sp>
      <p:sp>
        <p:nvSpPr>
          <p:cNvPr id="7" name="object 7"/>
          <p:cNvSpPr txBox="1"/>
          <p:nvPr/>
        </p:nvSpPr>
        <p:spPr>
          <a:xfrm>
            <a:off x="3139745" y="1367028"/>
            <a:ext cx="1997964" cy="716350"/>
          </a:xfrm>
          <a:prstGeom prst="rect">
            <a:avLst/>
          </a:prstGeom>
        </p:spPr>
        <p:txBody>
          <a:bodyPr vert="horz" wrap="square" lIns="0" tIns="14478" rIns="0" bIns="0" rtlCol="0">
            <a:spAutoFit/>
          </a:bodyPr>
          <a:lstStyle/>
          <a:p>
            <a:pPr marL="91440" marR="6096" indent="-76962">
              <a:spcBef>
                <a:spcPts val="114"/>
              </a:spcBef>
              <a:tabLst>
                <a:tab pos="671322" algn="l"/>
                <a:tab pos="1525524" algn="l"/>
              </a:tabLst>
            </a:pPr>
            <a:r>
              <a:rPr sz="2280" b="1" i="1" spc="-30" dirty="0">
                <a:solidFill>
                  <a:srgbClr val="C00000"/>
                </a:solidFill>
                <a:latin typeface="Calibri"/>
                <a:cs typeface="Calibri"/>
              </a:rPr>
              <a:t>the</a:t>
            </a:r>
            <a:r>
              <a:rPr sz="2280" b="1" i="1" dirty="0">
                <a:solidFill>
                  <a:srgbClr val="C00000"/>
                </a:solidFill>
                <a:latin typeface="Calibri"/>
                <a:cs typeface="Calibri"/>
              </a:rPr>
              <a:t>	</a:t>
            </a:r>
            <a:r>
              <a:rPr sz="2280" b="1" i="1" spc="-24" dirty="0">
                <a:solidFill>
                  <a:srgbClr val="C00000"/>
                </a:solidFill>
                <a:latin typeface="Calibri"/>
                <a:cs typeface="Calibri"/>
              </a:rPr>
              <a:t>costs</a:t>
            </a:r>
            <a:r>
              <a:rPr sz="2280" b="1" i="1" dirty="0">
                <a:solidFill>
                  <a:srgbClr val="C00000"/>
                </a:solidFill>
                <a:latin typeface="Calibri"/>
                <a:cs typeface="Calibri"/>
              </a:rPr>
              <a:t>	</a:t>
            </a:r>
            <a:r>
              <a:rPr sz="2280" b="1" i="1" spc="-30" dirty="0">
                <a:solidFill>
                  <a:srgbClr val="C00000"/>
                </a:solidFill>
                <a:latin typeface="Calibri"/>
                <a:cs typeface="Calibri"/>
              </a:rPr>
              <a:t>and of</a:t>
            </a:r>
            <a:endParaRPr sz="2280">
              <a:latin typeface="Calibri"/>
              <a:cs typeface="Calibri"/>
            </a:endParaRPr>
          </a:p>
        </p:txBody>
      </p:sp>
      <p:sp>
        <p:nvSpPr>
          <p:cNvPr id="8" name="object 8"/>
          <p:cNvSpPr txBox="1"/>
          <p:nvPr/>
        </p:nvSpPr>
        <p:spPr>
          <a:xfrm>
            <a:off x="3986479" y="1714499"/>
            <a:ext cx="1150620" cy="365485"/>
          </a:xfrm>
          <a:prstGeom prst="rect">
            <a:avLst/>
          </a:prstGeom>
        </p:spPr>
        <p:txBody>
          <a:bodyPr vert="horz" wrap="square" lIns="0" tIns="14478" rIns="0" bIns="0" rtlCol="0">
            <a:spAutoFit/>
          </a:bodyPr>
          <a:lstStyle/>
          <a:p>
            <a:pPr marL="15240">
              <a:spcBef>
                <a:spcPts val="114"/>
              </a:spcBef>
            </a:pPr>
            <a:r>
              <a:rPr sz="2280" b="1" i="1" spc="-12" dirty="0">
                <a:solidFill>
                  <a:srgbClr val="C00000"/>
                </a:solidFill>
                <a:latin typeface="Calibri"/>
                <a:cs typeface="Calibri"/>
              </a:rPr>
              <a:t>proposed</a:t>
            </a:r>
            <a:endParaRPr sz="2280">
              <a:latin typeface="Calibri"/>
              <a:cs typeface="Calibri"/>
            </a:endParaRPr>
          </a:p>
        </p:txBody>
      </p:sp>
      <p:sp>
        <p:nvSpPr>
          <p:cNvPr id="9" name="object 9"/>
          <p:cNvSpPr txBox="1"/>
          <p:nvPr/>
        </p:nvSpPr>
        <p:spPr>
          <a:xfrm>
            <a:off x="1381841" y="2479244"/>
            <a:ext cx="3754374" cy="365485"/>
          </a:xfrm>
          <a:prstGeom prst="rect">
            <a:avLst/>
          </a:prstGeom>
        </p:spPr>
        <p:txBody>
          <a:bodyPr vert="horz" wrap="square" lIns="0" tIns="14478" rIns="0" bIns="0" rtlCol="0">
            <a:spAutoFit/>
          </a:bodyPr>
          <a:lstStyle/>
          <a:p>
            <a:pPr marL="15240">
              <a:spcBef>
                <a:spcPts val="114"/>
              </a:spcBef>
              <a:tabLst>
                <a:tab pos="1834896" algn="l"/>
                <a:tab pos="2753106" algn="l"/>
              </a:tabLst>
            </a:pPr>
            <a:r>
              <a:rPr sz="2280" spc="-60" dirty="0">
                <a:solidFill>
                  <a:srgbClr val="C00000"/>
                </a:solidFill>
                <a:latin typeface="Arial MT"/>
                <a:cs typeface="Arial MT"/>
              </a:rPr>
              <a:t>–</a:t>
            </a:r>
            <a:r>
              <a:rPr sz="2280" dirty="0">
                <a:solidFill>
                  <a:srgbClr val="C00000"/>
                </a:solidFill>
                <a:latin typeface="Arial MT"/>
                <a:cs typeface="Arial MT"/>
              </a:rPr>
              <a:t>	</a:t>
            </a:r>
            <a:r>
              <a:rPr sz="2280" b="1" i="1" spc="-24" dirty="0">
                <a:solidFill>
                  <a:srgbClr val="C00000"/>
                </a:solidFill>
                <a:latin typeface="Calibri"/>
                <a:cs typeface="Calibri"/>
              </a:rPr>
              <a:t>those</a:t>
            </a:r>
            <a:r>
              <a:rPr sz="2280" b="1" i="1" dirty="0">
                <a:solidFill>
                  <a:srgbClr val="C00000"/>
                </a:solidFill>
                <a:latin typeface="Calibri"/>
                <a:cs typeface="Calibri"/>
              </a:rPr>
              <a:t>	</a:t>
            </a:r>
            <a:r>
              <a:rPr sz="2280" b="1" i="1" spc="-12" dirty="0">
                <a:solidFill>
                  <a:srgbClr val="C00000"/>
                </a:solidFill>
                <a:latin typeface="Calibri"/>
                <a:cs typeface="Calibri"/>
              </a:rPr>
              <a:t>changes</a:t>
            </a:r>
            <a:endParaRPr sz="2280">
              <a:latin typeface="Calibri"/>
              <a:cs typeface="Calibri"/>
            </a:endParaRPr>
          </a:p>
        </p:txBody>
      </p:sp>
      <p:sp>
        <p:nvSpPr>
          <p:cNvPr id="10" name="object 10"/>
          <p:cNvSpPr txBox="1"/>
          <p:nvPr/>
        </p:nvSpPr>
        <p:spPr>
          <a:xfrm>
            <a:off x="833201" y="2756489"/>
            <a:ext cx="4303775" cy="1980799"/>
          </a:xfrm>
          <a:prstGeom prst="rect">
            <a:avLst/>
          </a:prstGeom>
        </p:spPr>
        <p:txBody>
          <a:bodyPr vert="horz" wrap="square" lIns="0" tIns="84582" rIns="0" bIns="0" rtlCol="0">
            <a:spAutoFit/>
          </a:bodyPr>
          <a:lstStyle/>
          <a:p>
            <a:pPr marL="907542" algn="just">
              <a:spcBef>
                <a:spcPts val="666"/>
              </a:spcBef>
            </a:pPr>
            <a:r>
              <a:rPr sz="2280" b="1" i="1" dirty="0">
                <a:solidFill>
                  <a:srgbClr val="C00000"/>
                </a:solidFill>
                <a:latin typeface="Calibri"/>
                <a:cs typeface="Calibri"/>
              </a:rPr>
              <a:t>that</a:t>
            </a:r>
            <a:r>
              <a:rPr sz="2280" b="1" i="1" spc="-24" dirty="0">
                <a:solidFill>
                  <a:srgbClr val="C00000"/>
                </a:solidFill>
                <a:latin typeface="Calibri"/>
                <a:cs typeface="Calibri"/>
              </a:rPr>
              <a:t> </a:t>
            </a:r>
            <a:r>
              <a:rPr sz="2280" b="1" i="1" dirty="0">
                <a:solidFill>
                  <a:srgbClr val="C00000"/>
                </a:solidFill>
                <a:latin typeface="Calibri"/>
                <a:cs typeface="Calibri"/>
              </a:rPr>
              <a:t>are</a:t>
            </a:r>
            <a:r>
              <a:rPr sz="2280" b="1" i="1" spc="6" dirty="0">
                <a:solidFill>
                  <a:srgbClr val="C00000"/>
                </a:solidFill>
                <a:latin typeface="Calibri"/>
                <a:cs typeface="Calibri"/>
              </a:rPr>
              <a:t> </a:t>
            </a:r>
            <a:r>
              <a:rPr sz="2280" b="1" i="1" spc="-36" dirty="0">
                <a:solidFill>
                  <a:srgbClr val="C00000"/>
                </a:solidFill>
                <a:latin typeface="Calibri"/>
                <a:cs typeface="Calibri"/>
              </a:rPr>
              <a:t>cost-</a:t>
            </a:r>
            <a:r>
              <a:rPr sz="2280" b="1" i="1" spc="-12" dirty="0">
                <a:solidFill>
                  <a:srgbClr val="C00000"/>
                </a:solidFill>
                <a:latin typeface="Calibri"/>
                <a:cs typeface="Calibri"/>
              </a:rPr>
              <a:t>effective</a:t>
            </a:r>
            <a:endParaRPr sz="2280" dirty="0">
              <a:latin typeface="Calibri"/>
              <a:cs typeface="Calibri"/>
            </a:endParaRPr>
          </a:p>
          <a:p>
            <a:pPr marL="907542" marR="6096" indent="-344424" algn="just">
              <a:spcBef>
                <a:spcPts val="546"/>
              </a:spcBef>
            </a:pPr>
            <a:r>
              <a:rPr sz="2280" dirty="0">
                <a:solidFill>
                  <a:srgbClr val="C00000"/>
                </a:solidFill>
                <a:latin typeface="Arial MT"/>
                <a:cs typeface="Arial MT"/>
              </a:rPr>
              <a:t>–</a:t>
            </a:r>
            <a:r>
              <a:rPr sz="2280" spc="24" dirty="0">
                <a:solidFill>
                  <a:srgbClr val="C00000"/>
                </a:solidFill>
                <a:latin typeface="Arial MT"/>
                <a:cs typeface="Arial MT"/>
              </a:rPr>
              <a:t>  </a:t>
            </a:r>
            <a:r>
              <a:rPr sz="2280" b="1" i="1" dirty="0">
                <a:solidFill>
                  <a:srgbClr val="C00000"/>
                </a:solidFill>
                <a:latin typeface="Calibri"/>
                <a:cs typeface="Calibri"/>
              </a:rPr>
              <a:t>Tracking</a:t>
            </a:r>
            <a:r>
              <a:rPr sz="2280" b="1" i="1" spc="144" dirty="0">
                <a:solidFill>
                  <a:srgbClr val="C00000"/>
                </a:solidFill>
                <a:latin typeface="Calibri"/>
                <a:cs typeface="Calibri"/>
              </a:rPr>
              <a:t> </a:t>
            </a:r>
            <a:r>
              <a:rPr sz="2280" b="1" i="1" dirty="0">
                <a:solidFill>
                  <a:srgbClr val="C00000"/>
                </a:solidFill>
                <a:latin typeface="Calibri"/>
                <a:cs typeface="Calibri"/>
              </a:rPr>
              <a:t>which</a:t>
            </a:r>
            <a:r>
              <a:rPr sz="2280" b="1" i="1" spc="150" dirty="0">
                <a:solidFill>
                  <a:srgbClr val="C00000"/>
                </a:solidFill>
                <a:latin typeface="Calibri"/>
                <a:cs typeface="Calibri"/>
              </a:rPr>
              <a:t> </a:t>
            </a:r>
            <a:r>
              <a:rPr sz="2280" b="1" i="1" spc="-12" dirty="0">
                <a:solidFill>
                  <a:srgbClr val="C00000"/>
                </a:solidFill>
                <a:latin typeface="Calibri"/>
                <a:cs typeface="Calibri"/>
              </a:rPr>
              <a:t>components </a:t>
            </a:r>
            <a:r>
              <a:rPr sz="2280" b="1" i="1" dirty="0">
                <a:solidFill>
                  <a:srgbClr val="C00000"/>
                </a:solidFill>
                <a:latin typeface="Calibri"/>
                <a:cs typeface="Calibri"/>
              </a:rPr>
              <a:t>in</a:t>
            </a:r>
            <a:r>
              <a:rPr sz="2280" b="1" i="1" spc="198" dirty="0">
                <a:solidFill>
                  <a:srgbClr val="C00000"/>
                </a:solidFill>
                <a:latin typeface="Calibri"/>
                <a:cs typeface="Calibri"/>
              </a:rPr>
              <a:t>  </a:t>
            </a:r>
            <a:r>
              <a:rPr sz="2280" b="1" i="1" dirty="0">
                <a:solidFill>
                  <a:srgbClr val="C00000"/>
                </a:solidFill>
                <a:latin typeface="Calibri"/>
                <a:cs typeface="Calibri"/>
              </a:rPr>
              <a:t>the</a:t>
            </a:r>
            <a:r>
              <a:rPr sz="2280" b="1" i="1" spc="198" dirty="0">
                <a:solidFill>
                  <a:srgbClr val="C00000"/>
                </a:solidFill>
                <a:latin typeface="Calibri"/>
                <a:cs typeface="Calibri"/>
              </a:rPr>
              <a:t>  </a:t>
            </a:r>
            <a:r>
              <a:rPr sz="2280" b="1" i="1" dirty="0">
                <a:solidFill>
                  <a:srgbClr val="C00000"/>
                </a:solidFill>
                <a:latin typeface="Calibri"/>
                <a:cs typeface="Calibri"/>
              </a:rPr>
              <a:t>system</a:t>
            </a:r>
            <a:r>
              <a:rPr sz="2280" b="1" i="1" spc="210" dirty="0">
                <a:solidFill>
                  <a:srgbClr val="C00000"/>
                </a:solidFill>
                <a:latin typeface="Calibri"/>
                <a:cs typeface="Calibri"/>
              </a:rPr>
              <a:t>  </a:t>
            </a:r>
            <a:r>
              <a:rPr sz="2280" b="1" i="1" dirty="0">
                <a:solidFill>
                  <a:srgbClr val="C00000"/>
                </a:solidFill>
                <a:latin typeface="Calibri"/>
                <a:cs typeface="Calibri"/>
              </a:rPr>
              <a:t>have</a:t>
            </a:r>
            <a:r>
              <a:rPr sz="2280" b="1" i="1" spc="198" dirty="0">
                <a:solidFill>
                  <a:srgbClr val="C00000"/>
                </a:solidFill>
                <a:latin typeface="Calibri"/>
                <a:cs typeface="Calibri"/>
              </a:rPr>
              <a:t>  </a:t>
            </a:r>
            <a:r>
              <a:rPr sz="2280" b="1" i="1" spc="-24" dirty="0">
                <a:solidFill>
                  <a:srgbClr val="C00000"/>
                </a:solidFill>
                <a:latin typeface="Calibri"/>
                <a:cs typeface="Calibri"/>
              </a:rPr>
              <a:t>been </a:t>
            </a:r>
            <a:r>
              <a:rPr sz="2280" b="1" i="1" spc="-12" dirty="0">
                <a:solidFill>
                  <a:srgbClr val="C00000"/>
                </a:solidFill>
                <a:latin typeface="Calibri"/>
                <a:cs typeface="Calibri"/>
              </a:rPr>
              <a:t>changed.</a:t>
            </a:r>
            <a:endParaRPr sz="2280" dirty="0">
              <a:latin typeface="Calibri"/>
              <a:cs typeface="Calibri"/>
            </a:endParaRPr>
          </a:p>
          <a:p>
            <a:pPr marL="423672" indent="-408432" algn="just">
              <a:spcBef>
                <a:spcPts val="551"/>
              </a:spcBef>
              <a:buFont typeface="Arial MT"/>
              <a:buChar char="•"/>
              <a:tabLst>
                <a:tab pos="423672" algn="l"/>
              </a:tabLst>
            </a:pPr>
            <a:r>
              <a:rPr sz="2280" dirty="0">
                <a:latin typeface="Calibri"/>
                <a:cs typeface="Calibri"/>
              </a:rPr>
              <a:t>This</a:t>
            </a:r>
            <a:r>
              <a:rPr sz="2280" spc="588" dirty="0">
                <a:latin typeface="Calibri"/>
                <a:cs typeface="Calibri"/>
              </a:rPr>
              <a:t> </a:t>
            </a:r>
            <a:r>
              <a:rPr sz="2280" dirty="0">
                <a:latin typeface="Calibri"/>
                <a:cs typeface="Calibri"/>
              </a:rPr>
              <a:t>process</a:t>
            </a:r>
            <a:r>
              <a:rPr sz="2280" spc="48" dirty="0">
                <a:latin typeface="Calibri"/>
                <a:cs typeface="Calibri"/>
              </a:rPr>
              <a:t>  </a:t>
            </a:r>
            <a:r>
              <a:rPr sz="2280" dirty="0">
                <a:latin typeface="Calibri"/>
                <a:cs typeface="Calibri"/>
              </a:rPr>
              <a:t>should</a:t>
            </a:r>
            <a:r>
              <a:rPr sz="2280" spc="42" dirty="0">
                <a:latin typeface="Calibri"/>
                <a:cs typeface="Calibri"/>
              </a:rPr>
              <a:t>  </a:t>
            </a:r>
            <a:r>
              <a:rPr sz="2280" dirty="0">
                <a:latin typeface="Calibri"/>
                <a:cs typeface="Calibri"/>
              </a:rPr>
              <a:t>come</a:t>
            </a:r>
            <a:r>
              <a:rPr sz="2280" spc="42" dirty="0">
                <a:latin typeface="Calibri"/>
                <a:cs typeface="Calibri"/>
              </a:rPr>
              <a:t>  </a:t>
            </a:r>
            <a:r>
              <a:rPr sz="2280" spc="-24" dirty="0">
                <a:latin typeface="Calibri"/>
                <a:cs typeface="Calibri"/>
              </a:rPr>
              <a:t>into</a:t>
            </a:r>
            <a:endParaRPr sz="2280" dirty="0">
              <a:latin typeface="Calibri"/>
              <a:cs typeface="Calibri"/>
            </a:endParaRPr>
          </a:p>
        </p:txBody>
      </p:sp>
      <p:sp>
        <p:nvSpPr>
          <p:cNvPr id="11" name="object 11"/>
          <p:cNvSpPr txBox="1"/>
          <p:nvPr/>
        </p:nvSpPr>
        <p:spPr>
          <a:xfrm>
            <a:off x="1244681" y="4703003"/>
            <a:ext cx="923544" cy="716350"/>
          </a:xfrm>
          <a:prstGeom prst="rect">
            <a:avLst/>
          </a:prstGeom>
        </p:spPr>
        <p:txBody>
          <a:bodyPr vert="horz" wrap="square" lIns="0" tIns="14478" rIns="0" bIns="0" rtlCol="0">
            <a:spAutoFit/>
          </a:bodyPr>
          <a:lstStyle/>
          <a:p>
            <a:pPr marL="15240">
              <a:spcBef>
                <a:spcPts val="114"/>
              </a:spcBef>
            </a:pPr>
            <a:r>
              <a:rPr sz="2280" spc="-12" dirty="0">
                <a:latin typeface="Calibri"/>
                <a:cs typeface="Calibri"/>
              </a:rPr>
              <a:t>effect</a:t>
            </a:r>
            <a:endParaRPr sz="2280">
              <a:latin typeface="Calibri"/>
              <a:cs typeface="Calibri"/>
            </a:endParaRPr>
          </a:p>
          <a:p>
            <a:pPr marL="15240">
              <a:spcBef>
                <a:spcPts val="6"/>
              </a:spcBef>
            </a:pPr>
            <a:r>
              <a:rPr sz="2280" spc="-12" dirty="0">
                <a:latin typeface="Calibri"/>
                <a:cs typeface="Calibri"/>
              </a:rPr>
              <a:t>handed</a:t>
            </a:r>
            <a:endParaRPr sz="2280">
              <a:latin typeface="Calibri"/>
              <a:cs typeface="Calibri"/>
            </a:endParaRPr>
          </a:p>
        </p:txBody>
      </p:sp>
      <p:sp>
        <p:nvSpPr>
          <p:cNvPr id="12" name="object 12"/>
          <p:cNvSpPr txBox="1"/>
          <p:nvPr/>
        </p:nvSpPr>
        <p:spPr>
          <a:xfrm>
            <a:off x="2148077" y="4703003"/>
            <a:ext cx="791718" cy="716350"/>
          </a:xfrm>
          <a:prstGeom prst="rect">
            <a:avLst/>
          </a:prstGeom>
        </p:spPr>
        <p:txBody>
          <a:bodyPr vert="horz" wrap="square" lIns="0" tIns="14478" rIns="0" bIns="0" rtlCol="0">
            <a:spAutoFit/>
          </a:bodyPr>
          <a:lstStyle/>
          <a:p>
            <a:pPr marL="15240">
              <a:spcBef>
                <a:spcPts val="114"/>
              </a:spcBef>
            </a:pPr>
            <a:r>
              <a:rPr sz="2280" spc="-24" dirty="0">
                <a:latin typeface="Calibri"/>
                <a:cs typeface="Calibri"/>
              </a:rPr>
              <a:t>when</a:t>
            </a:r>
            <a:endParaRPr sz="2280">
              <a:latin typeface="Calibri"/>
              <a:cs typeface="Calibri"/>
            </a:endParaRPr>
          </a:p>
          <a:p>
            <a:pPr marL="252984">
              <a:spcBef>
                <a:spcPts val="6"/>
              </a:spcBef>
            </a:pPr>
            <a:r>
              <a:rPr sz="2280" spc="-24" dirty="0">
                <a:latin typeface="Calibri"/>
                <a:cs typeface="Calibri"/>
              </a:rPr>
              <a:t>over</a:t>
            </a:r>
            <a:endParaRPr sz="2280">
              <a:latin typeface="Calibri"/>
              <a:cs typeface="Calibri"/>
            </a:endParaRPr>
          </a:p>
        </p:txBody>
      </p:sp>
      <p:sp>
        <p:nvSpPr>
          <p:cNvPr id="13" name="object 13"/>
          <p:cNvSpPr txBox="1"/>
          <p:nvPr/>
        </p:nvSpPr>
        <p:spPr>
          <a:xfrm>
            <a:off x="1244681" y="5398739"/>
            <a:ext cx="1717548" cy="365485"/>
          </a:xfrm>
          <a:prstGeom prst="rect">
            <a:avLst/>
          </a:prstGeom>
        </p:spPr>
        <p:txBody>
          <a:bodyPr vert="horz" wrap="square" lIns="0" tIns="14478" rIns="0" bIns="0" rtlCol="0">
            <a:spAutoFit/>
          </a:bodyPr>
          <a:lstStyle/>
          <a:p>
            <a:pPr marL="15240">
              <a:spcBef>
                <a:spcPts val="114"/>
              </a:spcBef>
              <a:tabLst>
                <a:tab pos="1445514" algn="l"/>
              </a:tabLst>
            </a:pPr>
            <a:r>
              <a:rPr sz="2280" b="1" i="1" spc="-12" dirty="0">
                <a:solidFill>
                  <a:srgbClr val="006FC0"/>
                </a:solidFill>
                <a:latin typeface="Calibri"/>
                <a:cs typeface="Calibri"/>
              </a:rPr>
              <a:t>customers</a:t>
            </a:r>
            <a:r>
              <a:rPr sz="2280" b="1" i="1" dirty="0">
                <a:solidFill>
                  <a:srgbClr val="006FC0"/>
                </a:solidFill>
                <a:latin typeface="Calibri"/>
                <a:cs typeface="Calibri"/>
              </a:rPr>
              <a:t>	</a:t>
            </a:r>
            <a:r>
              <a:rPr sz="2280" spc="-30" dirty="0">
                <a:latin typeface="Calibri"/>
                <a:cs typeface="Calibri"/>
              </a:rPr>
              <a:t>or</a:t>
            </a:r>
            <a:endParaRPr sz="2280">
              <a:latin typeface="Calibri"/>
              <a:cs typeface="Calibri"/>
            </a:endParaRPr>
          </a:p>
        </p:txBody>
      </p:sp>
      <p:sp>
        <p:nvSpPr>
          <p:cNvPr id="14" name="object 14"/>
          <p:cNvSpPr txBox="1"/>
          <p:nvPr/>
        </p:nvSpPr>
        <p:spPr>
          <a:xfrm>
            <a:off x="3035502" y="4703003"/>
            <a:ext cx="2102357" cy="1067215"/>
          </a:xfrm>
          <a:prstGeom prst="rect">
            <a:avLst/>
          </a:prstGeom>
        </p:spPr>
        <p:txBody>
          <a:bodyPr vert="horz" wrap="square" lIns="0" tIns="14478" rIns="0" bIns="0" rtlCol="0">
            <a:spAutoFit/>
          </a:bodyPr>
          <a:lstStyle/>
          <a:p>
            <a:pPr marL="117348" marR="6096" indent="-102870" algn="just">
              <a:spcBef>
                <a:spcPts val="114"/>
              </a:spcBef>
            </a:pPr>
            <a:r>
              <a:rPr sz="2280" dirty="0">
                <a:latin typeface="Calibri"/>
                <a:cs typeface="Calibri"/>
              </a:rPr>
              <a:t>the</a:t>
            </a:r>
            <a:r>
              <a:rPr sz="2280" spc="348" dirty="0">
                <a:latin typeface="Calibri"/>
                <a:cs typeface="Calibri"/>
              </a:rPr>
              <a:t>  </a:t>
            </a:r>
            <a:r>
              <a:rPr sz="2280" dirty="0">
                <a:latin typeface="Calibri"/>
                <a:cs typeface="Calibri"/>
              </a:rPr>
              <a:t>software</a:t>
            </a:r>
            <a:r>
              <a:rPr sz="2280" spc="360" dirty="0">
                <a:latin typeface="Calibri"/>
                <a:cs typeface="Calibri"/>
              </a:rPr>
              <a:t>  </a:t>
            </a:r>
            <a:r>
              <a:rPr sz="2280" spc="-30" dirty="0">
                <a:latin typeface="Calibri"/>
                <a:cs typeface="Calibri"/>
              </a:rPr>
              <a:t>is </a:t>
            </a:r>
            <a:r>
              <a:rPr sz="2280" dirty="0">
                <a:latin typeface="Calibri"/>
                <a:cs typeface="Calibri"/>
              </a:rPr>
              <a:t>for</a:t>
            </a:r>
            <a:r>
              <a:rPr sz="2280" spc="408" dirty="0">
                <a:latin typeface="Calibri"/>
                <a:cs typeface="Calibri"/>
              </a:rPr>
              <a:t>  </a:t>
            </a:r>
            <a:r>
              <a:rPr sz="2280" b="1" i="1" dirty="0">
                <a:solidFill>
                  <a:srgbClr val="006FC0"/>
                </a:solidFill>
                <a:latin typeface="Calibri"/>
                <a:cs typeface="Calibri"/>
              </a:rPr>
              <a:t>release</a:t>
            </a:r>
            <a:r>
              <a:rPr sz="2280" b="1" i="1" spc="426" dirty="0">
                <a:solidFill>
                  <a:srgbClr val="006FC0"/>
                </a:solidFill>
                <a:latin typeface="Calibri"/>
                <a:cs typeface="Calibri"/>
              </a:rPr>
              <a:t>  </a:t>
            </a:r>
            <a:r>
              <a:rPr sz="2280" b="1" i="1" spc="-30" dirty="0">
                <a:solidFill>
                  <a:srgbClr val="006FC0"/>
                </a:solidFill>
                <a:latin typeface="Calibri"/>
                <a:cs typeface="Calibri"/>
              </a:rPr>
              <a:t>to </a:t>
            </a:r>
            <a:r>
              <a:rPr sz="2280" dirty="0">
                <a:latin typeface="Calibri"/>
                <a:cs typeface="Calibri"/>
              </a:rPr>
              <a:t>for</a:t>
            </a:r>
            <a:r>
              <a:rPr sz="2280" spc="252" dirty="0">
                <a:latin typeface="Calibri"/>
                <a:cs typeface="Calibri"/>
              </a:rPr>
              <a:t>  </a:t>
            </a:r>
            <a:r>
              <a:rPr sz="2280" b="1" i="1" spc="-12" dirty="0">
                <a:solidFill>
                  <a:srgbClr val="006FC0"/>
                </a:solidFill>
                <a:latin typeface="Calibri"/>
                <a:cs typeface="Calibri"/>
              </a:rPr>
              <a:t>deployment</a:t>
            </a:r>
            <a:endParaRPr sz="2280">
              <a:latin typeface="Calibri"/>
              <a:cs typeface="Calibri"/>
            </a:endParaRPr>
          </a:p>
        </p:txBody>
      </p:sp>
      <p:sp>
        <p:nvSpPr>
          <p:cNvPr id="15" name="object 15"/>
          <p:cNvSpPr txBox="1"/>
          <p:nvPr/>
        </p:nvSpPr>
        <p:spPr>
          <a:xfrm>
            <a:off x="1244681" y="5746211"/>
            <a:ext cx="2823972" cy="365485"/>
          </a:xfrm>
          <a:prstGeom prst="rect">
            <a:avLst/>
          </a:prstGeom>
        </p:spPr>
        <p:txBody>
          <a:bodyPr vert="horz" wrap="square" lIns="0" tIns="14478" rIns="0" bIns="0" rtlCol="0">
            <a:spAutoFit/>
          </a:bodyPr>
          <a:lstStyle/>
          <a:p>
            <a:pPr marL="15240">
              <a:spcBef>
                <a:spcPts val="114"/>
              </a:spcBef>
            </a:pPr>
            <a:r>
              <a:rPr sz="2280" b="1" i="1" dirty="0">
                <a:solidFill>
                  <a:srgbClr val="006FC0"/>
                </a:solidFill>
                <a:latin typeface="Calibri"/>
                <a:cs typeface="Calibri"/>
              </a:rPr>
              <a:t>within</a:t>
            </a:r>
            <a:r>
              <a:rPr sz="2280" b="1" i="1" spc="-42" dirty="0">
                <a:solidFill>
                  <a:srgbClr val="006FC0"/>
                </a:solidFill>
                <a:latin typeface="Calibri"/>
                <a:cs typeface="Calibri"/>
              </a:rPr>
              <a:t> </a:t>
            </a:r>
            <a:r>
              <a:rPr sz="2280" b="1" i="1" dirty="0">
                <a:solidFill>
                  <a:srgbClr val="006FC0"/>
                </a:solidFill>
                <a:latin typeface="Calibri"/>
                <a:cs typeface="Calibri"/>
              </a:rPr>
              <a:t>an</a:t>
            </a:r>
            <a:r>
              <a:rPr sz="2280" b="1" i="1" spc="-30" dirty="0">
                <a:solidFill>
                  <a:srgbClr val="006FC0"/>
                </a:solidFill>
                <a:latin typeface="Calibri"/>
                <a:cs typeface="Calibri"/>
              </a:rPr>
              <a:t> </a:t>
            </a:r>
            <a:r>
              <a:rPr sz="2280" b="1" i="1" spc="-12" dirty="0">
                <a:solidFill>
                  <a:srgbClr val="006FC0"/>
                </a:solidFill>
                <a:latin typeface="Calibri"/>
                <a:cs typeface="Calibri"/>
              </a:rPr>
              <a:t>organization.</a:t>
            </a:r>
            <a:endParaRPr sz="2280">
              <a:latin typeface="Calibri"/>
              <a:cs typeface="Calibri"/>
            </a:endParaRPr>
          </a:p>
        </p:txBody>
      </p:sp>
      <p:grpSp>
        <p:nvGrpSpPr>
          <p:cNvPr id="16" name="object 16"/>
          <p:cNvGrpSpPr/>
          <p:nvPr/>
        </p:nvGrpSpPr>
        <p:grpSpPr>
          <a:xfrm>
            <a:off x="5350535" y="479708"/>
            <a:ext cx="6201156" cy="6071616"/>
            <a:chOff x="3950779" y="399757"/>
            <a:chExt cx="5167630" cy="5059680"/>
          </a:xfrm>
        </p:grpSpPr>
        <p:pic>
          <p:nvPicPr>
            <p:cNvPr id="17" name="object 17"/>
            <p:cNvPicPr/>
            <p:nvPr/>
          </p:nvPicPr>
          <p:blipFill>
            <a:blip r:embed="rId2" cstate="print"/>
            <a:stretch>
              <a:fillRect/>
            </a:stretch>
          </p:blipFill>
          <p:spPr>
            <a:xfrm>
              <a:off x="3970726" y="456062"/>
              <a:ext cx="5065330" cy="4946943"/>
            </a:xfrm>
            <a:prstGeom prst="rect">
              <a:avLst/>
            </a:prstGeom>
          </p:spPr>
        </p:pic>
        <p:sp>
          <p:nvSpPr>
            <p:cNvPr id="18" name="object 18"/>
            <p:cNvSpPr/>
            <p:nvPr/>
          </p:nvSpPr>
          <p:spPr>
            <a:xfrm>
              <a:off x="3955541" y="404520"/>
              <a:ext cx="5158105" cy="5050155"/>
            </a:xfrm>
            <a:custGeom>
              <a:avLst/>
              <a:gdLst/>
              <a:ahLst/>
              <a:cxnLst/>
              <a:rect l="l" t="t" r="r" b="b"/>
              <a:pathLst>
                <a:path w="5158105" h="5050155">
                  <a:moveTo>
                    <a:pt x="0" y="5050028"/>
                  </a:moveTo>
                  <a:lnTo>
                    <a:pt x="5157723" y="5050028"/>
                  </a:lnTo>
                  <a:lnTo>
                    <a:pt x="5157723" y="0"/>
                  </a:lnTo>
                  <a:lnTo>
                    <a:pt x="0" y="0"/>
                  </a:lnTo>
                  <a:lnTo>
                    <a:pt x="0" y="5050028"/>
                  </a:lnTo>
                  <a:close/>
                </a:path>
              </a:pathLst>
            </a:custGeom>
            <a:ln w="9525">
              <a:solidFill>
                <a:srgbClr val="000000"/>
              </a:solidFill>
            </a:ln>
          </p:spPr>
          <p:txBody>
            <a:bodyPr wrap="square" lIns="0" tIns="0" rIns="0" bIns="0" rtlCol="0"/>
            <a:lstStyle/>
            <a:p>
              <a:endParaRPr sz="2160"/>
            </a:p>
          </p:txBody>
        </p:sp>
      </p:grpSp>
    </p:spTree>
    <p:extLst>
      <p:ext uri="{BB962C8B-B14F-4D97-AF65-F5344CB8AC3E}">
        <p14:creationId xmlns:p14="http://schemas.microsoft.com/office/powerpoint/2010/main" val="1194835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201" y="132131"/>
            <a:ext cx="10527792" cy="6204968"/>
          </a:xfrm>
          <a:prstGeom prst="rect">
            <a:avLst/>
          </a:prstGeom>
        </p:spPr>
        <p:txBody>
          <a:bodyPr vert="horz" wrap="square" lIns="0" tIns="54102" rIns="0" bIns="0" rtlCol="0">
            <a:spAutoFit/>
          </a:bodyPr>
          <a:lstStyle/>
          <a:p>
            <a:pPr marL="425958" marR="7620" indent="-411480">
              <a:lnSpc>
                <a:spcPts val="2460"/>
              </a:lnSpc>
              <a:spcBef>
                <a:spcPts val="426"/>
              </a:spcBef>
              <a:buFont typeface="Arial MT"/>
              <a:buChar char="•"/>
              <a:tabLst>
                <a:tab pos="425958" algn="l"/>
              </a:tabLst>
            </a:pPr>
            <a:r>
              <a:rPr sz="2280" dirty="0">
                <a:latin typeface="Calibri"/>
                <a:cs typeface="Calibri"/>
              </a:rPr>
              <a:t>The</a:t>
            </a:r>
            <a:r>
              <a:rPr sz="2280" spc="72" dirty="0">
                <a:latin typeface="Calibri"/>
                <a:cs typeface="Calibri"/>
              </a:rPr>
              <a:t> </a:t>
            </a:r>
            <a:r>
              <a:rPr sz="2280" b="1" u="sng" dirty="0">
                <a:uFill>
                  <a:solidFill>
                    <a:srgbClr val="000000"/>
                  </a:solidFill>
                </a:uFill>
                <a:latin typeface="Calibri"/>
                <a:cs typeface="Calibri"/>
              </a:rPr>
              <a:t>Change</a:t>
            </a:r>
            <a:r>
              <a:rPr sz="2280" b="1" u="sng" spc="84" dirty="0">
                <a:uFill>
                  <a:solidFill>
                    <a:srgbClr val="000000"/>
                  </a:solidFill>
                </a:uFill>
                <a:latin typeface="Calibri"/>
                <a:cs typeface="Calibri"/>
              </a:rPr>
              <a:t> </a:t>
            </a:r>
            <a:r>
              <a:rPr sz="2280" b="1" u="sng" dirty="0">
                <a:uFill>
                  <a:solidFill>
                    <a:srgbClr val="000000"/>
                  </a:solidFill>
                </a:uFill>
                <a:latin typeface="Calibri"/>
                <a:cs typeface="Calibri"/>
              </a:rPr>
              <a:t>Management</a:t>
            </a:r>
            <a:r>
              <a:rPr sz="2280" b="1" u="sng" spc="90" dirty="0">
                <a:uFill>
                  <a:solidFill>
                    <a:srgbClr val="000000"/>
                  </a:solidFill>
                </a:uFill>
                <a:latin typeface="Calibri"/>
                <a:cs typeface="Calibri"/>
              </a:rPr>
              <a:t> </a:t>
            </a:r>
            <a:r>
              <a:rPr sz="2280" b="1" u="sng" dirty="0">
                <a:uFill>
                  <a:solidFill>
                    <a:srgbClr val="000000"/>
                  </a:solidFill>
                </a:uFill>
                <a:latin typeface="Calibri"/>
                <a:cs typeface="Calibri"/>
              </a:rPr>
              <a:t>Process</a:t>
            </a:r>
            <a:r>
              <a:rPr sz="2280" b="1" u="sng" spc="72" dirty="0">
                <a:uFill>
                  <a:solidFill>
                    <a:srgbClr val="000000"/>
                  </a:solidFill>
                </a:uFill>
                <a:latin typeface="Calibri"/>
                <a:cs typeface="Calibri"/>
              </a:rPr>
              <a:t> </a:t>
            </a:r>
            <a:r>
              <a:rPr sz="2280" dirty="0">
                <a:latin typeface="Calibri"/>
                <a:cs typeface="Calibri"/>
              </a:rPr>
              <a:t>is</a:t>
            </a:r>
            <a:r>
              <a:rPr sz="2280" spc="84" dirty="0">
                <a:latin typeface="Calibri"/>
                <a:cs typeface="Calibri"/>
              </a:rPr>
              <a:t> </a:t>
            </a:r>
            <a:r>
              <a:rPr sz="2280" dirty="0">
                <a:latin typeface="Calibri"/>
                <a:cs typeface="Calibri"/>
              </a:rPr>
              <a:t>initiated</a:t>
            </a:r>
            <a:r>
              <a:rPr sz="2280" spc="96" dirty="0">
                <a:latin typeface="Calibri"/>
                <a:cs typeface="Calibri"/>
              </a:rPr>
              <a:t> </a:t>
            </a:r>
            <a:r>
              <a:rPr sz="2280" dirty="0">
                <a:latin typeface="Calibri"/>
                <a:cs typeface="Calibri"/>
              </a:rPr>
              <a:t>when</a:t>
            </a:r>
            <a:r>
              <a:rPr sz="2280" spc="84" dirty="0">
                <a:latin typeface="Calibri"/>
                <a:cs typeface="Calibri"/>
              </a:rPr>
              <a:t> </a:t>
            </a:r>
            <a:r>
              <a:rPr sz="2280" dirty="0">
                <a:latin typeface="Calibri"/>
                <a:cs typeface="Calibri"/>
              </a:rPr>
              <a:t>a</a:t>
            </a:r>
            <a:r>
              <a:rPr sz="2280" spc="84" dirty="0">
                <a:latin typeface="Calibri"/>
                <a:cs typeface="Calibri"/>
              </a:rPr>
              <a:t> </a:t>
            </a:r>
            <a:r>
              <a:rPr sz="2280" dirty="0">
                <a:latin typeface="Calibri"/>
                <a:cs typeface="Calibri"/>
              </a:rPr>
              <a:t>system</a:t>
            </a:r>
            <a:r>
              <a:rPr sz="2280" spc="72" dirty="0">
                <a:latin typeface="Calibri"/>
                <a:cs typeface="Calibri"/>
              </a:rPr>
              <a:t> </a:t>
            </a:r>
            <a:r>
              <a:rPr sz="2280" dirty="0">
                <a:latin typeface="Calibri"/>
                <a:cs typeface="Calibri"/>
              </a:rPr>
              <a:t>stakeholder</a:t>
            </a:r>
            <a:r>
              <a:rPr sz="2280" spc="90" dirty="0">
                <a:latin typeface="Calibri"/>
                <a:cs typeface="Calibri"/>
              </a:rPr>
              <a:t> </a:t>
            </a:r>
            <a:r>
              <a:rPr sz="2280" spc="-12" dirty="0">
                <a:latin typeface="Calibri"/>
                <a:cs typeface="Calibri"/>
              </a:rPr>
              <a:t>completes </a:t>
            </a:r>
            <a:r>
              <a:rPr sz="2280" dirty="0">
                <a:latin typeface="Calibri"/>
                <a:cs typeface="Calibri"/>
              </a:rPr>
              <a:t>and</a:t>
            </a:r>
            <a:r>
              <a:rPr sz="2280" spc="-66" dirty="0">
                <a:latin typeface="Calibri"/>
                <a:cs typeface="Calibri"/>
              </a:rPr>
              <a:t> </a:t>
            </a:r>
            <a:r>
              <a:rPr sz="2280" dirty="0">
                <a:latin typeface="Calibri"/>
                <a:cs typeface="Calibri"/>
              </a:rPr>
              <a:t>submits</a:t>
            </a:r>
            <a:r>
              <a:rPr sz="2280" spc="-60" dirty="0">
                <a:latin typeface="Calibri"/>
                <a:cs typeface="Calibri"/>
              </a:rPr>
              <a:t> </a:t>
            </a:r>
            <a:r>
              <a:rPr sz="2280" dirty="0">
                <a:latin typeface="Calibri"/>
                <a:cs typeface="Calibri"/>
              </a:rPr>
              <a:t>a</a:t>
            </a:r>
            <a:r>
              <a:rPr sz="2280" spc="-78" dirty="0">
                <a:latin typeface="Calibri"/>
                <a:cs typeface="Calibri"/>
              </a:rPr>
              <a:t> </a:t>
            </a:r>
            <a:r>
              <a:rPr sz="2280" dirty="0">
                <a:latin typeface="Calibri"/>
                <a:cs typeface="Calibri"/>
              </a:rPr>
              <a:t>change</a:t>
            </a:r>
            <a:r>
              <a:rPr sz="2280" spc="-48" dirty="0">
                <a:latin typeface="Calibri"/>
                <a:cs typeface="Calibri"/>
              </a:rPr>
              <a:t> </a:t>
            </a:r>
            <a:r>
              <a:rPr sz="2280" dirty="0">
                <a:latin typeface="Calibri"/>
                <a:cs typeface="Calibri"/>
              </a:rPr>
              <a:t>request</a:t>
            </a:r>
            <a:r>
              <a:rPr sz="2280" spc="-66" dirty="0">
                <a:latin typeface="Calibri"/>
                <a:cs typeface="Calibri"/>
              </a:rPr>
              <a:t> </a:t>
            </a:r>
            <a:r>
              <a:rPr sz="2280" dirty="0">
                <a:latin typeface="Calibri"/>
                <a:cs typeface="Calibri"/>
              </a:rPr>
              <a:t>describing</a:t>
            </a:r>
            <a:r>
              <a:rPr sz="2280" spc="-48" dirty="0">
                <a:latin typeface="Calibri"/>
                <a:cs typeface="Calibri"/>
              </a:rPr>
              <a:t> </a:t>
            </a:r>
            <a:r>
              <a:rPr sz="2280" dirty="0">
                <a:latin typeface="Calibri"/>
                <a:cs typeface="Calibri"/>
              </a:rPr>
              <a:t>the</a:t>
            </a:r>
            <a:r>
              <a:rPr sz="2280" spc="-66" dirty="0">
                <a:latin typeface="Calibri"/>
                <a:cs typeface="Calibri"/>
              </a:rPr>
              <a:t> </a:t>
            </a:r>
            <a:r>
              <a:rPr sz="2280" dirty="0">
                <a:latin typeface="Calibri"/>
                <a:cs typeface="Calibri"/>
              </a:rPr>
              <a:t>change</a:t>
            </a:r>
            <a:r>
              <a:rPr sz="2280" spc="-48" dirty="0">
                <a:latin typeface="Calibri"/>
                <a:cs typeface="Calibri"/>
              </a:rPr>
              <a:t> </a:t>
            </a:r>
            <a:r>
              <a:rPr sz="2280" spc="-12" dirty="0">
                <a:latin typeface="Calibri"/>
                <a:cs typeface="Calibri"/>
              </a:rPr>
              <a:t>required</a:t>
            </a:r>
            <a:r>
              <a:rPr sz="2280" spc="-48" dirty="0">
                <a:latin typeface="Calibri"/>
                <a:cs typeface="Calibri"/>
              </a:rPr>
              <a:t> </a:t>
            </a:r>
            <a:r>
              <a:rPr sz="2280" dirty="0">
                <a:latin typeface="Calibri"/>
                <a:cs typeface="Calibri"/>
              </a:rPr>
              <a:t>to</a:t>
            </a:r>
            <a:r>
              <a:rPr sz="2280" spc="-72" dirty="0">
                <a:latin typeface="Calibri"/>
                <a:cs typeface="Calibri"/>
              </a:rPr>
              <a:t> </a:t>
            </a:r>
            <a:r>
              <a:rPr sz="2280" dirty="0">
                <a:latin typeface="Calibri"/>
                <a:cs typeface="Calibri"/>
              </a:rPr>
              <a:t>the</a:t>
            </a:r>
            <a:r>
              <a:rPr sz="2280" spc="-54" dirty="0">
                <a:latin typeface="Calibri"/>
                <a:cs typeface="Calibri"/>
              </a:rPr>
              <a:t> </a:t>
            </a:r>
            <a:r>
              <a:rPr sz="2280" spc="-12" dirty="0">
                <a:latin typeface="Calibri"/>
                <a:cs typeface="Calibri"/>
              </a:rPr>
              <a:t>system.</a:t>
            </a:r>
            <a:endParaRPr sz="2280">
              <a:latin typeface="Calibri"/>
              <a:cs typeface="Calibri"/>
            </a:endParaRPr>
          </a:p>
          <a:p>
            <a:pPr marL="425958" indent="-410718">
              <a:lnSpc>
                <a:spcPts val="2598"/>
              </a:lnSpc>
              <a:spcBef>
                <a:spcPts val="414"/>
              </a:spcBef>
              <a:buFont typeface="Arial MT"/>
              <a:buChar char="•"/>
              <a:tabLst>
                <a:tab pos="425958" algn="l"/>
              </a:tabLst>
            </a:pPr>
            <a:r>
              <a:rPr sz="2280" dirty="0">
                <a:latin typeface="Calibri"/>
                <a:cs typeface="Calibri"/>
              </a:rPr>
              <a:t>This</a:t>
            </a:r>
            <a:r>
              <a:rPr sz="2280" spc="390" dirty="0">
                <a:latin typeface="Calibri"/>
                <a:cs typeface="Calibri"/>
              </a:rPr>
              <a:t> </a:t>
            </a:r>
            <a:r>
              <a:rPr sz="2280" dirty="0">
                <a:latin typeface="Calibri"/>
                <a:cs typeface="Calibri"/>
              </a:rPr>
              <a:t>could</a:t>
            </a:r>
            <a:r>
              <a:rPr sz="2280" spc="396" dirty="0">
                <a:latin typeface="Calibri"/>
                <a:cs typeface="Calibri"/>
              </a:rPr>
              <a:t> </a:t>
            </a:r>
            <a:r>
              <a:rPr sz="2280" dirty="0">
                <a:latin typeface="Calibri"/>
                <a:cs typeface="Calibri"/>
              </a:rPr>
              <a:t>be</a:t>
            </a:r>
            <a:r>
              <a:rPr sz="2280" spc="396" dirty="0">
                <a:latin typeface="Calibri"/>
                <a:cs typeface="Calibri"/>
              </a:rPr>
              <a:t> </a:t>
            </a:r>
            <a:r>
              <a:rPr sz="2280" dirty="0">
                <a:latin typeface="Calibri"/>
                <a:cs typeface="Calibri"/>
              </a:rPr>
              <a:t>a</a:t>
            </a:r>
            <a:r>
              <a:rPr sz="2280" spc="402" dirty="0">
                <a:latin typeface="Calibri"/>
                <a:cs typeface="Calibri"/>
              </a:rPr>
              <a:t> </a:t>
            </a:r>
            <a:r>
              <a:rPr sz="2280" b="1" i="1" dirty="0">
                <a:solidFill>
                  <a:srgbClr val="006FC0"/>
                </a:solidFill>
                <a:latin typeface="Calibri"/>
                <a:cs typeface="Calibri"/>
              </a:rPr>
              <a:t>bug</a:t>
            </a:r>
            <a:r>
              <a:rPr sz="2280" b="1" i="1" spc="384" dirty="0">
                <a:solidFill>
                  <a:srgbClr val="006FC0"/>
                </a:solidFill>
                <a:latin typeface="Calibri"/>
                <a:cs typeface="Calibri"/>
              </a:rPr>
              <a:t> </a:t>
            </a:r>
            <a:r>
              <a:rPr sz="2280" b="1" i="1" dirty="0">
                <a:solidFill>
                  <a:srgbClr val="006FC0"/>
                </a:solidFill>
                <a:latin typeface="Calibri"/>
                <a:cs typeface="Calibri"/>
              </a:rPr>
              <a:t>report</a:t>
            </a:r>
            <a:r>
              <a:rPr sz="2280" dirty="0">
                <a:latin typeface="Calibri"/>
                <a:cs typeface="Calibri"/>
              </a:rPr>
              <a:t>,</a:t>
            </a:r>
            <a:r>
              <a:rPr sz="2280" spc="402" dirty="0">
                <a:latin typeface="Calibri"/>
                <a:cs typeface="Calibri"/>
              </a:rPr>
              <a:t> </a:t>
            </a:r>
            <a:r>
              <a:rPr sz="2280" dirty="0">
                <a:latin typeface="Calibri"/>
                <a:cs typeface="Calibri"/>
              </a:rPr>
              <a:t>where</a:t>
            </a:r>
            <a:r>
              <a:rPr sz="2280" spc="402" dirty="0">
                <a:latin typeface="Calibri"/>
                <a:cs typeface="Calibri"/>
              </a:rPr>
              <a:t> </a:t>
            </a:r>
            <a:r>
              <a:rPr sz="2280" dirty="0">
                <a:latin typeface="Calibri"/>
                <a:cs typeface="Calibri"/>
              </a:rPr>
              <a:t>the</a:t>
            </a:r>
            <a:r>
              <a:rPr sz="2280" spc="402" dirty="0">
                <a:latin typeface="Calibri"/>
                <a:cs typeface="Calibri"/>
              </a:rPr>
              <a:t> </a:t>
            </a:r>
            <a:r>
              <a:rPr sz="2280" dirty="0">
                <a:latin typeface="Calibri"/>
                <a:cs typeface="Calibri"/>
              </a:rPr>
              <a:t>symptoms</a:t>
            </a:r>
            <a:r>
              <a:rPr sz="2280" spc="396" dirty="0">
                <a:latin typeface="Calibri"/>
                <a:cs typeface="Calibri"/>
              </a:rPr>
              <a:t> </a:t>
            </a:r>
            <a:r>
              <a:rPr sz="2280" dirty="0">
                <a:latin typeface="Calibri"/>
                <a:cs typeface="Calibri"/>
              </a:rPr>
              <a:t>of</a:t>
            </a:r>
            <a:r>
              <a:rPr sz="2280" spc="396" dirty="0">
                <a:latin typeface="Calibri"/>
                <a:cs typeface="Calibri"/>
              </a:rPr>
              <a:t> </a:t>
            </a:r>
            <a:r>
              <a:rPr sz="2280" dirty="0">
                <a:latin typeface="Calibri"/>
                <a:cs typeface="Calibri"/>
              </a:rPr>
              <a:t>the</a:t>
            </a:r>
            <a:r>
              <a:rPr sz="2280" spc="396" dirty="0">
                <a:latin typeface="Calibri"/>
                <a:cs typeface="Calibri"/>
              </a:rPr>
              <a:t> </a:t>
            </a:r>
            <a:r>
              <a:rPr sz="2280" dirty="0">
                <a:latin typeface="Calibri"/>
                <a:cs typeface="Calibri"/>
              </a:rPr>
              <a:t>bug</a:t>
            </a:r>
            <a:r>
              <a:rPr sz="2280" spc="396" dirty="0">
                <a:latin typeface="Calibri"/>
                <a:cs typeface="Calibri"/>
              </a:rPr>
              <a:t> </a:t>
            </a:r>
            <a:r>
              <a:rPr sz="2280" dirty="0">
                <a:latin typeface="Calibri"/>
                <a:cs typeface="Calibri"/>
              </a:rPr>
              <a:t>are</a:t>
            </a:r>
            <a:r>
              <a:rPr sz="2280" spc="408" dirty="0">
                <a:latin typeface="Calibri"/>
                <a:cs typeface="Calibri"/>
              </a:rPr>
              <a:t> </a:t>
            </a:r>
            <a:r>
              <a:rPr sz="2280" dirty="0">
                <a:latin typeface="Calibri"/>
                <a:cs typeface="Calibri"/>
              </a:rPr>
              <a:t>described,</a:t>
            </a:r>
            <a:r>
              <a:rPr sz="2280" spc="378" dirty="0">
                <a:latin typeface="Calibri"/>
                <a:cs typeface="Calibri"/>
              </a:rPr>
              <a:t> </a:t>
            </a:r>
            <a:r>
              <a:rPr sz="2280" dirty="0">
                <a:latin typeface="Calibri"/>
                <a:cs typeface="Calibri"/>
              </a:rPr>
              <a:t>or</a:t>
            </a:r>
            <a:r>
              <a:rPr sz="2280" spc="396" dirty="0">
                <a:latin typeface="Calibri"/>
                <a:cs typeface="Calibri"/>
              </a:rPr>
              <a:t> </a:t>
            </a:r>
            <a:r>
              <a:rPr sz="2280" spc="-60" dirty="0">
                <a:latin typeface="Calibri"/>
                <a:cs typeface="Calibri"/>
              </a:rPr>
              <a:t>a</a:t>
            </a:r>
            <a:endParaRPr sz="2280">
              <a:latin typeface="Calibri"/>
              <a:cs typeface="Calibri"/>
            </a:endParaRPr>
          </a:p>
          <a:p>
            <a:pPr marL="425958">
              <a:lnSpc>
                <a:spcPts val="2598"/>
              </a:lnSpc>
            </a:pPr>
            <a:r>
              <a:rPr sz="2280" b="1" i="1" dirty="0">
                <a:solidFill>
                  <a:srgbClr val="006FC0"/>
                </a:solidFill>
                <a:latin typeface="Calibri"/>
                <a:cs typeface="Calibri"/>
              </a:rPr>
              <a:t>request</a:t>
            </a:r>
            <a:r>
              <a:rPr sz="2280" b="1" i="1" spc="-24" dirty="0">
                <a:solidFill>
                  <a:srgbClr val="006FC0"/>
                </a:solidFill>
                <a:latin typeface="Calibri"/>
                <a:cs typeface="Calibri"/>
              </a:rPr>
              <a:t> </a:t>
            </a:r>
            <a:r>
              <a:rPr sz="2280" b="1" i="1" dirty="0">
                <a:solidFill>
                  <a:srgbClr val="006FC0"/>
                </a:solidFill>
                <a:latin typeface="Calibri"/>
                <a:cs typeface="Calibri"/>
              </a:rPr>
              <a:t>for</a:t>
            </a:r>
            <a:r>
              <a:rPr sz="2280" b="1" i="1" spc="-36" dirty="0">
                <a:solidFill>
                  <a:srgbClr val="006FC0"/>
                </a:solidFill>
                <a:latin typeface="Calibri"/>
                <a:cs typeface="Calibri"/>
              </a:rPr>
              <a:t> </a:t>
            </a:r>
            <a:r>
              <a:rPr sz="2280" b="1" i="1" dirty="0">
                <a:solidFill>
                  <a:srgbClr val="006FC0"/>
                </a:solidFill>
                <a:latin typeface="Calibri"/>
                <a:cs typeface="Calibri"/>
              </a:rPr>
              <a:t>additional</a:t>
            </a:r>
            <a:r>
              <a:rPr sz="2280" b="1" i="1" spc="-30" dirty="0">
                <a:solidFill>
                  <a:srgbClr val="006FC0"/>
                </a:solidFill>
                <a:latin typeface="Calibri"/>
                <a:cs typeface="Calibri"/>
              </a:rPr>
              <a:t> </a:t>
            </a:r>
            <a:r>
              <a:rPr sz="2280" b="1" i="1" spc="-12" dirty="0">
                <a:solidFill>
                  <a:srgbClr val="006FC0"/>
                </a:solidFill>
                <a:latin typeface="Calibri"/>
                <a:cs typeface="Calibri"/>
              </a:rPr>
              <a:t>functionality</a:t>
            </a:r>
            <a:r>
              <a:rPr sz="2280" b="1" i="1" spc="-42" dirty="0">
                <a:solidFill>
                  <a:srgbClr val="006FC0"/>
                </a:solidFill>
                <a:latin typeface="Calibri"/>
                <a:cs typeface="Calibri"/>
              </a:rPr>
              <a:t> </a:t>
            </a:r>
            <a:r>
              <a:rPr sz="2280" dirty="0">
                <a:latin typeface="Calibri"/>
                <a:cs typeface="Calibri"/>
              </a:rPr>
              <a:t>to</a:t>
            </a:r>
            <a:r>
              <a:rPr sz="2280" spc="-30" dirty="0">
                <a:latin typeface="Calibri"/>
                <a:cs typeface="Calibri"/>
              </a:rPr>
              <a:t> </a:t>
            </a:r>
            <a:r>
              <a:rPr sz="2280" dirty="0">
                <a:latin typeface="Calibri"/>
                <a:cs typeface="Calibri"/>
              </a:rPr>
              <a:t>be</a:t>
            </a:r>
            <a:r>
              <a:rPr sz="2280" spc="-54" dirty="0">
                <a:latin typeface="Calibri"/>
                <a:cs typeface="Calibri"/>
              </a:rPr>
              <a:t> </a:t>
            </a:r>
            <a:r>
              <a:rPr sz="2280" dirty="0">
                <a:latin typeface="Calibri"/>
                <a:cs typeface="Calibri"/>
              </a:rPr>
              <a:t>added</a:t>
            </a:r>
            <a:r>
              <a:rPr sz="2280" spc="-30" dirty="0">
                <a:latin typeface="Calibri"/>
                <a:cs typeface="Calibri"/>
              </a:rPr>
              <a:t> </a:t>
            </a:r>
            <a:r>
              <a:rPr sz="2280" dirty="0">
                <a:latin typeface="Calibri"/>
                <a:cs typeface="Calibri"/>
              </a:rPr>
              <a:t>to</a:t>
            </a:r>
            <a:r>
              <a:rPr sz="2280" spc="-48" dirty="0">
                <a:latin typeface="Calibri"/>
                <a:cs typeface="Calibri"/>
              </a:rPr>
              <a:t> </a:t>
            </a:r>
            <a:r>
              <a:rPr sz="2280" dirty="0">
                <a:latin typeface="Calibri"/>
                <a:cs typeface="Calibri"/>
              </a:rPr>
              <a:t>the</a:t>
            </a:r>
            <a:r>
              <a:rPr sz="2280" spc="-42" dirty="0">
                <a:latin typeface="Calibri"/>
                <a:cs typeface="Calibri"/>
              </a:rPr>
              <a:t> </a:t>
            </a:r>
            <a:r>
              <a:rPr sz="2280" spc="-12" dirty="0">
                <a:latin typeface="Calibri"/>
                <a:cs typeface="Calibri"/>
              </a:rPr>
              <a:t>system.</a:t>
            </a:r>
            <a:endParaRPr sz="2280">
              <a:latin typeface="Calibri"/>
              <a:cs typeface="Calibri"/>
            </a:endParaRPr>
          </a:p>
          <a:p>
            <a:pPr marL="425958" indent="-410718">
              <a:spcBef>
                <a:spcPts val="450"/>
              </a:spcBef>
              <a:buFont typeface="Arial MT"/>
              <a:buChar char="•"/>
              <a:tabLst>
                <a:tab pos="425958" algn="l"/>
              </a:tabLst>
            </a:pPr>
            <a:r>
              <a:rPr sz="2280" dirty="0">
                <a:latin typeface="Calibri"/>
                <a:cs typeface="Calibri"/>
              </a:rPr>
              <a:t>Change</a:t>
            </a:r>
            <a:r>
              <a:rPr sz="2280" spc="-66" dirty="0">
                <a:latin typeface="Calibri"/>
                <a:cs typeface="Calibri"/>
              </a:rPr>
              <a:t> </a:t>
            </a:r>
            <a:r>
              <a:rPr sz="2280" dirty="0">
                <a:latin typeface="Calibri"/>
                <a:cs typeface="Calibri"/>
              </a:rPr>
              <a:t>requests</a:t>
            </a:r>
            <a:r>
              <a:rPr sz="2280" spc="-66" dirty="0">
                <a:latin typeface="Calibri"/>
                <a:cs typeface="Calibri"/>
              </a:rPr>
              <a:t> </a:t>
            </a:r>
            <a:r>
              <a:rPr sz="2280" dirty="0">
                <a:latin typeface="Calibri"/>
                <a:cs typeface="Calibri"/>
              </a:rPr>
              <a:t>may</a:t>
            </a:r>
            <a:r>
              <a:rPr sz="2280" spc="-72" dirty="0">
                <a:latin typeface="Calibri"/>
                <a:cs typeface="Calibri"/>
              </a:rPr>
              <a:t> </a:t>
            </a:r>
            <a:r>
              <a:rPr sz="2280" dirty="0">
                <a:latin typeface="Calibri"/>
                <a:cs typeface="Calibri"/>
              </a:rPr>
              <a:t>be</a:t>
            </a:r>
            <a:r>
              <a:rPr sz="2280" spc="-84" dirty="0">
                <a:latin typeface="Calibri"/>
                <a:cs typeface="Calibri"/>
              </a:rPr>
              <a:t> </a:t>
            </a:r>
            <a:r>
              <a:rPr sz="2280" spc="-12" dirty="0">
                <a:latin typeface="Calibri"/>
                <a:cs typeface="Calibri"/>
              </a:rPr>
              <a:t>submitted</a:t>
            </a:r>
            <a:r>
              <a:rPr sz="2280" spc="-60" dirty="0">
                <a:latin typeface="Calibri"/>
                <a:cs typeface="Calibri"/>
              </a:rPr>
              <a:t> </a:t>
            </a:r>
            <a:r>
              <a:rPr sz="2280" dirty="0">
                <a:latin typeface="Calibri"/>
                <a:cs typeface="Calibri"/>
              </a:rPr>
              <a:t>using</a:t>
            </a:r>
            <a:r>
              <a:rPr sz="2280" spc="-66" dirty="0">
                <a:latin typeface="Calibri"/>
                <a:cs typeface="Calibri"/>
              </a:rPr>
              <a:t> </a:t>
            </a:r>
            <a:r>
              <a:rPr sz="2280" dirty="0">
                <a:latin typeface="Calibri"/>
                <a:cs typeface="Calibri"/>
              </a:rPr>
              <a:t>a</a:t>
            </a:r>
            <a:r>
              <a:rPr sz="2280" spc="-72" dirty="0">
                <a:latin typeface="Calibri"/>
                <a:cs typeface="Calibri"/>
              </a:rPr>
              <a:t> </a:t>
            </a:r>
            <a:r>
              <a:rPr sz="2280" b="1" dirty="0">
                <a:solidFill>
                  <a:srgbClr val="FF0000"/>
                </a:solidFill>
                <a:latin typeface="Calibri"/>
                <a:cs typeface="Calibri"/>
              </a:rPr>
              <a:t>Change</a:t>
            </a:r>
            <a:r>
              <a:rPr sz="2280" b="1" spc="-66" dirty="0">
                <a:solidFill>
                  <a:srgbClr val="FF0000"/>
                </a:solidFill>
                <a:latin typeface="Calibri"/>
                <a:cs typeface="Calibri"/>
              </a:rPr>
              <a:t> </a:t>
            </a:r>
            <a:r>
              <a:rPr sz="2280" b="1" dirty="0">
                <a:solidFill>
                  <a:srgbClr val="FF0000"/>
                </a:solidFill>
                <a:latin typeface="Calibri"/>
                <a:cs typeface="Calibri"/>
              </a:rPr>
              <a:t>Request</a:t>
            </a:r>
            <a:r>
              <a:rPr sz="2280" b="1" spc="-42" dirty="0">
                <a:solidFill>
                  <a:srgbClr val="FF0000"/>
                </a:solidFill>
                <a:latin typeface="Calibri"/>
                <a:cs typeface="Calibri"/>
              </a:rPr>
              <a:t> </a:t>
            </a:r>
            <a:r>
              <a:rPr sz="2280" b="1" dirty="0">
                <a:solidFill>
                  <a:srgbClr val="FF0000"/>
                </a:solidFill>
                <a:latin typeface="Calibri"/>
                <a:cs typeface="Calibri"/>
              </a:rPr>
              <a:t>Form</a:t>
            </a:r>
            <a:r>
              <a:rPr sz="2280" b="1" spc="-66" dirty="0">
                <a:solidFill>
                  <a:srgbClr val="FF0000"/>
                </a:solidFill>
                <a:latin typeface="Calibri"/>
                <a:cs typeface="Calibri"/>
              </a:rPr>
              <a:t> </a:t>
            </a:r>
            <a:r>
              <a:rPr sz="2280" spc="-12" dirty="0">
                <a:latin typeface="Calibri"/>
                <a:cs typeface="Calibri"/>
              </a:rPr>
              <a:t>(CRF).</a:t>
            </a:r>
            <a:endParaRPr sz="2280">
              <a:latin typeface="Calibri"/>
              <a:cs typeface="Calibri"/>
            </a:endParaRPr>
          </a:p>
          <a:p>
            <a:pPr marL="425958" indent="-410718">
              <a:lnSpc>
                <a:spcPts val="2598"/>
              </a:lnSpc>
              <a:spcBef>
                <a:spcPts val="444"/>
              </a:spcBef>
              <a:buFont typeface="Arial MT"/>
              <a:buChar char="•"/>
              <a:tabLst>
                <a:tab pos="425958" algn="l"/>
              </a:tabLst>
            </a:pPr>
            <a:r>
              <a:rPr sz="2280" b="1" dirty="0">
                <a:latin typeface="Calibri"/>
                <a:cs typeface="Calibri"/>
              </a:rPr>
              <a:t>Stakeholders</a:t>
            </a:r>
            <a:r>
              <a:rPr sz="2280" b="1" spc="414" dirty="0">
                <a:latin typeface="Calibri"/>
                <a:cs typeface="Calibri"/>
              </a:rPr>
              <a:t> </a:t>
            </a:r>
            <a:r>
              <a:rPr sz="2280" dirty="0">
                <a:latin typeface="Calibri"/>
                <a:cs typeface="Calibri"/>
              </a:rPr>
              <a:t>may</a:t>
            </a:r>
            <a:r>
              <a:rPr sz="2280" spc="420" dirty="0">
                <a:latin typeface="Calibri"/>
                <a:cs typeface="Calibri"/>
              </a:rPr>
              <a:t> </a:t>
            </a:r>
            <a:r>
              <a:rPr sz="2280" dirty="0">
                <a:latin typeface="Calibri"/>
                <a:cs typeface="Calibri"/>
              </a:rPr>
              <a:t>be</a:t>
            </a:r>
            <a:r>
              <a:rPr sz="2280" spc="408" dirty="0">
                <a:latin typeface="Calibri"/>
                <a:cs typeface="Calibri"/>
              </a:rPr>
              <a:t> </a:t>
            </a:r>
            <a:r>
              <a:rPr sz="2280" b="1" i="1" dirty="0">
                <a:solidFill>
                  <a:srgbClr val="C00000"/>
                </a:solidFill>
                <a:latin typeface="Calibri"/>
                <a:cs typeface="Calibri"/>
              </a:rPr>
              <a:t>system</a:t>
            </a:r>
            <a:r>
              <a:rPr sz="2280" b="1" i="1" spc="408" dirty="0">
                <a:solidFill>
                  <a:srgbClr val="C00000"/>
                </a:solidFill>
                <a:latin typeface="Calibri"/>
                <a:cs typeface="Calibri"/>
              </a:rPr>
              <a:t> </a:t>
            </a:r>
            <a:r>
              <a:rPr sz="2280" b="1" i="1" dirty="0">
                <a:solidFill>
                  <a:srgbClr val="C00000"/>
                </a:solidFill>
                <a:latin typeface="Calibri"/>
                <a:cs typeface="Calibri"/>
              </a:rPr>
              <a:t>owners</a:t>
            </a:r>
            <a:r>
              <a:rPr sz="2280" b="1" i="1" spc="402" dirty="0">
                <a:solidFill>
                  <a:srgbClr val="C00000"/>
                </a:solidFill>
                <a:latin typeface="Calibri"/>
                <a:cs typeface="Calibri"/>
              </a:rPr>
              <a:t> </a:t>
            </a:r>
            <a:r>
              <a:rPr sz="2280" b="1" i="1" dirty="0">
                <a:solidFill>
                  <a:srgbClr val="C00000"/>
                </a:solidFill>
                <a:latin typeface="Calibri"/>
                <a:cs typeface="Calibri"/>
              </a:rPr>
              <a:t>and</a:t>
            </a:r>
            <a:r>
              <a:rPr sz="2280" b="1" i="1" spc="414" dirty="0">
                <a:solidFill>
                  <a:srgbClr val="C00000"/>
                </a:solidFill>
                <a:latin typeface="Calibri"/>
                <a:cs typeface="Calibri"/>
              </a:rPr>
              <a:t> </a:t>
            </a:r>
            <a:r>
              <a:rPr sz="2280" b="1" i="1" dirty="0">
                <a:solidFill>
                  <a:srgbClr val="C00000"/>
                </a:solidFill>
                <a:latin typeface="Calibri"/>
                <a:cs typeface="Calibri"/>
              </a:rPr>
              <a:t>users</a:t>
            </a:r>
            <a:r>
              <a:rPr sz="2280" dirty="0">
                <a:latin typeface="Calibri"/>
                <a:cs typeface="Calibri"/>
              </a:rPr>
              <a:t>,</a:t>
            </a:r>
            <a:r>
              <a:rPr sz="2280" spc="396" dirty="0">
                <a:latin typeface="Calibri"/>
                <a:cs typeface="Calibri"/>
              </a:rPr>
              <a:t> </a:t>
            </a:r>
            <a:r>
              <a:rPr sz="2280" b="1" i="1" dirty="0">
                <a:solidFill>
                  <a:srgbClr val="C00000"/>
                </a:solidFill>
                <a:latin typeface="Calibri"/>
                <a:cs typeface="Calibri"/>
              </a:rPr>
              <a:t>beta</a:t>
            </a:r>
            <a:r>
              <a:rPr sz="2280" b="1" i="1" spc="402" dirty="0">
                <a:solidFill>
                  <a:srgbClr val="C00000"/>
                </a:solidFill>
                <a:latin typeface="Calibri"/>
                <a:cs typeface="Calibri"/>
              </a:rPr>
              <a:t> </a:t>
            </a:r>
            <a:r>
              <a:rPr sz="2280" b="1" i="1" dirty="0">
                <a:solidFill>
                  <a:srgbClr val="C00000"/>
                </a:solidFill>
                <a:latin typeface="Calibri"/>
                <a:cs typeface="Calibri"/>
              </a:rPr>
              <a:t>testers</a:t>
            </a:r>
            <a:r>
              <a:rPr sz="2280" dirty="0">
                <a:latin typeface="Calibri"/>
                <a:cs typeface="Calibri"/>
              </a:rPr>
              <a:t>,</a:t>
            </a:r>
            <a:r>
              <a:rPr sz="2280" spc="396" dirty="0">
                <a:latin typeface="Calibri"/>
                <a:cs typeface="Calibri"/>
              </a:rPr>
              <a:t> </a:t>
            </a:r>
            <a:r>
              <a:rPr sz="2280" b="1" i="1" dirty="0">
                <a:solidFill>
                  <a:srgbClr val="C00000"/>
                </a:solidFill>
                <a:latin typeface="Calibri"/>
                <a:cs typeface="Calibri"/>
              </a:rPr>
              <a:t>developers</a:t>
            </a:r>
            <a:r>
              <a:rPr sz="2280" dirty="0">
                <a:latin typeface="Calibri"/>
                <a:cs typeface="Calibri"/>
              </a:rPr>
              <a:t>,</a:t>
            </a:r>
            <a:r>
              <a:rPr sz="2280" spc="396" dirty="0">
                <a:latin typeface="Calibri"/>
                <a:cs typeface="Calibri"/>
              </a:rPr>
              <a:t> </a:t>
            </a:r>
            <a:r>
              <a:rPr sz="2280" dirty="0">
                <a:latin typeface="Calibri"/>
                <a:cs typeface="Calibri"/>
              </a:rPr>
              <a:t>or</a:t>
            </a:r>
            <a:r>
              <a:rPr sz="2280" spc="408" dirty="0">
                <a:latin typeface="Calibri"/>
                <a:cs typeface="Calibri"/>
              </a:rPr>
              <a:t> </a:t>
            </a:r>
            <a:r>
              <a:rPr sz="2280" spc="-30" dirty="0">
                <a:latin typeface="Calibri"/>
                <a:cs typeface="Calibri"/>
              </a:rPr>
              <a:t>the</a:t>
            </a:r>
            <a:endParaRPr sz="2280">
              <a:latin typeface="Calibri"/>
              <a:cs typeface="Calibri"/>
            </a:endParaRPr>
          </a:p>
          <a:p>
            <a:pPr marL="425958">
              <a:lnSpc>
                <a:spcPts val="2598"/>
              </a:lnSpc>
            </a:pPr>
            <a:r>
              <a:rPr sz="2280" b="1" i="1" dirty="0">
                <a:solidFill>
                  <a:srgbClr val="C00000"/>
                </a:solidFill>
                <a:latin typeface="Calibri"/>
                <a:cs typeface="Calibri"/>
              </a:rPr>
              <a:t>marketing</a:t>
            </a:r>
            <a:r>
              <a:rPr sz="2280" b="1" i="1" spc="-48" dirty="0">
                <a:solidFill>
                  <a:srgbClr val="C00000"/>
                </a:solidFill>
                <a:latin typeface="Calibri"/>
                <a:cs typeface="Calibri"/>
              </a:rPr>
              <a:t> </a:t>
            </a:r>
            <a:r>
              <a:rPr sz="2280" b="1" i="1" spc="-12" dirty="0">
                <a:solidFill>
                  <a:srgbClr val="C00000"/>
                </a:solidFill>
                <a:latin typeface="Calibri"/>
                <a:cs typeface="Calibri"/>
              </a:rPr>
              <a:t>department</a:t>
            </a:r>
            <a:r>
              <a:rPr sz="2280" b="1" i="1" spc="-18" dirty="0">
                <a:solidFill>
                  <a:srgbClr val="C00000"/>
                </a:solidFill>
                <a:latin typeface="Calibri"/>
                <a:cs typeface="Calibri"/>
              </a:rPr>
              <a:t> </a:t>
            </a:r>
            <a:r>
              <a:rPr sz="2280" dirty="0">
                <a:latin typeface="Calibri"/>
                <a:cs typeface="Calibri"/>
              </a:rPr>
              <a:t>of</a:t>
            </a:r>
            <a:r>
              <a:rPr sz="2280" spc="-42" dirty="0">
                <a:latin typeface="Calibri"/>
                <a:cs typeface="Calibri"/>
              </a:rPr>
              <a:t> </a:t>
            </a:r>
            <a:r>
              <a:rPr sz="2280" dirty="0">
                <a:latin typeface="Calibri"/>
                <a:cs typeface="Calibri"/>
              </a:rPr>
              <a:t>a</a:t>
            </a:r>
            <a:r>
              <a:rPr sz="2280" spc="-36" dirty="0">
                <a:latin typeface="Calibri"/>
                <a:cs typeface="Calibri"/>
              </a:rPr>
              <a:t> </a:t>
            </a:r>
            <a:r>
              <a:rPr sz="2280" spc="-12" dirty="0">
                <a:latin typeface="Calibri"/>
                <a:cs typeface="Calibri"/>
              </a:rPr>
              <a:t>company.</a:t>
            </a:r>
            <a:endParaRPr sz="2280">
              <a:latin typeface="Calibri"/>
              <a:cs typeface="Calibri"/>
            </a:endParaRPr>
          </a:p>
          <a:p>
            <a:pPr marL="425958" marR="7620" indent="-411480">
              <a:lnSpc>
                <a:spcPts val="2460"/>
              </a:lnSpc>
              <a:spcBef>
                <a:spcPts val="762"/>
              </a:spcBef>
              <a:buFont typeface="Arial MT"/>
              <a:buChar char="•"/>
              <a:tabLst>
                <a:tab pos="425958" algn="l"/>
                <a:tab pos="1761744" algn="l"/>
                <a:tab pos="2769108" algn="l"/>
                <a:tab pos="3839718" algn="l"/>
                <a:tab pos="4686300" algn="l"/>
                <a:tab pos="9048750" algn="l"/>
              </a:tabLst>
            </a:pPr>
            <a:r>
              <a:rPr sz="2280" b="1" spc="-12" dirty="0">
                <a:latin typeface="Calibri"/>
                <a:cs typeface="Calibri"/>
              </a:rPr>
              <a:t>Electronic</a:t>
            </a:r>
            <a:r>
              <a:rPr sz="2280" b="1" dirty="0">
                <a:latin typeface="Calibri"/>
                <a:cs typeface="Calibri"/>
              </a:rPr>
              <a:t>	</a:t>
            </a:r>
            <a:r>
              <a:rPr sz="2280" b="1" spc="-12" dirty="0">
                <a:latin typeface="Calibri"/>
                <a:cs typeface="Calibri"/>
              </a:rPr>
              <a:t>change</a:t>
            </a:r>
            <a:r>
              <a:rPr sz="2280" b="1" dirty="0">
                <a:latin typeface="Calibri"/>
                <a:cs typeface="Calibri"/>
              </a:rPr>
              <a:t>	</a:t>
            </a:r>
            <a:r>
              <a:rPr sz="2280" b="1" spc="-12" dirty="0">
                <a:latin typeface="Calibri"/>
                <a:cs typeface="Calibri"/>
              </a:rPr>
              <a:t>request</a:t>
            </a:r>
            <a:r>
              <a:rPr sz="2280" b="1" dirty="0">
                <a:latin typeface="Calibri"/>
                <a:cs typeface="Calibri"/>
              </a:rPr>
              <a:t>	</a:t>
            </a:r>
            <a:r>
              <a:rPr sz="2280" b="1" spc="-12" dirty="0">
                <a:latin typeface="Calibri"/>
                <a:cs typeface="Calibri"/>
              </a:rPr>
              <a:t>forms</a:t>
            </a:r>
            <a:r>
              <a:rPr sz="2280" b="1" dirty="0">
                <a:latin typeface="Calibri"/>
                <a:cs typeface="Calibri"/>
              </a:rPr>
              <a:t>	</a:t>
            </a:r>
            <a:r>
              <a:rPr sz="2280" dirty="0">
                <a:latin typeface="Calibri"/>
                <a:cs typeface="Calibri"/>
              </a:rPr>
              <a:t>record</a:t>
            </a:r>
            <a:r>
              <a:rPr sz="2280" spc="570" dirty="0">
                <a:latin typeface="Calibri"/>
                <a:cs typeface="Calibri"/>
              </a:rPr>
              <a:t> </a:t>
            </a:r>
            <a:r>
              <a:rPr sz="2280" dirty="0">
                <a:latin typeface="Calibri"/>
                <a:cs typeface="Calibri"/>
              </a:rPr>
              <a:t>information</a:t>
            </a:r>
            <a:r>
              <a:rPr sz="2280" spc="581" dirty="0">
                <a:latin typeface="Calibri"/>
                <a:cs typeface="Calibri"/>
              </a:rPr>
              <a:t> </a:t>
            </a:r>
            <a:r>
              <a:rPr sz="2280" dirty="0">
                <a:latin typeface="Calibri"/>
                <a:cs typeface="Calibri"/>
              </a:rPr>
              <a:t>that</a:t>
            </a:r>
            <a:r>
              <a:rPr sz="2280" spc="570" dirty="0">
                <a:latin typeface="Calibri"/>
                <a:cs typeface="Calibri"/>
              </a:rPr>
              <a:t> </a:t>
            </a:r>
            <a:r>
              <a:rPr sz="2280" dirty="0">
                <a:latin typeface="Calibri"/>
                <a:cs typeface="Calibri"/>
              </a:rPr>
              <a:t>is</a:t>
            </a:r>
            <a:r>
              <a:rPr sz="2280" spc="551" dirty="0">
                <a:latin typeface="Calibri"/>
                <a:cs typeface="Calibri"/>
              </a:rPr>
              <a:t> </a:t>
            </a:r>
            <a:r>
              <a:rPr sz="2280" spc="-12" dirty="0">
                <a:latin typeface="Calibri"/>
                <a:cs typeface="Calibri"/>
              </a:rPr>
              <a:t>shared</a:t>
            </a:r>
            <a:r>
              <a:rPr sz="2280" dirty="0">
                <a:latin typeface="Calibri"/>
                <a:cs typeface="Calibri"/>
              </a:rPr>
              <a:t>	between</a:t>
            </a:r>
            <a:r>
              <a:rPr sz="2280" spc="564" dirty="0">
                <a:latin typeface="Calibri"/>
                <a:cs typeface="Calibri"/>
              </a:rPr>
              <a:t> </a:t>
            </a:r>
            <a:r>
              <a:rPr sz="2280" spc="-30" dirty="0">
                <a:latin typeface="Calibri"/>
                <a:cs typeface="Calibri"/>
              </a:rPr>
              <a:t>all </a:t>
            </a:r>
            <a:r>
              <a:rPr sz="2280" dirty="0">
                <a:latin typeface="Calibri"/>
                <a:cs typeface="Calibri"/>
              </a:rPr>
              <a:t>groups</a:t>
            </a:r>
            <a:r>
              <a:rPr sz="2280" spc="-66" dirty="0">
                <a:latin typeface="Calibri"/>
                <a:cs typeface="Calibri"/>
              </a:rPr>
              <a:t> </a:t>
            </a:r>
            <a:r>
              <a:rPr sz="2280" spc="-12" dirty="0">
                <a:latin typeface="Calibri"/>
                <a:cs typeface="Calibri"/>
              </a:rPr>
              <a:t>involved</a:t>
            </a:r>
            <a:r>
              <a:rPr sz="2280" spc="-42" dirty="0">
                <a:latin typeface="Calibri"/>
                <a:cs typeface="Calibri"/>
              </a:rPr>
              <a:t> </a:t>
            </a:r>
            <a:r>
              <a:rPr sz="2280" dirty="0">
                <a:latin typeface="Calibri"/>
                <a:cs typeface="Calibri"/>
              </a:rPr>
              <a:t>in</a:t>
            </a:r>
            <a:r>
              <a:rPr sz="2280" spc="-78" dirty="0">
                <a:latin typeface="Calibri"/>
                <a:cs typeface="Calibri"/>
              </a:rPr>
              <a:t> </a:t>
            </a:r>
            <a:r>
              <a:rPr sz="2280" dirty="0">
                <a:latin typeface="Calibri"/>
                <a:cs typeface="Calibri"/>
              </a:rPr>
              <a:t>change</a:t>
            </a:r>
            <a:r>
              <a:rPr sz="2280" spc="-84" dirty="0">
                <a:latin typeface="Calibri"/>
                <a:cs typeface="Calibri"/>
              </a:rPr>
              <a:t> </a:t>
            </a:r>
            <a:r>
              <a:rPr sz="2280" spc="-12" dirty="0">
                <a:latin typeface="Calibri"/>
                <a:cs typeface="Calibri"/>
              </a:rPr>
              <a:t>management.</a:t>
            </a:r>
            <a:endParaRPr sz="2280">
              <a:latin typeface="Calibri"/>
              <a:cs typeface="Calibri"/>
            </a:endParaRPr>
          </a:p>
          <a:p>
            <a:pPr marL="425958" marR="6096" indent="-411480">
              <a:lnSpc>
                <a:spcPts val="2460"/>
              </a:lnSpc>
              <a:spcBef>
                <a:spcPts val="720"/>
              </a:spcBef>
              <a:buFont typeface="Arial MT"/>
              <a:buChar char="•"/>
              <a:tabLst>
                <a:tab pos="425958" algn="l"/>
              </a:tabLst>
            </a:pPr>
            <a:r>
              <a:rPr sz="2280" dirty="0">
                <a:latin typeface="Calibri"/>
                <a:cs typeface="Calibri"/>
              </a:rPr>
              <a:t>As</a:t>
            </a:r>
            <a:r>
              <a:rPr sz="2280" spc="521" dirty="0">
                <a:latin typeface="Calibri"/>
                <a:cs typeface="Calibri"/>
              </a:rPr>
              <a:t> </a:t>
            </a:r>
            <a:r>
              <a:rPr sz="2280" dirty="0">
                <a:latin typeface="Calibri"/>
                <a:cs typeface="Calibri"/>
              </a:rPr>
              <a:t>the</a:t>
            </a:r>
            <a:r>
              <a:rPr sz="2280" spc="521" dirty="0">
                <a:latin typeface="Calibri"/>
                <a:cs typeface="Calibri"/>
              </a:rPr>
              <a:t> </a:t>
            </a:r>
            <a:r>
              <a:rPr sz="2280" dirty="0">
                <a:latin typeface="Calibri"/>
                <a:cs typeface="Calibri"/>
              </a:rPr>
              <a:t>change</a:t>
            </a:r>
            <a:r>
              <a:rPr sz="2280" spc="546" dirty="0">
                <a:latin typeface="Calibri"/>
                <a:cs typeface="Calibri"/>
              </a:rPr>
              <a:t> </a:t>
            </a:r>
            <a:r>
              <a:rPr sz="2280" dirty="0">
                <a:latin typeface="Calibri"/>
                <a:cs typeface="Calibri"/>
              </a:rPr>
              <a:t>request</a:t>
            </a:r>
            <a:r>
              <a:rPr sz="2280" spc="521" dirty="0">
                <a:latin typeface="Calibri"/>
                <a:cs typeface="Calibri"/>
              </a:rPr>
              <a:t> </a:t>
            </a:r>
            <a:r>
              <a:rPr sz="2280" dirty="0">
                <a:latin typeface="Calibri"/>
                <a:cs typeface="Calibri"/>
              </a:rPr>
              <a:t>is</a:t>
            </a:r>
            <a:r>
              <a:rPr sz="2280" spc="521" dirty="0">
                <a:latin typeface="Calibri"/>
                <a:cs typeface="Calibri"/>
              </a:rPr>
              <a:t> </a:t>
            </a:r>
            <a:r>
              <a:rPr sz="2280" dirty="0">
                <a:latin typeface="Calibri"/>
                <a:cs typeface="Calibri"/>
              </a:rPr>
              <a:t>processed,</a:t>
            </a:r>
            <a:r>
              <a:rPr sz="2280" spc="528" dirty="0">
                <a:latin typeface="Calibri"/>
                <a:cs typeface="Calibri"/>
              </a:rPr>
              <a:t> </a:t>
            </a:r>
            <a:r>
              <a:rPr sz="2280" dirty="0">
                <a:latin typeface="Calibri"/>
                <a:cs typeface="Calibri"/>
              </a:rPr>
              <a:t>information</a:t>
            </a:r>
            <a:r>
              <a:rPr sz="2280" spc="528" dirty="0">
                <a:latin typeface="Calibri"/>
                <a:cs typeface="Calibri"/>
              </a:rPr>
              <a:t> </a:t>
            </a:r>
            <a:r>
              <a:rPr sz="2280" dirty="0">
                <a:latin typeface="Calibri"/>
                <a:cs typeface="Calibri"/>
              </a:rPr>
              <a:t>is</a:t>
            </a:r>
            <a:r>
              <a:rPr sz="2280" spc="521" dirty="0">
                <a:latin typeface="Calibri"/>
                <a:cs typeface="Calibri"/>
              </a:rPr>
              <a:t> </a:t>
            </a:r>
            <a:r>
              <a:rPr sz="2280" dirty="0">
                <a:latin typeface="Calibri"/>
                <a:cs typeface="Calibri"/>
              </a:rPr>
              <a:t>added</a:t>
            </a:r>
            <a:r>
              <a:rPr sz="2280" spc="534" dirty="0">
                <a:latin typeface="Calibri"/>
                <a:cs typeface="Calibri"/>
              </a:rPr>
              <a:t> </a:t>
            </a:r>
            <a:r>
              <a:rPr sz="2280" dirty="0">
                <a:latin typeface="Calibri"/>
                <a:cs typeface="Calibri"/>
              </a:rPr>
              <a:t>to</a:t>
            </a:r>
            <a:r>
              <a:rPr sz="2280" spc="516" dirty="0">
                <a:latin typeface="Calibri"/>
                <a:cs typeface="Calibri"/>
              </a:rPr>
              <a:t> </a:t>
            </a:r>
            <a:r>
              <a:rPr sz="2280" dirty="0">
                <a:latin typeface="Calibri"/>
                <a:cs typeface="Calibri"/>
              </a:rPr>
              <a:t>the</a:t>
            </a:r>
            <a:r>
              <a:rPr sz="2280" spc="534" dirty="0">
                <a:latin typeface="Calibri"/>
                <a:cs typeface="Calibri"/>
              </a:rPr>
              <a:t> </a:t>
            </a:r>
            <a:r>
              <a:rPr sz="2280" dirty="0">
                <a:latin typeface="Calibri"/>
                <a:cs typeface="Calibri"/>
              </a:rPr>
              <a:t>CRF</a:t>
            </a:r>
            <a:r>
              <a:rPr sz="2280" spc="546" dirty="0">
                <a:latin typeface="Calibri"/>
                <a:cs typeface="Calibri"/>
              </a:rPr>
              <a:t> </a:t>
            </a:r>
            <a:r>
              <a:rPr sz="2280" dirty="0">
                <a:latin typeface="Calibri"/>
                <a:cs typeface="Calibri"/>
              </a:rPr>
              <a:t>to</a:t>
            </a:r>
            <a:r>
              <a:rPr sz="2280" spc="516" dirty="0">
                <a:latin typeface="Calibri"/>
                <a:cs typeface="Calibri"/>
              </a:rPr>
              <a:t> </a:t>
            </a:r>
            <a:r>
              <a:rPr sz="2280" spc="-12" dirty="0">
                <a:latin typeface="Calibri"/>
                <a:cs typeface="Calibri"/>
              </a:rPr>
              <a:t>record </a:t>
            </a:r>
            <a:r>
              <a:rPr sz="2280" dirty="0">
                <a:latin typeface="Calibri"/>
                <a:cs typeface="Calibri"/>
              </a:rPr>
              <a:t>decisions</a:t>
            </a:r>
            <a:r>
              <a:rPr sz="2280" spc="-48" dirty="0">
                <a:latin typeface="Calibri"/>
                <a:cs typeface="Calibri"/>
              </a:rPr>
              <a:t> </a:t>
            </a:r>
            <a:r>
              <a:rPr sz="2280" dirty="0">
                <a:latin typeface="Calibri"/>
                <a:cs typeface="Calibri"/>
              </a:rPr>
              <a:t>made</a:t>
            </a:r>
            <a:r>
              <a:rPr sz="2280" spc="-48" dirty="0">
                <a:latin typeface="Calibri"/>
                <a:cs typeface="Calibri"/>
              </a:rPr>
              <a:t> </a:t>
            </a:r>
            <a:r>
              <a:rPr sz="2280" dirty="0">
                <a:latin typeface="Calibri"/>
                <a:cs typeface="Calibri"/>
              </a:rPr>
              <a:t>at</a:t>
            </a:r>
            <a:r>
              <a:rPr sz="2280" spc="-66" dirty="0">
                <a:latin typeface="Calibri"/>
                <a:cs typeface="Calibri"/>
              </a:rPr>
              <a:t> </a:t>
            </a:r>
            <a:r>
              <a:rPr sz="2280" dirty="0">
                <a:latin typeface="Calibri"/>
                <a:cs typeface="Calibri"/>
              </a:rPr>
              <a:t>each</a:t>
            </a:r>
            <a:r>
              <a:rPr sz="2280" spc="-54" dirty="0">
                <a:latin typeface="Calibri"/>
                <a:cs typeface="Calibri"/>
              </a:rPr>
              <a:t> </a:t>
            </a:r>
            <a:r>
              <a:rPr sz="2280" dirty="0">
                <a:latin typeface="Calibri"/>
                <a:cs typeface="Calibri"/>
              </a:rPr>
              <a:t>stage</a:t>
            </a:r>
            <a:r>
              <a:rPr sz="2280" spc="-48" dirty="0">
                <a:latin typeface="Calibri"/>
                <a:cs typeface="Calibri"/>
              </a:rPr>
              <a:t> </a:t>
            </a:r>
            <a:r>
              <a:rPr sz="2280" dirty="0">
                <a:latin typeface="Calibri"/>
                <a:cs typeface="Calibri"/>
              </a:rPr>
              <a:t>of</a:t>
            </a:r>
            <a:r>
              <a:rPr sz="2280" spc="-60" dirty="0">
                <a:latin typeface="Calibri"/>
                <a:cs typeface="Calibri"/>
              </a:rPr>
              <a:t> </a:t>
            </a:r>
            <a:r>
              <a:rPr sz="2280" dirty="0">
                <a:latin typeface="Calibri"/>
                <a:cs typeface="Calibri"/>
              </a:rPr>
              <a:t>the</a:t>
            </a:r>
            <a:r>
              <a:rPr sz="2280" spc="-54" dirty="0">
                <a:latin typeface="Calibri"/>
                <a:cs typeface="Calibri"/>
              </a:rPr>
              <a:t> </a:t>
            </a:r>
            <a:r>
              <a:rPr sz="2280" spc="-12" dirty="0">
                <a:latin typeface="Calibri"/>
                <a:cs typeface="Calibri"/>
              </a:rPr>
              <a:t>process.</a:t>
            </a:r>
            <a:endParaRPr sz="2280">
              <a:latin typeface="Calibri"/>
              <a:cs typeface="Calibri"/>
            </a:endParaRPr>
          </a:p>
          <a:p>
            <a:pPr marL="425958" indent="-410718">
              <a:spcBef>
                <a:spcPts val="420"/>
              </a:spcBef>
              <a:buFont typeface="Arial MT"/>
              <a:buChar char="•"/>
              <a:tabLst>
                <a:tab pos="425958" algn="l"/>
              </a:tabLst>
            </a:pPr>
            <a:r>
              <a:rPr sz="2280" dirty="0">
                <a:latin typeface="Calibri"/>
                <a:cs typeface="Calibri"/>
              </a:rPr>
              <a:t>At</a:t>
            </a:r>
            <a:r>
              <a:rPr sz="2280" spc="-54" dirty="0">
                <a:latin typeface="Calibri"/>
                <a:cs typeface="Calibri"/>
              </a:rPr>
              <a:t> </a:t>
            </a:r>
            <a:r>
              <a:rPr sz="2280" dirty="0">
                <a:latin typeface="Calibri"/>
                <a:cs typeface="Calibri"/>
              </a:rPr>
              <a:t>any</a:t>
            </a:r>
            <a:r>
              <a:rPr sz="2280" spc="-54" dirty="0">
                <a:latin typeface="Calibri"/>
                <a:cs typeface="Calibri"/>
              </a:rPr>
              <a:t> </a:t>
            </a:r>
            <a:r>
              <a:rPr sz="2280" dirty="0">
                <a:latin typeface="Calibri"/>
                <a:cs typeface="Calibri"/>
              </a:rPr>
              <a:t>time,</a:t>
            </a:r>
            <a:r>
              <a:rPr sz="2280" spc="-36" dirty="0">
                <a:latin typeface="Calibri"/>
                <a:cs typeface="Calibri"/>
              </a:rPr>
              <a:t> </a:t>
            </a:r>
            <a:r>
              <a:rPr sz="2280" dirty="0">
                <a:latin typeface="Calibri"/>
                <a:cs typeface="Calibri"/>
              </a:rPr>
              <a:t>it</a:t>
            </a:r>
            <a:r>
              <a:rPr sz="2280" spc="-54" dirty="0">
                <a:latin typeface="Calibri"/>
                <a:cs typeface="Calibri"/>
              </a:rPr>
              <a:t> </a:t>
            </a:r>
            <a:r>
              <a:rPr sz="2280" spc="-12" dirty="0">
                <a:latin typeface="Calibri"/>
                <a:cs typeface="Calibri"/>
              </a:rPr>
              <a:t>therefore</a:t>
            </a:r>
            <a:r>
              <a:rPr sz="2280" spc="-54" dirty="0">
                <a:latin typeface="Calibri"/>
                <a:cs typeface="Calibri"/>
              </a:rPr>
              <a:t> </a:t>
            </a:r>
            <a:r>
              <a:rPr sz="2280" spc="-12" dirty="0">
                <a:latin typeface="Calibri"/>
                <a:cs typeface="Calibri"/>
              </a:rPr>
              <a:t>represents</a:t>
            </a:r>
            <a:r>
              <a:rPr sz="2280" spc="-54" dirty="0">
                <a:latin typeface="Calibri"/>
                <a:cs typeface="Calibri"/>
              </a:rPr>
              <a:t> </a:t>
            </a:r>
            <a:r>
              <a:rPr sz="2280" dirty="0">
                <a:latin typeface="Calibri"/>
                <a:cs typeface="Calibri"/>
              </a:rPr>
              <a:t>a</a:t>
            </a:r>
            <a:r>
              <a:rPr sz="2280" spc="-48" dirty="0">
                <a:latin typeface="Calibri"/>
                <a:cs typeface="Calibri"/>
              </a:rPr>
              <a:t> </a:t>
            </a:r>
            <a:r>
              <a:rPr sz="2280" dirty="0">
                <a:latin typeface="Calibri"/>
                <a:cs typeface="Calibri"/>
              </a:rPr>
              <a:t>snapshot</a:t>
            </a:r>
            <a:r>
              <a:rPr sz="2280" spc="-54" dirty="0">
                <a:latin typeface="Calibri"/>
                <a:cs typeface="Calibri"/>
              </a:rPr>
              <a:t> </a:t>
            </a:r>
            <a:r>
              <a:rPr sz="2280" dirty="0">
                <a:latin typeface="Calibri"/>
                <a:cs typeface="Calibri"/>
              </a:rPr>
              <a:t>of</a:t>
            </a:r>
            <a:r>
              <a:rPr sz="2280" spc="-72" dirty="0">
                <a:latin typeface="Calibri"/>
                <a:cs typeface="Calibri"/>
              </a:rPr>
              <a:t> </a:t>
            </a:r>
            <a:r>
              <a:rPr sz="2280" dirty="0">
                <a:latin typeface="Calibri"/>
                <a:cs typeface="Calibri"/>
              </a:rPr>
              <a:t>the</a:t>
            </a:r>
            <a:r>
              <a:rPr sz="2280" spc="-36" dirty="0">
                <a:latin typeface="Calibri"/>
                <a:cs typeface="Calibri"/>
              </a:rPr>
              <a:t> </a:t>
            </a:r>
            <a:r>
              <a:rPr sz="2280" spc="-12" dirty="0">
                <a:latin typeface="Calibri"/>
                <a:cs typeface="Calibri"/>
              </a:rPr>
              <a:t>state</a:t>
            </a:r>
            <a:r>
              <a:rPr sz="2280" spc="-66" dirty="0">
                <a:latin typeface="Calibri"/>
                <a:cs typeface="Calibri"/>
              </a:rPr>
              <a:t> </a:t>
            </a:r>
            <a:r>
              <a:rPr sz="2280" dirty="0">
                <a:latin typeface="Calibri"/>
                <a:cs typeface="Calibri"/>
              </a:rPr>
              <a:t>of</a:t>
            </a:r>
            <a:r>
              <a:rPr sz="2280" spc="-60" dirty="0">
                <a:latin typeface="Calibri"/>
                <a:cs typeface="Calibri"/>
              </a:rPr>
              <a:t> </a:t>
            </a:r>
            <a:r>
              <a:rPr sz="2280" dirty="0">
                <a:latin typeface="Calibri"/>
                <a:cs typeface="Calibri"/>
              </a:rPr>
              <a:t>the</a:t>
            </a:r>
            <a:r>
              <a:rPr sz="2280" spc="-54" dirty="0">
                <a:latin typeface="Calibri"/>
                <a:cs typeface="Calibri"/>
              </a:rPr>
              <a:t> </a:t>
            </a:r>
            <a:r>
              <a:rPr sz="2280" dirty="0">
                <a:latin typeface="Calibri"/>
                <a:cs typeface="Calibri"/>
              </a:rPr>
              <a:t>change</a:t>
            </a:r>
            <a:r>
              <a:rPr sz="2280" spc="-42" dirty="0">
                <a:latin typeface="Calibri"/>
                <a:cs typeface="Calibri"/>
              </a:rPr>
              <a:t> </a:t>
            </a:r>
            <a:r>
              <a:rPr sz="2280" spc="-12" dirty="0">
                <a:latin typeface="Calibri"/>
                <a:cs typeface="Calibri"/>
              </a:rPr>
              <a:t>request.</a:t>
            </a:r>
            <a:endParaRPr sz="2280">
              <a:latin typeface="Calibri"/>
              <a:cs typeface="Calibri"/>
            </a:endParaRPr>
          </a:p>
          <a:p>
            <a:pPr marL="422910" marR="8382" indent="-408432" algn="just">
              <a:lnSpc>
                <a:spcPct val="90100"/>
              </a:lnSpc>
              <a:spcBef>
                <a:spcPts val="714"/>
              </a:spcBef>
              <a:buFont typeface="Arial MT"/>
              <a:buChar char="•"/>
              <a:tabLst>
                <a:tab pos="425958" algn="l"/>
              </a:tabLst>
            </a:pPr>
            <a:r>
              <a:rPr sz="2280" dirty="0">
                <a:latin typeface="Calibri"/>
                <a:cs typeface="Calibri"/>
              </a:rPr>
              <a:t>In</a:t>
            </a:r>
            <a:r>
              <a:rPr sz="2280" spc="48" dirty="0">
                <a:latin typeface="Calibri"/>
                <a:cs typeface="Calibri"/>
              </a:rPr>
              <a:t> </a:t>
            </a:r>
            <a:r>
              <a:rPr sz="2280" dirty="0">
                <a:latin typeface="Calibri"/>
                <a:cs typeface="Calibri"/>
              </a:rPr>
              <a:t>addition</a:t>
            </a:r>
            <a:r>
              <a:rPr sz="2280" spc="66" dirty="0">
                <a:latin typeface="Calibri"/>
                <a:cs typeface="Calibri"/>
              </a:rPr>
              <a:t> </a:t>
            </a:r>
            <a:r>
              <a:rPr sz="2280" dirty="0">
                <a:latin typeface="Calibri"/>
                <a:cs typeface="Calibri"/>
              </a:rPr>
              <a:t>to</a:t>
            </a:r>
            <a:r>
              <a:rPr sz="2280" spc="48" dirty="0">
                <a:latin typeface="Calibri"/>
                <a:cs typeface="Calibri"/>
              </a:rPr>
              <a:t> </a:t>
            </a:r>
            <a:r>
              <a:rPr sz="2280" dirty="0">
                <a:latin typeface="Calibri"/>
                <a:cs typeface="Calibri"/>
              </a:rPr>
              <a:t>recording</a:t>
            </a:r>
            <a:r>
              <a:rPr sz="2280" spc="48" dirty="0">
                <a:latin typeface="Calibri"/>
                <a:cs typeface="Calibri"/>
              </a:rPr>
              <a:t> </a:t>
            </a:r>
            <a:r>
              <a:rPr sz="2280" dirty="0">
                <a:latin typeface="Calibri"/>
                <a:cs typeface="Calibri"/>
              </a:rPr>
              <a:t>the</a:t>
            </a:r>
            <a:r>
              <a:rPr sz="2280" spc="54" dirty="0">
                <a:latin typeface="Calibri"/>
                <a:cs typeface="Calibri"/>
              </a:rPr>
              <a:t> </a:t>
            </a:r>
            <a:r>
              <a:rPr sz="2280" dirty="0">
                <a:latin typeface="Calibri"/>
                <a:cs typeface="Calibri"/>
              </a:rPr>
              <a:t>change</a:t>
            </a:r>
            <a:r>
              <a:rPr sz="2280" spc="60" dirty="0">
                <a:latin typeface="Calibri"/>
                <a:cs typeface="Calibri"/>
              </a:rPr>
              <a:t> </a:t>
            </a:r>
            <a:r>
              <a:rPr sz="2280" dirty="0">
                <a:latin typeface="Calibri"/>
                <a:cs typeface="Calibri"/>
              </a:rPr>
              <a:t>required,</a:t>
            </a:r>
            <a:r>
              <a:rPr sz="2280" spc="54" dirty="0">
                <a:latin typeface="Calibri"/>
                <a:cs typeface="Calibri"/>
              </a:rPr>
              <a:t> </a:t>
            </a:r>
            <a:r>
              <a:rPr sz="2280" dirty="0">
                <a:latin typeface="Calibri"/>
                <a:cs typeface="Calibri"/>
              </a:rPr>
              <a:t>the</a:t>
            </a:r>
            <a:r>
              <a:rPr sz="2280" spc="54" dirty="0">
                <a:latin typeface="Calibri"/>
                <a:cs typeface="Calibri"/>
              </a:rPr>
              <a:t> </a:t>
            </a:r>
            <a:r>
              <a:rPr sz="2280" b="1" dirty="0">
                <a:latin typeface="Calibri"/>
                <a:cs typeface="Calibri"/>
              </a:rPr>
              <a:t>CRF</a:t>
            </a:r>
            <a:r>
              <a:rPr sz="2280" b="1" spc="60" dirty="0">
                <a:latin typeface="Calibri"/>
                <a:cs typeface="Calibri"/>
              </a:rPr>
              <a:t> </a:t>
            </a:r>
            <a:r>
              <a:rPr sz="2280" b="1" dirty="0">
                <a:latin typeface="Calibri"/>
                <a:cs typeface="Calibri"/>
              </a:rPr>
              <a:t>records</a:t>
            </a:r>
            <a:r>
              <a:rPr sz="2280" b="1" spc="60" dirty="0">
                <a:latin typeface="Calibri"/>
                <a:cs typeface="Calibri"/>
              </a:rPr>
              <a:t> </a:t>
            </a:r>
            <a:r>
              <a:rPr sz="2280" dirty="0">
                <a:latin typeface="Calibri"/>
                <a:cs typeface="Calibri"/>
              </a:rPr>
              <a:t>the</a:t>
            </a:r>
            <a:r>
              <a:rPr sz="2280" spc="60" dirty="0">
                <a:latin typeface="Calibri"/>
                <a:cs typeface="Calibri"/>
              </a:rPr>
              <a:t> </a:t>
            </a:r>
            <a:r>
              <a:rPr sz="2280" b="1" i="1" spc="-12" dirty="0">
                <a:solidFill>
                  <a:srgbClr val="6F2F9F"/>
                </a:solidFill>
                <a:latin typeface="Calibri"/>
                <a:cs typeface="Calibri"/>
              </a:rPr>
              <a:t>recommendations 	</a:t>
            </a:r>
            <a:r>
              <a:rPr sz="2280" b="1" i="1" dirty="0">
                <a:solidFill>
                  <a:srgbClr val="6F2F9F"/>
                </a:solidFill>
                <a:latin typeface="Calibri"/>
                <a:cs typeface="Calibri"/>
              </a:rPr>
              <a:t>regarding</a:t>
            </a:r>
            <a:r>
              <a:rPr sz="2280" b="1" i="1" spc="168" dirty="0">
                <a:solidFill>
                  <a:srgbClr val="6F2F9F"/>
                </a:solidFill>
                <a:latin typeface="Calibri"/>
                <a:cs typeface="Calibri"/>
              </a:rPr>
              <a:t> </a:t>
            </a:r>
            <a:r>
              <a:rPr sz="2280" b="1" i="1" dirty="0">
                <a:solidFill>
                  <a:srgbClr val="6F2F9F"/>
                </a:solidFill>
                <a:latin typeface="Calibri"/>
                <a:cs typeface="Calibri"/>
              </a:rPr>
              <a:t>the</a:t>
            </a:r>
            <a:r>
              <a:rPr sz="2280" b="1" i="1" spc="180" dirty="0">
                <a:solidFill>
                  <a:srgbClr val="6F2F9F"/>
                </a:solidFill>
                <a:latin typeface="Calibri"/>
                <a:cs typeface="Calibri"/>
              </a:rPr>
              <a:t> </a:t>
            </a:r>
            <a:r>
              <a:rPr sz="2280" b="1" i="1" dirty="0">
                <a:solidFill>
                  <a:srgbClr val="6F2F9F"/>
                </a:solidFill>
                <a:latin typeface="Calibri"/>
                <a:cs typeface="Calibri"/>
              </a:rPr>
              <a:t>change</a:t>
            </a:r>
            <a:r>
              <a:rPr sz="2280" dirty="0">
                <a:latin typeface="Calibri"/>
                <a:cs typeface="Calibri"/>
              </a:rPr>
              <a:t>,</a:t>
            </a:r>
            <a:r>
              <a:rPr sz="2280" spc="168" dirty="0">
                <a:latin typeface="Calibri"/>
                <a:cs typeface="Calibri"/>
              </a:rPr>
              <a:t> </a:t>
            </a:r>
            <a:r>
              <a:rPr sz="2280" dirty="0">
                <a:latin typeface="Calibri"/>
                <a:cs typeface="Calibri"/>
              </a:rPr>
              <a:t>the</a:t>
            </a:r>
            <a:r>
              <a:rPr sz="2280" spc="174" dirty="0">
                <a:latin typeface="Calibri"/>
                <a:cs typeface="Calibri"/>
              </a:rPr>
              <a:t> </a:t>
            </a:r>
            <a:r>
              <a:rPr sz="2280" b="1" i="1" dirty="0">
                <a:solidFill>
                  <a:srgbClr val="6F2F9F"/>
                </a:solidFill>
                <a:latin typeface="Calibri"/>
                <a:cs typeface="Calibri"/>
              </a:rPr>
              <a:t>estimated</a:t>
            </a:r>
            <a:r>
              <a:rPr sz="2280" b="1" i="1" spc="174" dirty="0">
                <a:solidFill>
                  <a:srgbClr val="6F2F9F"/>
                </a:solidFill>
                <a:latin typeface="Calibri"/>
                <a:cs typeface="Calibri"/>
              </a:rPr>
              <a:t> </a:t>
            </a:r>
            <a:r>
              <a:rPr sz="2280" b="1" i="1" dirty="0">
                <a:solidFill>
                  <a:srgbClr val="6F2F9F"/>
                </a:solidFill>
                <a:latin typeface="Calibri"/>
                <a:cs typeface="Calibri"/>
              </a:rPr>
              <a:t>costs</a:t>
            </a:r>
            <a:r>
              <a:rPr sz="2280" b="1" i="1" spc="174" dirty="0">
                <a:solidFill>
                  <a:srgbClr val="6F2F9F"/>
                </a:solidFill>
                <a:latin typeface="Calibri"/>
                <a:cs typeface="Calibri"/>
              </a:rPr>
              <a:t> </a:t>
            </a:r>
            <a:r>
              <a:rPr sz="2280" b="1" i="1" dirty="0">
                <a:solidFill>
                  <a:srgbClr val="6F2F9F"/>
                </a:solidFill>
                <a:latin typeface="Calibri"/>
                <a:cs typeface="Calibri"/>
              </a:rPr>
              <a:t>of</a:t>
            </a:r>
            <a:r>
              <a:rPr sz="2280" b="1" i="1" spc="180" dirty="0">
                <a:solidFill>
                  <a:srgbClr val="6F2F9F"/>
                </a:solidFill>
                <a:latin typeface="Calibri"/>
                <a:cs typeface="Calibri"/>
              </a:rPr>
              <a:t> </a:t>
            </a:r>
            <a:r>
              <a:rPr sz="2280" b="1" i="1" dirty="0">
                <a:solidFill>
                  <a:srgbClr val="6F2F9F"/>
                </a:solidFill>
                <a:latin typeface="Calibri"/>
                <a:cs typeface="Calibri"/>
              </a:rPr>
              <a:t>the</a:t>
            </a:r>
            <a:r>
              <a:rPr sz="2280" b="1" i="1" spc="174" dirty="0">
                <a:solidFill>
                  <a:srgbClr val="6F2F9F"/>
                </a:solidFill>
                <a:latin typeface="Calibri"/>
                <a:cs typeface="Calibri"/>
              </a:rPr>
              <a:t> </a:t>
            </a:r>
            <a:r>
              <a:rPr sz="2280" b="1" i="1" dirty="0">
                <a:solidFill>
                  <a:srgbClr val="6F2F9F"/>
                </a:solidFill>
                <a:latin typeface="Calibri"/>
                <a:cs typeface="Calibri"/>
              </a:rPr>
              <a:t>change</a:t>
            </a:r>
            <a:r>
              <a:rPr sz="2280" dirty="0">
                <a:latin typeface="Calibri"/>
                <a:cs typeface="Calibri"/>
              </a:rPr>
              <a:t>,</a:t>
            </a:r>
            <a:r>
              <a:rPr sz="2280" spc="168" dirty="0">
                <a:latin typeface="Calibri"/>
                <a:cs typeface="Calibri"/>
              </a:rPr>
              <a:t> </a:t>
            </a:r>
            <a:r>
              <a:rPr sz="2280" dirty="0">
                <a:latin typeface="Calibri"/>
                <a:cs typeface="Calibri"/>
              </a:rPr>
              <a:t>and</a:t>
            </a:r>
            <a:r>
              <a:rPr sz="2280" spc="180" dirty="0">
                <a:latin typeface="Calibri"/>
                <a:cs typeface="Calibri"/>
              </a:rPr>
              <a:t> </a:t>
            </a:r>
            <a:r>
              <a:rPr sz="2280" dirty="0">
                <a:latin typeface="Calibri"/>
                <a:cs typeface="Calibri"/>
              </a:rPr>
              <a:t>the</a:t>
            </a:r>
            <a:r>
              <a:rPr sz="2280" spc="180" dirty="0">
                <a:latin typeface="Calibri"/>
                <a:cs typeface="Calibri"/>
              </a:rPr>
              <a:t> </a:t>
            </a:r>
            <a:r>
              <a:rPr sz="2280" b="1" i="1" dirty="0">
                <a:solidFill>
                  <a:srgbClr val="6F2F9F"/>
                </a:solidFill>
                <a:latin typeface="Calibri"/>
                <a:cs typeface="Calibri"/>
              </a:rPr>
              <a:t>dates</a:t>
            </a:r>
            <a:r>
              <a:rPr sz="2280" b="1" i="1" spc="192" dirty="0">
                <a:solidFill>
                  <a:srgbClr val="6F2F9F"/>
                </a:solidFill>
                <a:latin typeface="Calibri"/>
                <a:cs typeface="Calibri"/>
              </a:rPr>
              <a:t> </a:t>
            </a:r>
            <a:r>
              <a:rPr sz="2280" b="1" i="1" dirty="0">
                <a:solidFill>
                  <a:srgbClr val="6F2F9F"/>
                </a:solidFill>
                <a:latin typeface="Calibri"/>
                <a:cs typeface="Calibri"/>
              </a:rPr>
              <a:t>when</a:t>
            </a:r>
            <a:r>
              <a:rPr sz="2280" b="1" i="1" spc="168" dirty="0">
                <a:solidFill>
                  <a:srgbClr val="6F2F9F"/>
                </a:solidFill>
                <a:latin typeface="Calibri"/>
                <a:cs typeface="Calibri"/>
              </a:rPr>
              <a:t> </a:t>
            </a:r>
            <a:r>
              <a:rPr sz="2280" b="1" i="1" spc="-30" dirty="0">
                <a:solidFill>
                  <a:srgbClr val="6F2F9F"/>
                </a:solidFill>
                <a:latin typeface="Calibri"/>
                <a:cs typeface="Calibri"/>
              </a:rPr>
              <a:t>the 	</a:t>
            </a:r>
            <a:r>
              <a:rPr sz="2280" b="1" i="1" dirty="0">
                <a:solidFill>
                  <a:srgbClr val="6F2F9F"/>
                </a:solidFill>
                <a:latin typeface="Calibri"/>
                <a:cs typeface="Calibri"/>
              </a:rPr>
              <a:t>change</a:t>
            </a:r>
            <a:r>
              <a:rPr sz="2280" b="1" i="1" spc="-66" dirty="0">
                <a:solidFill>
                  <a:srgbClr val="6F2F9F"/>
                </a:solidFill>
                <a:latin typeface="Calibri"/>
                <a:cs typeface="Calibri"/>
              </a:rPr>
              <a:t> </a:t>
            </a:r>
            <a:r>
              <a:rPr sz="2280" dirty="0">
                <a:latin typeface="Calibri"/>
                <a:cs typeface="Calibri"/>
              </a:rPr>
              <a:t>was</a:t>
            </a:r>
            <a:r>
              <a:rPr sz="2280" spc="-54" dirty="0">
                <a:latin typeface="Calibri"/>
                <a:cs typeface="Calibri"/>
              </a:rPr>
              <a:t> </a:t>
            </a:r>
            <a:r>
              <a:rPr sz="2280" spc="-12" dirty="0">
                <a:latin typeface="Calibri"/>
                <a:cs typeface="Calibri"/>
              </a:rPr>
              <a:t>requested,</a:t>
            </a:r>
            <a:r>
              <a:rPr sz="2280" spc="-48" dirty="0">
                <a:latin typeface="Calibri"/>
                <a:cs typeface="Calibri"/>
              </a:rPr>
              <a:t> </a:t>
            </a:r>
            <a:r>
              <a:rPr sz="2280" spc="-12" dirty="0">
                <a:latin typeface="Calibri"/>
                <a:cs typeface="Calibri"/>
              </a:rPr>
              <a:t>approved,</a:t>
            </a:r>
            <a:r>
              <a:rPr sz="2280" spc="-18" dirty="0">
                <a:latin typeface="Calibri"/>
                <a:cs typeface="Calibri"/>
              </a:rPr>
              <a:t> </a:t>
            </a:r>
            <a:r>
              <a:rPr sz="2280" spc="-12" dirty="0">
                <a:latin typeface="Calibri"/>
                <a:cs typeface="Calibri"/>
              </a:rPr>
              <a:t>implemented,</a:t>
            </a:r>
            <a:r>
              <a:rPr sz="2280" spc="-30" dirty="0">
                <a:latin typeface="Calibri"/>
                <a:cs typeface="Calibri"/>
              </a:rPr>
              <a:t> </a:t>
            </a:r>
            <a:r>
              <a:rPr sz="2280" dirty="0">
                <a:latin typeface="Calibri"/>
                <a:cs typeface="Calibri"/>
              </a:rPr>
              <a:t>and</a:t>
            </a:r>
            <a:r>
              <a:rPr sz="2280" spc="-60" dirty="0">
                <a:latin typeface="Calibri"/>
                <a:cs typeface="Calibri"/>
              </a:rPr>
              <a:t> </a:t>
            </a:r>
            <a:r>
              <a:rPr sz="2280" spc="-12" dirty="0">
                <a:latin typeface="Calibri"/>
                <a:cs typeface="Calibri"/>
              </a:rPr>
              <a:t>validated.</a:t>
            </a:r>
            <a:endParaRPr sz="2280">
              <a:latin typeface="Calibri"/>
              <a:cs typeface="Calibri"/>
            </a:endParaRPr>
          </a:p>
          <a:p>
            <a:pPr marL="422910" marR="9144" indent="-408432" algn="just">
              <a:lnSpc>
                <a:spcPts val="2460"/>
              </a:lnSpc>
              <a:spcBef>
                <a:spcPts val="756"/>
              </a:spcBef>
              <a:buFont typeface="Arial MT"/>
              <a:buChar char="•"/>
              <a:tabLst>
                <a:tab pos="425958" algn="l"/>
              </a:tabLst>
            </a:pPr>
            <a:r>
              <a:rPr sz="2280" dirty="0">
                <a:latin typeface="Calibri"/>
                <a:cs typeface="Calibri"/>
              </a:rPr>
              <a:t>The</a:t>
            </a:r>
            <a:r>
              <a:rPr sz="2280" spc="66" dirty="0">
                <a:latin typeface="Calibri"/>
                <a:cs typeface="Calibri"/>
              </a:rPr>
              <a:t> </a:t>
            </a:r>
            <a:r>
              <a:rPr sz="2280" dirty="0">
                <a:latin typeface="Calibri"/>
                <a:cs typeface="Calibri"/>
              </a:rPr>
              <a:t>CRF</a:t>
            </a:r>
            <a:r>
              <a:rPr sz="2280" spc="72" dirty="0">
                <a:latin typeface="Calibri"/>
                <a:cs typeface="Calibri"/>
              </a:rPr>
              <a:t> </a:t>
            </a:r>
            <a:r>
              <a:rPr sz="2280" dirty="0">
                <a:latin typeface="Calibri"/>
                <a:cs typeface="Calibri"/>
              </a:rPr>
              <a:t>may</a:t>
            </a:r>
            <a:r>
              <a:rPr sz="2280" spc="66" dirty="0">
                <a:latin typeface="Calibri"/>
                <a:cs typeface="Calibri"/>
              </a:rPr>
              <a:t> </a:t>
            </a:r>
            <a:r>
              <a:rPr sz="2280" dirty="0">
                <a:latin typeface="Calibri"/>
                <a:cs typeface="Calibri"/>
              </a:rPr>
              <a:t>also</a:t>
            </a:r>
            <a:r>
              <a:rPr sz="2280" spc="66" dirty="0">
                <a:latin typeface="Calibri"/>
                <a:cs typeface="Calibri"/>
              </a:rPr>
              <a:t> </a:t>
            </a:r>
            <a:r>
              <a:rPr sz="2280" dirty="0">
                <a:latin typeface="Calibri"/>
                <a:cs typeface="Calibri"/>
              </a:rPr>
              <a:t>include</a:t>
            </a:r>
            <a:r>
              <a:rPr sz="2280" spc="66" dirty="0">
                <a:latin typeface="Calibri"/>
                <a:cs typeface="Calibri"/>
              </a:rPr>
              <a:t> </a:t>
            </a:r>
            <a:r>
              <a:rPr sz="2280" dirty="0">
                <a:latin typeface="Calibri"/>
                <a:cs typeface="Calibri"/>
              </a:rPr>
              <a:t>a</a:t>
            </a:r>
            <a:r>
              <a:rPr sz="2280" spc="60" dirty="0">
                <a:latin typeface="Calibri"/>
                <a:cs typeface="Calibri"/>
              </a:rPr>
              <a:t> </a:t>
            </a:r>
            <a:r>
              <a:rPr sz="2280" dirty="0">
                <a:latin typeface="Calibri"/>
                <a:cs typeface="Calibri"/>
              </a:rPr>
              <a:t>section</a:t>
            </a:r>
            <a:r>
              <a:rPr sz="2280" spc="60" dirty="0">
                <a:latin typeface="Calibri"/>
                <a:cs typeface="Calibri"/>
              </a:rPr>
              <a:t> </a:t>
            </a:r>
            <a:r>
              <a:rPr sz="2280" dirty="0">
                <a:latin typeface="Calibri"/>
                <a:cs typeface="Calibri"/>
              </a:rPr>
              <a:t>where</a:t>
            </a:r>
            <a:r>
              <a:rPr sz="2280" spc="72" dirty="0">
                <a:latin typeface="Calibri"/>
                <a:cs typeface="Calibri"/>
              </a:rPr>
              <a:t> </a:t>
            </a:r>
            <a:r>
              <a:rPr sz="2280" dirty="0">
                <a:latin typeface="Calibri"/>
                <a:cs typeface="Calibri"/>
              </a:rPr>
              <a:t>a</a:t>
            </a:r>
            <a:r>
              <a:rPr sz="2280" spc="66" dirty="0">
                <a:latin typeface="Calibri"/>
                <a:cs typeface="Calibri"/>
              </a:rPr>
              <a:t> </a:t>
            </a:r>
            <a:r>
              <a:rPr sz="2280" dirty="0">
                <a:latin typeface="Calibri"/>
                <a:cs typeface="Calibri"/>
              </a:rPr>
              <a:t>developer</a:t>
            </a:r>
            <a:r>
              <a:rPr sz="2280" spc="66" dirty="0">
                <a:latin typeface="Calibri"/>
                <a:cs typeface="Calibri"/>
              </a:rPr>
              <a:t> </a:t>
            </a:r>
            <a:r>
              <a:rPr sz="2280" dirty="0">
                <a:latin typeface="Calibri"/>
                <a:cs typeface="Calibri"/>
              </a:rPr>
              <a:t>outlines</a:t>
            </a:r>
            <a:r>
              <a:rPr sz="2280" spc="78" dirty="0">
                <a:latin typeface="Calibri"/>
                <a:cs typeface="Calibri"/>
              </a:rPr>
              <a:t> </a:t>
            </a:r>
            <a:r>
              <a:rPr sz="2280" dirty="0">
                <a:latin typeface="Calibri"/>
                <a:cs typeface="Calibri"/>
              </a:rPr>
              <a:t>how</a:t>
            </a:r>
            <a:r>
              <a:rPr sz="2280" spc="66" dirty="0">
                <a:latin typeface="Calibri"/>
                <a:cs typeface="Calibri"/>
              </a:rPr>
              <a:t> </a:t>
            </a:r>
            <a:r>
              <a:rPr sz="2280" dirty="0">
                <a:latin typeface="Calibri"/>
                <a:cs typeface="Calibri"/>
              </a:rPr>
              <a:t>the</a:t>
            </a:r>
            <a:r>
              <a:rPr sz="2280" spc="60" dirty="0">
                <a:latin typeface="Calibri"/>
                <a:cs typeface="Calibri"/>
              </a:rPr>
              <a:t> </a:t>
            </a:r>
            <a:r>
              <a:rPr sz="2280" dirty="0">
                <a:latin typeface="Calibri"/>
                <a:cs typeface="Calibri"/>
              </a:rPr>
              <a:t>change</a:t>
            </a:r>
            <a:r>
              <a:rPr sz="2280" spc="72" dirty="0">
                <a:latin typeface="Calibri"/>
                <a:cs typeface="Calibri"/>
              </a:rPr>
              <a:t> </a:t>
            </a:r>
            <a:r>
              <a:rPr sz="2280" spc="-30" dirty="0">
                <a:latin typeface="Calibri"/>
                <a:cs typeface="Calibri"/>
              </a:rPr>
              <a:t>may 	</a:t>
            </a:r>
            <a:r>
              <a:rPr sz="2280" dirty="0">
                <a:latin typeface="Calibri"/>
                <a:cs typeface="Calibri"/>
              </a:rPr>
              <a:t>be</a:t>
            </a:r>
            <a:r>
              <a:rPr sz="2280" spc="-18" dirty="0">
                <a:latin typeface="Calibri"/>
                <a:cs typeface="Calibri"/>
              </a:rPr>
              <a:t> </a:t>
            </a:r>
            <a:r>
              <a:rPr sz="2280" spc="-12" dirty="0">
                <a:latin typeface="Calibri"/>
                <a:cs typeface="Calibri"/>
              </a:rPr>
              <a:t>implemented.</a:t>
            </a:r>
            <a:endParaRPr sz="2280">
              <a:latin typeface="Calibri"/>
              <a:cs typeface="Calibri"/>
            </a:endParaRPr>
          </a:p>
        </p:txBody>
      </p:sp>
    </p:spTree>
    <p:extLst>
      <p:ext uri="{BB962C8B-B14F-4D97-AF65-F5344CB8AC3E}">
        <p14:creationId xmlns:p14="http://schemas.microsoft.com/office/powerpoint/2010/main" val="33830548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1" y="183212"/>
            <a:ext cx="10440162" cy="2395784"/>
          </a:xfrm>
          <a:prstGeom prst="rect">
            <a:avLst/>
          </a:prstGeom>
        </p:spPr>
        <p:txBody>
          <a:bodyPr vert="horz" wrap="square" lIns="0" tIns="84582" rIns="0" bIns="0" rtlCol="0">
            <a:spAutoFit/>
          </a:bodyPr>
          <a:lstStyle/>
          <a:p>
            <a:pPr marL="425958" indent="-410718">
              <a:spcBef>
                <a:spcPts val="666"/>
              </a:spcBef>
              <a:buFont typeface="Arial MT"/>
              <a:buChar char="•"/>
              <a:tabLst>
                <a:tab pos="425958" algn="l"/>
              </a:tabLst>
            </a:pPr>
            <a:r>
              <a:rPr sz="2280" b="1" u="sng" dirty="0">
                <a:uFill>
                  <a:solidFill>
                    <a:srgbClr val="000000"/>
                  </a:solidFill>
                </a:uFill>
                <a:latin typeface="Calibri"/>
                <a:cs typeface="Calibri"/>
              </a:rPr>
              <a:t>After</a:t>
            </a:r>
            <a:r>
              <a:rPr sz="2280" b="1" u="sng" spc="-66" dirty="0">
                <a:uFill>
                  <a:solidFill>
                    <a:srgbClr val="000000"/>
                  </a:solidFill>
                </a:uFill>
                <a:latin typeface="Calibri"/>
                <a:cs typeface="Calibri"/>
              </a:rPr>
              <a:t> </a:t>
            </a:r>
            <a:r>
              <a:rPr sz="2280" b="1" u="sng" dirty="0">
                <a:uFill>
                  <a:solidFill>
                    <a:srgbClr val="000000"/>
                  </a:solidFill>
                </a:uFill>
                <a:latin typeface="Calibri"/>
                <a:cs typeface="Calibri"/>
              </a:rPr>
              <a:t>a</a:t>
            </a:r>
            <a:r>
              <a:rPr sz="2280" b="1" u="sng" spc="-66" dirty="0">
                <a:uFill>
                  <a:solidFill>
                    <a:srgbClr val="000000"/>
                  </a:solidFill>
                </a:uFill>
                <a:latin typeface="Calibri"/>
                <a:cs typeface="Calibri"/>
              </a:rPr>
              <a:t> </a:t>
            </a:r>
            <a:r>
              <a:rPr sz="2280" b="1" u="sng" dirty="0">
                <a:uFill>
                  <a:solidFill>
                    <a:srgbClr val="000000"/>
                  </a:solidFill>
                </a:uFill>
                <a:latin typeface="Calibri"/>
                <a:cs typeface="Calibri"/>
              </a:rPr>
              <a:t>change</a:t>
            </a:r>
            <a:r>
              <a:rPr sz="2280" b="1" u="sng" spc="-48" dirty="0">
                <a:uFill>
                  <a:solidFill>
                    <a:srgbClr val="000000"/>
                  </a:solidFill>
                </a:uFill>
                <a:latin typeface="Calibri"/>
                <a:cs typeface="Calibri"/>
              </a:rPr>
              <a:t> </a:t>
            </a:r>
            <a:r>
              <a:rPr sz="2280" b="1" u="sng" dirty="0">
                <a:uFill>
                  <a:solidFill>
                    <a:srgbClr val="000000"/>
                  </a:solidFill>
                </a:uFill>
                <a:latin typeface="Calibri"/>
                <a:cs typeface="Calibri"/>
              </a:rPr>
              <a:t>request</a:t>
            </a:r>
            <a:r>
              <a:rPr sz="2280" b="1" u="sng" spc="-24" dirty="0">
                <a:uFill>
                  <a:solidFill>
                    <a:srgbClr val="000000"/>
                  </a:solidFill>
                </a:uFill>
                <a:latin typeface="Calibri"/>
                <a:cs typeface="Calibri"/>
              </a:rPr>
              <a:t> </a:t>
            </a:r>
            <a:r>
              <a:rPr sz="2280" b="1" u="sng" dirty="0">
                <a:uFill>
                  <a:solidFill>
                    <a:srgbClr val="000000"/>
                  </a:solidFill>
                </a:uFill>
                <a:latin typeface="Calibri"/>
                <a:cs typeface="Calibri"/>
              </a:rPr>
              <a:t>has</a:t>
            </a:r>
            <a:r>
              <a:rPr sz="2280" b="1" u="sng" spc="-54" dirty="0">
                <a:uFill>
                  <a:solidFill>
                    <a:srgbClr val="000000"/>
                  </a:solidFill>
                </a:uFill>
                <a:latin typeface="Calibri"/>
                <a:cs typeface="Calibri"/>
              </a:rPr>
              <a:t> </a:t>
            </a:r>
            <a:r>
              <a:rPr sz="2280" b="1" u="sng" dirty="0">
                <a:uFill>
                  <a:solidFill>
                    <a:srgbClr val="000000"/>
                  </a:solidFill>
                </a:uFill>
                <a:latin typeface="Calibri"/>
                <a:cs typeface="Calibri"/>
              </a:rPr>
              <a:t>been</a:t>
            </a:r>
            <a:r>
              <a:rPr sz="2280" b="1" u="sng" spc="-54" dirty="0">
                <a:uFill>
                  <a:solidFill>
                    <a:srgbClr val="000000"/>
                  </a:solidFill>
                </a:uFill>
                <a:latin typeface="Calibri"/>
                <a:cs typeface="Calibri"/>
              </a:rPr>
              <a:t> </a:t>
            </a:r>
            <a:r>
              <a:rPr sz="2280" b="1" u="sng" dirty="0">
                <a:uFill>
                  <a:solidFill>
                    <a:srgbClr val="000000"/>
                  </a:solidFill>
                </a:uFill>
                <a:latin typeface="Calibri"/>
                <a:cs typeface="Calibri"/>
              </a:rPr>
              <a:t>submitted,</a:t>
            </a:r>
            <a:r>
              <a:rPr sz="2280" b="1" u="sng" spc="-18" dirty="0">
                <a:uFill>
                  <a:solidFill>
                    <a:srgbClr val="000000"/>
                  </a:solidFill>
                </a:uFill>
                <a:latin typeface="Calibri"/>
                <a:cs typeface="Calibri"/>
              </a:rPr>
              <a:t> </a:t>
            </a:r>
            <a:r>
              <a:rPr sz="2280" b="1" u="sng" dirty="0">
                <a:uFill>
                  <a:solidFill>
                    <a:srgbClr val="000000"/>
                  </a:solidFill>
                </a:uFill>
                <a:latin typeface="Calibri"/>
                <a:cs typeface="Calibri"/>
              </a:rPr>
              <a:t>it</a:t>
            </a:r>
            <a:r>
              <a:rPr sz="2280" b="1" u="sng" spc="-72" dirty="0">
                <a:uFill>
                  <a:solidFill>
                    <a:srgbClr val="000000"/>
                  </a:solidFill>
                </a:uFill>
                <a:latin typeface="Calibri"/>
                <a:cs typeface="Calibri"/>
              </a:rPr>
              <a:t> </a:t>
            </a:r>
            <a:r>
              <a:rPr sz="2280" b="1" u="sng" dirty="0">
                <a:uFill>
                  <a:solidFill>
                    <a:srgbClr val="000000"/>
                  </a:solidFill>
                </a:uFill>
                <a:latin typeface="Calibri"/>
                <a:cs typeface="Calibri"/>
              </a:rPr>
              <a:t>is</a:t>
            </a:r>
            <a:r>
              <a:rPr sz="2280" b="1" u="sng" spc="-78" dirty="0">
                <a:uFill>
                  <a:solidFill>
                    <a:srgbClr val="000000"/>
                  </a:solidFill>
                </a:uFill>
                <a:latin typeface="Calibri"/>
                <a:cs typeface="Calibri"/>
              </a:rPr>
              <a:t> </a:t>
            </a:r>
            <a:r>
              <a:rPr sz="2280" b="1" u="sng" dirty="0">
                <a:uFill>
                  <a:solidFill>
                    <a:srgbClr val="000000"/>
                  </a:solidFill>
                </a:uFill>
                <a:latin typeface="Calibri"/>
                <a:cs typeface="Calibri"/>
              </a:rPr>
              <a:t>checked</a:t>
            </a:r>
            <a:r>
              <a:rPr sz="2280" b="1" u="sng" spc="-36" dirty="0">
                <a:uFill>
                  <a:solidFill>
                    <a:srgbClr val="000000"/>
                  </a:solidFill>
                </a:uFill>
                <a:latin typeface="Calibri"/>
                <a:cs typeface="Calibri"/>
              </a:rPr>
              <a:t> </a:t>
            </a:r>
            <a:r>
              <a:rPr sz="2280" b="1" u="sng" dirty="0">
                <a:uFill>
                  <a:solidFill>
                    <a:srgbClr val="000000"/>
                  </a:solidFill>
                </a:uFill>
                <a:latin typeface="Calibri"/>
                <a:cs typeface="Calibri"/>
              </a:rPr>
              <a:t>to</a:t>
            </a:r>
            <a:r>
              <a:rPr sz="2280" b="1" u="sng" spc="-48" dirty="0">
                <a:uFill>
                  <a:solidFill>
                    <a:srgbClr val="000000"/>
                  </a:solidFill>
                </a:uFill>
                <a:latin typeface="Calibri"/>
                <a:cs typeface="Calibri"/>
              </a:rPr>
              <a:t> </a:t>
            </a:r>
            <a:r>
              <a:rPr sz="2280" b="1" u="sng" dirty="0">
                <a:uFill>
                  <a:solidFill>
                    <a:srgbClr val="000000"/>
                  </a:solidFill>
                </a:uFill>
                <a:latin typeface="Calibri"/>
                <a:cs typeface="Calibri"/>
              </a:rPr>
              <a:t>ensure</a:t>
            </a:r>
            <a:r>
              <a:rPr sz="2280" b="1" u="sng" spc="-42" dirty="0">
                <a:uFill>
                  <a:solidFill>
                    <a:srgbClr val="000000"/>
                  </a:solidFill>
                </a:uFill>
                <a:latin typeface="Calibri"/>
                <a:cs typeface="Calibri"/>
              </a:rPr>
              <a:t> </a:t>
            </a:r>
            <a:r>
              <a:rPr sz="2280" b="1" u="sng" dirty="0">
                <a:uFill>
                  <a:solidFill>
                    <a:srgbClr val="000000"/>
                  </a:solidFill>
                </a:uFill>
                <a:latin typeface="Calibri"/>
                <a:cs typeface="Calibri"/>
              </a:rPr>
              <a:t>that</a:t>
            </a:r>
            <a:r>
              <a:rPr sz="2280" b="1" u="sng" spc="-60" dirty="0">
                <a:uFill>
                  <a:solidFill>
                    <a:srgbClr val="000000"/>
                  </a:solidFill>
                </a:uFill>
                <a:latin typeface="Calibri"/>
                <a:cs typeface="Calibri"/>
              </a:rPr>
              <a:t> </a:t>
            </a:r>
            <a:r>
              <a:rPr sz="2280" b="1" u="sng" dirty="0">
                <a:uFill>
                  <a:solidFill>
                    <a:srgbClr val="000000"/>
                  </a:solidFill>
                </a:uFill>
                <a:latin typeface="Calibri"/>
                <a:cs typeface="Calibri"/>
              </a:rPr>
              <a:t>it</a:t>
            </a:r>
            <a:r>
              <a:rPr sz="2280" b="1" u="sng" spc="-72" dirty="0">
                <a:uFill>
                  <a:solidFill>
                    <a:srgbClr val="000000"/>
                  </a:solidFill>
                </a:uFill>
                <a:latin typeface="Calibri"/>
                <a:cs typeface="Calibri"/>
              </a:rPr>
              <a:t> </a:t>
            </a:r>
            <a:r>
              <a:rPr sz="2280" b="1" u="sng" dirty="0">
                <a:uFill>
                  <a:solidFill>
                    <a:srgbClr val="000000"/>
                  </a:solidFill>
                </a:uFill>
                <a:latin typeface="Calibri"/>
                <a:cs typeface="Calibri"/>
              </a:rPr>
              <a:t>is</a:t>
            </a:r>
            <a:r>
              <a:rPr sz="2280" b="1" u="sng" spc="-66" dirty="0">
                <a:uFill>
                  <a:solidFill>
                    <a:srgbClr val="000000"/>
                  </a:solidFill>
                </a:uFill>
                <a:latin typeface="Calibri"/>
                <a:cs typeface="Calibri"/>
              </a:rPr>
              <a:t> </a:t>
            </a:r>
            <a:r>
              <a:rPr sz="2280" b="1" u="sng" spc="-12" dirty="0">
                <a:uFill>
                  <a:solidFill>
                    <a:srgbClr val="000000"/>
                  </a:solidFill>
                </a:uFill>
                <a:latin typeface="Calibri"/>
                <a:cs typeface="Calibri"/>
              </a:rPr>
              <a:t>valid.</a:t>
            </a:r>
            <a:endParaRPr sz="2280" dirty="0">
              <a:latin typeface="Calibri"/>
              <a:cs typeface="Calibri"/>
            </a:endParaRPr>
          </a:p>
          <a:p>
            <a:pPr marL="425958" indent="-410718">
              <a:spcBef>
                <a:spcPts val="546"/>
              </a:spcBef>
              <a:buFont typeface="Arial MT"/>
              <a:buChar char="•"/>
              <a:tabLst>
                <a:tab pos="425958" algn="l"/>
              </a:tabLst>
            </a:pPr>
            <a:r>
              <a:rPr sz="2280" dirty="0">
                <a:latin typeface="Calibri"/>
                <a:cs typeface="Calibri"/>
              </a:rPr>
              <a:t>The</a:t>
            </a:r>
            <a:r>
              <a:rPr sz="2280" spc="210" dirty="0">
                <a:latin typeface="Calibri"/>
                <a:cs typeface="Calibri"/>
              </a:rPr>
              <a:t> </a:t>
            </a:r>
            <a:r>
              <a:rPr sz="2280" b="1" dirty="0">
                <a:solidFill>
                  <a:srgbClr val="C00000"/>
                </a:solidFill>
                <a:latin typeface="Calibri"/>
                <a:cs typeface="Calibri"/>
              </a:rPr>
              <a:t>checker</a:t>
            </a:r>
            <a:r>
              <a:rPr sz="2280" b="1" spc="216" dirty="0">
                <a:solidFill>
                  <a:srgbClr val="C00000"/>
                </a:solidFill>
                <a:latin typeface="Calibri"/>
                <a:cs typeface="Calibri"/>
              </a:rPr>
              <a:t> </a:t>
            </a:r>
            <a:r>
              <a:rPr sz="2280" dirty="0">
                <a:latin typeface="Calibri"/>
                <a:cs typeface="Calibri"/>
              </a:rPr>
              <a:t>may</a:t>
            </a:r>
            <a:r>
              <a:rPr sz="2280" spc="222" dirty="0">
                <a:latin typeface="Calibri"/>
                <a:cs typeface="Calibri"/>
              </a:rPr>
              <a:t> </a:t>
            </a:r>
            <a:r>
              <a:rPr sz="2280" dirty="0">
                <a:latin typeface="Calibri"/>
                <a:cs typeface="Calibri"/>
              </a:rPr>
              <a:t>be</a:t>
            </a:r>
            <a:r>
              <a:rPr sz="2280" spc="210" dirty="0">
                <a:latin typeface="Calibri"/>
                <a:cs typeface="Calibri"/>
              </a:rPr>
              <a:t> </a:t>
            </a:r>
            <a:r>
              <a:rPr sz="2280" dirty="0">
                <a:latin typeface="Calibri"/>
                <a:cs typeface="Calibri"/>
              </a:rPr>
              <a:t>from</a:t>
            </a:r>
            <a:r>
              <a:rPr sz="2280" spc="198" dirty="0">
                <a:latin typeface="Calibri"/>
                <a:cs typeface="Calibri"/>
              </a:rPr>
              <a:t> </a:t>
            </a:r>
            <a:r>
              <a:rPr sz="2280" dirty="0">
                <a:latin typeface="Calibri"/>
                <a:cs typeface="Calibri"/>
              </a:rPr>
              <a:t>a</a:t>
            </a:r>
            <a:r>
              <a:rPr sz="2280" spc="216" dirty="0">
                <a:latin typeface="Calibri"/>
                <a:cs typeface="Calibri"/>
              </a:rPr>
              <a:t> </a:t>
            </a:r>
            <a:r>
              <a:rPr sz="2280" b="1" i="1" dirty="0">
                <a:solidFill>
                  <a:srgbClr val="006FC0"/>
                </a:solidFill>
                <a:latin typeface="Calibri"/>
                <a:cs typeface="Calibri"/>
              </a:rPr>
              <a:t>customer</a:t>
            </a:r>
            <a:r>
              <a:rPr sz="2280" b="1" i="1" spc="222" dirty="0">
                <a:solidFill>
                  <a:srgbClr val="006FC0"/>
                </a:solidFill>
                <a:latin typeface="Calibri"/>
                <a:cs typeface="Calibri"/>
              </a:rPr>
              <a:t> </a:t>
            </a:r>
            <a:r>
              <a:rPr sz="2280" dirty="0">
                <a:latin typeface="Calibri"/>
                <a:cs typeface="Calibri"/>
              </a:rPr>
              <a:t>or</a:t>
            </a:r>
            <a:r>
              <a:rPr sz="2280" spc="210" dirty="0">
                <a:latin typeface="Calibri"/>
                <a:cs typeface="Calibri"/>
              </a:rPr>
              <a:t> </a:t>
            </a:r>
            <a:r>
              <a:rPr sz="2280" b="1" i="1" dirty="0">
                <a:solidFill>
                  <a:srgbClr val="006FC0"/>
                </a:solidFill>
                <a:latin typeface="Calibri"/>
                <a:cs typeface="Calibri"/>
              </a:rPr>
              <a:t>application</a:t>
            </a:r>
            <a:r>
              <a:rPr sz="2280" b="1" i="1" spc="204" dirty="0">
                <a:solidFill>
                  <a:srgbClr val="006FC0"/>
                </a:solidFill>
                <a:latin typeface="Calibri"/>
                <a:cs typeface="Calibri"/>
              </a:rPr>
              <a:t> </a:t>
            </a:r>
            <a:r>
              <a:rPr sz="2280" b="1" i="1" dirty="0">
                <a:solidFill>
                  <a:srgbClr val="006FC0"/>
                </a:solidFill>
                <a:latin typeface="Calibri"/>
                <a:cs typeface="Calibri"/>
              </a:rPr>
              <a:t>support</a:t>
            </a:r>
            <a:r>
              <a:rPr sz="2280" b="1" i="1" spc="222" dirty="0">
                <a:solidFill>
                  <a:srgbClr val="006FC0"/>
                </a:solidFill>
                <a:latin typeface="Calibri"/>
                <a:cs typeface="Calibri"/>
              </a:rPr>
              <a:t> </a:t>
            </a:r>
            <a:r>
              <a:rPr sz="2280" b="1" i="1" dirty="0">
                <a:solidFill>
                  <a:srgbClr val="006FC0"/>
                </a:solidFill>
                <a:latin typeface="Calibri"/>
                <a:cs typeface="Calibri"/>
              </a:rPr>
              <a:t>team</a:t>
            </a:r>
            <a:r>
              <a:rPr sz="2280" b="1" i="1" spc="204" dirty="0">
                <a:solidFill>
                  <a:srgbClr val="006FC0"/>
                </a:solidFill>
                <a:latin typeface="Calibri"/>
                <a:cs typeface="Calibri"/>
              </a:rPr>
              <a:t> </a:t>
            </a:r>
            <a:r>
              <a:rPr sz="2280" dirty="0">
                <a:latin typeface="Calibri"/>
                <a:cs typeface="Calibri"/>
              </a:rPr>
              <a:t>or,</a:t>
            </a:r>
            <a:r>
              <a:rPr sz="2280" spc="204" dirty="0">
                <a:latin typeface="Calibri"/>
                <a:cs typeface="Calibri"/>
              </a:rPr>
              <a:t> </a:t>
            </a:r>
            <a:r>
              <a:rPr sz="2280" dirty="0">
                <a:latin typeface="Calibri"/>
                <a:cs typeface="Calibri"/>
              </a:rPr>
              <a:t>for</a:t>
            </a:r>
            <a:r>
              <a:rPr sz="2280" spc="216" dirty="0">
                <a:latin typeface="Calibri"/>
                <a:cs typeface="Calibri"/>
              </a:rPr>
              <a:t> </a:t>
            </a:r>
            <a:r>
              <a:rPr sz="2280" spc="-12" dirty="0">
                <a:latin typeface="Calibri"/>
                <a:cs typeface="Calibri"/>
              </a:rPr>
              <a:t>internal</a:t>
            </a:r>
            <a:endParaRPr sz="2280" dirty="0">
              <a:latin typeface="Calibri"/>
              <a:cs typeface="Calibri"/>
            </a:endParaRPr>
          </a:p>
          <a:p>
            <a:pPr marL="426720"/>
            <a:r>
              <a:rPr sz="2280" spc="-12" dirty="0">
                <a:latin typeface="Calibri"/>
                <a:cs typeface="Calibri"/>
              </a:rPr>
              <a:t>requests,</a:t>
            </a:r>
            <a:r>
              <a:rPr sz="2280" spc="-60" dirty="0">
                <a:latin typeface="Calibri"/>
                <a:cs typeface="Calibri"/>
              </a:rPr>
              <a:t> </a:t>
            </a:r>
            <a:r>
              <a:rPr sz="2280" dirty="0">
                <a:latin typeface="Calibri"/>
                <a:cs typeface="Calibri"/>
              </a:rPr>
              <a:t>may</a:t>
            </a:r>
            <a:r>
              <a:rPr sz="2280" spc="-42" dirty="0">
                <a:latin typeface="Calibri"/>
                <a:cs typeface="Calibri"/>
              </a:rPr>
              <a:t> </a:t>
            </a:r>
            <a:r>
              <a:rPr sz="2280" dirty="0">
                <a:latin typeface="Calibri"/>
                <a:cs typeface="Calibri"/>
              </a:rPr>
              <a:t>be</a:t>
            </a:r>
            <a:r>
              <a:rPr sz="2280" spc="-42" dirty="0">
                <a:latin typeface="Calibri"/>
                <a:cs typeface="Calibri"/>
              </a:rPr>
              <a:t> </a:t>
            </a:r>
            <a:r>
              <a:rPr sz="2280" dirty="0">
                <a:latin typeface="Calibri"/>
                <a:cs typeface="Calibri"/>
              </a:rPr>
              <a:t>a</a:t>
            </a:r>
            <a:r>
              <a:rPr sz="2280" spc="-60" dirty="0">
                <a:latin typeface="Calibri"/>
                <a:cs typeface="Calibri"/>
              </a:rPr>
              <a:t> </a:t>
            </a:r>
            <a:r>
              <a:rPr sz="2280" b="1" i="1" dirty="0">
                <a:solidFill>
                  <a:srgbClr val="006FC0"/>
                </a:solidFill>
                <a:latin typeface="Calibri"/>
                <a:cs typeface="Calibri"/>
              </a:rPr>
              <a:t>member</a:t>
            </a:r>
            <a:r>
              <a:rPr sz="2280" b="1" i="1" spc="-24" dirty="0">
                <a:solidFill>
                  <a:srgbClr val="006FC0"/>
                </a:solidFill>
                <a:latin typeface="Calibri"/>
                <a:cs typeface="Calibri"/>
              </a:rPr>
              <a:t> </a:t>
            </a:r>
            <a:r>
              <a:rPr sz="2280" b="1" i="1" dirty="0">
                <a:solidFill>
                  <a:srgbClr val="006FC0"/>
                </a:solidFill>
                <a:latin typeface="Calibri"/>
                <a:cs typeface="Calibri"/>
              </a:rPr>
              <a:t>of</a:t>
            </a:r>
            <a:r>
              <a:rPr sz="2280" b="1" i="1" spc="-54" dirty="0">
                <a:solidFill>
                  <a:srgbClr val="006FC0"/>
                </a:solidFill>
                <a:latin typeface="Calibri"/>
                <a:cs typeface="Calibri"/>
              </a:rPr>
              <a:t> </a:t>
            </a:r>
            <a:r>
              <a:rPr sz="2280" b="1" i="1" dirty="0">
                <a:solidFill>
                  <a:srgbClr val="006FC0"/>
                </a:solidFill>
                <a:latin typeface="Calibri"/>
                <a:cs typeface="Calibri"/>
              </a:rPr>
              <a:t>the</a:t>
            </a:r>
            <a:r>
              <a:rPr sz="2280" b="1" i="1" spc="-48" dirty="0">
                <a:solidFill>
                  <a:srgbClr val="006FC0"/>
                </a:solidFill>
                <a:latin typeface="Calibri"/>
                <a:cs typeface="Calibri"/>
              </a:rPr>
              <a:t> </a:t>
            </a:r>
            <a:r>
              <a:rPr sz="2280" b="1" i="1" spc="-12" dirty="0">
                <a:solidFill>
                  <a:srgbClr val="006FC0"/>
                </a:solidFill>
                <a:latin typeface="Calibri"/>
                <a:cs typeface="Calibri"/>
              </a:rPr>
              <a:t>development</a:t>
            </a:r>
            <a:r>
              <a:rPr sz="2280" b="1" i="1" spc="-24" dirty="0">
                <a:solidFill>
                  <a:srgbClr val="006FC0"/>
                </a:solidFill>
                <a:latin typeface="Calibri"/>
                <a:cs typeface="Calibri"/>
              </a:rPr>
              <a:t> </a:t>
            </a:r>
            <a:r>
              <a:rPr sz="2280" b="1" i="1" spc="-12" dirty="0">
                <a:solidFill>
                  <a:srgbClr val="006FC0"/>
                </a:solidFill>
                <a:latin typeface="Calibri"/>
                <a:cs typeface="Calibri"/>
              </a:rPr>
              <a:t>team</a:t>
            </a:r>
            <a:r>
              <a:rPr sz="2280" spc="-12" dirty="0">
                <a:latin typeface="Calibri"/>
                <a:cs typeface="Calibri"/>
              </a:rPr>
              <a:t>.</a:t>
            </a:r>
            <a:endParaRPr sz="2280" dirty="0">
              <a:latin typeface="Calibri"/>
              <a:cs typeface="Calibri"/>
            </a:endParaRPr>
          </a:p>
          <a:p>
            <a:pPr marL="425958" indent="-410718">
              <a:spcBef>
                <a:spcPts val="551"/>
              </a:spcBef>
              <a:buFont typeface="Arial MT"/>
              <a:buChar char="•"/>
              <a:tabLst>
                <a:tab pos="425958" algn="l"/>
              </a:tabLst>
            </a:pPr>
            <a:r>
              <a:rPr sz="2280" dirty="0">
                <a:latin typeface="Calibri"/>
                <a:cs typeface="Calibri"/>
              </a:rPr>
              <a:t>The</a:t>
            </a:r>
            <a:r>
              <a:rPr sz="2280" spc="-60" dirty="0">
                <a:latin typeface="Calibri"/>
                <a:cs typeface="Calibri"/>
              </a:rPr>
              <a:t> </a:t>
            </a:r>
            <a:r>
              <a:rPr sz="2280" dirty="0">
                <a:latin typeface="Calibri"/>
                <a:cs typeface="Calibri"/>
              </a:rPr>
              <a:t>change</a:t>
            </a:r>
            <a:r>
              <a:rPr sz="2280" spc="-36" dirty="0">
                <a:latin typeface="Calibri"/>
                <a:cs typeface="Calibri"/>
              </a:rPr>
              <a:t> </a:t>
            </a:r>
            <a:r>
              <a:rPr sz="2280" dirty="0">
                <a:latin typeface="Calibri"/>
                <a:cs typeface="Calibri"/>
              </a:rPr>
              <a:t>request</a:t>
            </a:r>
            <a:r>
              <a:rPr sz="2280" spc="-66" dirty="0">
                <a:latin typeface="Calibri"/>
                <a:cs typeface="Calibri"/>
              </a:rPr>
              <a:t> </a:t>
            </a:r>
            <a:r>
              <a:rPr sz="2280" dirty="0">
                <a:latin typeface="Calibri"/>
                <a:cs typeface="Calibri"/>
              </a:rPr>
              <a:t>may</a:t>
            </a:r>
            <a:r>
              <a:rPr sz="2280" spc="-66" dirty="0">
                <a:latin typeface="Calibri"/>
                <a:cs typeface="Calibri"/>
              </a:rPr>
              <a:t> </a:t>
            </a:r>
            <a:r>
              <a:rPr sz="2280" dirty="0">
                <a:latin typeface="Calibri"/>
                <a:cs typeface="Calibri"/>
              </a:rPr>
              <a:t>be</a:t>
            </a:r>
            <a:r>
              <a:rPr sz="2280" spc="-54" dirty="0">
                <a:latin typeface="Calibri"/>
                <a:cs typeface="Calibri"/>
              </a:rPr>
              <a:t> </a:t>
            </a:r>
            <a:r>
              <a:rPr sz="2280" spc="-12" dirty="0">
                <a:latin typeface="Calibri"/>
                <a:cs typeface="Calibri"/>
              </a:rPr>
              <a:t>rejected</a:t>
            </a:r>
            <a:r>
              <a:rPr sz="2280" spc="-48" dirty="0">
                <a:latin typeface="Calibri"/>
                <a:cs typeface="Calibri"/>
              </a:rPr>
              <a:t> </a:t>
            </a:r>
            <a:r>
              <a:rPr sz="2280" dirty="0">
                <a:latin typeface="Calibri"/>
                <a:cs typeface="Calibri"/>
              </a:rPr>
              <a:t>at</a:t>
            </a:r>
            <a:r>
              <a:rPr sz="2280" spc="-72" dirty="0">
                <a:latin typeface="Calibri"/>
                <a:cs typeface="Calibri"/>
              </a:rPr>
              <a:t> </a:t>
            </a:r>
            <a:r>
              <a:rPr sz="2280" dirty="0">
                <a:latin typeface="Calibri"/>
                <a:cs typeface="Calibri"/>
              </a:rPr>
              <a:t>this</a:t>
            </a:r>
            <a:r>
              <a:rPr sz="2280" spc="-60" dirty="0">
                <a:latin typeface="Calibri"/>
                <a:cs typeface="Calibri"/>
              </a:rPr>
              <a:t> </a:t>
            </a:r>
            <a:r>
              <a:rPr sz="2280" spc="-12" dirty="0">
                <a:latin typeface="Calibri"/>
                <a:cs typeface="Calibri"/>
              </a:rPr>
              <a:t>stage.</a:t>
            </a:r>
            <a:endParaRPr sz="2280" dirty="0">
              <a:latin typeface="Calibri"/>
              <a:cs typeface="Calibri"/>
            </a:endParaRPr>
          </a:p>
          <a:p>
            <a:pPr marL="425958" indent="-410718">
              <a:spcBef>
                <a:spcPts val="546"/>
              </a:spcBef>
              <a:buFont typeface="Arial MT"/>
              <a:buChar char="•"/>
              <a:tabLst>
                <a:tab pos="425958" algn="l"/>
              </a:tabLst>
            </a:pPr>
            <a:r>
              <a:rPr sz="2280" dirty="0">
                <a:latin typeface="Calibri"/>
                <a:cs typeface="Calibri"/>
              </a:rPr>
              <a:t>If</a:t>
            </a:r>
            <a:r>
              <a:rPr sz="2280" spc="96" dirty="0">
                <a:latin typeface="Calibri"/>
                <a:cs typeface="Calibri"/>
              </a:rPr>
              <a:t> </a:t>
            </a:r>
            <a:r>
              <a:rPr sz="2280" dirty="0">
                <a:latin typeface="Calibri"/>
                <a:cs typeface="Calibri"/>
              </a:rPr>
              <a:t>the</a:t>
            </a:r>
            <a:r>
              <a:rPr sz="2280" spc="96" dirty="0">
                <a:latin typeface="Calibri"/>
                <a:cs typeface="Calibri"/>
              </a:rPr>
              <a:t> </a:t>
            </a:r>
            <a:r>
              <a:rPr sz="2280" dirty="0">
                <a:latin typeface="Calibri"/>
                <a:cs typeface="Calibri"/>
              </a:rPr>
              <a:t>change</a:t>
            </a:r>
            <a:r>
              <a:rPr sz="2280" spc="96" dirty="0">
                <a:latin typeface="Calibri"/>
                <a:cs typeface="Calibri"/>
              </a:rPr>
              <a:t> </a:t>
            </a:r>
            <a:r>
              <a:rPr sz="2280" dirty="0">
                <a:latin typeface="Calibri"/>
                <a:cs typeface="Calibri"/>
              </a:rPr>
              <a:t>request</a:t>
            </a:r>
            <a:r>
              <a:rPr sz="2280" spc="102" dirty="0">
                <a:latin typeface="Calibri"/>
                <a:cs typeface="Calibri"/>
              </a:rPr>
              <a:t> </a:t>
            </a:r>
            <a:r>
              <a:rPr sz="2280" dirty="0">
                <a:latin typeface="Calibri"/>
                <a:cs typeface="Calibri"/>
              </a:rPr>
              <a:t>is</a:t>
            </a:r>
            <a:r>
              <a:rPr sz="2280" spc="102" dirty="0">
                <a:latin typeface="Calibri"/>
                <a:cs typeface="Calibri"/>
              </a:rPr>
              <a:t> </a:t>
            </a:r>
            <a:r>
              <a:rPr sz="2280" dirty="0">
                <a:latin typeface="Calibri"/>
                <a:cs typeface="Calibri"/>
              </a:rPr>
              <a:t>a</a:t>
            </a:r>
            <a:r>
              <a:rPr sz="2280" spc="102" dirty="0">
                <a:latin typeface="Calibri"/>
                <a:cs typeface="Calibri"/>
              </a:rPr>
              <a:t> </a:t>
            </a:r>
            <a:r>
              <a:rPr sz="2280" dirty="0">
                <a:latin typeface="Calibri"/>
                <a:cs typeface="Calibri"/>
              </a:rPr>
              <a:t>bug</a:t>
            </a:r>
            <a:r>
              <a:rPr sz="2280" spc="108" dirty="0">
                <a:latin typeface="Calibri"/>
                <a:cs typeface="Calibri"/>
              </a:rPr>
              <a:t> </a:t>
            </a:r>
            <a:r>
              <a:rPr sz="2280" dirty="0">
                <a:latin typeface="Calibri"/>
                <a:cs typeface="Calibri"/>
              </a:rPr>
              <a:t>report,</a:t>
            </a:r>
            <a:r>
              <a:rPr sz="2280" spc="90" dirty="0">
                <a:latin typeface="Calibri"/>
                <a:cs typeface="Calibri"/>
              </a:rPr>
              <a:t> </a:t>
            </a:r>
            <a:r>
              <a:rPr sz="2280" dirty="0">
                <a:latin typeface="Calibri"/>
                <a:cs typeface="Calibri"/>
              </a:rPr>
              <a:t>the</a:t>
            </a:r>
            <a:r>
              <a:rPr sz="2280" spc="102" dirty="0">
                <a:latin typeface="Calibri"/>
                <a:cs typeface="Calibri"/>
              </a:rPr>
              <a:t> </a:t>
            </a:r>
            <a:r>
              <a:rPr sz="2280" dirty="0">
                <a:latin typeface="Calibri"/>
                <a:cs typeface="Calibri"/>
              </a:rPr>
              <a:t>bug</a:t>
            </a:r>
            <a:r>
              <a:rPr sz="2280" spc="96" dirty="0">
                <a:latin typeface="Calibri"/>
                <a:cs typeface="Calibri"/>
              </a:rPr>
              <a:t> </a:t>
            </a:r>
            <a:r>
              <a:rPr sz="2280" dirty="0">
                <a:latin typeface="Calibri"/>
                <a:cs typeface="Calibri"/>
              </a:rPr>
              <a:t>may</a:t>
            </a:r>
            <a:r>
              <a:rPr sz="2280" spc="102" dirty="0">
                <a:latin typeface="Calibri"/>
                <a:cs typeface="Calibri"/>
              </a:rPr>
              <a:t> </a:t>
            </a:r>
            <a:r>
              <a:rPr sz="2280" dirty="0">
                <a:latin typeface="Calibri"/>
                <a:cs typeface="Calibri"/>
              </a:rPr>
              <a:t>have</a:t>
            </a:r>
            <a:r>
              <a:rPr sz="2280" spc="102" dirty="0">
                <a:latin typeface="Calibri"/>
                <a:cs typeface="Calibri"/>
              </a:rPr>
              <a:t> </a:t>
            </a:r>
            <a:r>
              <a:rPr sz="2280" dirty="0">
                <a:latin typeface="Calibri"/>
                <a:cs typeface="Calibri"/>
              </a:rPr>
              <a:t>already</a:t>
            </a:r>
            <a:r>
              <a:rPr sz="2280" spc="102" dirty="0">
                <a:latin typeface="Calibri"/>
                <a:cs typeface="Calibri"/>
              </a:rPr>
              <a:t> </a:t>
            </a:r>
            <a:r>
              <a:rPr sz="2280" dirty="0">
                <a:latin typeface="Calibri"/>
                <a:cs typeface="Calibri"/>
              </a:rPr>
              <a:t>been</a:t>
            </a:r>
            <a:r>
              <a:rPr sz="2280" spc="108" dirty="0">
                <a:latin typeface="Calibri"/>
                <a:cs typeface="Calibri"/>
              </a:rPr>
              <a:t> </a:t>
            </a:r>
            <a:r>
              <a:rPr sz="2280" dirty="0">
                <a:latin typeface="Calibri"/>
                <a:cs typeface="Calibri"/>
              </a:rPr>
              <a:t>reported</a:t>
            </a:r>
            <a:r>
              <a:rPr sz="2280" spc="108" dirty="0">
                <a:latin typeface="Calibri"/>
                <a:cs typeface="Calibri"/>
              </a:rPr>
              <a:t> </a:t>
            </a:r>
            <a:r>
              <a:rPr sz="2280" spc="-30" dirty="0">
                <a:latin typeface="Calibri"/>
                <a:cs typeface="Calibri"/>
              </a:rPr>
              <a:t>and</a:t>
            </a:r>
            <a:endParaRPr sz="2280" dirty="0">
              <a:latin typeface="Calibri"/>
              <a:cs typeface="Calibri"/>
            </a:endParaRPr>
          </a:p>
          <a:p>
            <a:pPr marL="426720"/>
            <a:r>
              <a:rPr sz="2280" spc="-12" dirty="0">
                <a:latin typeface="Calibri"/>
                <a:cs typeface="Calibri"/>
              </a:rPr>
              <a:t>repaired.</a:t>
            </a:r>
            <a:endParaRPr sz="2280" dirty="0">
              <a:latin typeface="Calibri"/>
              <a:cs typeface="Calibri"/>
            </a:endParaRPr>
          </a:p>
        </p:txBody>
      </p:sp>
      <p:sp>
        <p:nvSpPr>
          <p:cNvPr id="3" name="object 3"/>
          <p:cNvSpPr txBox="1"/>
          <p:nvPr/>
        </p:nvSpPr>
        <p:spPr>
          <a:xfrm>
            <a:off x="919520" y="3868064"/>
            <a:ext cx="10440924" cy="1482201"/>
          </a:xfrm>
          <a:prstGeom prst="rect">
            <a:avLst/>
          </a:prstGeom>
        </p:spPr>
        <p:txBody>
          <a:bodyPr vert="horz" wrap="square" lIns="0" tIns="14478" rIns="0" bIns="0" rtlCol="0">
            <a:spAutoFit/>
          </a:bodyPr>
          <a:lstStyle/>
          <a:p>
            <a:pPr marL="426720" marR="6096" indent="-411480">
              <a:spcBef>
                <a:spcPts val="114"/>
              </a:spcBef>
              <a:buFont typeface="Arial MT"/>
              <a:buChar char="•"/>
              <a:tabLst>
                <a:tab pos="426720" algn="l"/>
              </a:tabLst>
            </a:pPr>
            <a:r>
              <a:rPr sz="2280" dirty="0">
                <a:latin typeface="Calibri"/>
                <a:cs typeface="Calibri"/>
              </a:rPr>
              <a:t>If</a:t>
            </a:r>
            <a:r>
              <a:rPr sz="2280" spc="-6" dirty="0">
                <a:latin typeface="Calibri"/>
                <a:cs typeface="Calibri"/>
              </a:rPr>
              <a:t> </a:t>
            </a:r>
            <a:r>
              <a:rPr sz="2280" dirty="0">
                <a:latin typeface="Calibri"/>
                <a:cs typeface="Calibri"/>
              </a:rPr>
              <a:t>any of</a:t>
            </a:r>
            <a:r>
              <a:rPr sz="2280" spc="-18" dirty="0">
                <a:latin typeface="Calibri"/>
                <a:cs typeface="Calibri"/>
              </a:rPr>
              <a:t> </a:t>
            </a:r>
            <a:r>
              <a:rPr sz="2280" dirty="0">
                <a:latin typeface="Calibri"/>
                <a:cs typeface="Calibri"/>
              </a:rPr>
              <a:t>these</a:t>
            </a:r>
            <a:r>
              <a:rPr sz="2280" spc="12" dirty="0">
                <a:latin typeface="Calibri"/>
                <a:cs typeface="Calibri"/>
              </a:rPr>
              <a:t> </a:t>
            </a:r>
            <a:r>
              <a:rPr sz="2280" dirty="0">
                <a:latin typeface="Calibri"/>
                <a:cs typeface="Calibri"/>
              </a:rPr>
              <a:t>features</a:t>
            </a:r>
            <a:r>
              <a:rPr sz="2280" spc="6" dirty="0">
                <a:latin typeface="Calibri"/>
                <a:cs typeface="Calibri"/>
              </a:rPr>
              <a:t> </a:t>
            </a:r>
            <a:r>
              <a:rPr sz="2280" dirty="0">
                <a:latin typeface="Calibri"/>
                <a:cs typeface="Calibri"/>
              </a:rPr>
              <a:t>are</a:t>
            </a:r>
            <a:r>
              <a:rPr sz="2280" spc="-6" dirty="0">
                <a:latin typeface="Calibri"/>
                <a:cs typeface="Calibri"/>
              </a:rPr>
              <a:t> </a:t>
            </a:r>
            <a:r>
              <a:rPr sz="2280" dirty="0">
                <a:latin typeface="Calibri"/>
                <a:cs typeface="Calibri"/>
              </a:rPr>
              <a:t>true,</a:t>
            </a:r>
            <a:r>
              <a:rPr sz="2280" spc="-6" dirty="0">
                <a:latin typeface="Calibri"/>
                <a:cs typeface="Calibri"/>
              </a:rPr>
              <a:t> </a:t>
            </a:r>
            <a:r>
              <a:rPr sz="2280" dirty="0">
                <a:latin typeface="Calibri"/>
                <a:cs typeface="Calibri"/>
              </a:rPr>
              <a:t>the issue</a:t>
            </a:r>
            <a:r>
              <a:rPr sz="2280" spc="12" dirty="0">
                <a:latin typeface="Calibri"/>
                <a:cs typeface="Calibri"/>
              </a:rPr>
              <a:t> </a:t>
            </a:r>
            <a:r>
              <a:rPr sz="2280" dirty="0">
                <a:latin typeface="Calibri"/>
                <a:cs typeface="Calibri"/>
              </a:rPr>
              <a:t>is</a:t>
            </a:r>
            <a:r>
              <a:rPr sz="2280" spc="-18" dirty="0">
                <a:latin typeface="Calibri"/>
                <a:cs typeface="Calibri"/>
              </a:rPr>
              <a:t> </a:t>
            </a:r>
            <a:r>
              <a:rPr sz="2280" dirty="0">
                <a:latin typeface="Calibri"/>
                <a:cs typeface="Calibri"/>
              </a:rPr>
              <a:t>closed</a:t>
            </a:r>
            <a:r>
              <a:rPr sz="2280" spc="6" dirty="0">
                <a:latin typeface="Calibri"/>
                <a:cs typeface="Calibri"/>
              </a:rPr>
              <a:t> </a:t>
            </a:r>
            <a:r>
              <a:rPr sz="2280" dirty="0">
                <a:latin typeface="Calibri"/>
                <a:cs typeface="Calibri"/>
              </a:rPr>
              <a:t>and</a:t>
            </a:r>
            <a:r>
              <a:rPr sz="2280" spc="6" dirty="0">
                <a:latin typeface="Calibri"/>
                <a:cs typeface="Calibri"/>
              </a:rPr>
              <a:t> </a:t>
            </a:r>
            <a:r>
              <a:rPr sz="2280" dirty="0">
                <a:latin typeface="Calibri"/>
                <a:cs typeface="Calibri"/>
              </a:rPr>
              <a:t>the</a:t>
            </a:r>
            <a:r>
              <a:rPr sz="2280" spc="6" dirty="0">
                <a:latin typeface="Calibri"/>
                <a:cs typeface="Calibri"/>
              </a:rPr>
              <a:t> </a:t>
            </a:r>
            <a:r>
              <a:rPr sz="2280" dirty="0">
                <a:latin typeface="Calibri"/>
                <a:cs typeface="Calibri"/>
              </a:rPr>
              <a:t>form</a:t>
            </a:r>
            <a:r>
              <a:rPr sz="2280" spc="-6" dirty="0">
                <a:latin typeface="Calibri"/>
                <a:cs typeface="Calibri"/>
              </a:rPr>
              <a:t> </a:t>
            </a:r>
            <a:r>
              <a:rPr sz="2280" dirty="0">
                <a:latin typeface="Calibri"/>
                <a:cs typeface="Calibri"/>
              </a:rPr>
              <a:t>is</a:t>
            </a:r>
            <a:r>
              <a:rPr sz="2280" spc="-6" dirty="0">
                <a:latin typeface="Calibri"/>
                <a:cs typeface="Calibri"/>
              </a:rPr>
              <a:t> </a:t>
            </a:r>
            <a:r>
              <a:rPr sz="2280" dirty="0">
                <a:latin typeface="Calibri"/>
                <a:cs typeface="Calibri"/>
              </a:rPr>
              <a:t>updated with</a:t>
            </a:r>
            <a:r>
              <a:rPr sz="2280" spc="6" dirty="0">
                <a:latin typeface="Calibri"/>
                <a:cs typeface="Calibri"/>
              </a:rPr>
              <a:t> </a:t>
            </a:r>
            <a:r>
              <a:rPr sz="2280" spc="-30" dirty="0">
                <a:latin typeface="Calibri"/>
                <a:cs typeface="Calibri"/>
              </a:rPr>
              <a:t>the </a:t>
            </a:r>
            <a:r>
              <a:rPr sz="2280" dirty="0">
                <a:latin typeface="Calibri"/>
                <a:cs typeface="Calibri"/>
              </a:rPr>
              <a:t>reason</a:t>
            </a:r>
            <a:r>
              <a:rPr sz="2280" spc="-72" dirty="0">
                <a:latin typeface="Calibri"/>
                <a:cs typeface="Calibri"/>
              </a:rPr>
              <a:t> </a:t>
            </a:r>
            <a:r>
              <a:rPr sz="2280" dirty="0">
                <a:latin typeface="Calibri"/>
                <a:cs typeface="Calibri"/>
              </a:rPr>
              <a:t>for</a:t>
            </a:r>
            <a:r>
              <a:rPr sz="2280" spc="-90" dirty="0">
                <a:latin typeface="Calibri"/>
                <a:cs typeface="Calibri"/>
              </a:rPr>
              <a:t> </a:t>
            </a:r>
            <a:r>
              <a:rPr sz="2280" spc="-12" dirty="0">
                <a:latin typeface="Calibri"/>
                <a:cs typeface="Calibri"/>
              </a:rPr>
              <a:t>closure.</a:t>
            </a:r>
            <a:endParaRPr sz="2280">
              <a:latin typeface="Calibri"/>
              <a:cs typeface="Calibri"/>
            </a:endParaRPr>
          </a:p>
          <a:p>
            <a:pPr marL="425958" indent="-410718">
              <a:spcBef>
                <a:spcPts val="546"/>
              </a:spcBef>
              <a:buFont typeface="Arial MT"/>
              <a:buChar char="•"/>
              <a:tabLst>
                <a:tab pos="425958" algn="l"/>
              </a:tabLst>
            </a:pPr>
            <a:r>
              <a:rPr sz="2280" dirty="0">
                <a:latin typeface="Calibri"/>
                <a:cs typeface="Calibri"/>
              </a:rPr>
              <a:t>If</a:t>
            </a:r>
            <a:r>
              <a:rPr sz="2280" spc="456" dirty="0">
                <a:latin typeface="Calibri"/>
                <a:cs typeface="Calibri"/>
              </a:rPr>
              <a:t> </a:t>
            </a:r>
            <a:r>
              <a:rPr sz="2280" dirty="0">
                <a:latin typeface="Calibri"/>
                <a:cs typeface="Calibri"/>
              </a:rPr>
              <a:t>it</a:t>
            </a:r>
            <a:r>
              <a:rPr sz="2280" spc="468" dirty="0">
                <a:latin typeface="Calibri"/>
                <a:cs typeface="Calibri"/>
              </a:rPr>
              <a:t> </a:t>
            </a:r>
            <a:r>
              <a:rPr sz="2280" dirty="0">
                <a:latin typeface="Calibri"/>
                <a:cs typeface="Calibri"/>
              </a:rPr>
              <a:t>is</a:t>
            </a:r>
            <a:r>
              <a:rPr sz="2280" spc="468" dirty="0">
                <a:latin typeface="Calibri"/>
                <a:cs typeface="Calibri"/>
              </a:rPr>
              <a:t> </a:t>
            </a:r>
            <a:r>
              <a:rPr sz="2280" dirty="0">
                <a:latin typeface="Calibri"/>
                <a:cs typeface="Calibri"/>
              </a:rPr>
              <a:t>a</a:t>
            </a:r>
            <a:r>
              <a:rPr sz="2280" spc="468" dirty="0">
                <a:latin typeface="Calibri"/>
                <a:cs typeface="Calibri"/>
              </a:rPr>
              <a:t> </a:t>
            </a:r>
            <a:r>
              <a:rPr sz="2280" b="1" i="1" dirty="0">
                <a:solidFill>
                  <a:srgbClr val="C00000"/>
                </a:solidFill>
                <a:latin typeface="Calibri"/>
                <a:cs typeface="Calibri"/>
              </a:rPr>
              <a:t>valid</a:t>
            </a:r>
            <a:r>
              <a:rPr sz="2280" b="1" i="1" spc="456" dirty="0">
                <a:solidFill>
                  <a:srgbClr val="C00000"/>
                </a:solidFill>
                <a:latin typeface="Calibri"/>
                <a:cs typeface="Calibri"/>
              </a:rPr>
              <a:t> </a:t>
            </a:r>
            <a:r>
              <a:rPr sz="2280" b="1" i="1" dirty="0">
                <a:solidFill>
                  <a:srgbClr val="C00000"/>
                </a:solidFill>
                <a:latin typeface="Calibri"/>
                <a:cs typeface="Calibri"/>
              </a:rPr>
              <a:t>change</a:t>
            </a:r>
            <a:r>
              <a:rPr sz="2280" b="1" i="1" spc="462" dirty="0">
                <a:solidFill>
                  <a:srgbClr val="C00000"/>
                </a:solidFill>
                <a:latin typeface="Calibri"/>
                <a:cs typeface="Calibri"/>
              </a:rPr>
              <a:t> </a:t>
            </a:r>
            <a:r>
              <a:rPr sz="2280" b="1" i="1" dirty="0">
                <a:solidFill>
                  <a:srgbClr val="C00000"/>
                </a:solidFill>
                <a:latin typeface="Calibri"/>
                <a:cs typeface="Calibri"/>
              </a:rPr>
              <a:t>request</a:t>
            </a:r>
            <a:r>
              <a:rPr sz="2280" dirty="0">
                <a:latin typeface="Calibri"/>
                <a:cs typeface="Calibri"/>
              </a:rPr>
              <a:t>,</a:t>
            </a:r>
            <a:r>
              <a:rPr sz="2280" spc="456" dirty="0">
                <a:latin typeface="Calibri"/>
                <a:cs typeface="Calibri"/>
              </a:rPr>
              <a:t> </a:t>
            </a:r>
            <a:r>
              <a:rPr sz="2280" dirty="0">
                <a:latin typeface="Calibri"/>
                <a:cs typeface="Calibri"/>
              </a:rPr>
              <a:t>it</a:t>
            </a:r>
            <a:r>
              <a:rPr sz="2280" spc="462" dirty="0">
                <a:latin typeface="Calibri"/>
                <a:cs typeface="Calibri"/>
              </a:rPr>
              <a:t> </a:t>
            </a:r>
            <a:r>
              <a:rPr sz="2280" dirty="0">
                <a:latin typeface="Calibri"/>
                <a:cs typeface="Calibri"/>
              </a:rPr>
              <a:t>is</a:t>
            </a:r>
            <a:r>
              <a:rPr sz="2280" spc="462" dirty="0">
                <a:latin typeface="Calibri"/>
                <a:cs typeface="Calibri"/>
              </a:rPr>
              <a:t> </a:t>
            </a:r>
            <a:r>
              <a:rPr sz="2280" b="1" i="1" dirty="0">
                <a:solidFill>
                  <a:srgbClr val="006FC0"/>
                </a:solidFill>
                <a:latin typeface="Calibri"/>
                <a:cs typeface="Calibri"/>
              </a:rPr>
              <a:t>then</a:t>
            </a:r>
            <a:r>
              <a:rPr sz="2280" b="1" i="1" spc="462" dirty="0">
                <a:solidFill>
                  <a:srgbClr val="006FC0"/>
                </a:solidFill>
                <a:latin typeface="Calibri"/>
                <a:cs typeface="Calibri"/>
              </a:rPr>
              <a:t> </a:t>
            </a:r>
            <a:r>
              <a:rPr sz="2280" b="1" i="1" dirty="0">
                <a:solidFill>
                  <a:srgbClr val="006FC0"/>
                </a:solidFill>
                <a:latin typeface="Calibri"/>
                <a:cs typeface="Calibri"/>
              </a:rPr>
              <a:t>logged</a:t>
            </a:r>
            <a:r>
              <a:rPr sz="2280" b="1" i="1" spc="456" dirty="0">
                <a:solidFill>
                  <a:srgbClr val="006FC0"/>
                </a:solidFill>
                <a:latin typeface="Calibri"/>
                <a:cs typeface="Calibri"/>
              </a:rPr>
              <a:t> </a:t>
            </a:r>
            <a:r>
              <a:rPr sz="2280" b="1" i="1" dirty="0">
                <a:solidFill>
                  <a:srgbClr val="006FC0"/>
                </a:solidFill>
                <a:latin typeface="Calibri"/>
                <a:cs typeface="Calibri"/>
              </a:rPr>
              <a:t>as</a:t>
            </a:r>
            <a:r>
              <a:rPr sz="2280" b="1" i="1" spc="456" dirty="0">
                <a:solidFill>
                  <a:srgbClr val="006FC0"/>
                </a:solidFill>
                <a:latin typeface="Calibri"/>
                <a:cs typeface="Calibri"/>
              </a:rPr>
              <a:t> </a:t>
            </a:r>
            <a:r>
              <a:rPr sz="2280" b="1" i="1" dirty="0">
                <a:solidFill>
                  <a:srgbClr val="006FC0"/>
                </a:solidFill>
                <a:latin typeface="Calibri"/>
                <a:cs typeface="Calibri"/>
              </a:rPr>
              <a:t>an</a:t>
            </a:r>
            <a:r>
              <a:rPr sz="2280" b="1" i="1" spc="456" dirty="0">
                <a:solidFill>
                  <a:srgbClr val="006FC0"/>
                </a:solidFill>
                <a:latin typeface="Calibri"/>
                <a:cs typeface="Calibri"/>
              </a:rPr>
              <a:t> </a:t>
            </a:r>
            <a:r>
              <a:rPr sz="2280" b="1" i="1" dirty="0">
                <a:solidFill>
                  <a:srgbClr val="006FC0"/>
                </a:solidFill>
                <a:latin typeface="Calibri"/>
                <a:cs typeface="Calibri"/>
              </a:rPr>
              <a:t>outstanding</a:t>
            </a:r>
            <a:r>
              <a:rPr sz="2280" b="1" i="1" spc="468" dirty="0">
                <a:solidFill>
                  <a:srgbClr val="006FC0"/>
                </a:solidFill>
                <a:latin typeface="Calibri"/>
                <a:cs typeface="Calibri"/>
              </a:rPr>
              <a:t> </a:t>
            </a:r>
            <a:r>
              <a:rPr sz="2280" b="1" i="1" dirty="0">
                <a:solidFill>
                  <a:srgbClr val="006FC0"/>
                </a:solidFill>
                <a:latin typeface="Calibri"/>
                <a:cs typeface="Calibri"/>
              </a:rPr>
              <a:t>request</a:t>
            </a:r>
            <a:r>
              <a:rPr sz="2280" b="1" i="1" spc="474" dirty="0">
                <a:solidFill>
                  <a:srgbClr val="006FC0"/>
                </a:solidFill>
                <a:latin typeface="Calibri"/>
                <a:cs typeface="Calibri"/>
              </a:rPr>
              <a:t> </a:t>
            </a:r>
            <a:r>
              <a:rPr sz="2280" b="1" i="1" spc="-30" dirty="0">
                <a:solidFill>
                  <a:srgbClr val="006FC0"/>
                </a:solidFill>
                <a:latin typeface="Calibri"/>
                <a:cs typeface="Calibri"/>
              </a:rPr>
              <a:t>for</a:t>
            </a:r>
            <a:endParaRPr sz="2280">
              <a:latin typeface="Calibri"/>
              <a:cs typeface="Calibri"/>
            </a:endParaRPr>
          </a:p>
          <a:p>
            <a:pPr marL="426720"/>
            <a:r>
              <a:rPr sz="2280" b="1" i="1" spc="-12" dirty="0">
                <a:solidFill>
                  <a:srgbClr val="006FC0"/>
                </a:solidFill>
                <a:latin typeface="Calibri"/>
                <a:cs typeface="Calibri"/>
              </a:rPr>
              <a:t>subsequent</a:t>
            </a:r>
            <a:r>
              <a:rPr sz="2280" b="1" i="1" spc="-42" dirty="0">
                <a:solidFill>
                  <a:srgbClr val="006FC0"/>
                </a:solidFill>
                <a:latin typeface="Calibri"/>
                <a:cs typeface="Calibri"/>
              </a:rPr>
              <a:t> </a:t>
            </a:r>
            <a:r>
              <a:rPr sz="2280" b="1" i="1" spc="-12" dirty="0">
                <a:solidFill>
                  <a:srgbClr val="006FC0"/>
                </a:solidFill>
                <a:latin typeface="Calibri"/>
                <a:cs typeface="Calibri"/>
              </a:rPr>
              <a:t>analysis</a:t>
            </a:r>
            <a:r>
              <a:rPr sz="2280" spc="-12" dirty="0">
                <a:latin typeface="Calibri"/>
                <a:cs typeface="Calibri"/>
              </a:rPr>
              <a:t>.</a:t>
            </a:r>
            <a:endParaRPr sz="2280">
              <a:latin typeface="Calibri"/>
              <a:cs typeface="Calibri"/>
            </a:endParaRPr>
          </a:p>
        </p:txBody>
      </p:sp>
      <p:sp>
        <p:nvSpPr>
          <p:cNvPr id="4" name="object 4"/>
          <p:cNvSpPr txBox="1"/>
          <p:nvPr/>
        </p:nvSpPr>
        <p:spPr>
          <a:xfrm>
            <a:off x="997838" y="2651256"/>
            <a:ext cx="10369296" cy="1034899"/>
          </a:xfrm>
          <a:prstGeom prst="rect">
            <a:avLst/>
          </a:prstGeom>
          <a:ln w="9525">
            <a:solidFill>
              <a:srgbClr val="000000"/>
            </a:solidFill>
          </a:ln>
        </p:spPr>
        <p:txBody>
          <a:bodyPr vert="horz" wrap="square" lIns="0" tIns="37338" rIns="0" bIns="0" rtlCol="0">
            <a:spAutoFit/>
          </a:bodyPr>
          <a:lstStyle/>
          <a:p>
            <a:pPr marL="109728" marR="101346" algn="just">
              <a:spcBef>
                <a:spcPts val="294"/>
              </a:spcBef>
            </a:pPr>
            <a:r>
              <a:rPr sz="2160" b="1" i="1" dirty="0">
                <a:solidFill>
                  <a:srgbClr val="C00000"/>
                </a:solidFill>
                <a:latin typeface="Calibri"/>
                <a:cs typeface="Calibri"/>
              </a:rPr>
              <a:t>Sometimes,</a:t>
            </a:r>
            <a:r>
              <a:rPr sz="2160" b="1" i="1" spc="42" dirty="0">
                <a:solidFill>
                  <a:srgbClr val="C00000"/>
                </a:solidFill>
                <a:latin typeface="Calibri"/>
                <a:cs typeface="Calibri"/>
              </a:rPr>
              <a:t> </a:t>
            </a:r>
            <a:r>
              <a:rPr sz="2160" b="1" i="1" dirty="0">
                <a:solidFill>
                  <a:srgbClr val="C00000"/>
                </a:solidFill>
                <a:latin typeface="Calibri"/>
                <a:cs typeface="Calibri"/>
              </a:rPr>
              <a:t>what</a:t>
            </a:r>
            <a:r>
              <a:rPr sz="2160" b="1" i="1" spc="30" dirty="0">
                <a:solidFill>
                  <a:srgbClr val="C00000"/>
                </a:solidFill>
                <a:latin typeface="Calibri"/>
                <a:cs typeface="Calibri"/>
              </a:rPr>
              <a:t> </a:t>
            </a:r>
            <a:r>
              <a:rPr sz="2160" b="1" i="1" dirty="0">
                <a:solidFill>
                  <a:srgbClr val="C00000"/>
                </a:solidFill>
                <a:latin typeface="Calibri"/>
                <a:cs typeface="Calibri"/>
              </a:rPr>
              <a:t>people</a:t>
            </a:r>
            <a:r>
              <a:rPr sz="2160" b="1" i="1" spc="42" dirty="0">
                <a:solidFill>
                  <a:srgbClr val="C00000"/>
                </a:solidFill>
                <a:latin typeface="Calibri"/>
                <a:cs typeface="Calibri"/>
              </a:rPr>
              <a:t> </a:t>
            </a:r>
            <a:r>
              <a:rPr sz="2160" b="1" i="1" dirty="0">
                <a:solidFill>
                  <a:srgbClr val="C00000"/>
                </a:solidFill>
                <a:latin typeface="Calibri"/>
                <a:cs typeface="Calibri"/>
              </a:rPr>
              <a:t>believe</a:t>
            </a:r>
            <a:r>
              <a:rPr sz="2160" b="1" i="1" spc="36" dirty="0">
                <a:solidFill>
                  <a:srgbClr val="C00000"/>
                </a:solidFill>
                <a:latin typeface="Calibri"/>
                <a:cs typeface="Calibri"/>
              </a:rPr>
              <a:t> </a:t>
            </a:r>
            <a:r>
              <a:rPr sz="2160" b="1" i="1" dirty="0">
                <a:solidFill>
                  <a:srgbClr val="C00000"/>
                </a:solidFill>
                <a:latin typeface="Calibri"/>
                <a:cs typeface="Calibri"/>
              </a:rPr>
              <a:t>to</a:t>
            </a:r>
            <a:r>
              <a:rPr sz="2160" b="1" i="1" spc="36" dirty="0">
                <a:solidFill>
                  <a:srgbClr val="C00000"/>
                </a:solidFill>
                <a:latin typeface="Calibri"/>
                <a:cs typeface="Calibri"/>
              </a:rPr>
              <a:t> </a:t>
            </a:r>
            <a:r>
              <a:rPr sz="2160" b="1" i="1" dirty="0">
                <a:solidFill>
                  <a:srgbClr val="C00000"/>
                </a:solidFill>
                <a:latin typeface="Calibri"/>
                <a:cs typeface="Calibri"/>
              </a:rPr>
              <a:t>be</a:t>
            </a:r>
            <a:r>
              <a:rPr sz="2160" b="1" i="1" spc="48" dirty="0">
                <a:solidFill>
                  <a:srgbClr val="C00000"/>
                </a:solidFill>
                <a:latin typeface="Calibri"/>
                <a:cs typeface="Calibri"/>
              </a:rPr>
              <a:t> </a:t>
            </a:r>
            <a:r>
              <a:rPr sz="2160" b="1" i="1" dirty="0">
                <a:solidFill>
                  <a:srgbClr val="C00000"/>
                </a:solidFill>
                <a:latin typeface="Calibri"/>
                <a:cs typeface="Calibri"/>
              </a:rPr>
              <a:t>problems</a:t>
            </a:r>
            <a:r>
              <a:rPr sz="2160" b="1" i="1" spc="36" dirty="0">
                <a:solidFill>
                  <a:srgbClr val="C00000"/>
                </a:solidFill>
                <a:latin typeface="Calibri"/>
                <a:cs typeface="Calibri"/>
              </a:rPr>
              <a:t> </a:t>
            </a:r>
            <a:r>
              <a:rPr sz="2160" b="1" i="1" dirty="0">
                <a:solidFill>
                  <a:srgbClr val="C00000"/>
                </a:solidFill>
                <a:latin typeface="Calibri"/>
                <a:cs typeface="Calibri"/>
              </a:rPr>
              <a:t>are</a:t>
            </a:r>
            <a:r>
              <a:rPr sz="2160" b="1" i="1" spc="36" dirty="0">
                <a:solidFill>
                  <a:srgbClr val="C00000"/>
                </a:solidFill>
                <a:latin typeface="Calibri"/>
                <a:cs typeface="Calibri"/>
              </a:rPr>
              <a:t> </a:t>
            </a:r>
            <a:r>
              <a:rPr sz="2160" b="1" i="1" dirty="0">
                <a:solidFill>
                  <a:srgbClr val="C00000"/>
                </a:solidFill>
                <a:latin typeface="Calibri"/>
                <a:cs typeface="Calibri"/>
              </a:rPr>
              <a:t>actually</a:t>
            </a:r>
            <a:r>
              <a:rPr sz="2160" b="1" i="1" spc="42" dirty="0">
                <a:solidFill>
                  <a:srgbClr val="C00000"/>
                </a:solidFill>
                <a:latin typeface="Calibri"/>
                <a:cs typeface="Calibri"/>
              </a:rPr>
              <a:t> </a:t>
            </a:r>
            <a:r>
              <a:rPr sz="2160" b="1" i="1" spc="-12" dirty="0">
                <a:solidFill>
                  <a:srgbClr val="C00000"/>
                </a:solidFill>
                <a:latin typeface="Calibri"/>
                <a:cs typeface="Calibri"/>
              </a:rPr>
              <a:t>misunderstandings</a:t>
            </a:r>
            <a:r>
              <a:rPr sz="2160" b="1" i="1" spc="36" dirty="0">
                <a:solidFill>
                  <a:srgbClr val="C00000"/>
                </a:solidFill>
                <a:latin typeface="Calibri"/>
                <a:cs typeface="Calibri"/>
              </a:rPr>
              <a:t> </a:t>
            </a:r>
            <a:r>
              <a:rPr sz="2160" b="1" i="1" dirty="0">
                <a:solidFill>
                  <a:srgbClr val="C00000"/>
                </a:solidFill>
                <a:latin typeface="Calibri"/>
                <a:cs typeface="Calibri"/>
              </a:rPr>
              <a:t>of</a:t>
            </a:r>
            <a:r>
              <a:rPr sz="2160" b="1" i="1" spc="24" dirty="0">
                <a:solidFill>
                  <a:srgbClr val="C00000"/>
                </a:solidFill>
                <a:latin typeface="Calibri"/>
                <a:cs typeface="Calibri"/>
              </a:rPr>
              <a:t> </a:t>
            </a:r>
            <a:r>
              <a:rPr sz="2160" b="1" i="1" spc="-24" dirty="0">
                <a:solidFill>
                  <a:srgbClr val="C00000"/>
                </a:solidFill>
                <a:latin typeface="Calibri"/>
                <a:cs typeface="Calibri"/>
              </a:rPr>
              <a:t>what </a:t>
            </a:r>
            <a:r>
              <a:rPr sz="2160" b="1" i="1" dirty="0">
                <a:solidFill>
                  <a:srgbClr val="C00000"/>
                </a:solidFill>
                <a:latin typeface="Calibri"/>
                <a:cs typeface="Calibri"/>
              </a:rPr>
              <a:t>the</a:t>
            </a:r>
            <a:r>
              <a:rPr sz="2160" b="1" i="1" spc="192" dirty="0">
                <a:solidFill>
                  <a:srgbClr val="C00000"/>
                </a:solidFill>
                <a:latin typeface="Calibri"/>
                <a:cs typeface="Calibri"/>
              </a:rPr>
              <a:t> </a:t>
            </a:r>
            <a:r>
              <a:rPr sz="2160" b="1" i="1" dirty="0">
                <a:solidFill>
                  <a:srgbClr val="C00000"/>
                </a:solidFill>
                <a:latin typeface="Calibri"/>
                <a:cs typeface="Calibri"/>
              </a:rPr>
              <a:t>system</a:t>
            </a:r>
            <a:r>
              <a:rPr sz="2160" b="1" i="1" spc="204" dirty="0">
                <a:solidFill>
                  <a:srgbClr val="C00000"/>
                </a:solidFill>
                <a:latin typeface="Calibri"/>
                <a:cs typeface="Calibri"/>
              </a:rPr>
              <a:t> </a:t>
            </a:r>
            <a:r>
              <a:rPr sz="2160" b="1" i="1" dirty="0">
                <a:solidFill>
                  <a:srgbClr val="C00000"/>
                </a:solidFill>
                <a:latin typeface="Calibri"/>
                <a:cs typeface="Calibri"/>
              </a:rPr>
              <a:t>is</a:t>
            </a:r>
            <a:r>
              <a:rPr sz="2160" b="1" i="1" spc="192" dirty="0">
                <a:solidFill>
                  <a:srgbClr val="C00000"/>
                </a:solidFill>
                <a:latin typeface="Calibri"/>
                <a:cs typeface="Calibri"/>
              </a:rPr>
              <a:t> </a:t>
            </a:r>
            <a:r>
              <a:rPr sz="2160" b="1" i="1" dirty="0">
                <a:solidFill>
                  <a:srgbClr val="C00000"/>
                </a:solidFill>
                <a:latin typeface="Calibri"/>
                <a:cs typeface="Calibri"/>
              </a:rPr>
              <a:t>expected</a:t>
            </a:r>
            <a:r>
              <a:rPr sz="2160" b="1" i="1" spc="192" dirty="0">
                <a:solidFill>
                  <a:srgbClr val="C00000"/>
                </a:solidFill>
                <a:latin typeface="Calibri"/>
                <a:cs typeface="Calibri"/>
              </a:rPr>
              <a:t> </a:t>
            </a:r>
            <a:r>
              <a:rPr sz="2160" b="1" i="1" dirty="0">
                <a:solidFill>
                  <a:srgbClr val="C00000"/>
                </a:solidFill>
                <a:latin typeface="Calibri"/>
                <a:cs typeface="Calibri"/>
              </a:rPr>
              <a:t>to</a:t>
            </a:r>
            <a:r>
              <a:rPr sz="2160" b="1" i="1" spc="198" dirty="0">
                <a:solidFill>
                  <a:srgbClr val="C00000"/>
                </a:solidFill>
                <a:latin typeface="Calibri"/>
                <a:cs typeface="Calibri"/>
              </a:rPr>
              <a:t> </a:t>
            </a:r>
            <a:r>
              <a:rPr sz="2160" b="1" i="1" dirty="0">
                <a:solidFill>
                  <a:srgbClr val="C00000"/>
                </a:solidFill>
                <a:latin typeface="Calibri"/>
                <a:cs typeface="Calibri"/>
              </a:rPr>
              <a:t>do.</a:t>
            </a:r>
            <a:r>
              <a:rPr sz="2160" b="1" i="1" spc="186" dirty="0">
                <a:solidFill>
                  <a:srgbClr val="C00000"/>
                </a:solidFill>
                <a:latin typeface="Calibri"/>
                <a:cs typeface="Calibri"/>
              </a:rPr>
              <a:t> </a:t>
            </a:r>
            <a:r>
              <a:rPr sz="2160" b="1" i="1" dirty="0">
                <a:solidFill>
                  <a:srgbClr val="C00000"/>
                </a:solidFill>
                <a:latin typeface="Calibri"/>
                <a:cs typeface="Calibri"/>
              </a:rPr>
              <a:t>On</a:t>
            </a:r>
            <a:r>
              <a:rPr sz="2160" b="1" i="1" spc="192" dirty="0">
                <a:solidFill>
                  <a:srgbClr val="C00000"/>
                </a:solidFill>
                <a:latin typeface="Calibri"/>
                <a:cs typeface="Calibri"/>
              </a:rPr>
              <a:t> </a:t>
            </a:r>
            <a:r>
              <a:rPr sz="2160" b="1" i="1" dirty="0">
                <a:solidFill>
                  <a:srgbClr val="C00000"/>
                </a:solidFill>
                <a:latin typeface="Calibri"/>
                <a:cs typeface="Calibri"/>
              </a:rPr>
              <a:t>occasions,</a:t>
            </a:r>
            <a:r>
              <a:rPr sz="2160" b="1" i="1" spc="192" dirty="0">
                <a:solidFill>
                  <a:srgbClr val="C00000"/>
                </a:solidFill>
                <a:latin typeface="Calibri"/>
                <a:cs typeface="Calibri"/>
              </a:rPr>
              <a:t> </a:t>
            </a:r>
            <a:r>
              <a:rPr sz="2160" b="1" i="1" dirty="0">
                <a:solidFill>
                  <a:srgbClr val="C00000"/>
                </a:solidFill>
                <a:latin typeface="Calibri"/>
                <a:cs typeface="Calibri"/>
              </a:rPr>
              <a:t>people</a:t>
            </a:r>
            <a:r>
              <a:rPr sz="2160" b="1" i="1" spc="198" dirty="0">
                <a:solidFill>
                  <a:srgbClr val="C00000"/>
                </a:solidFill>
                <a:latin typeface="Calibri"/>
                <a:cs typeface="Calibri"/>
              </a:rPr>
              <a:t> </a:t>
            </a:r>
            <a:r>
              <a:rPr sz="2160" b="1" i="1" dirty="0">
                <a:solidFill>
                  <a:srgbClr val="C00000"/>
                </a:solidFill>
                <a:latin typeface="Calibri"/>
                <a:cs typeface="Calibri"/>
              </a:rPr>
              <a:t>request</a:t>
            </a:r>
            <a:r>
              <a:rPr sz="2160" b="1" i="1" spc="204" dirty="0">
                <a:solidFill>
                  <a:srgbClr val="C00000"/>
                </a:solidFill>
                <a:latin typeface="Calibri"/>
                <a:cs typeface="Calibri"/>
              </a:rPr>
              <a:t> </a:t>
            </a:r>
            <a:r>
              <a:rPr sz="2160" b="1" i="1" dirty="0">
                <a:solidFill>
                  <a:srgbClr val="C00000"/>
                </a:solidFill>
                <a:latin typeface="Calibri"/>
                <a:cs typeface="Calibri"/>
              </a:rPr>
              <a:t>features</a:t>
            </a:r>
            <a:r>
              <a:rPr sz="2160" b="1" i="1" spc="198" dirty="0">
                <a:solidFill>
                  <a:srgbClr val="C00000"/>
                </a:solidFill>
                <a:latin typeface="Calibri"/>
                <a:cs typeface="Calibri"/>
              </a:rPr>
              <a:t> </a:t>
            </a:r>
            <a:r>
              <a:rPr sz="2160" b="1" i="1" dirty="0">
                <a:solidFill>
                  <a:srgbClr val="C00000"/>
                </a:solidFill>
                <a:latin typeface="Calibri"/>
                <a:cs typeface="Calibri"/>
              </a:rPr>
              <a:t>that</a:t>
            </a:r>
            <a:r>
              <a:rPr sz="2160" b="1" i="1" spc="198" dirty="0">
                <a:solidFill>
                  <a:srgbClr val="C00000"/>
                </a:solidFill>
                <a:latin typeface="Calibri"/>
                <a:cs typeface="Calibri"/>
              </a:rPr>
              <a:t> </a:t>
            </a:r>
            <a:r>
              <a:rPr sz="2160" b="1" i="1" dirty="0">
                <a:solidFill>
                  <a:srgbClr val="C00000"/>
                </a:solidFill>
                <a:latin typeface="Calibri"/>
                <a:cs typeface="Calibri"/>
              </a:rPr>
              <a:t>have</a:t>
            </a:r>
            <a:r>
              <a:rPr sz="2160" b="1" i="1" spc="198" dirty="0">
                <a:solidFill>
                  <a:srgbClr val="C00000"/>
                </a:solidFill>
                <a:latin typeface="Calibri"/>
                <a:cs typeface="Calibri"/>
              </a:rPr>
              <a:t> </a:t>
            </a:r>
            <a:r>
              <a:rPr sz="2160" b="1" i="1" spc="-12" dirty="0">
                <a:solidFill>
                  <a:srgbClr val="C00000"/>
                </a:solidFill>
                <a:latin typeface="Calibri"/>
                <a:cs typeface="Calibri"/>
              </a:rPr>
              <a:t>already </a:t>
            </a:r>
            <a:r>
              <a:rPr sz="2160" b="1" i="1" dirty="0">
                <a:solidFill>
                  <a:srgbClr val="C00000"/>
                </a:solidFill>
                <a:latin typeface="Calibri"/>
                <a:cs typeface="Calibri"/>
              </a:rPr>
              <a:t>been</a:t>
            </a:r>
            <a:r>
              <a:rPr sz="2160" b="1" i="1" spc="-36" dirty="0">
                <a:solidFill>
                  <a:srgbClr val="C00000"/>
                </a:solidFill>
                <a:latin typeface="Calibri"/>
                <a:cs typeface="Calibri"/>
              </a:rPr>
              <a:t> </a:t>
            </a:r>
            <a:r>
              <a:rPr sz="2160" b="1" i="1" dirty="0">
                <a:solidFill>
                  <a:srgbClr val="C00000"/>
                </a:solidFill>
                <a:latin typeface="Calibri"/>
                <a:cs typeface="Calibri"/>
              </a:rPr>
              <a:t>implemented</a:t>
            </a:r>
            <a:r>
              <a:rPr sz="2160" b="1" i="1" spc="-72" dirty="0">
                <a:solidFill>
                  <a:srgbClr val="C00000"/>
                </a:solidFill>
                <a:latin typeface="Calibri"/>
                <a:cs typeface="Calibri"/>
              </a:rPr>
              <a:t> </a:t>
            </a:r>
            <a:r>
              <a:rPr sz="2160" b="1" i="1" dirty="0">
                <a:solidFill>
                  <a:srgbClr val="C00000"/>
                </a:solidFill>
                <a:latin typeface="Calibri"/>
                <a:cs typeface="Calibri"/>
              </a:rPr>
              <a:t>but</a:t>
            </a:r>
            <a:r>
              <a:rPr sz="2160" b="1" i="1" spc="-36" dirty="0">
                <a:solidFill>
                  <a:srgbClr val="C00000"/>
                </a:solidFill>
                <a:latin typeface="Calibri"/>
                <a:cs typeface="Calibri"/>
              </a:rPr>
              <a:t> </a:t>
            </a:r>
            <a:r>
              <a:rPr sz="2160" b="1" i="1" dirty="0">
                <a:solidFill>
                  <a:srgbClr val="C00000"/>
                </a:solidFill>
                <a:latin typeface="Calibri"/>
                <a:cs typeface="Calibri"/>
              </a:rPr>
              <a:t>that</a:t>
            </a:r>
            <a:r>
              <a:rPr sz="2160" b="1" i="1" spc="-36" dirty="0">
                <a:solidFill>
                  <a:srgbClr val="C00000"/>
                </a:solidFill>
                <a:latin typeface="Calibri"/>
                <a:cs typeface="Calibri"/>
              </a:rPr>
              <a:t> </a:t>
            </a:r>
            <a:r>
              <a:rPr sz="2160" b="1" i="1" dirty="0">
                <a:solidFill>
                  <a:srgbClr val="C00000"/>
                </a:solidFill>
                <a:latin typeface="Calibri"/>
                <a:cs typeface="Calibri"/>
              </a:rPr>
              <a:t>they</a:t>
            </a:r>
            <a:r>
              <a:rPr sz="2160" b="1" i="1" spc="-36" dirty="0">
                <a:solidFill>
                  <a:srgbClr val="C00000"/>
                </a:solidFill>
                <a:latin typeface="Calibri"/>
                <a:cs typeface="Calibri"/>
              </a:rPr>
              <a:t> </a:t>
            </a:r>
            <a:r>
              <a:rPr sz="2160" b="1" i="1" dirty="0">
                <a:solidFill>
                  <a:srgbClr val="C00000"/>
                </a:solidFill>
                <a:latin typeface="Calibri"/>
                <a:cs typeface="Calibri"/>
              </a:rPr>
              <a:t>don’t</a:t>
            </a:r>
            <a:r>
              <a:rPr sz="2160" b="1" i="1" spc="-30" dirty="0">
                <a:solidFill>
                  <a:srgbClr val="C00000"/>
                </a:solidFill>
                <a:latin typeface="Calibri"/>
                <a:cs typeface="Calibri"/>
              </a:rPr>
              <a:t> </a:t>
            </a:r>
            <a:r>
              <a:rPr sz="2160" b="1" i="1" dirty="0">
                <a:solidFill>
                  <a:srgbClr val="C00000"/>
                </a:solidFill>
                <a:latin typeface="Calibri"/>
                <a:cs typeface="Calibri"/>
              </a:rPr>
              <a:t>know</a:t>
            </a:r>
            <a:r>
              <a:rPr sz="2160" b="1" i="1" spc="-48" dirty="0">
                <a:solidFill>
                  <a:srgbClr val="C00000"/>
                </a:solidFill>
                <a:latin typeface="Calibri"/>
                <a:cs typeface="Calibri"/>
              </a:rPr>
              <a:t> </a:t>
            </a:r>
            <a:r>
              <a:rPr sz="2160" b="1" i="1" spc="-12" dirty="0">
                <a:solidFill>
                  <a:srgbClr val="C00000"/>
                </a:solidFill>
                <a:latin typeface="Calibri"/>
                <a:cs typeface="Calibri"/>
              </a:rPr>
              <a:t>about.</a:t>
            </a:r>
            <a:endParaRPr sz="2160" dirty="0">
              <a:latin typeface="Calibri"/>
              <a:cs typeface="Calibri"/>
            </a:endParaRPr>
          </a:p>
        </p:txBody>
      </p:sp>
    </p:spTree>
    <p:extLst>
      <p:ext uri="{BB962C8B-B14F-4D97-AF65-F5344CB8AC3E}">
        <p14:creationId xmlns:p14="http://schemas.microsoft.com/office/powerpoint/2010/main" val="22042069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0" y="339487"/>
            <a:ext cx="10443972" cy="4297330"/>
          </a:xfrm>
          <a:prstGeom prst="rect">
            <a:avLst/>
          </a:prstGeom>
        </p:spPr>
        <p:txBody>
          <a:bodyPr vert="horz" wrap="square" lIns="0" tIns="14478" rIns="0" bIns="0" rtlCol="0">
            <a:spAutoFit/>
          </a:bodyPr>
          <a:lstStyle/>
          <a:p>
            <a:pPr marL="425958" indent="-410718">
              <a:spcBef>
                <a:spcPts val="114"/>
              </a:spcBef>
              <a:buFont typeface="Arial MT"/>
              <a:buChar char="•"/>
              <a:tabLst>
                <a:tab pos="425958" algn="l"/>
              </a:tabLst>
            </a:pPr>
            <a:r>
              <a:rPr sz="2280" b="1" u="sng" dirty="0">
                <a:uFill>
                  <a:solidFill>
                    <a:srgbClr val="000000"/>
                  </a:solidFill>
                </a:uFill>
                <a:latin typeface="Calibri"/>
                <a:cs typeface="Calibri"/>
              </a:rPr>
              <a:t>For</a:t>
            </a:r>
            <a:r>
              <a:rPr sz="2280" b="1" u="sng" spc="42" dirty="0">
                <a:uFill>
                  <a:solidFill>
                    <a:srgbClr val="000000"/>
                  </a:solidFill>
                </a:uFill>
                <a:latin typeface="Calibri"/>
                <a:cs typeface="Calibri"/>
              </a:rPr>
              <a:t> </a:t>
            </a:r>
            <a:r>
              <a:rPr sz="2280" b="1" u="sng" dirty="0">
                <a:solidFill>
                  <a:srgbClr val="FF0000"/>
                </a:solidFill>
                <a:uFill>
                  <a:solidFill>
                    <a:srgbClr val="FF0000"/>
                  </a:solidFill>
                </a:uFill>
                <a:latin typeface="Calibri"/>
                <a:cs typeface="Calibri"/>
              </a:rPr>
              <a:t>valid</a:t>
            </a:r>
            <a:r>
              <a:rPr sz="2280" b="1" u="sng" spc="54" dirty="0">
                <a:solidFill>
                  <a:srgbClr val="FF0000"/>
                </a:solidFill>
                <a:uFill>
                  <a:solidFill>
                    <a:srgbClr val="FF0000"/>
                  </a:solidFill>
                </a:uFill>
                <a:latin typeface="Calibri"/>
                <a:cs typeface="Calibri"/>
              </a:rPr>
              <a:t> </a:t>
            </a:r>
            <a:r>
              <a:rPr sz="2280" b="1" u="sng" dirty="0">
                <a:solidFill>
                  <a:srgbClr val="FF0000"/>
                </a:solidFill>
                <a:uFill>
                  <a:solidFill>
                    <a:srgbClr val="FF0000"/>
                  </a:solidFill>
                </a:uFill>
                <a:latin typeface="Calibri"/>
                <a:cs typeface="Calibri"/>
              </a:rPr>
              <a:t>change</a:t>
            </a:r>
            <a:r>
              <a:rPr sz="2280" b="1" u="sng" spc="48" dirty="0">
                <a:solidFill>
                  <a:srgbClr val="FF0000"/>
                </a:solidFill>
                <a:uFill>
                  <a:solidFill>
                    <a:srgbClr val="FF0000"/>
                  </a:solidFill>
                </a:uFill>
                <a:latin typeface="Calibri"/>
                <a:cs typeface="Calibri"/>
              </a:rPr>
              <a:t> </a:t>
            </a:r>
            <a:r>
              <a:rPr sz="2280" b="1" u="sng" dirty="0">
                <a:solidFill>
                  <a:srgbClr val="FF0000"/>
                </a:solidFill>
                <a:uFill>
                  <a:solidFill>
                    <a:srgbClr val="FF0000"/>
                  </a:solidFill>
                </a:uFill>
                <a:latin typeface="Calibri"/>
                <a:cs typeface="Calibri"/>
              </a:rPr>
              <a:t>requests</a:t>
            </a:r>
            <a:r>
              <a:rPr sz="2280" b="1" u="sng" dirty="0">
                <a:uFill>
                  <a:solidFill>
                    <a:srgbClr val="000000"/>
                  </a:solidFill>
                </a:uFill>
                <a:latin typeface="Calibri"/>
                <a:cs typeface="Calibri"/>
              </a:rPr>
              <a:t>,</a:t>
            </a:r>
            <a:r>
              <a:rPr sz="2280" b="1" u="sng" spc="48" dirty="0">
                <a:uFill>
                  <a:solidFill>
                    <a:srgbClr val="000000"/>
                  </a:solidFill>
                </a:uFill>
                <a:latin typeface="Calibri"/>
                <a:cs typeface="Calibri"/>
              </a:rPr>
              <a:t> </a:t>
            </a:r>
            <a:r>
              <a:rPr sz="2280" b="1" u="sng" dirty="0">
                <a:uFill>
                  <a:solidFill>
                    <a:srgbClr val="000000"/>
                  </a:solidFill>
                </a:uFill>
                <a:latin typeface="Calibri"/>
                <a:cs typeface="Calibri"/>
              </a:rPr>
              <a:t>the</a:t>
            </a:r>
            <a:r>
              <a:rPr sz="2280" b="1" u="sng" spc="72" dirty="0">
                <a:uFill>
                  <a:solidFill>
                    <a:srgbClr val="000000"/>
                  </a:solidFill>
                </a:uFill>
                <a:latin typeface="Calibri"/>
                <a:cs typeface="Calibri"/>
              </a:rPr>
              <a:t> </a:t>
            </a:r>
            <a:r>
              <a:rPr sz="2280" b="1" u="sng" dirty="0">
                <a:uFill>
                  <a:solidFill>
                    <a:srgbClr val="000000"/>
                  </a:solidFill>
                </a:uFill>
                <a:latin typeface="Calibri"/>
                <a:cs typeface="Calibri"/>
              </a:rPr>
              <a:t>next</a:t>
            </a:r>
            <a:r>
              <a:rPr sz="2280" b="1" u="sng" spc="54" dirty="0">
                <a:uFill>
                  <a:solidFill>
                    <a:srgbClr val="000000"/>
                  </a:solidFill>
                </a:uFill>
                <a:latin typeface="Calibri"/>
                <a:cs typeface="Calibri"/>
              </a:rPr>
              <a:t> </a:t>
            </a:r>
            <a:r>
              <a:rPr sz="2280" b="1" u="sng" dirty="0">
                <a:uFill>
                  <a:solidFill>
                    <a:srgbClr val="000000"/>
                  </a:solidFill>
                </a:uFill>
                <a:latin typeface="Calibri"/>
                <a:cs typeface="Calibri"/>
              </a:rPr>
              <a:t>stage</a:t>
            </a:r>
            <a:r>
              <a:rPr sz="2280" b="1" u="sng" spc="54" dirty="0">
                <a:uFill>
                  <a:solidFill>
                    <a:srgbClr val="000000"/>
                  </a:solidFill>
                </a:uFill>
                <a:latin typeface="Calibri"/>
                <a:cs typeface="Calibri"/>
              </a:rPr>
              <a:t> </a:t>
            </a:r>
            <a:r>
              <a:rPr sz="2280" b="1" u="sng" dirty="0">
                <a:uFill>
                  <a:solidFill>
                    <a:srgbClr val="000000"/>
                  </a:solidFill>
                </a:uFill>
                <a:latin typeface="Calibri"/>
                <a:cs typeface="Calibri"/>
              </a:rPr>
              <a:t>of</a:t>
            </a:r>
            <a:r>
              <a:rPr sz="2280" b="1" u="sng" spc="48" dirty="0">
                <a:uFill>
                  <a:solidFill>
                    <a:srgbClr val="000000"/>
                  </a:solidFill>
                </a:uFill>
                <a:latin typeface="Calibri"/>
                <a:cs typeface="Calibri"/>
              </a:rPr>
              <a:t> </a:t>
            </a:r>
            <a:r>
              <a:rPr sz="2280" b="1" u="sng" dirty="0">
                <a:uFill>
                  <a:solidFill>
                    <a:srgbClr val="000000"/>
                  </a:solidFill>
                </a:uFill>
                <a:latin typeface="Calibri"/>
                <a:cs typeface="Calibri"/>
              </a:rPr>
              <a:t>the</a:t>
            </a:r>
            <a:r>
              <a:rPr sz="2280" b="1" u="sng" spc="54" dirty="0">
                <a:uFill>
                  <a:solidFill>
                    <a:srgbClr val="000000"/>
                  </a:solidFill>
                </a:uFill>
                <a:latin typeface="Calibri"/>
                <a:cs typeface="Calibri"/>
              </a:rPr>
              <a:t> </a:t>
            </a:r>
            <a:r>
              <a:rPr sz="2280" b="1" u="sng" dirty="0">
                <a:uFill>
                  <a:solidFill>
                    <a:srgbClr val="000000"/>
                  </a:solidFill>
                </a:uFill>
                <a:latin typeface="Calibri"/>
                <a:cs typeface="Calibri"/>
              </a:rPr>
              <a:t>process</a:t>
            </a:r>
            <a:r>
              <a:rPr sz="2280" b="1" u="sng" spc="54" dirty="0">
                <a:uFill>
                  <a:solidFill>
                    <a:srgbClr val="000000"/>
                  </a:solidFill>
                </a:uFill>
                <a:latin typeface="Calibri"/>
                <a:cs typeface="Calibri"/>
              </a:rPr>
              <a:t> </a:t>
            </a:r>
            <a:r>
              <a:rPr sz="2280" b="1" u="sng" dirty="0">
                <a:uFill>
                  <a:solidFill>
                    <a:srgbClr val="000000"/>
                  </a:solidFill>
                </a:uFill>
                <a:latin typeface="Calibri"/>
                <a:cs typeface="Calibri"/>
              </a:rPr>
              <a:t>is</a:t>
            </a:r>
            <a:r>
              <a:rPr sz="2280" b="1" u="sng" spc="42" dirty="0">
                <a:uFill>
                  <a:solidFill>
                    <a:srgbClr val="000000"/>
                  </a:solidFill>
                </a:uFill>
                <a:latin typeface="Calibri"/>
                <a:cs typeface="Calibri"/>
              </a:rPr>
              <a:t> </a:t>
            </a:r>
            <a:r>
              <a:rPr sz="2280" b="1" u="sng" dirty="0">
                <a:uFill>
                  <a:solidFill>
                    <a:srgbClr val="000000"/>
                  </a:solidFill>
                </a:uFill>
                <a:latin typeface="Calibri"/>
                <a:cs typeface="Calibri"/>
              </a:rPr>
              <a:t>change</a:t>
            </a:r>
            <a:r>
              <a:rPr sz="2280" b="1" u="sng" spc="60" dirty="0">
                <a:uFill>
                  <a:solidFill>
                    <a:srgbClr val="000000"/>
                  </a:solidFill>
                </a:uFill>
                <a:latin typeface="Calibri"/>
                <a:cs typeface="Calibri"/>
              </a:rPr>
              <a:t> </a:t>
            </a:r>
            <a:r>
              <a:rPr sz="2280" b="1" u="sng" dirty="0">
                <a:uFill>
                  <a:solidFill>
                    <a:srgbClr val="000000"/>
                  </a:solidFill>
                </a:uFill>
                <a:latin typeface="Calibri"/>
                <a:cs typeface="Calibri"/>
              </a:rPr>
              <a:t>assessment</a:t>
            </a:r>
            <a:r>
              <a:rPr sz="2280" b="1" u="sng" spc="54" dirty="0">
                <a:uFill>
                  <a:solidFill>
                    <a:srgbClr val="000000"/>
                  </a:solidFill>
                </a:uFill>
                <a:latin typeface="Calibri"/>
                <a:cs typeface="Calibri"/>
              </a:rPr>
              <a:t> </a:t>
            </a:r>
            <a:r>
              <a:rPr sz="2280" b="1" u="sng" spc="-30" dirty="0">
                <a:uFill>
                  <a:solidFill>
                    <a:srgbClr val="000000"/>
                  </a:solidFill>
                </a:uFill>
                <a:latin typeface="Calibri"/>
                <a:cs typeface="Calibri"/>
              </a:rPr>
              <a:t>and</a:t>
            </a:r>
            <a:endParaRPr sz="2280">
              <a:latin typeface="Calibri"/>
              <a:cs typeface="Calibri"/>
            </a:endParaRPr>
          </a:p>
          <a:p>
            <a:pPr marL="426720"/>
            <a:r>
              <a:rPr sz="2280" b="1" u="sng" spc="-12" dirty="0">
                <a:uFill>
                  <a:solidFill>
                    <a:srgbClr val="000000"/>
                  </a:solidFill>
                </a:uFill>
                <a:latin typeface="Calibri"/>
                <a:cs typeface="Calibri"/>
              </a:rPr>
              <a:t>costing.</a:t>
            </a:r>
            <a:endParaRPr sz="2280">
              <a:latin typeface="Calibri"/>
              <a:cs typeface="Calibri"/>
            </a:endParaRPr>
          </a:p>
          <a:p>
            <a:pPr marL="425958" indent="-410718">
              <a:spcBef>
                <a:spcPts val="551"/>
              </a:spcBef>
              <a:buFont typeface="Arial MT"/>
              <a:buChar char="•"/>
              <a:tabLst>
                <a:tab pos="425958" algn="l"/>
              </a:tabLst>
            </a:pPr>
            <a:r>
              <a:rPr sz="2280" dirty="0">
                <a:latin typeface="Calibri"/>
                <a:cs typeface="Calibri"/>
              </a:rPr>
              <a:t>This</a:t>
            </a:r>
            <a:r>
              <a:rPr sz="2280" spc="48" dirty="0">
                <a:latin typeface="Calibri"/>
                <a:cs typeface="Calibri"/>
              </a:rPr>
              <a:t> </a:t>
            </a:r>
            <a:r>
              <a:rPr sz="2280" dirty="0">
                <a:latin typeface="Calibri"/>
                <a:cs typeface="Calibri"/>
              </a:rPr>
              <a:t>function</a:t>
            </a:r>
            <a:r>
              <a:rPr sz="2280" spc="48" dirty="0">
                <a:latin typeface="Calibri"/>
                <a:cs typeface="Calibri"/>
              </a:rPr>
              <a:t> </a:t>
            </a:r>
            <a:r>
              <a:rPr sz="2280" dirty="0">
                <a:latin typeface="Calibri"/>
                <a:cs typeface="Calibri"/>
              </a:rPr>
              <a:t>is</a:t>
            </a:r>
            <a:r>
              <a:rPr sz="2280" spc="54" dirty="0">
                <a:latin typeface="Calibri"/>
                <a:cs typeface="Calibri"/>
              </a:rPr>
              <a:t> </a:t>
            </a:r>
            <a:r>
              <a:rPr sz="2280" dirty="0">
                <a:latin typeface="Calibri"/>
                <a:cs typeface="Calibri"/>
              </a:rPr>
              <a:t>usually</a:t>
            </a:r>
            <a:r>
              <a:rPr sz="2280" spc="60" dirty="0">
                <a:latin typeface="Calibri"/>
                <a:cs typeface="Calibri"/>
              </a:rPr>
              <a:t> </a:t>
            </a:r>
            <a:r>
              <a:rPr sz="2280" dirty="0">
                <a:latin typeface="Calibri"/>
                <a:cs typeface="Calibri"/>
              </a:rPr>
              <a:t>the</a:t>
            </a:r>
            <a:r>
              <a:rPr sz="2280" spc="54" dirty="0">
                <a:latin typeface="Calibri"/>
                <a:cs typeface="Calibri"/>
              </a:rPr>
              <a:t> </a:t>
            </a:r>
            <a:r>
              <a:rPr sz="2280" b="1" i="1" dirty="0">
                <a:solidFill>
                  <a:srgbClr val="006FC0"/>
                </a:solidFill>
                <a:latin typeface="Calibri"/>
                <a:cs typeface="Calibri"/>
              </a:rPr>
              <a:t>responsibility</a:t>
            </a:r>
            <a:r>
              <a:rPr sz="2280" b="1" i="1" spc="54" dirty="0">
                <a:solidFill>
                  <a:srgbClr val="006FC0"/>
                </a:solidFill>
                <a:latin typeface="Calibri"/>
                <a:cs typeface="Calibri"/>
              </a:rPr>
              <a:t> </a:t>
            </a:r>
            <a:r>
              <a:rPr sz="2280" b="1" i="1" dirty="0">
                <a:solidFill>
                  <a:srgbClr val="006FC0"/>
                </a:solidFill>
                <a:latin typeface="Calibri"/>
                <a:cs typeface="Calibri"/>
              </a:rPr>
              <a:t>of</a:t>
            </a:r>
            <a:r>
              <a:rPr sz="2280" b="1" i="1" spc="48" dirty="0">
                <a:solidFill>
                  <a:srgbClr val="006FC0"/>
                </a:solidFill>
                <a:latin typeface="Calibri"/>
                <a:cs typeface="Calibri"/>
              </a:rPr>
              <a:t> </a:t>
            </a:r>
            <a:r>
              <a:rPr sz="2280" b="1" i="1" dirty="0">
                <a:solidFill>
                  <a:srgbClr val="006FC0"/>
                </a:solidFill>
                <a:latin typeface="Calibri"/>
                <a:cs typeface="Calibri"/>
              </a:rPr>
              <a:t>the</a:t>
            </a:r>
            <a:r>
              <a:rPr sz="2280" b="1" i="1" spc="54" dirty="0">
                <a:solidFill>
                  <a:srgbClr val="006FC0"/>
                </a:solidFill>
                <a:latin typeface="Calibri"/>
                <a:cs typeface="Calibri"/>
              </a:rPr>
              <a:t> </a:t>
            </a:r>
            <a:r>
              <a:rPr sz="2280" b="1" i="1" dirty="0">
                <a:solidFill>
                  <a:srgbClr val="006FC0"/>
                </a:solidFill>
                <a:latin typeface="Calibri"/>
                <a:cs typeface="Calibri"/>
              </a:rPr>
              <a:t>development</a:t>
            </a:r>
            <a:r>
              <a:rPr sz="2280" b="1" i="1" spc="60" dirty="0">
                <a:solidFill>
                  <a:srgbClr val="006FC0"/>
                </a:solidFill>
                <a:latin typeface="Calibri"/>
                <a:cs typeface="Calibri"/>
              </a:rPr>
              <a:t> </a:t>
            </a:r>
            <a:r>
              <a:rPr sz="2280" dirty="0">
                <a:latin typeface="Calibri"/>
                <a:cs typeface="Calibri"/>
              </a:rPr>
              <a:t>or</a:t>
            </a:r>
            <a:r>
              <a:rPr sz="2280" spc="48" dirty="0">
                <a:latin typeface="Calibri"/>
                <a:cs typeface="Calibri"/>
              </a:rPr>
              <a:t> </a:t>
            </a:r>
            <a:r>
              <a:rPr sz="2280" b="1" i="1" dirty="0">
                <a:solidFill>
                  <a:srgbClr val="006FC0"/>
                </a:solidFill>
                <a:latin typeface="Calibri"/>
                <a:cs typeface="Calibri"/>
              </a:rPr>
              <a:t>maintenance</a:t>
            </a:r>
            <a:r>
              <a:rPr sz="2280" b="1" i="1" spc="60" dirty="0">
                <a:solidFill>
                  <a:srgbClr val="006FC0"/>
                </a:solidFill>
                <a:latin typeface="Calibri"/>
                <a:cs typeface="Calibri"/>
              </a:rPr>
              <a:t> </a:t>
            </a:r>
            <a:r>
              <a:rPr sz="2280" b="1" i="1" spc="-24" dirty="0">
                <a:solidFill>
                  <a:srgbClr val="006FC0"/>
                </a:solidFill>
                <a:latin typeface="Calibri"/>
                <a:cs typeface="Calibri"/>
              </a:rPr>
              <a:t>team</a:t>
            </a:r>
            <a:endParaRPr sz="2280">
              <a:latin typeface="Calibri"/>
              <a:cs typeface="Calibri"/>
            </a:endParaRPr>
          </a:p>
          <a:p>
            <a:pPr marL="426720"/>
            <a:r>
              <a:rPr sz="2280" dirty="0">
                <a:latin typeface="Calibri"/>
                <a:cs typeface="Calibri"/>
              </a:rPr>
              <a:t>as</a:t>
            </a:r>
            <a:r>
              <a:rPr sz="2280" spc="-66" dirty="0">
                <a:latin typeface="Calibri"/>
                <a:cs typeface="Calibri"/>
              </a:rPr>
              <a:t> </a:t>
            </a:r>
            <a:r>
              <a:rPr sz="2280" dirty="0">
                <a:latin typeface="Calibri"/>
                <a:cs typeface="Calibri"/>
              </a:rPr>
              <a:t>they</a:t>
            </a:r>
            <a:r>
              <a:rPr sz="2280" spc="-48" dirty="0">
                <a:latin typeface="Calibri"/>
                <a:cs typeface="Calibri"/>
              </a:rPr>
              <a:t> </a:t>
            </a:r>
            <a:r>
              <a:rPr sz="2280" dirty="0">
                <a:latin typeface="Calibri"/>
                <a:cs typeface="Calibri"/>
              </a:rPr>
              <a:t>can</a:t>
            </a:r>
            <a:r>
              <a:rPr sz="2280" spc="-60" dirty="0">
                <a:latin typeface="Calibri"/>
                <a:cs typeface="Calibri"/>
              </a:rPr>
              <a:t> </a:t>
            </a:r>
            <a:r>
              <a:rPr sz="2280" dirty="0">
                <a:latin typeface="Calibri"/>
                <a:cs typeface="Calibri"/>
              </a:rPr>
              <a:t>work</a:t>
            </a:r>
            <a:r>
              <a:rPr sz="2280" spc="-54" dirty="0">
                <a:latin typeface="Calibri"/>
                <a:cs typeface="Calibri"/>
              </a:rPr>
              <a:t> </a:t>
            </a:r>
            <a:r>
              <a:rPr sz="2280" dirty="0">
                <a:latin typeface="Calibri"/>
                <a:cs typeface="Calibri"/>
              </a:rPr>
              <a:t>out</a:t>
            </a:r>
            <a:r>
              <a:rPr sz="2280" spc="-60" dirty="0">
                <a:latin typeface="Calibri"/>
                <a:cs typeface="Calibri"/>
              </a:rPr>
              <a:t> </a:t>
            </a:r>
            <a:r>
              <a:rPr sz="2280" dirty="0">
                <a:latin typeface="Calibri"/>
                <a:cs typeface="Calibri"/>
              </a:rPr>
              <a:t>what</a:t>
            </a:r>
            <a:r>
              <a:rPr sz="2280" spc="-54" dirty="0">
                <a:latin typeface="Calibri"/>
                <a:cs typeface="Calibri"/>
              </a:rPr>
              <a:t> </a:t>
            </a:r>
            <a:r>
              <a:rPr sz="2280" dirty="0">
                <a:latin typeface="Calibri"/>
                <a:cs typeface="Calibri"/>
              </a:rPr>
              <a:t>is</a:t>
            </a:r>
            <a:r>
              <a:rPr sz="2280" spc="-60" dirty="0">
                <a:latin typeface="Calibri"/>
                <a:cs typeface="Calibri"/>
              </a:rPr>
              <a:t> </a:t>
            </a:r>
            <a:r>
              <a:rPr sz="2280" spc="-12" dirty="0">
                <a:latin typeface="Calibri"/>
                <a:cs typeface="Calibri"/>
              </a:rPr>
              <a:t>involved</a:t>
            </a:r>
            <a:r>
              <a:rPr sz="2280" spc="6" dirty="0">
                <a:latin typeface="Calibri"/>
                <a:cs typeface="Calibri"/>
              </a:rPr>
              <a:t> </a:t>
            </a:r>
            <a:r>
              <a:rPr sz="2280" dirty="0">
                <a:latin typeface="Calibri"/>
                <a:cs typeface="Calibri"/>
              </a:rPr>
              <a:t>in</a:t>
            </a:r>
            <a:r>
              <a:rPr sz="2280" spc="-54" dirty="0">
                <a:latin typeface="Calibri"/>
                <a:cs typeface="Calibri"/>
              </a:rPr>
              <a:t> </a:t>
            </a:r>
            <a:r>
              <a:rPr sz="2280" dirty="0">
                <a:latin typeface="Calibri"/>
                <a:cs typeface="Calibri"/>
              </a:rPr>
              <a:t>implementing</a:t>
            </a:r>
            <a:r>
              <a:rPr sz="2280" spc="-18" dirty="0">
                <a:latin typeface="Calibri"/>
                <a:cs typeface="Calibri"/>
              </a:rPr>
              <a:t> </a:t>
            </a:r>
            <a:r>
              <a:rPr sz="2280" dirty="0">
                <a:latin typeface="Calibri"/>
                <a:cs typeface="Calibri"/>
              </a:rPr>
              <a:t>the</a:t>
            </a:r>
            <a:r>
              <a:rPr sz="2280" spc="-54" dirty="0">
                <a:latin typeface="Calibri"/>
                <a:cs typeface="Calibri"/>
              </a:rPr>
              <a:t> </a:t>
            </a:r>
            <a:r>
              <a:rPr sz="2280" spc="-12" dirty="0">
                <a:latin typeface="Calibri"/>
                <a:cs typeface="Calibri"/>
              </a:rPr>
              <a:t>change.</a:t>
            </a:r>
            <a:endParaRPr sz="2280">
              <a:latin typeface="Calibri"/>
              <a:cs typeface="Calibri"/>
            </a:endParaRPr>
          </a:p>
          <a:p>
            <a:pPr marL="425958" indent="-410718">
              <a:spcBef>
                <a:spcPts val="546"/>
              </a:spcBef>
              <a:buFont typeface="Arial MT"/>
              <a:buChar char="•"/>
              <a:tabLst>
                <a:tab pos="425958" algn="l"/>
              </a:tabLst>
            </a:pPr>
            <a:r>
              <a:rPr sz="2280" dirty="0">
                <a:latin typeface="Calibri"/>
                <a:cs typeface="Calibri"/>
              </a:rPr>
              <a:t>The</a:t>
            </a:r>
            <a:r>
              <a:rPr sz="2280" spc="-42" dirty="0">
                <a:latin typeface="Calibri"/>
                <a:cs typeface="Calibri"/>
              </a:rPr>
              <a:t> </a:t>
            </a:r>
            <a:r>
              <a:rPr sz="2280" dirty="0">
                <a:latin typeface="Calibri"/>
                <a:cs typeface="Calibri"/>
              </a:rPr>
              <a:t>impact</a:t>
            </a:r>
            <a:r>
              <a:rPr sz="2280" spc="-42" dirty="0">
                <a:latin typeface="Calibri"/>
                <a:cs typeface="Calibri"/>
              </a:rPr>
              <a:t> </a:t>
            </a:r>
            <a:r>
              <a:rPr sz="2280" dirty="0">
                <a:latin typeface="Calibri"/>
                <a:cs typeface="Calibri"/>
              </a:rPr>
              <a:t>of</a:t>
            </a:r>
            <a:r>
              <a:rPr sz="2280" spc="-54" dirty="0">
                <a:latin typeface="Calibri"/>
                <a:cs typeface="Calibri"/>
              </a:rPr>
              <a:t> </a:t>
            </a:r>
            <a:r>
              <a:rPr sz="2280" dirty="0">
                <a:latin typeface="Calibri"/>
                <a:cs typeface="Calibri"/>
              </a:rPr>
              <a:t>the</a:t>
            </a:r>
            <a:r>
              <a:rPr sz="2280" spc="-42" dirty="0">
                <a:latin typeface="Calibri"/>
                <a:cs typeface="Calibri"/>
              </a:rPr>
              <a:t> </a:t>
            </a:r>
            <a:r>
              <a:rPr sz="2280" dirty="0">
                <a:latin typeface="Calibri"/>
                <a:cs typeface="Calibri"/>
              </a:rPr>
              <a:t>change</a:t>
            </a:r>
            <a:r>
              <a:rPr sz="2280" spc="-36" dirty="0">
                <a:latin typeface="Calibri"/>
                <a:cs typeface="Calibri"/>
              </a:rPr>
              <a:t> </a:t>
            </a:r>
            <a:r>
              <a:rPr sz="2280" dirty="0">
                <a:latin typeface="Calibri"/>
                <a:cs typeface="Calibri"/>
              </a:rPr>
              <a:t>on</a:t>
            </a:r>
            <a:r>
              <a:rPr sz="2280" spc="-36" dirty="0">
                <a:latin typeface="Calibri"/>
                <a:cs typeface="Calibri"/>
              </a:rPr>
              <a:t> </a:t>
            </a:r>
            <a:r>
              <a:rPr sz="2280" dirty="0">
                <a:latin typeface="Calibri"/>
                <a:cs typeface="Calibri"/>
              </a:rPr>
              <a:t>the</a:t>
            </a:r>
            <a:r>
              <a:rPr sz="2280" spc="-48" dirty="0">
                <a:latin typeface="Calibri"/>
                <a:cs typeface="Calibri"/>
              </a:rPr>
              <a:t> </a:t>
            </a:r>
            <a:r>
              <a:rPr sz="2280" dirty="0">
                <a:latin typeface="Calibri"/>
                <a:cs typeface="Calibri"/>
              </a:rPr>
              <a:t>rest</a:t>
            </a:r>
            <a:r>
              <a:rPr sz="2280" spc="-54" dirty="0">
                <a:latin typeface="Calibri"/>
                <a:cs typeface="Calibri"/>
              </a:rPr>
              <a:t> </a:t>
            </a:r>
            <a:r>
              <a:rPr sz="2280" dirty="0">
                <a:latin typeface="Calibri"/>
                <a:cs typeface="Calibri"/>
              </a:rPr>
              <a:t>of</a:t>
            </a:r>
            <a:r>
              <a:rPr sz="2280" spc="-54" dirty="0">
                <a:latin typeface="Calibri"/>
                <a:cs typeface="Calibri"/>
              </a:rPr>
              <a:t> </a:t>
            </a:r>
            <a:r>
              <a:rPr sz="2280" dirty="0">
                <a:latin typeface="Calibri"/>
                <a:cs typeface="Calibri"/>
              </a:rPr>
              <a:t>the</a:t>
            </a:r>
            <a:r>
              <a:rPr sz="2280" spc="-42" dirty="0">
                <a:latin typeface="Calibri"/>
                <a:cs typeface="Calibri"/>
              </a:rPr>
              <a:t> </a:t>
            </a:r>
            <a:r>
              <a:rPr sz="2280" spc="-12" dirty="0">
                <a:latin typeface="Calibri"/>
                <a:cs typeface="Calibri"/>
              </a:rPr>
              <a:t>system</a:t>
            </a:r>
            <a:r>
              <a:rPr sz="2280" spc="-66" dirty="0">
                <a:latin typeface="Calibri"/>
                <a:cs typeface="Calibri"/>
              </a:rPr>
              <a:t> </a:t>
            </a:r>
            <a:r>
              <a:rPr sz="2280" dirty="0">
                <a:latin typeface="Calibri"/>
                <a:cs typeface="Calibri"/>
              </a:rPr>
              <a:t>must</a:t>
            </a:r>
            <a:r>
              <a:rPr sz="2280" spc="-48" dirty="0">
                <a:latin typeface="Calibri"/>
                <a:cs typeface="Calibri"/>
              </a:rPr>
              <a:t> </a:t>
            </a:r>
            <a:r>
              <a:rPr sz="2280" dirty="0">
                <a:latin typeface="Calibri"/>
                <a:cs typeface="Calibri"/>
              </a:rPr>
              <a:t>be</a:t>
            </a:r>
            <a:r>
              <a:rPr sz="2280" spc="-42" dirty="0">
                <a:latin typeface="Calibri"/>
                <a:cs typeface="Calibri"/>
              </a:rPr>
              <a:t> </a:t>
            </a:r>
            <a:r>
              <a:rPr sz="2280" spc="-12" dirty="0">
                <a:latin typeface="Calibri"/>
                <a:cs typeface="Calibri"/>
              </a:rPr>
              <a:t>checked.</a:t>
            </a:r>
            <a:endParaRPr sz="2280">
              <a:latin typeface="Calibri"/>
              <a:cs typeface="Calibri"/>
            </a:endParaRPr>
          </a:p>
          <a:p>
            <a:pPr marL="425958" indent="-410718">
              <a:spcBef>
                <a:spcPts val="551"/>
              </a:spcBef>
              <a:buFont typeface="Arial MT"/>
              <a:buChar char="•"/>
              <a:tabLst>
                <a:tab pos="425958" algn="l"/>
              </a:tabLst>
            </a:pPr>
            <a:r>
              <a:rPr sz="2280" spc="-108" dirty="0">
                <a:latin typeface="Calibri"/>
                <a:cs typeface="Calibri"/>
              </a:rPr>
              <a:t>To</a:t>
            </a:r>
            <a:r>
              <a:rPr sz="2280" spc="-24" dirty="0">
                <a:latin typeface="Calibri"/>
                <a:cs typeface="Calibri"/>
              </a:rPr>
              <a:t> </a:t>
            </a:r>
            <a:r>
              <a:rPr sz="2280" dirty="0">
                <a:latin typeface="Calibri"/>
                <a:cs typeface="Calibri"/>
              </a:rPr>
              <a:t>do</a:t>
            </a:r>
            <a:r>
              <a:rPr sz="2280" spc="-102" dirty="0">
                <a:latin typeface="Calibri"/>
                <a:cs typeface="Calibri"/>
              </a:rPr>
              <a:t> </a:t>
            </a:r>
            <a:r>
              <a:rPr sz="2280" dirty="0">
                <a:latin typeface="Calibri"/>
                <a:cs typeface="Calibri"/>
              </a:rPr>
              <a:t>this,</a:t>
            </a:r>
            <a:r>
              <a:rPr sz="2280" spc="-66" dirty="0">
                <a:latin typeface="Calibri"/>
                <a:cs typeface="Calibri"/>
              </a:rPr>
              <a:t> </a:t>
            </a:r>
            <a:r>
              <a:rPr sz="2280" dirty="0">
                <a:latin typeface="Calibri"/>
                <a:cs typeface="Calibri"/>
              </a:rPr>
              <a:t>you</a:t>
            </a:r>
            <a:r>
              <a:rPr sz="2280" spc="-66" dirty="0">
                <a:latin typeface="Calibri"/>
                <a:cs typeface="Calibri"/>
              </a:rPr>
              <a:t> </a:t>
            </a:r>
            <a:r>
              <a:rPr sz="2280" dirty="0">
                <a:latin typeface="Calibri"/>
                <a:cs typeface="Calibri"/>
              </a:rPr>
              <a:t>have</a:t>
            </a:r>
            <a:r>
              <a:rPr sz="2280" spc="-24" dirty="0">
                <a:latin typeface="Calibri"/>
                <a:cs typeface="Calibri"/>
              </a:rPr>
              <a:t> </a:t>
            </a:r>
            <a:r>
              <a:rPr sz="2280" dirty="0">
                <a:latin typeface="Calibri"/>
                <a:cs typeface="Calibri"/>
              </a:rPr>
              <a:t>to</a:t>
            </a:r>
            <a:r>
              <a:rPr sz="2280" spc="-54" dirty="0">
                <a:latin typeface="Calibri"/>
                <a:cs typeface="Calibri"/>
              </a:rPr>
              <a:t> </a:t>
            </a:r>
            <a:r>
              <a:rPr sz="2280" dirty="0">
                <a:latin typeface="Calibri"/>
                <a:cs typeface="Calibri"/>
              </a:rPr>
              <a:t>identify</a:t>
            </a:r>
            <a:r>
              <a:rPr sz="2280" spc="-36" dirty="0">
                <a:latin typeface="Calibri"/>
                <a:cs typeface="Calibri"/>
              </a:rPr>
              <a:t> </a:t>
            </a:r>
            <a:r>
              <a:rPr sz="2280" dirty="0">
                <a:latin typeface="Calibri"/>
                <a:cs typeface="Calibri"/>
              </a:rPr>
              <a:t>all</a:t>
            </a:r>
            <a:r>
              <a:rPr sz="2280" spc="-60" dirty="0">
                <a:latin typeface="Calibri"/>
                <a:cs typeface="Calibri"/>
              </a:rPr>
              <a:t> </a:t>
            </a:r>
            <a:r>
              <a:rPr sz="2280" dirty="0">
                <a:latin typeface="Calibri"/>
                <a:cs typeface="Calibri"/>
              </a:rPr>
              <a:t>of</a:t>
            </a:r>
            <a:r>
              <a:rPr sz="2280" spc="-66" dirty="0">
                <a:latin typeface="Calibri"/>
                <a:cs typeface="Calibri"/>
              </a:rPr>
              <a:t> </a:t>
            </a:r>
            <a:r>
              <a:rPr sz="2280" dirty="0">
                <a:latin typeface="Calibri"/>
                <a:cs typeface="Calibri"/>
              </a:rPr>
              <a:t>the</a:t>
            </a:r>
            <a:r>
              <a:rPr sz="2280" spc="-54" dirty="0">
                <a:latin typeface="Calibri"/>
                <a:cs typeface="Calibri"/>
              </a:rPr>
              <a:t> </a:t>
            </a:r>
            <a:r>
              <a:rPr sz="2280" dirty="0">
                <a:latin typeface="Calibri"/>
                <a:cs typeface="Calibri"/>
              </a:rPr>
              <a:t>components</a:t>
            </a:r>
            <a:r>
              <a:rPr sz="2280" spc="-54" dirty="0">
                <a:latin typeface="Calibri"/>
                <a:cs typeface="Calibri"/>
              </a:rPr>
              <a:t> </a:t>
            </a:r>
            <a:r>
              <a:rPr sz="2280" spc="-12" dirty="0">
                <a:latin typeface="Calibri"/>
                <a:cs typeface="Calibri"/>
              </a:rPr>
              <a:t>affected</a:t>
            </a:r>
            <a:r>
              <a:rPr sz="2280" spc="-48" dirty="0">
                <a:latin typeface="Calibri"/>
                <a:cs typeface="Calibri"/>
              </a:rPr>
              <a:t> </a:t>
            </a:r>
            <a:r>
              <a:rPr sz="2280" dirty="0">
                <a:latin typeface="Calibri"/>
                <a:cs typeface="Calibri"/>
              </a:rPr>
              <a:t>by</a:t>
            </a:r>
            <a:r>
              <a:rPr sz="2280" spc="-54" dirty="0">
                <a:latin typeface="Calibri"/>
                <a:cs typeface="Calibri"/>
              </a:rPr>
              <a:t> </a:t>
            </a:r>
            <a:r>
              <a:rPr sz="2280" dirty="0">
                <a:latin typeface="Calibri"/>
                <a:cs typeface="Calibri"/>
              </a:rPr>
              <a:t>the</a:t>
            </a:r>
            <a:r>
              <a:rPr sz="2280" spc="-54" dirty="0">
                <a:latin typeface="Calibri"/>
                <a:cs typeface="Calibri"/>
              </a:rPr>
              <a:t> </a:t>
            </a:r>
            <a:r>
              <a:rPr sz="2280" spc="-12" dirty="0">
                <a:latin typeface="Calibri"/>
                <a:cs typeface="Calibri"/>
              </a:rPr>
              <a:t>change.</a:t>
            </a:r>
            <a:endParaRPr sz="2280">
              <a:latin typeface="Calibri"/>
              <a:cs typeface="Calibri"/>
            </a:endParaRPr>
          </a:p>
          <a:p>
            <a:pPr marL="426720" marR="8382" indent="-411480">
              <a:spcBef>
                <a:spcPts val="546"/>
              </a:spcBef>
              <a:buFont typeface="Arial MT"/>
              <a:buChar char="•"/>
              <a:tabLst>
                <a:tab pos="426720" algn="l"/>
              </a:tabLst>
            </a:pPr>
            <a:r>
              <a:rPr sz="2280" dirty="0">
                <a:latin typeface="Calibri"/>
                <a:cs typeface="Calibri"/>
              </a:rPr>
              <a:t>If</a:t>
            </a:r>
            <a:r>
              <a:rPr sz="2280" spc="-60" dirty="0">
                <a:latin typeface="Calibri"/>
                <a:cs typeface="Calibri"/>
              </a:rPr>
              <a:t> </a:t>
            </a:r>
            <a:r>
              <a:rPr sz="2280" dirty="0">
                <a:latin typeface="Calibri"/>
                <a:cs typeface="Calibri"/>
              </a:rPr>
              <a:t>you</a:t>
            </a:r>
            <a:r>
              <a:rPr sz="2280" spc="-42" dirty="0">
                <a:latin typeface="Calibri"/>
                <a:cs typeface="Calibri"/>
              </a:rPr>
              <a:t> </a:t>
            </a:r>
            <a:r>
              <a:rPr sz="2280" dirty="0">
                <a:latin typeface="Calibri"/>
                <a:cs typeface="Calibri"/>
              </a:rPr>
              <a:t>need</a:t>
            </a:r>
            <a:r>
              <a:rPr sz="2280" spc="-42" dirty="0">
                <a:latin typeface="Calibri"/>
                <a:cs typeface="Calibri"/>
              </a:rPr>
              <a:t> </a:t>
            </a:r>
            <a:r>
              <a:rPr sz="2280" dirty="0">
                <a:latin typeface="Calibri"/>
                <a:cs typeface="Calibri"/>
              </a:rPr>
              <a:t>to</a:t>
            </a:r>
            <a:r>
              <a:rPr sz="2280" spc="-42" dirty="0">
                <a:latin typeface="Calibri"/>
                <a:cs typeface="Calibri"/>
              </a:rPr>
              <a:t> </a:t>
            </a:r>
            <a:r>
              <a:rPr sz="2280" dirty="0">
                <a:latin typeface="Calibri"/>
                <a:cs typeface="Calibri"/>
              </a:rPr>
              <a:t>change</a:t>
            </a:r>
            <a:r>
              <a:rPr sz="2280" spc="-48" dirty="0">
                <a:latin typeface="Calibri"/>
                <a:cs typeface="Calibri"/>
              </a:rPr>
              <a:t> </a:t>
            </a:r>
            <a:r>
              <a:rPr sz="2280" dirty="0">
                <a:latin typeface="Calibri"/>
                <a:cs typeface="Calibri"/>
              </a:rPr>
              <a:t>something</a:t>
            </a:r>
            <a:r>
              <a:rPr sz="2280" spc="-48" dirty="0">
                <a:latin typeface="Calibri"/>
                <a:cs typeface="Calibri"/>
              </a:rPr>
              <a:t> </a:t>
            </a:r>
            <a:r>
              <a:rPr sz="2280" dirty="0">
                <a:latin typeface="Calibri"/>
                <a:cs typeface="Calibri"/>
              </a:rPr>
              <a:t>and</a:t>
            </a:r>
            <a:r>
              <a:rPr sz="2280" spc="-42" dirty="0">
                <a:latin typeface="Calibri"/>
                <a:cs typeface="Calibri"/>
              </a:rPr>
              <a:t> </a:t>
            </a:r>
            <a:r>
              <a:rPr sz="2280" dirty="0">
                <a:latin typeface="Calibri"/>
                <a:cs typeface="Calibri"/>
              </a:rPr>
              <a:t>that</a:t>
            </a:r>
            <a:r>
              <a:rPr sz="2280" spc="-42" dirty="0">
                <a:latin typeface="Calibri"/>
                <a:cs typeface="Calibri"/>
              </a:rPr>
              <a:t> </a:t>
            </a:r>
            <a:r>
              <a:rPr sz="2280" dirty="0">
                <a:latin typeface="Calibri"/>
                <a:cs typeface="Calibri"/>
              </a:rPr>
              <a:t>change</a:t>
            </a:r>
            <a:r>
              <a:rPr sz="2280" spc="-36" dirty="0">
                <a:latin typeface="Calibri"/>
                <a:cs typeface="Calibri"/>
              </a:rPr>
              <a:t> </a:t>
            </a:r>
            <a:r>
              <a:rPr sz="2280" spc="-12" dirty="0">
                <a:latin typeface="Calibri"/>
                <a:cs typeface="Calibri"/>
              </a:rPr>
              <a:t>affects</a:t>
            </a:r>
            <a:r>
              <a:rPr sz="2280" spc="-36" dirty="0">
                <a:latin typeface="Calibri"/>
                <a:cs typeface="Calibri"/>
              </a:rPr>
              <a:t> </a:t>
            </a:r>
            <a:r>
              <a:rPr sz="2280" dirty="0">
                <a:latin typeface="Calibri"/>
                <a:cs typeface="Calibri"/>
              </a:rPr>
              <a:t>other</a:t>
            </a:r>
            <a:r>
              <a:rPr sz="2280" spc="-48" dirty="0">
                <a:latin typeface="Calibri"/>
                <a:cs typeface="Calibri"/>
              </a:rPr>
              <a:t> </a:t>
            </a:r>
            <a:r>
              <a:rPr sz="2280" dirty="0">
                <a:latin typeface="Calibri"/>
                <a:cs typeface="Calibri"/>
              </a:rPr>
              <a:t>parts</a:t>
            </a:r>
            <a:r>
              <a:rPr sz="2280" spc="-30" dirty="0">
                <a:latin typeface="Calibri"/>
                <a:cs typeface="Calibri"/>
              </a:rPr>
              <a:t> </a:t>
            </a:r>
            <a:r>
              <a:rPr sz="2280" dirty="0">
                <a:latin typeface="Calibri"/>
                <a:cs typeface="Calibri"/>
              </a:rPr>
              <a:t>of</a:t>
            </a:r>
            <a:r>
              <a:rPr sz="2280" spc="-60" dirty="0">
                <a:latin typeface="Calibri"/>
                <a:cs typeface="Calibri"/>
              </a:rPr>
              <a:t> </a:t>
            </a:r>
            <a:r>
              <a:rPr sz="2280" dirty="0">
                <a:latin typeface="Calibri"/>
                <a:cs typeface="Calibri"/>
              </a:rPr>
              <a:t>the</a:t>
            </a:r>
            <a:r>
              <a:rPr sz="2280" spc="-60" dirty="0">
                <a:latin typeface="Calibri"/>
                <a:cs typeface="Calibri"/>
              </a:rPr>
              <a:t> </a:t>
            </a:r>
            <a:r>
              <a:rPr sz="2280" spc="-12" dirty="0">
                <a:latin typeface="Calibri"/>
                <a:cs typeface="Calibri"/>
              </a:rPr>
              <a:t>system,</a:t>
            </a:r>
            <a:r>
              <a:rPr sz="2280" spc="-42" dirty="0">
                <a:latin typeface="Calibri"/>
                <a:cs typeface="Calibri"/>
              </a:rPr>
              <a:t> </a:t>
            </a:r>
            <a:r>
              <a:rPr sz="2280" spc="-30" dirty="0">
                <a:latin typeface="Calibri"/>
                <a:cs typeface="Calibri"/>
              </a:rPr>
              <a:t>it </a:t>
            </a:r>
            <a:r>
              <a:rPr sz="2280" dirty="0">
                <a:latin typeface="Calibri"/>
                <a:cs typeface="Calibri"/>
              </a:rPr>
              <a:t>will</a:t>
            </a:r>
            <a:r>
              <a:rPr sz="2280" spc="-54" dirty="0">
                <a:latin typeface="Calibri"/>
                <a:cs typeface="Calibri"/>
              </a:rPr>
              <a:t> </a:t>
            </a:r>
            <a:r>
              <a:rPr sz="2280" dirty="0">
                <a:latin typeface="Calibri"/>
                <a:cs typeface="Calibri"/>
              </a:rPr>
              <a:t>cost</a:t>
            </a:r>
            <a:r>
              <a:rPr sz="2280" spc="-72" dirty="0">
                <a:latin typeface="Calibri"/>
                <a:cs typeface="Calibri"/>
              </a:rPr>
              <a:t> </a:t>
            </a:r>
            <a:r>
              <a:rPr sz="2280" dirty="0">
                <a:latin typeface="Calibri"/>
                <a:cs typeface="Calibri"/>
              </a:rPr>
              <a:t>more</a:t>
            </a:r>
            <a:r>
              <a:rPr sz="2280" spc="-60" dirty="0">
                <a:latin typeface="Calibri"/>
                <a:cs typeface="Calibri"/>
              </a:rPr>
              <a:t> </a:t>
            </a:r>
            <a:r>
              <a:rPr sz="2280" dirty="0">
                <a:latin typeface="Calibri"/>
                <a:cs typeface="Calibri"/>
              </a:rPr>
              <a:t>to</a:t>
            </a:r>
            <a:r>
              <a:rPr sz="2280" spc="-54" dirty="0">
                <a:latin typeface="Calibri"/>
                <a:cs typeface="Calibri"/>
              </a:rPr>
              <a:t> </a:t>
            </a:r>
            <a:r>
              <a:rPr sz="2280" spc="-12" dirty="0">
                <a:latin typeface="Calibri"/>
                <a:cs typeface="Calibri"/>
              </a:rPr>
              <a:t>make</a:t>
            </a:r>
            <a:r>
              <a:rPr sz="2280" spc="-66" dirty="0">
                <a:latin typeface="Calibri"/>
                <a:cs typeface="Calibri"/>
              </a:rPr>
              <a:t> </a:t>
            </a:r>
            <a:r>
              <a:rPr sz="2280" dirty="0">
                <a:latin typeface="Calibri"/>
                <a:cs typeface="Calibri"/>
              </a:rPr>
              <a:t>those</a:t>
            </a:r>
            <a:r>
              <a:rPr sz="2280" spc="-66" dirty="0">
                <a:latin typeface="Calibri"/>
                <a:cs typeface="Calibri"/>
              </a:rPr>
              <a:t> </a:t>
            </a:r>
            <a:r>
              <a:rPr sz="2280" dirty="0">
                <a:latin typeface="Calibri"/>
                <a:cs typeface="Calibri"/>
              </a:rPr>
              <a:t>additional</a:t>
            </a:r>
            <a:r>
              <a:rPr sz="2280" spc="-48" dirty="0">
                <a:latin typeface="Calibri"/>
                <a:cs typeface="Calibri"/>
              </a:rPr>
              <a:t> </a:t>
            </a:r>
            <a:r>
              <a:rPr sz="2280" spc="-12" dirty="0">
                <a:latin typeface="Calibri"/>
                <a:cs typeface="Calibri"/>
              </a:rPr>
              <a:t>changes.</a:t>
            </a:r>
            <a:endParaRPr sz="2280">
              <a:latin typeface="Calibri"/>
              <a:cs typeface="Calibri"/>
            </a:endParaRPr>
          </a:p>
          <a:p>
            <a:pPr marL="425958" indent="-410718">
              <a:spcBef>
                <a:spcPts val="546"/>
              </a:spcBef>
              <a:buFont typeface="Arial MT"/>
              <a:buChar char="•"/>
              <a:tabLst>
                <a:tab pos="425958" algn="l"/>
              </a:tabLst>
            </a:pPr>
            <a:r>
              <a:rPr sz="2280" dirty="0">
                <a:latin typeface="Calibri"/>
                <a:cs typeface="Calibri"/>
              </a:rPr>
              <a:t>Next,</a:t>
            </a:r>
            <a:r>
              <a:rPr sz="2280" spc="-84" dirty="0">
                <a:latin typeface="Calibri"/>
                <a:cs typeface="Calibri"/>
              </a:rPr>
              <a:t> </a:t>
            </a:r>
            <a:r>
              <a:rPr sz="2280" dirty="0">
                <a:latin typeface="Calibri"/>
                <a:cs typeface="Calibri"/>
              </a:rPr>
              <a:t>the</a:t>
            </a:r>
            <a:r>
              <a:rPr sz="2280" spc="-78" dirty="0">
                <a:latin typeface="Calibri"/>
                <a:cs typeface="Calibri"/>
              </a:rPr>
              <a:t> </a:t>
            </a:r>
            <a:r>
              <a:rPr sz="2280" dirty="0">
                <a:latin typeface="Calibri"/>
                <a:cs typeface="Calibri"/>
              </a:rPr>
              <a:t>required</a:t>
            </a:r>
            <a:r>
              <a:rPr sz="2280" spc="-48" dirty="0">
                <a:latin typeface="Calibri"/>
                <a:cs typeface="Calibri"/>
              </a:rPr>
              <a:t> </a:t>
            </a:r>
            <a:r>
              <a:rPr sz="2280" dirty="0">
                <a:latin typeface="Calibri"/>
                <a:cs typeface="Calibri"/>
              </a:rPr>
              <a:t>changes</a:t>
            </a:r>
            <a:r>
              <a:rPr sz="2280" spc="-66" dirty="0">
                <a:latin typeface="Calibri"/>
                <a:cs typeface="Calibri"/>
              </a:rPr>
              <a:t> </a:t>
            </a:r>
            <a:r>
              <a:rPr sz="2280" dirty="0">
                <a:latin typeface="Calibri"/>
                <a:cs typeface="Calibri"/>
              </a:rPr>
              <a:t>to</a:t>
            </a:r>
            <a:r>
              <a:rPr sz="2280" spc="-84" dirty="0">
                <a:latin typeface="Calibri"/>
                <a:cs typeface="Calibri"/>
              </a:rPr>
              <a:t> </a:t>
            </a:r>
            <a:r>
              <a:rPr sz="2280" dirty="0">
                <a:latin typeface="Calibri"/>
                <a:cs typeface="Calibri"/>
              </a:rPr>
              <a:t>the</a:t>
            </a:r>
            <a:r>
              <a:rPr sz="2280" spc="-72" dirty="0">
                <a:latin typeface="Calibri"/>
                <a:cs typeface="Calibri"/>
              </a:rPr>
              <a:t> </a:t>
            </a:r>
            <a:r>
              <a:rPr sz="2280" spc="-12" dirty="0">
                <a:latin typeface="Calibri"/>
                <a:cs typeface="Calibri"/>
              </a:rPr>
              <a:t>system</a:t>
            </a:r>
            <a:r>
              <a:rPr sz="2280" spc="-84" dirty="0">
                <a:latin typeface="Calibri"/>
                <a:cs typeface="Calibri"/>
              </a:rPr>
              <a:t> </a:t>
            </a:r>
            <a:r>
              <a:rPr sz="2280" dirty="0">
                <a:latin typeface="Calibri"/>
                <a:cs typeface="Calibri"/>
              </a:rPr>
              <a:t>modules</a:t>
            </a:r>
            <a:r>
              <a:rPr sz="2280" spc="-72" dirty="0">
                <a:latin typeface="Calibri"/>
                <a:cs typeface="Calibri"/>
              </a:rPr>
              <a:t> </a:t>
            </a:r>
            <a:r>
              <a:rPr sz="2280" dirty="0">
                <a:latin typeface="Calibri"/>
                <a:cs typeface="Calibri"/>
              </a:rPr>
              <a:t>are</a:t>
            </a:r>
            <a:r>
              <a:rPr sz="2280" spc="-66" dirty="0">
                <a:latin typeface="Calibri"/>
                <a:cs typeface="Calibri"/>
              </a:rPr>
              <a:t> </a:t>
            </a:r>
            <a:r>
              <a:rPr sz="2280" spc="-12" dirty="0">
                <a:latin typeface="Calibri"/>
                <a:cs typeface="Calibri"/>
              </a:rPr>
              <a:t>assessed.</a:t>
            </a:r>
            <a:endParaRPr sz="2280">
              <a:latin typeface="Calibri"/>
              <a:cs typeface="Calibri"/>
            </a:endParaRPr>
          </a:p>
          <a:p>
            <a:pPr marL="425958" indent="-410718">
              <a:spcBef>
                <a:spcPts val="551"/>
              </a:spcBef>
              <a:buFont typeface="Arial MT"/>
              <a:buChar char="•"/>
              <a:tabLst>
                <a:tab pos="425958" algn="l"/>
              </a:tabLst>
            </a:pPr>
            <a:r>
              <a:rPr sz="2280" dirty="0">
                <a:latin typeface="Calibri"/>
                <a:cs typeface="Calibri"/>
              </a:rPr>
              <a:t>Finally,</a:t>
            </a:r>
            <a:r>
              <a:rPr sz="2280" spc="30" dirty="0">
                <a:latin typeface="Calibri"/>
                <a:cs typeface="Calibri"/>
              </a:rPr>
              <a:t> </a:t>
            </a:r>
            <a:r>
              <a:rPr sz="2280" dirty="0">
                <a:latin typeface="Calibri"/>
                <a:cs typeface="Calibri"/>
              </a:rPr>
              <a:t>the</a:t>
            </a:r>
            <a:r>
              <a:rPr sz="2280" spc="48" dirty="0">
                <a:latin typeface="Calibri"/>
                <a:cs typeface="Calibri"/>
              </a:rPr>
              <a:t> </a:t>
            </a:r>
            <a:r>
              <a:rPr sz="2280" b="1" i="1" dirty="0">
                <a:solidFill>
                  <a:srgbClr val="006FC0"/>
                </a:solidFill>
                <a:latin typeface="Calibri"/>
                <a:cs typeface="Calibri"/>
              </a:rPr>
              <a:t>cost</a:t>
            </a:r>
            <a:r>
              <a:rPr sz="2280" b="1" i="1" spc="54" dirty="0">
                <a:solidFill>
                  <a:srgbClr val="006FC0"/>
                </a:solidFill>
                <a:latin typeface="Calibri"/>
                <a:cs typeface="Calibri"/>
              </a:rPr>
              <a:t> </a:t>
            </a:r>
            <a:r>
              <a:rPr sz="2280" b="1" i="1" dirty="0">
                <a:solidFill>
                  <a:srgbClr val="006FC0"/>
                </a:solidFill>
                <a:latin typeface="Calibri"/>
                <a:cs typeface="Calibri"/>
              </a:rPr>
              <a:t>of</a:t>
            </a:r>
            <a:r>
              <a:rPr sz="2280" b="1" i="1" spc="30" dirty="0">
                <a:solidFill>
                  <a:srgbClr val="006FC0"/>
                </a:solidFill>
                <a:latin typeface="Calibri"/>
                <a:cs typeface="Calibri"/>
              </a:rPr>
              <a:t> </a:t>
            </a:r>
            <a:r>
              <a:rPr sz="2280" b="1" i="1" dirty="0">
                <a:solidFill>
                  <a:srgbClr val="006FC0"/>
                </a:solidFill>
                <a:latin typeface="Calibri"/>
                <a:cs typeface="Calibri"/>
              </a:rPr>
              <a:t>making</a:t>
            </a:r>
            <a:r>
              <a:rPr sz="2280" b="1" i="1" spc="30" dirty="0">
                <a:solidFill>
                  <a:srgbClr val="006FC0"/>
                </a:solidFill>
                <a:latin typeface="Calibri"/>
                <a:cs typeface="Calibri"/>
              </a:rPr>
              <a:t> </a:t>
            </a:r>
            <a:r>
              <a:rPr sz="2280" b="1" i="1" dirty="0">
                <a:solidFill>
                  <a:srgbClr val="006FC0"/>
                </a:solidFill>
                <a:latin typeface="Calibri"/>
                <a:cs typeface="Calibri"/>
              </a:rPr>
              <a:t>the</a:t>
            </a:r>
            <a:r>
              <a:rPr sz="2280" b="1" i="1" spc="18" dirty="0">
                <a:solidFill>
                  <a:srgbClr val="006FC0"/>
                </a:solidFill>
                <a:latin typeface="Calibri"/>
                <a:cs typeface="Calibri"/>
              </a:rPr>
              <a:t> </a:t>
            </a:r>
            <a:r>
              <a:rPr sz="2280" b="1" i="1" dirty="0">
                <a:solidFill>
                  <a:srgbClr val="006FC0"/>
                </a:solidFill>
                <a:latin typeface="Calibri"/>
                <a:cs typeface="Calibri"/>
              </a:rPr>
              <a:t>change</a:t>
            </a:r>
            <a:r>
              <a:rPr sz="2280" b="1" i="1" spc="48" dirty="0">
                <a:solidFill>
                  <a:srgbClr val="006FC0"/>
                </a:solidFill>
                <a:latin typeface="Calibri"/>
                <a:cs typeface="Calibri"/>
              </a:rPr>
              <a:t> </a:t>
            </a:r>
            <a:r>
              <a:rPr sz="2280" b="1" i="1" dirty="0">
                <a:solidFill>
                  <a:srgbClr val="006FC0"/>
                </a:solidFill>
                <a:latin typeface="Calibri"/>
                <a:cs typeface="Calibri"/>
              </a:rPr>
              <a:t>is</a:t>
            </a:r>
            <a:r>
              <a:rPr sz="2280" b="1" i="1" spc="42" dirty="0">
                <a:solidFill>
                  <a:srgbClr val="006FC0"/>
                </a:solidFill>
                <a:latin typeface="Calibri"/>
                <a:cs typeface="Calibri"/>
              </a:rPr>
              <a:t> </a:t>
            </a:r>
            <a:r>
              <a:rPr sz="2280" b="1" i="1" dirty="0">
                <a:solidFill>
                  <a:srgbClr val="006FC0"/>
                </a:solidFill>
                <a:latin typeface="Calibri"/>
                <a:cs typeface="Calibri"/>
              </a:rPr>
              <a:t>estimated</a:t>
            </a:r>
            <a:r>
              <a:rPr sz="2280" dirty="0">
                <a:latin typeface="Calibri"/>
                <a:cs typeface="Calibri"/>
              </a:rPr>
              <a:t>,</a:t>
            </a:r>
            <a:r>
              <a:rPr sz="2280" spc="36" dirty="0">
                <a:latin typeface="Calibri"/>
                <a:cs typeface="Calibri"/>
              </a:rPr>
              <a:t> </a:t>
            </a:r>
            <a:r>
              <a:rPr sz="2280" dirty="0">
                <a:latin typeface="Calibri"/>
                <a:cs typeface="Calibri"/>
              </a:rPr>
              <a:t>taking</a:t>
            </a:r>
            <a:r>
              <a:rPr sz="2280" spc="36" dirty="0">
                <a:latin typeface="Calibri"/>
                <a:cs typeface="Calibri"/>
              </a:rPr>
              <a:t> </a:t>
            </a:r>
            <a:r>
              <a:rPr sz="2280" dirty="0">
                <a:latin typeface="Calibri"/>
                <a:cs typeface="Calibri"/>
              </a:rPr>
              <a:t>into</a:t>
            </a:r>
            <a:r>
              <a:rPr sz="2280" spc="42" dirty="0">
                <a:latin typeface="Calibri"/>
                <a:cs typeface="Calibri"/>
              </a:rPr>
              <a:t> </a:t>
            </a:r>
            <a:r>
              <a:rPr sz="2280" dirty="0">
                <a:latin typeface="Calibri"/>
                <a:cs typeface="Calibri"/>
              </a:rPr>
              <a:t>account</a:t>
            </a:r>
            <a:r>
              <a:rPr sz="2280" spc="30" dirty="0">
                <a:latin typeface="Calibri"/>
                <a:cs typeface="Calibri"/>
              </a:rPr>
              <a:t> </a:t>
            </a:r>
            <a:r>
              <a:rPr sz="2280" dirty="0">
                <a:latin typeface="Calibri"/>
                <a:cs typeface="Calibri"/>
              </a:rPr>
              <a:t>the</a:t>
            </a:r>
            <a:r>
              <a:rPr sz="2280" spc="30" dirty="0">
                <a:latin typeface="Calibri"/>
                <a:cs typeface="Calibri"/>
              </a:rPr>
              <a:t> </a:t>
            </a:r>
            <a:r>
              <a:rPr sz="2280" dirty="0">
                <a:latin typeface="Calibri"/>
                <a:cs typeface="Calibri"/>
              </a:rPr>
              <a:t>costs</a:t>
            </a:r>
            <a:r>
              <a:rPr sz="2280" spc="36" dirty="0">
                <a:latin typeface="Calibri"/>
                <a:cs typeface="Calibri"/>
              </a:rPr>
              <a:t> </a:t>
            </a:r>
            <a:r>
              <a:rPr sz="2280" spc="-30" dirty="0">
                <a:latin typeface="Calibri"/>
                <a:cs typeface="Calibri"/>
              </a:rPr>
              <a:t>of</a:t>
            </a:r>
            <a:endParaRPr sz="2280">
              <a:latin typeface="Calibri"/>
              <a:cs typeface="Calibri"/>
            </a:endParaRPr>
          </a:p>
          <a:p>
            <a:pPr marL="426720"/>
            <a:r>
              <a:rPr sz="2280" dirty="0">
                <a:latin typeface="Calibri"/>
                <a:cs typeface="Calibri"/>
              </a:rPr>
              <a:t>changing</a:t>
            </a:r>
            <a:r>
              <a:rPr sz="2280" spc="-60" dirty="0">
                <a:latin typeface="Calibri"/>
                <a:cs typeface="Calibri"/>
              </a:rPr>
              <a:t> </a:t>
            </a:r>
            <a:r>
              <a:rPr sz="2280" spc="-12" dirty="0">
                <a:latin typeface="Calibri"/>
                <a:cs typeface="Calibri"/>
              </a:rPr>
              <a:t>related</a:t>
            </a:r>
            <a:r>
              <a:rPr sz="2280" spc="-72" dirty="0">
                <a:latin typeface="Calibri"/>
                <a:cs typeface="Calibri"/>
              </a:rPr>
              <a:t> </a:t>
            </a:r>
            <a:r>
              <a:rPr sz="2280" spc="-12" dirty="0">
                <a:latin typeface="Calibri"/>
                <a:cs typeface="Calibri"/>
              </a:rPr>
              <a:t>components.</a:t>
            </a:r>
            <a:endParaRPr sz="2280">
              <a:latin typeface="Calibri"/>
              <a:cs typeface="Calibri"/>
            </a:endParaRPr>
          </a:p>
        </p:txBody>
      </p:sp>
    </p:spTree>
    <p:extLst>
      <p:ext uri="{BB962C8B-B14F-4D97-AF65-F5344CB8AC3E}">
        <p14:creationId xmlns:p14="http://schemas.microsoft.com/office/powerpoint/2010/main" val="4147597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201" y="339487"/>
            <a:ext cx="10444734" cy="6192721"/>
          </a:xfrm>
          <a:prstGeom prst="rect">
            <a:avLst/>
          </a:prstGeom>
        </p:spPr>
        <p:txBody>
          <a:bodyPr vert="horz" wrap="square" lIns="0" tIns="14478" rIns="0" bIns="0" rtlCol="0">
            <a:spAutoFit/>
          </a:bodyPr>
          <a:lstStyle/>
          <a:p>
            <a:pPr marL="425958" indent="-410718">
              <a:spcBef>
                <a:spcPts val="114"/>
              </a:spcBef>
              <a:buFont typeface="Arial MT"/>
              <a:buChar char="•"/>
              <a:tabLst>
                <a:tab pos="425958" algn="l"/>
              </a:tabLst>
            </a:pPr>
            <a:r>
              <a:rPr sz="2280" b="1" u="sng" dirty="0">
                <a:uFill>
                  <a:solidFill>
                    <a:srgbClr val="000000"/>
                  </a:solidFill>
                </a:uFill>
                <a:latin typeface="Calibri"/>
                <a:cs typeface="Calibri"/>
              </a:rPr>
              <a:t>Following</a:t>
            </a:r>
            <a:r>
              <a:rPr sz="2280" b="1" u="sng" spc="510" dirty="0">
                <a:uFill>
                  <a:solidFill>
                    <a:srgbClr val="000000"/>
                  </a:solidFill>
                </a:uFill>
                <a:latin typeface="Calibri"/>
                <a:cs typeface="Calibri"/>
              </a:rPr>
              <a:t> </a:t>
            </a:r>
            <a:r>
              <a:rPr sz="2280" b="1" u="sng" dirty="0">
                <a:uFill>
                  <a:solidFill>
                    <a:srgbClr val="000000"/>
                  </a:solidFill>
                </a:uFill>
                <a:latin typeface="Calibri"/>
                <a:cs typeface="Calibri"/>
              </a:rPr>
              <a:t>this</a:t>
            </a:r>
            <a:r>
              <a:rPr sz="2280" b="1" u="sng" spc="480" dirty="0">
                <a:uFill>
                  <a:solidFill>
                    <a:srgbClr val="000000"/>
                  </a:solidFill>
                </a:uFill>
                <a:latin typeface="Calibri"/>
                <a:cs typeface="Calibri"/>
              </a:rPr>
              <a:t> </a:t>
            </a:r>
            <a:r>
              <a:rPr sz="2280" b="1" u="sng" dirty="0">
                <a:uFill>
                  <a:solidFill>
                    <a:srgbClr val="000000"/>
                  </a:solidFill>
                </a:uFill>
                <a:latin typeface="Calibri"/>
                <a:cs typeface="Calibri"/>
              </a:rPr>
              <a:t>analysis,</a:t>
            </a:r>
            <a:r>
              <a:rPr sz="2280" b="1" u="sng" spc="498" dirty="0">
                <a:uFill>
                  <a:solidFill>
                    <a:srgbClr val="000000"/>
                  </a:solidFill>
                </a:uFill>
                <a:latin typeface="Calibri"/>
                <a:cs typeface="Calibri"/>
              </a:rPr>
              <a:t> </a:t>
            </a:r>
            <a:r>
              <a:rPr sz="2280" b="1" i="1" u="sng" dirty="0">
                <a:solidFill>
                  <a:srgbClr val="C00000"/>
                </a:solidFill>
                <a:uFill>
                  <a:solidFill>
                    <a:srgbClr val="C00000"/>
                  </a:solidFill>
                </a:uFill>
                <a:latin typeface="Calibri"/>
                <a:cs typeface="Calibri"/>
              </a:rPr>
              <a:t>a</a:t>
            </a:r>
            <a:r>
              <a:rPr sz="2280" b="1" i="1" u="sng" spc="486" dirty="0">
                <a:solidFill>
                  <a:srgbClr val="C00000"/>
                </a:solidFill>
                <a:uFill>
                  <a:solidFill>
                    <a:srgbClr val="C00000"/>
                  </a:solidFill>
                </a:uFill>
                <a:latin typeface="Calibri"/>
                <a:cs typeface="Calibri"/>
              </a:rPr>
              <a:t> </a:t>
            </a:r>
            <a:r>
              <a:rPr sz="2280" b="1" i="1" u="sng" dirty="0">
                <a:solidFill>
                  <a:srgbClr val="C00000"/>
                </a:solidFill>
                <a:uFill>
                  <a:solidFill>
                    <a:srgbClr val="C00000"/>
                  </a:solidFill>
                </a:uFill>
                <a:latin typeface="Calibri"/>
                <a:cs typeface="Calibri"/>
              </a:rPr>
              <a:t>separate</a:t>
            </a:r>
            <a:r>
              <a:rPr sz="2280" b="1" i="1" u="sng" spc="498" dirty="0">
                <a:solidFill>
                  <a:srgbClr val="C00000"/>
                </a:solidFill>
                <a:uFill>
                  <a:solidFill>
                    <a:srgbClr val="C00000"/>
                  </a:solidFill>
                </a:uFill>
                <a:latin typeface="Calibri"/>
                <a:cs typeface="Calibri"/>
              </a:rPr>
              <a:t> </a:t>
            </a:r>
            <a:r>
              <a:rPr sz="2280" b="1" i="1" u="sng" dirty="0">
                <a:solidFill>
                  <a:srgbClr val="C00000"/>
                </a:solidFill>
                <a:uFill>
                  <a:solidFill>
                    <a:srgbClr val="C00000"/>
                  </a:solidFill>
                </a:uFill>
                <a:latin typeface="Calibri"/>
                <a:cs typeface="Calibri"/>
              </a:rPr>
              <a:t>group</a:t>
            </a:r>
            <a:r>
              <a:rPr sz="2280" b="1" i="1" u="sng" spc="504" dirty="0">
                <a:solidFill>
                  <a:srgbClr val="C00000"/>
                </a:solidFill>
                <a:uFill>
                  <a:solidFill>
                    <a:srgbClr val="C00000"/>
                  </a:solidFill>
                </a:uFill>
                <a:latin typeface="Calibri"/>
                <a:cs typeface="Calibri"/>
              </a:rPr>
              <a:t> </a:t>
            </a:r>
            <a:r>
              <a:rPr sz="2280" b="1" u="sng" dirty="0">
                <a:uFill>
                  <a:solidFill>
                    <a:srgbClr val="000000"/>
                  </a:solidFill>
                </a:uFill>
                <a:latin typeface="Calibri"/>
                <a:cs typeface="Calibri"/>
              </a:rPr>
              <a:t>decides</a:t>
            </a:r>
            <a:r>
              <a:rPr sz="2280" b="1" u="sng" spc="504" dirty="0">
                <a:uFill>
                  <a:solidFill>
                    <a:srgbClr val="000000"/>
                  </a:solidFill>
                </a:uFill>
                <a:latin typeface="Calibri"/>
                <a:cs typeface="Calibri"/>
              </a:rPr>
              <a:t> </a:t>
            </a:r>
            <a:r>
              <a:rPr sz="2280" b="1" u="sng" dirty="0">
                <a:uFill>
                  <a:solidFill>
                    <a:srgbClr val="000000"/>
                  </a:solidFill>
                </a:uFill>
                <a:latin typeface="Calibri"/>
                <a:cs typeface="Calibri"/>
              </a:rPr>
              <a:t>if</a:t>
            </a:r>
            <a:r>
              <a:rPr sz="2280" b="1" u="sng" spc="498" dirty="0">
                <a:uFill>
                  <a:solidFill>
                    <a:srgbClr val="000000"/>
                  </a:solidFill>
                </a:uFill>
                <a:latin typeface="Calibri"/>
                <a:cs typeface="Calibri"/>
              </a:rPr>
              <a:t> </a:t>
            </a:r>
            <a:r>
              <a:rPr sz="2280" b="1" u="sng" dirty="0">
                <a:uFill>
                  <a:solidFill>
                    <a:srgbClr val="000000"/>
                  </a:solidFill>
                </a:uFill>
                <a:latin typeface="Calibri"/>
                <a:cs typeface="Calibri"/>
              </a:rPr>
              <a:t>it</a:t>
            </a:r>
            <a:r>
              <a:rPr sz="2280" b="1" u="sng" spc="491" dirty="0">
                <a:uFill>
                  <a:solidFill>
                    <a:srgbClr val="000000"/>
                  </a:solidFill>
                </a:uFill>
                <a:latin typeface="Calibri"/>
                <a:cs typeface="Calibri"/>
              </a:rPr>
              <a:t> </a:t>
            </a:r>
            <a:r>
              <a:rPr sz="2280" b="1" u="sng" dirty="0">
                <a:uFill>
                  <a:solidFill>
                    <a:srgbClr val="000000"/>
                  </a:solidFill>
                </a:uFill>
                <a:latin typeface="Calibri"/>
                <a:cs typeface="Calibri"/>
              </a:rPr>
              <a:t>is</a:t>
            </a:r>
            <a:r>
              <a:rPr sz="2280" b="1" u="sng" spc="498" dirty="0">
                <a:uFill>
                  <a:solidFill>
                    <a:srgbClr val="000000"/>
                  </a:solidFill>
                </a:uFill>
                <a:latin typeface="Calibri"/>
                <a:cs typeface="Calibri"/>
              </a:rPr>
              <a:t> </a:t>
            </a:r>
            <a:r>
              <a:rPr sz="2280" b="1" u="sng" spc="-24" dirty="0">
                <a:uFill>
                  <a:solidFill>
                    <a:srgbClr val="000000"/>
                  </a:solidFill>
                </a:uFill>
                <a:latin typeface="Calibri"/>
                <a:cs typeface="Calibri"/>
              </a:rPr>
              <a:t>cost-</a:t>
            </a:r>
            <a:r>
              <a:rPr sz="2280" b="1" u="sng" dirty="0">
                <a:uFill>
                  <a:solidFill>
                    <a:srgbClr val="000000"/>
                  </a:solidFill>
                </a:uFill>
                <a:latin typeface="Calibri"/>
                <a:cs typeface="Calibri"/>
              </a:rPr>
              <a:t>effective</a:t>
            </a:r>
            <a:r>
              <a:rPr sz="2280" b="1" u="sng" spc="504" dirty="0">
                <a:uFill>
                  <a:solidFill>
                    <a:srgbClr val="000000"/>
                  </a:solidFill>
                </a:uFill>
                <a:latin typeface="Calibri"/>
                <a:cs typeface="Calibri"/>
              </a:rPr>
              <a:t> </a:t>
            </a:r>
            <a:r>
              <a:rPr sz="2280" b="1" u="sng" dirty="0">
                <a:uFill>
                  <a:solidFill>
                    <a:srgbClr val="000000"/>
                  </a:solidFill>
                </a:uFill>
                <a:latin typeface="Calibri"/>
                <a:cs typeface="Calibri"/>
              </a:rPr>
              <a:t>for</a:t>
            </a:r>
            <a:r>
              <a:rPr sz="2280" b="1" u="sng" spc="498" dirty="0">
                <a:uFill>
                  <a:solidFill>
                    <a:srgbClr val="000000"/>
                  </a:solidFill>
                </a:uFill>
                <a:latin typeface="Calibri"/>
                <a:cs typeface="Calibri"/>
              </a:rPr>
              <a:t> </a:t>
            </a:r>
            <a:r>
              <a:rPr sz="2280" b="1" u="sng" spc="-30" dirty="0">
                <a:uFill>
                  <a:solidFill>
                    <a:srgbClr val="000000"/>
                  </a:solidFill>
                </a:uFill>
                <a:latin typeface="Calibri"/>
                <a:cs typeface="Calibri"/>
              </a:rPr>
              <a:t>the</a:t>
            </a:r>
            <a:endParaRPr sz="2280">
              <a:latin typeface="Calibri"/>
              <a:cs typeface="Calibri"/>
            </a:endParaRPr>
          </a:p>
          <a:p>
            <a:pPr marL="425958"/>
            <a:r>
              <a:rPr sz="2280" b="1" u="sng" dirty="0">
                <a:uFill>
                  <a:solidFill>
                    <a:srgbClr val="000000"/>
                  </a:solidFill>
                </a:uFill>
                <a:latin typeface="Calibri"/>
                <a:cs typeface="Calibri"/>
              </a:rPr>
              <a:t>business</a:t>
            </a:r>
            <a:r>
              <a:rPr sz="2280" b="1" u="sng" spc="-36" dirty="0">
                <a:uFill>
                  <a:solidFill>
                    <a:srgbClr val="000000"/>
                  </a:solidFill>
                </a:uFill>
                <a:latin typeface="Calibri"/>
                <a:cs typeface="Calibri"/>
              </a:rPr>
              <a:t> </a:t>
            </a:r>
            <a:r>
              <a:rPr sz="2280" b="1" u="sng" dirty="0">
                <a:uFill>
                  <a:solidFill>
                    <a:srgbClr val="000000"/>
                  </a:solidFill>
                </a:uFill>
                <a:latin typeface="Calibri"/>
                <a:cs typeface="Calibri"/>
              </a:rPr>
              <a:t>to</a:t>
            </a:r>
            <a:r>
              <a:rPr sz="2280" b="1" u="sng" spc="-54" dirty="0">
                <a:uFill>
                  <a:solidFill>
                    <a:srgbClr val="000000"/>
                  </a:solidFill>
                </a:uFill>
                <a:latin typeface="Calibri"/>
                <a:cs typeface="Calibri"/>
              </a:rPr>
              <a:t> </a:t>
            </a:r>
            <a:r>
              <a:rPr sz="2280" b="1" u="sng" dirty="0">
                <a:uFill>
                  <a:solidFill>
                    <a:srgbClr val="000000"/>
                  </a:solidFill>
                </a:uFill>
                <a:latin typeface="Calibri"/>
                <a:cs typeface="Calibri"/>
              </a:rPr>
              <a:t>make</a:t>
            </a:r>
            <a:r>
              <a:rPr sz="2280" b="1" u="sng" spc="-66" dirty="0">
                <a:uFill>
                  <a:solidFill>
                    <a:srgbClr val="000000"/>
                  </a:solidFill>
                </a:uFill>
                <a:latin typeface="Calibri"/>
                <a:cs typeface="Calibri"/>
              </a:rPr>
              <a:t> </a:t>
            </a:r>
            <a:r>
              <a:rPr sz="2280" b="1" u="sng" dirty="0">
                <a:uFill>
                  <a:solidFill>
                    <a:srgbClr val="000000"/>
                  </a:solidFill>
                </a:uFill>
                <a:latin typeface="Calibri"/>
                <a:cs typeface="Calibri"/>
              </a:rPr>
              <a:t>the</a:t>
            </a:r>
            <a:r>
              <a:rPr sz="2280" b="1" u="sng" spc="-54" dirty="0">
                <a:uFill>
                  <a:solidFill>
                    <a:srgbClr val="000000"/>
                  </a:solidFill>
                </a:uFill>
                <a:latin typeface="Calibri"/>
                <a:cs typeface="Calibri"/>
              </a:rPr>
              <a:t> </a:t>
            </a:r>
            <a:r>
              <a:rPr sz="2280" b="1" u="sng" dirty="0">
                <a:uFill>
                  <a:solidFill>
                    <a:srgbClr val="000000"/>
                  </a:solidFill>
                </a:uFill>
                <a:latin typeface="Calibri"/>
                <a:cs typeface="Calibri"/>
              </a:rPr>
              <a:t>change</a:t>
            </a:r>
            <a:r>
              <a:rPr sz="2280" b="1" u="sng" spc="-30" dirty="0">
                <a:uFill>
                  <a:solidFill>
                    <a:srgbClr val="000000"/>
                  </a:solidFill>
                </a:uFill>
                <a:latin typeface="Calibri"/>
                <a:cs typeface="Calibri"/>
              </a:rPr>
              <a:t> </a:t>
            </a:r>
            <a:r>
              <a:rPr sz="2280" b="1" u="sng" dirty="0">
                <a:uFill>
                  <a:solidFill>
                    <a:srgbClr val="000000"/>
                  </a:solidFill>
                </a:uFill>
                <a:latin typeface="Calibri"/>
                <a:cs typeface="Calibri"/>
              </a:rPr>
              <a:t>to</a:t>
            </a:r>
            <a:r>
              <a:rPr sz="2280" b="1" u="sng" spc="-66" dirty="0">
                <a:uFill>
                  <a:solidFill>
                    <a:srgbClr val="000000"/>
                  </a:solidFill>
                </a:uFill>
                <a:latin typeface="Calibri"/>
                <a:cs typeface="Calibri"/>
              </a:rPr>
              <a:t> </a:t>
            </a:r>
            <a:r>
              <a:rPr sz="2280" b="1" u="sng" dirty="0">
                <a:uFill>
                  <a:solidFill>
                    <a:srgbClr val="000000"/>
                  </a:solidFill>
                </a:uFill>
                <a:latin typeface="Calibri"/>
                <a:cs typeface="Calibri"/>
              </a:rPr>
              <a:t>the</a:t>
            </a:r>
            <a:r>
              <a:rPr sz="2280" b="1" u="sng" spc="-42" dirty="0">
                <a:uFill>
                  <a:solidFill>
                    <a:srgbClr val="000000"/>
                  </a:solidFill>
                </a:uFill>
                <a:latin typeface="Calibri"/>
                <a:cs typeface="Calibri"/>
              </a:rPr>
              <a:t> </a:t>
            </a:r>
            <a:r>
              <a:rPr sz="2280" b="1" u="sng" spc="-12" dirty="0">
                <a:uFill>
                  <a:solidFill>
                    <a:srgbClr val="000000"/>
                  </a:solidFill>
                </a:uFill>
                <a:latin typeface="Calibri"/>
                <a:cs typeface="Calibri"/>
              </a:rPr>
              <a:t>software.</a:t>
            </a:r>
            <a:endParaRPr sz="2280">
              <a:latin typeface="Calibri"/>
              <a:cs typeface="Calibri"/>
            </a:endParaRPr>
          </a:p>
          <a:p>
            <a:pPr marL="425958" indent="-410718">
              <a:spcBef>
                <a:spcPts val="551"/>
              </a:spcBef>
              <a:buFont typeface="Arial MT"/>
              <a:buChar char="•"/>
              <a:tabLst>
                <a:tab pos="425958" algn="l"/>
              </a:tabLst>
            </a:pPr>
            <a:r>
              <a:rPr sz="2280" dirty="0">
                <a:latin typeface="Calibri"/>
                <a:cs typeface="Calibri"/>
              </a:rPr>
              <a:t>For</a:t>
            </a:r>
            <a:r>
              <a:rPr sz="2280" spc="24" dirty="0">
                <a:latin typeface="Calibri"/>
                <a:cs typeface="Calibri"/>
              </a:rPr>
              <a:t> </a:t>
            </a:r>
            <a:r>
              <a:rPr sz="2280" b="1" dirty="0">
                <a:solidFill>
                  <a:srgbClr val="C00000"/>
                </a:solidFill>
                <a:latin typeface="Calibri"/>
                <a:cs typeface="Calibri"/>
              </a:rPr>
              <a:t>military</a:t>
            </a:r>
            <a:r>
              <a:rPr sz="2280" b="1" spc="42" dirty="0">
                <a:solidFill>
                  <a:srgbClr val="C00000"/>
                </a:solidFill>
                <a:latin typeface="Calibri"/>
                <a:cs typeface="Calibri"/>
              </a:rPr>
              <a:t> </a:t>
            </a:r>
            <a:r>
              <a:rPr sz="2280" b="1" dirty="0">
                <a:solidFill>
                  <a:srgbClr val="C00000"/>
                </a:solidFill>
                <a:latin typeface="Calibri"/>
                <a:cs typeface="Calibri"/>
              </a:rPr>
              <a:t>and</a:t>
            </a:r>
            <a:r>
              <a:rPr sz="2280" b="1" spc="36" dirty="0">
                <a:solidFill>
                  <a:srgbClr val="C00000"/>
                </a:solidFill>
                <a:latin typeface="Calibri"/>
                <a:cs typeface="Calibri"/>
              </a:rPr>
              <a:t> </a:t>
            </a:r>
            <a:r>
              <a:rPr sz="2280" b="1" dirty="0">
                <a:solidFill>
                  <a:srgbClr val="C00000"/>
                </a:solidFill>
                <a:latin typeface="Calibri"/>
                <a:cs typeface="Calibri"/>
              </a:rPr>
              <a:t>government</a:t>
            </a:r>
            <a:r>
              <a:rPr sz="2280" b="1" spc="54" dirty="0">
                <a:solidFill>
                  <a:srgbClr val="C00000"/>
                </a:solidFill>
                <a:latin typeface="Calibri"/>
                <a:cs typeface="Calibri"/>
              </a:rPr>
              <a:t> </a:t>
            </a:r>
            <a:r>
              <a:rPr sz="2280" b="1" dirty="0">
                <a:solidFill>
                  <a:srgbClr val="C00000"/>
                </a:solidFill>
                <a:latin typeface="Calibri"/>
                <a:cs typeface="Calibri"/>
              </a:rPr>
              <a:t>systems</a:t>
            </a:r>
            <a:r>
              <a:rPr sz="2280" dirty="0">
                <a:latin typeface="Calibri"/>
                <a:cs typeface="Calibri"/>
              </a:rPr>
              <a:t>,</a:t>
            </a:r>
            <a:r>
              <a:rPr sz="2280" spc="24" dirty="0">
                <a:latin typeface="Calibri"/>
                <a:cs typeface="Calibri"/>
              </a:rPr>
              <a:t> </a:t>
            </a:r>
            <a:r>
              <a:rPr sz="2280" dirty="0">
                <a:latin typeface="Calibri"/>
                <a:cs typeface="Calibri"/>
              </a:rPr>
              <a:t>this</a:t>
            </a:r>
            <a:r>
              <a:rPr sz="2280" spc="30" dirty="0">
                <a:latin typeface="Calibri"/>
                <a:cs typeface="Calibri"/>
              </a:rPr>
              <a:t> </a:t>
            </a:r>
            <a:r>
              <a:rPr sz="2280" dirty="0">
                <a:latin typeface="Calibri"/>
                <a:cs typeface="Calibri"/>
              </a:rPr>
              <a:t>group</a:t>
            </a:r>
            <a:r>
              <a:rPr sz="2280" spc="30" dirty="0">
                <a:latin typeface="Calibri"/>
                <a:cs typeface="Calibri"/>
              </a:rPr>
              <a:t> </a:t>
            </a:r>
            <a:r>
              <a:rPr sz="2280" dirty="0">
                <a:latin typeface="Calibri"/>
                <a:cs typeface="Calibri"/>
              </a:rPr>
              <a:t>is</a:t>
            </a:r>
            <a:r>
              <a:rPr sz="2280" spc="36" dirty="0">
                <a:latin typeface="Calibri"/>
                <a:cs typeface="Calibri"/>
              </a:rPr>
              <a:t> </a:t>
            </a:r>
            <a:r>
              <a:rPr sz="2280" dirty="0">
                <a:latin typeface="Calibri"/>
                <a:cs typeface="Calibri"/>
              </a:rPr>
              <a:t>often</a:t>
            </a:r>
            <a:r>
              <a:rPr sz="2280" spc="30" dirty="0">
                <a:latin typeface="Calibri"/>
                <a:cs typeface="Calibri"/>
              </a:rPr>
              <a:t> </a:t>
            </a:r>
            <a:r>
              <a:rPr sz="2280" dirty="0">
                <a:latin typeface="Calibri"/>
                <a:cs typeface="Calibri"/>
              </a:rPr>
              <a:t>called</a:t>
            </a:r>
            <a:r>
              <a:rPr sz="2280" spc="36" dirty="0">
                <a:latin typeface="Calibri"/>
                <a:cs typeface="Calibri"/>
              </a:rPr>
              <a:t> </a:t>
            </a:r>
            <a:r>
              <a:rPr sz="2280" dirty="0">
                <a:latin typeface="Calibri"/>
                <a:cs typeface="Calibri"/>
              </a:rPr>
              <a:t>the</a:t>
            </a:r>
            <a:r>
              <a:rPr sz="2280" spc="36" dirty="0">
                <a:latin typeface="Calibri"/>
                <a:cs typeface="Calibri"/>
              </a:rPr>
              <a:t> </a:t>
            </a:r>
            <a:r>
              <a:rPr sz="2280" b="1" i="1" dirty="0">
                <a:solidFill>
                  <a:srgbClr val="FF0000"/>
                </a:solidFill>
                <a:latin typeface="Calibri"/>
                <a:cs typeface="Calibri"/>
              </a:rPr>
              <a:t>Change</a:t>
            </a:r>
            <a:r>
              <a:rPr sz="2280" b="1" i="1" spc="48" dirty="0">
                <a:solidFill>
                  <a:srgbClr val="FF0000"/>
                </a:solidFill>
                <a:latin typeface="Calibri"/>
                <a:cs typeface="Calibri"/>
              </a:rPr>
              <a:t> </a:t>
            </a:r>
            <a:r>
              <a:rPr sz="2280" b="1" i="1" spc="-12" dirty="0">
                <a:solidFill>
                  <a:srgbClr val="FF0000"/>
                </a:solidFill>
                <a:latin typeface="Calibri"/>
                <a:cs typeface="Calibri"/>
              </a:rPr>
              <a:t>Control</a:t>
            </a:r>
            <a:endParaRPr sz="2280">
              <a:latin typeface="Calibri"/>
              <a:cs typeface="Calibri"/>
            </a:endParaRPr>
          </a:p>
          <a:p>
            <a:pPr marL="425958"/>
            <a:r>
              <a:rPr sz="2280" b="1" i="1" dirty="0">
                <a:solidFill>
                  <a:srgbClr val="FF0000"/>
                </a:solidFill>
                <a:latin typeface="Calibri"/>
                <a:cs typeface="Calibri"/>
              </a:rPr>
              <a:t>Board</a:t>
            </a:r>
            <a:r>
              <a:rPr sz="2280" b="1" i="1" spc="-48" dirty="0">
                <a:solidFill>
                  <a:srgbClr val="FF0000"/>
                </a:solidFill>
                <a:latin typeface="Calibri"/>
                <a:cs typeface="Calibri"/>
              </a:rPr>
              <a:t> </a:t>
            </a:r>
            <a:r>
              <a:rPr sz="2280" spc="-12" dirty="0">
                <a:latin typeface="Calibri"/>
                <a:cs typeface="Calibri"/>
              </a:rPr>
              <a:t>(CCB).</a:t>
            </a:r>
            <a:endParaRPr sz="2280">
              <a:latin typeface="Calibri"/>
              <a:cs typeface="Calibri"/>
            </a:endParaRPr>
          </a:p>
          <a:p>
            <a:pPr marL="425958" marR="9906" indent="-411480">
              <a:spcBef>
                <a:spcPts val="546"/>
              </a:spcBef>
              <a:buFont typeface="Arial MT"/>
              <a:buChar char="•"/>
              <a:tabLst>
                <a:tab pos="425958" algn="l"/>
                <a:tab pos="810006" algn="l"/>
                <a:tab pos="2036064" algn="l"/>
                <a:tab pos="2361437" algn="l"/>
                <a:tab pos="3015996" algn="l"/>
                <a:tab pos="3471672" algn="l"/>
                <a:tab pos="4320540" algn="l"/>
                <a:tab pos="5723382" algn="l"/>
                <a:tab pos="6284976" algn="l"/>
                <a:tab pos="6582918" algn="l"/>
                <a:tab pos="7799070" algn="l"/>
                <a:tab pos="9560814" algn="l"/>
              </a:tabLst>
            </a:pPr>
            <a:r>
              <a:rPr sz="2280" spc="-30" dirty="0">
                <a:latin typeface="Calibri"/>
                <a:cs typeface="Calibri"/>
              </a:rPr>
              <a:t>In</a:t>
            </a:r>
            <a:r>
              <a:rPr sz="2280" dirty="0">
                <a:latin typeface="Calibri"/>
                <a:cs typeface="Calibri"/>
              </a:rPr>
              <a:t>	</a:t>
            </a:r>
            <a:r>
              <a:rPr sz="2280" b="1" spc="-12" dirty="0">
                <a:solidFill>
                  <a:srgbClr val="C00000"/>
                </a:solidFill>
                <a:latin typeface="Calibri"/>
                <a:cs typeface="Calibri"/>
              </a:rPr>
              <a:t>industry</a:t>
            </a:r>
            <a:r>
              <a:rPr sz="2280" spc="-12" dirty="0">
                <a:latin typeface="Calibri"/>
                <a:cs typeface="Calibri"/>
              </a:rPr>
              <a:t>,</a:t>
            </a:r>
            <a:r>
              <a:rPr sz="2280" dirty="0">
                <a:latin typeface="Calibri"/>
                <a:cs typeface="Calibri"/>
              </a:rPr>
              <a:t>	</a:t>
            </a:r>
            <a:r>
              <a:rPr sz="2280" spc="-30" dirty="0">
                <a:latin typeface="Calibri"/>
                <a:cs typeface="Calibri"/>
              </a:rPr>
              <a:t>it</a:t>
            </a:r>
            <a:r>
              <a:rPr sz="2280" dirty="0">
                <a:latin typeface="Calibri"/>
                <a:cs typeface="Calibri"/>
              </a:rPr>
              <a:t>	</a:t>
            </a:r>
            <a:r>
              <a:rPr sz="2280" spc="-30" dirty="0">
                <a:latin typeface="Calibri"/>
                <a:cs typeface="Calibri"/>
              </a:rPr>
              <a:t>may</a:t>
            </a:r>
            <a:r>
              <a:rPr sz="2280" dirty="0">
                <a:latin typeface="Calibri"/>
                <a:cs typeface="Calibri"/>
              </a:rPr>
              <a:t>	</a:t>
            </a:r>
            <a:r>
              <a:rPr sz="2280" spc="-30" dirty="0">
                <a:latin typeface="Calibri"/>
                <a:cs typeface="Calibri"/>
              </a:rPr>
              <a:t>be</a:t>
            </a:r>
            <a:r>
              <a:rPr sz="2280" dirty="0">
                <a:latin typeface="Calibri"/>
                <a:cs typeface="Calibri"/>
              </a:rPr>
              <a:t>	</a:t>
            </a:r>
            <a:r>
              <a:rPr sz="2280" spc="-12" dirty="0">
                <a:latin typeface="Calibri"/>
                <a:cs typeface="Calibri"/>
              </a:rPr>
              <a:t>called</a:t>
            </a:r>
            <a:r>
              <a:rPr sz="2280" dirty="0">
                <a:latin typeface="Calibri"/>
                <a:cs typeface="Calibri"/>
              </a:rPr>
              <a:t>	</a:t>
            </a:r>
            <a:r>
              <a:rPr sz="2280" spc="-12" dirty="0">
                <a:latin typeface="Calibri"/>
                <a:cs typeface="Calibri"/>
              </a:rPr>
              <a:t>something</a:t>
            </a:r>
            <a:r>
              <a:rPr sz="2280" dirty="0">
                <a:latin typeface="Calibri"/>
                <a:cs typeface="Calibri"/>
              </a:rPr>
              <a:t>	</a:t>
            </a:r>
            <a:r>
              <a:rPr sz="2280" spc="-24" dirty="0">
                <a:latin typeface="Calibri"/>
                <a:cs typeface="Calibri"/>
              </a:rPr>
              <a:t>like</a:t>
            </a:r>
            <a:r>
              <a:rPr sz="2280" dirty="0">
                <a:latin typeface="Calibri"/>
                <a:cs typeface="Calibri"/>
              </a:rPr>
              <a:t>	</a:t>
            </a:r>
            <a:r>
              <a:rPr sz="2280" spc="-60" dirty="0">
                <a:latin typeface="Calibri"/>
                <a:cs typeface="Calibri"/>
              </a:rPr>
              <a:t>a</a:t>
            </a:r>
            <a:r>
              <a:rPr sz="2280" dirty="0">
                <a:latin typeface="Calibri"/>
                <a:cs typeface="Calibri"/>
              </a:rPr>
              <a:t>	</a:t>
            </a:r>
            <a:r>
              <a:rPr sz="2280" spc="-12" dirty="0">
                <a:latin typeface="Calibri"/>
                <a:cs typeface="Calibri"/>
              </a:rPr>
              <a:t>“</a:t>
            </a:r>
            <a:r>
              <a:rPr sz="2280" b="1" i="1" spc="-12" dirty="0">
                <a:solidFill>
                  <a:srgbClr val="FF0000"/>
                </a:solidFill>
                <a:latin typeface="Calibri"/>
                <a:cs typeface="Calibri"/>
              </a:rPr>
              <a:t>Product</a:t>
            </a:r>
            <a:r>
              <a:rPr sz="2280" b="1" i="1" dirty="0">
                <a:solidFill>
                  <a:srgbClr val="FF0000"/>
                </a:solidFill>
                <a:latin typeface="Calibri"/>
                <a:cs typeface="Calibri"/>
              </a:rPr>
              <a:t>	</a:t>
            </a:r>
            <a:r>
              <a:rPr sz="2280" b="1" i="1" spc="-12" dirty="0">
                <a:solidFill>
                  <a:srgbClr val="FF0000"/>
                </a:solidFill>
                <a:latin typeface="Calibri"/>
                <a:cs typeface="Calibri"/>
              </a:rPr>
              <a:t>Development</a:t>
            </a:r>
            <a:r>
              <a:rPr sz="2280" b="1" i="1" dirty="0">
                <a:solidFill>
                  <a:srgbClr val="FF0000"/>
                </a:solidFill>
                <a:latin typeface="Calibri"/>
                <a:cs typeface="Calibri"/>
              </a:rPr>
              <a:t>	</a:t>
            </a:r>
            <a:r>
              <a:rPr sz="2280" b="1" i="1" spc="-12" dirty="0">
                <a:solidFill>
                  <a:srgbClr val="FF0000"/>
                </a:solidFill>
                <a:latin typeface="Calibri"/>
                <a:cs typeface="Calibri"/>
              </a:rPr>
              <a:t>Group</a:t>
            </a:r>
            <a:r>
              <a:rPr sz="2280" spc="-12" dirty="0">
                <a:latin typeface="Calibri"/>
                <a:cs typeface="Calibri"/>
              </a:rPr>
              <a:t>” responsible</a:t>
            </a:r>
            <a:r>
              <a:rPr sz="2280" spc="-48" dirty="0">
                <a:latin typeface="Calibri"/>
                <a:cs typeface="Calibri"/>
              </a:rPr>
              <a:t> </a:t>
            </a:r>
            <a:r>
              <a:rPr sz="2280" dirty="0">
                <a:latin typeface="Calibri"/>
                <a:cs typeface="Calibri"/>
              </a:rPr>
              <a:t>for</a:t>
            </a:r>
            <a:r>
              <a:rPr sz="2280" spc="-72" dirty="0">
                <a:latin typeface="Calibri"/>
                <a:cs typeface="Calibri"/>
              </a:rPr>
              <a:t> </a:t>
            </a:r>
            <a:r>
              <a:rPr sz="2280" dirty="0">
                <a:latin typeface="Calibri"/>
                <a:cs typeface="Calibri"/>
              </a:rPr>
              <a:t>making</a:t>
            </a:r>
            <a:r>
              <a:rPr sz="2280" spc="-54" dirty="0">
                <a:latin typeface="Calibri"/>
                <a:cs typeface="Calibri"/>
              </a:rPr>
              <a:t> </a:t>
            </a:r>
            <a:r>
              <a:rPr sz="2280" dirty="0">
                <a:latin typeface="Calibri"/>
                <a:cs typeface="Calibri"/>
              </a:rPr>
              <a:t>decisions</a:t>
            </a:r>
            <a:r>
              <a:rPr sz="2280" spc="-54" dirty="0">
                <a:latin typeface="Calibri"/>
                <a:cs typeface="Calibri"/>
              </a:rPr>
              <a:t> </a:t>
            </a:r>
            <a:r>
              <a:rPr sz="2280" dirty="0">
                <a:latin typeface="Calibri"/>
                <a:cs typeface="Calibri"/>
              </a:rPr>
              <a:t>about</a:t>
            </a:r>
            <a:r>
              <a:rPr sz="2280" spc="-66" dirty="0">
                <a:latin typeface="Calibri"/>
                <a:cs typeface="Calibri"/>
              </a:rPr>
              <a:t> </a:t>
            </a:r>
            <a:r>
              <a:rPr sz="2280" dirty="0">
                <a:latin typeface="Calibri"/>
                <a:cs typeface="Calibri"/>
              </a:rPr>
              <a:t>how</a:t>
            </a:r>
            <a:r>
              <a:rPr sz="2280" spc="-48" dirty="0">
                <a:latin typeface="Calibri"/>
                <a:cs typeface="Calibri"/>
              </a:rPr>
              <a:t> </a:t>
            </a:r>
            <a:r>
              <a:rPr sz="2280" dirty="0">
                <a:latin typeface="Calibri"/>
                <a:cs typeface="Calibri"/>
              </a:rPr>
              <a:t>a</a:t>
            </a:r>
            <a:r>
              <a:rPr sz="2280" spc="-54" dirty="0">
                <a:latin typeface="Calibri"/>
                <a:cs typeface="Calibri"/>
              </a:rPr>
              <a:t> </a:t>
            </a:r>
            <a:r>
              <a:rPr sz="2280" spc="-12" dirty="0">
                <a:latin typeface="Calibri"/>
                <a:cs typeface="Calibri"/>
              </a:rPr>
              <a:t>software</a:t>
            </a:r>
            <a:r>
              <a:rPr sz="2280" spc="-60" dirty="0">
                <a:latin typeface="Calibri"/>
                <a:cs typeface="Calibri"/>
              </a:rPr>
              <a:t> </a:t>
            </a:r>
            <a:r>
              <a:rPr sz="2280" spc="-12" dirty="0">
                <a:latin typeface="Calibri"/>
                <a:cs typeface="Calibri"/>
              </a:rPr>
              <a:t>system</a:t>
            </a:r>
            <a:r>
              <a:rPr sz="2280" spc="-72" dirty="0">
                <a:latin typeface="Calibri"/>
                <a:cs typeface="Calibri"/>
              </a:rPr>
              <a:t> </a:t>
            </a:r>
            <a:r>
              <a:rPr sz="2280" dirty="0">
                <a:latin typeface="Calibri"/>
                <a:cs typeface="Calibri"/>
              </a:rPr>
              <a:t>should</a:t>
            </a:r>
            <a:r>
              <a:rPr sz="2280" spc="-48" dirty="0">
                <a:latin typeface="Calibri"/>
                <a:cs typeface="Calibri"/>
              </a:rPr>
              <a:t> </a:t>
            </a:r>
            <a:r>
              <a:rPr sz="2280" spc="-12" dirty="0">
                <a:latin typeface="Calibri"/>
                <a:cs typeface="Calibri"/>
              </a:rPr>
              <a:t>evolve.</a:t>
            </a:r>
            <a:endParaRPr sz="2280">
              <a:latin typeface="Calibri"/>
              <a:cs typeface="Calibri"/>
            </a:endParaRPr>
          </a:p>
          <a:p>
            <a:pPr marL="425958" indent="-410718">
              <a:spcBef>
                <a:spcPts val="551"/>
              </a:spcBef>
              <a:buFont typeface="Arial MT"/>
              <a:buChar char="•"/>
              <a:tabLst>
                <a:tab pos="425958" algn="l"/>
              </a:tabLst>
            </a:pPr>
            <a:r>
              <a:rPr sz="2280" dirty="0">
                <a:latin typeface="Calibri"/>
                <a:cs typeface="Calibri"/>
              </a:rPr>
              <a:t>This</a:t>
            </a:r>
            <a:r>
              <a:rPr sz="2280" spc="-66" dirty="0">
                <a:latin typeface="Calibri"/>
                <a:cs typeface="Calibri"/>
              </a:rPr>
              <a:t> </a:t>
            </a:r>
            <a:r>
              <a:rPr sz="2280" dirty="0">
                <a:latin typeface="Calibri"/>
                <a:cs typeface="Calibri"/>
              </a:rPr>
              <a:t>team</a:t>
            </a:r>
            <a:r>
              <a:rPr sz="2280" spc="-54" dirty="0">
                <a:latin typeface="Calibri"/>
                <a:cs typeface="Calibri"/>
              </a:rPr>
              <a:t> </a:t>
            </a:r>
            <a:r>
              <a:rPr sz="2280" dirty="0">
                <a:latin typeface="Calibri"/>
                <a:cs typeface="Calibri"/>
              </a:rPr>
              <a:t>needs</a:t>
            </a:r>
            <a:r>
              <a:rPr sz="2280" spc="-54" dirty="0">
                <a:latin typeface="Calibri"/>
                <a:cs typeface="Calibri"/>
              </a:rPr>
              <a:t> </a:t>
            </a:r>
            <a:r>
              <a:rPr sz="2280" dirty="0">
                <a:latin typeface="Calibri"/>
                <a:cs typeface="Calibri"/>
              </a:rPr>
              <a:t>to</a:t>
            </a:r>
            <a:r>
              <a:rPr sz="2280" spc="-66" dirty="0">
                <a:latin typeface="Calibri"/>
                <a:cs typeface="Calibri"/>
              </a:rPr>
              <a:t> </a:t>
            </a:r>
            <a:r>
              <a:rPr sz="2280" dirty="0">
                <a:latin typeface="Calibri"/>
                <a:cs typeface="Calibri"/>
              </a:rPr>
              <a:t>check</a:t>
            </a:r>
            <a:r>
              <a:rPr sz="2280" spc="-54" dirty="0">
                <a:latin typeface="Calibri"/>
                <a:cs typeface="Calibri"/>
              </a:rPr>
              <a:t> </a:t>
            </a:r>
            <a:r>
              <a:rPr sz="2280" dirty="0">
                <a:latin typeface="Calibri"/>
                <a:cs typeface="Calibri"/>
              </a:rPr>
              <a:t>and</a:t>
            </a:r>
            <a:r>
              <a:rPr sz="2280" spc="-66" dirty="0">
                <a:latin typeface="Calibri"/>
                <a:cs typeface="Calibri"/>
              </a:rPr>
              <a:t> </a:t>
            </a:r>
            <a:r>
              <a:rPr sz="2280" dirty="0">
                <a:latin typeface="Calibri"/>
                <a:cs typeface="Calibri"/>
              </a:rPr>
              <a:t>agree</a:t>
            </a:r>
            <a:r>
              <a:rPr sz="2280" spc="-54" dirty="0">
                <a:latin typeface="Calibri"/>
                <a:cs typeface="Calibri"/>
              </a:rPr>
              <a:t> </a:t>
            </a:r>
            <a:r>
              <a:rPr sz="2280" dirty="0">
                <a:latin typeface="Calibri"/>
                <a:cs typeface="Calibri"/>
              </a:rPr>
              <a:t>on</a:t>
            </a:r>
            <a:r>
              <a:rPr sz="2280" spc="-60" dirty="0">
                <a:latin typeface="Calibri"/>
                <a:cs typeface="Calibri"/>
              </a:rPr>
              <a:t> </a:t>
            </a:r>
            <a:r>
              <a:rPr sz="2280" dirty="0">
                <a:latin typeface="Calibri"/>
                <a:cs typeface="Calibri"/>
              </a:rPr>
              <a:t>all</a:t>
            </a:r>
            <a:r>
              <a:rPr sz="2280" spc="-66" dirty="0">
                <a:latin typeface="Calibri"/>
                <a:cs typeface="Calibri"/>
              </a:rPr>
              <a:t> </a:t>
            </a:r>
            <a:r>
              <a:rPr sz="2280" dirty="0">
                <a:latin typeface="Calibri"/>
                <a:cs typeface="Calibri"/>
              </a:rPr>
              <a:t>requests</a:t>
            </a:r>
            <a:r>
              <a:rPr sz="2280" spc="-54" dirty="0">
                <a:latin typeface="Calibri"/>
                <a:cs typeface="Calibri"/>
              </a:rPr>
              <a:t> </a:t>
            </a:r>
            <a:r>
              <a:rPr sz="2280" dirty="0">
                <a:latin typeface="Calibri"/>
                <a:cs typeface="Calibri"/>
              </a:rPr>
              <a:t>for</a:t>
            </a:r>
            <a:r>
              <a:rPr sz="2280" spc="-60" dirty="0">
                <a:latin typeface="Calibri"/>
                <a:cs typeface="Calibri"/>
              </a:rPr>
              <a:t> </a:t>
            </a:r>
            <a:r>
              <a:rPr sz="2280" dirty="0">
                <a:latin typeface="Calibri"/>
                <a:cs typeface="Calibri"/>
              </a:rPr>
              <a:t>changes,</a:t>
            </a:r>
            <a:r>
              <a:rPr sz="2280" spc="-66" dirty="0">
                <a:latin typeface="Calibri"/>
                <a:cs typeface="Calibri"/>
              </a:rPr>
              <a:t> </a:t>
            </a:r>
            <a:r>
              <a:rPr sz="2280" spc="-12" dirty="0">
                <a:latin typeface="Calibri"/>
                <a:cs typeface="Calibri"/>
              </a:rPr>
              <a:t>except</a:t>
            </a:r>
            <a:r>
              <a:rPr sz="2280" spc="-54" dirty="0">
                <a:latin typeface="Calibri"/>
                <a:cs typeface="Calibri"/>
              </a:rPr>
              <a:t> </a:t>
            </a:r>
            <a:r>
              <a:rPr sz="2280" dirty="0">
                <a:latin typeface="Calibri"/>
                <a:cs typeface="Calibri"/>
              </a:rPr>
              <a:t>for</a:t>
            </a:r>
            <a:r>
              <a:rPr sz="2280" spc="-66" dirty="0">
                <a:latin typeface="Calibri"/>
                <a:cs typeface="Calibri"/>
              </a:rPr>
              <a:t> </a:t>
            </a:r>
            <a:r>
              <a:rPr sz="2280" dirty="0">
                <a:latin typeface="Calibri"/>
                <a:cs typeface="Calibri"/>
              </a:rPr>
              <a:t>small</a:t>
            </a:r>
            <a:r>
              <a:rPr sz="2280" spc="-66" dirty="0">
                <a:latin typeface="Calibri"/>
                <a:cs typeface="Calibri"/>
              </a:rPr>
              <a:t> </a:t>
            </a:r>
            <a:r>
              <a:rPr sz="2280" spc="-12" dirty="0">
                <a:latin typeface="Calibri"/>
                <a:cs typeface="Calibri"/>
              </a:rPr>
              <a:t>fixes</a:t>
            </a:r>
            <a:endParaRPr sz="2280">
              <a:latin typeface="Calibri"/>
              <a:cs typeface="Calibri"/>
            </a:endParaRPr>
          </a:p>
          <a:p>
            <a:pPr marL="425958"/>
            <a:r>
              <a:rPr sz="2280" dirty="0">
                <a:latin typeface="Calibri"/>
                <a:cs typeface="Calibri"/>
              </a:rPr>
              <a:t>on</a:t>
            </a:r>
            <a:r>
              <a:rPr sz="2280" spc="-84" dirty="0">
                <a:latin typeface="Calibri"/>
                <a:cs typeface="Calibri"/>
              </a:rPr>
              <a:t> </a:t>
            </a:r>
            <a:r>
              <a:rPr sz="2280" dirty="0">
                <a:latin typeface="Calibri"/>
                <a:cs typeface="Calibri"/>
              </a:rPr>
              <a:t>things</a:t>
            </a:r>
            <a:r>
              <a:rPr sz="2280" spc="-54" dirty="0">
                <a:latin typeface="Calibri"/>
                <a:cs typeface="Calibri"/>
              </a:rPr>
              <a:t> </a:t>
            </a:r>
            <a:r>
              <a:rPr sz="2280" dirty="0">
                <a:latin typeface="Calibri"/>
                <a:cs typeface="Calibri"/>
              </a:rPr>
              <a:t>like</a:t>
            </a:r>
            <a:r>
              <a:rPr sz="2280" spc="-78" dirty="0">
                <a:latin typeface="Calibri"/>
                <a:cs typeface="Calibri"/>
              </a:rPr>
              <a:t> </a:t>
            </a:r>
            <a:r>
              <a:rPr sz="2280" dirty="0">
                <a:latin typeface="Calibri"/>
                <a:cs typeface="Calibri"/>
              </a:rPr>
              <a:t>screens,</a:t>
            </a:r>
            <a:r>
              <a:rPr sz="2280" spc="-78" dirty="0">
                <a:latin typeface="Calibri"/>
                <a:cs typeface="Calibri"/>
              </a:rPr>
              <a:t> </a:t>
            </a:r>
            <a:r>
              <a:rPr sz="2280" dirty="0">
                <a:latin typeface="Calibri"/>
                <a:cs typeface="Calibri"/>
              </a:rPr>
              <a:t>websites,</a:t>
            </a:r>
            <a:r>
              <a:rPr sz="2280" spc="-60" dirty="0">
                <a:latin typeface="Calibri"/>
                <a:cs typeface="Calibri"/>
              </a:rPr>
              <a:t> </a:t>
            </a:r>
            <a:r>
              <a:rPr sz="2280" dirty="0">
                <a:latin typeface="Calibri"/>
                <a:cs typeface="Calibri"/>
              </a:rPr>
              <a:t>or</a:t>
            </a:r>
            <a:r>
              <a:rPr sz="2280" spc="-84" dirty="0">
                <a:latin typeface="Calibri"/>
                <a:cs typeface="Calibri"/>
              </a:rPr>
              <a:t> </a:t>
            </a:r>
            <a:r>
              <a:rPr sz="2280" spc="-12" dirty="0">
                <a:latin typeface="Calibri"/>
                <a:cs typeface="Calibri"/>
              </a:rPr>
              <a:t>documents.</a:t>
            </a:r>
            <a:endParaRPr sz="2280">
              <a:latin typeface="Calibri"/>
              <a:cs typeface="Calibri"/>
            </a:endParaRPr>
          </a:p>
          <a:p>
            <a:pPr marL="425958" marR="11430" indent="-411480">
              <a:spcBef>
                <a:spcPts val="546"/>
              </a:spcBef>
              <a:buFont typeface="Arial MT"/>
              <a:buChar char="•"/>
              <a:tabLst>
                <a:tab pos="425958" algn="l"/>
              </a:tabLst>
            </a:pPr>
            <a:r>
              <a:rPr sz="2280" dirty="0">
                <a:latin typeface="Calibri"/>
                <a:cs typeface="Calibri"/>
              </a:rPr>
              <a:t>These</a:t>
            </a:r>
            <a:r>
              <a:rPr sz="2280" spc="390" dirty="0">
                <a:latin typeface="Calibri"/>
                <a:cs typeface="Calibri"/>
              </a:rPr>
              <a:t> </a:t>
            </a:r>
            <a:r>
              <a:rPr sz="2280" dirty="0">
                <a:latin typeface="Calibri"/>
                <a:cs typeface="Calibri"/>
              </a:rPr>
              <a:t>small</a:t>
            </a:r>
            <a:r>
              <a:rPr sz="2280" spc="384" dirty="0">
                <a:latin typeface="Calibri"/>
                <a:cs typeface="Calibri"/>
              </a:rPr>
              <a:t> </a:t>
            </a:r>
            <a:r>
              <a:rPr sz="2280" dirty="0">
                <a:latin typeface="Calibri"/>
                <a:cs typeface="Calibri"/>
              </a:rPr>
              <a:t>requests</a:t>
            </a:r>
            <a:r>
              <a:rPr sz="2280" spc="384" dirty="0">
                <a:latin typeface="Calibri"/>
                <a:cs typeface="Calibri"/>
              </a:rPr>
              <a:t> </a:t>
            </a:r>
            <a:r>
              <a:rPr sz="2280" dirty="0">
                <a:latin typeface="Calibri"/>
                <a:cs typeface="Calibri"/>
              </a:rPr>
              <a:t>should</a:t>
            </a:r>
            <a:r>
              <a:rPr sz="2280" spc="402" dirty="0">
                <a:latin typeface="Calibri"/>
                <a:cs typeface="Calibri"/>
              </a:rPr>
              <a:t> </a:t>
            </a:r>
            <a:r>
              <a:rPr sz="2280" dirty="0">
                <a:latin typeface="Calibri"/>
                <a:cs typeface="Calibri"/>
              </a:rPr>
              <a:t>be</a:t>
            </a:r>
            <a:r>
              <a:rPr sz="2280" spc="390" dirty="0">
                <a:latin typeface="Calibri"/>
                <a:cs typeface="Calibri"/>
              </a:rPr>
              <a:t> </a:t>
            </a:r>
            <a:r>
              <a:rPr sz="2280" dirty="0">
                <a:latin typeface="Calibri"/>
                <a:cs typeface="Calibri"/>
              </a:rPr>
              <a:t>passed</a:t>
            </a:r>
            <a:r>
              <a:rPr sz="2280" spc="390" dirty="0">
                <a:latin typeface="Calibri"/>
                <a:cs typeface="Calibri"/>
              </a:rPr>
              <a:t> </a:t>
            </a:r>
            <a:r>
              <a:rPr sz="2280" dirty="0">
                <a:latin typeface="Calibri"/>
                <a:cs typeface="Calibri"/>
              </a:rPr>
              <a:t>to</a:t>
            </a:r>
            <a:r>
              <a:rPr sz="2280" spc="384" dirty="0">
                <a:latin typeface="Calibri"/>
                <a:cs typeface="Calibri"/>
              </a:rPr>
              <a:t> </a:t>
            </a:r>
            <a:r>
              <a:rPr sz="2280" dirty="0">
                <a:latin typeface="Calibri"/>
                <a:cs typeface="Calibri"/>
              </a:rPr>
              <a:t>the</a:t>
            </a:r>
            <a:r>
              <a:rPr sz="2280" spc="390" dirty="0">
                <a:latin typeface="Calibri"/>
                <a:cs typeface="Calibri"/>
              </a:rPr>
              <a:t> </a:t>
            </a:r>
            <a:r>
              <a:rPr sz="2280" dirty="0">
                <a:latin typeface="Calibri"/>
                <a:cs typeface="Calibri"/>
              </a:rPr>
              <a:t>development</a:t>
            </a:r>
            <a:r>
              <a:rPr sz="2280" spc="390" dirty="0">
                <a:latin typeface="Calibri"/>
                <a:cs typeface="Calibri"/>
              </a:rPr>
              <a:t> </a:t>
            </a:r>
            <a:r>
              <a:rPr sz="2280" dirty="0">
                <a:latin typeface="Calibri"/>
                <a:cs typeface="Calibri"/>
              </a:rPr>
              <a:t>team</a:t>
            </a:r>
            <a:r>
              <a:rPr sz="2280" spc="384" dirty="0">
                <a:latin typeface="Calibri"/>
                <a:cs typeface="Calibri"/>
              </a:rPr>
              <a:t> </a:t>
            </a:r>
            <a:r>
              <a:rPr sz="2280" dirty="0">
                <a:latin typeface="Calibri"/>
                <a:cs typeface="Calibri"/>
              </a:rPr>
              <a:t>for</a:t>
            </a:r>
            <a:r>
              <a:rPr sz="2280" spc="384" dirty="0">
                <a:latin typeface="Calibri"/>
                <a:cs typeface="Calibri"/>
              </a:rPr>
              <a:t> </a:t>
            </a:r>
            <a:r>
              <a:rPr sz="2280" spc="-12" dirty="0">
                <a:latin typeface="Calibri"/>
                <a:cs typeface="Calibri"/>
              </a:rPr>
              <a:t>immediate implementation.</a:t>
            </a:r>
            <a:endParaRPr sz="2280">
              <a:latin typeface="Calibri"/>
              <a:cs typeface="Calibri"/>
            </a:endParaRPr>
          </a:p>
          <a:p>
            <a:pPr marL="425958" indent="-410718">
              <a:spcBef>
                <a:spcPts val="551"/>
              </a:spcBef>
              <a:buFont typeface="Arial MT"/>
              <a:buChar char="•"/>
              <a:tabLst>
                <a:tab pos="425958" algn="l"/>
              </a:tabLst>
            </a:pPr>
            <a:r>
              <a:rPr sz="2280" dirty="0">
                <a:latin typeface="Calibri"/>
                <a:cs typeface="Calibri"/>
              </a:rPr>
              <a:t>The</a:t>
            </a:r>
            <a:r>
              <a:rPr sz="2280" spc="78" dirty="0">
                <a:latin typeface="Calibri"/>
                <a:cs typeface="Calibri"/>
              </a:rPr>
              <a:t> </a:t>
            </a:r>
            <a:r>
              <a:rPr sz="2280" dirty="0">
                <a:latin typeface="Calibri"/>
                <a:cs typeface="Calibri"/>
              </a:rPr>
              <a:t>CCB</a:t>
            </a:r>
            <a:r>
              <a:rPr sz="2280" spc="78" dirty="0">
                <a:latin typeface="Calibri"/>
                <a:cs typeface="Calibri"/>
              </a:rPr>
              <a:t> </a:t>
            </a:r>
            <a:r>
              <a:rPr sz="2280" dirty="0">
                <a:latin typeface="Calibri"/>
                <a:cs typeface="Calibri"/>
              </a:rPr>
              <a:t>or</a:t>
            </a:r>
            <a:r>
              <a:rPr sz="2280" spc="84" dirty="0">
                <a:latin typeface="Calibri"/>
                <a:cs typeface="Calibri"/>
              </a:rPr>
              <a:t> </a:t>
            </a:r>
            <a:r>
              <a:rPr sz="2280" dirty="0">
                <a:latin typeface="Calibri"/>
                <a:cs typeface="Calibri"/>
              </a:rPr>
              <a:t>product</a:t>
            </a:r>
            <a:r>
              <a:rPr sz="2280" spc="78" dirty="0">
                <a:latin typeface="Calibri"/>
                <a:cs typeface="Calibri"/>
              </a:rPr>
              <a:t> </a:t>
            </a:r>
            <a:r>
              <a:rPr sz="2280" dirty="0">
                <a:latin typeface="Calibri"/>
                <a:cs typeface="Calibri"/>
              </a:rPr>
              <a:t>development</a:t>
            </a:r>
            <a:r>
              <a:rPr sz="2280" spc="84" dirty="0">
                <a:latin typeface="Calibri"/>
                <a:cs typeface="Calibri"/>
              </a:rPr>
              <a:t> </a:t>
            </a:r>
            <a:r>
              <a:rPr sz="2280" dirty="0">
                <a:latin typeface="Calibri"/>
                <a:cs typeface="Calibri"/>
              </a:rPr>
              <a:t>group</a:t>
            </a:r>
            <a:r>
              <a:rPr sz="2280" spc="84" dirty="0">
                <a:latin typeface="Calibri"/>
                <a:cs typeface="Calibri"/>
              </a:rPr>
              <a:t> </a:t>
            </a:r>
            <a:r>
              <a:rPr sz="2280" b="1" i="1" dirty="0">
                <a:solidFill>
                  <a:srgbClr val="006FC0"/>
                </a:solidFill>
                <a:latin typeface="Calibri"/>
                <a:cs typeface="Calibri"/>
              </a:rPr>
              <a:t>considers</a:t>
            </a:r>
            <a:r>
              <a:rPr sz="2280" b="1" i="1" spc="78" dirty="0">
                <a:solidFill>
                  <a:srgbClr val="006FC0"/>
                </a:solidFill>
                <a:latin typeface="Calibri"/>
                <a:cs typeface="Calibri"/>
              </a:rPr>
              <a:t> </a:t>
            </a:r>
            <a:r>
              <a:rPr sz="2280" b="1" i="1" dirty="0">
                <a:solidFill>
                  <a:srgbClr val="006FC0"/>
                </a:solidFill>
                <a:latin typeface="Calibri"/>
                <a:cs typeface="Calibri"/>
              </a:rPr>
              <a:t>the</a:t>
            </a:r>
            <a:r>
              <a:rPr sz="2280" b="1" i="1" spc="84" dirty="0">
                <a:solidFill>
                  <a:srgbClr val="006FC0"/>
                </a:solidFill>
                <a:latin typeface="Calibri"/>
                <a:cs typeface="Calibri"/>
              </a:rPr>
              <a:t> </a:t>
            </a:r>
            <a:r>
              <a:rPr sz="2280" b="1" i="1" dirty="0">
                <a:solidFill>
                  <a:srgbClr val="006FC0"/>
                </a:solidFill>
                <a:latin typeface="Calibri"/>
                <a:cs typeface="Calibri"/>
              </a:rPr>
              <a:t>impact</a:t>
            </a:r>
            <a:r>
              <a:rPr sz="2280" b="1" i="1" spc="84" dirty="0">
                <a:solidFill>
                  <a:srgbClr val="006FC0"/>
                </a:solidFill>
                <a:latin typeface="Calibri"/>
                <a:cs typeface="Calibri"/>
              </a:rPr>
              <a:t> </a:t>
            </a:r>
            <a:r>
              <a:rPr sz="2280" b="1" i="1" dirty="0">
                <a:solidFill>
                  <a:srgbClr val="006FC0"/>
                </a:solidFill>
                <a:latin typeface="Calibri"/>
                <a:cs typeface="Calibri"/>
              </a:rPr>
              <a:t>of</a:t>
            </a:r>
            <a:r>
              <a:rPr sz="2280" b="1" i="1" spc="78" dirty="0">
                <a:solidFill>
                  <a:srgbClr val="006FC0"/>
                </a:solidFill>
                <a:latin typeface="Calibri"/>
                <a:cs typeface="Calibri"/>
              </a:rPr>
              <a:t> </a:t>
            </a:r>
            <a:r>
              <a:rPr sz="2280" b="1" i="1" dirty="0">
                <a:solidFill>
                  <a:srgbClr val="006FC0"/>
                </a:solidFill>
                <a:latin typeface="Calibri"/>
                <a:cs typeface="Calibri"/>
              </a:rPr>
              <a:t>the</a:t>
            </a:r>
            <a:r>
              <a:rPr sz="2280" b="1" i="1" spc="84" dirty="0">
                <a:solidFill>
                  <a:srgbClr val="006FC0"/>
                </a:solidFill>
                <a:latin typeface="Calibri"/>
                <a:cs typeface="Calibri"/>
              </a:rPr>
              <a:t> </a:t>
            </a:r>
            <a:r>
              <a:rPr sz="2280" b="1" i="1" dirty="0">
                <a:solidFill>
                  <a:srgbClr val="006FC0"/>
                </a:solidFill>
                <a:latin typeface="Calibri"/>
                <a:cs typeface="Calibri"/>
              </a:rPr>
              <a:t>change</a:t>
            </a:r>
            <a:r>
              <a:rPr sz="2280" b="1" i="1" spc="102" dirty="0">
                <a:solidFill>
                  <a:srgbClr val="006FC0"/>
                </a:solidFill>
                <a:latin typeface="Calibri"/>
                <a:cs typeface="Calibri"/>
              </a:rPr>
              <a:t> </a:t>
            </a:r>
            <a:r>
              <a:rPr sz="2280" b="1" i="1" dirty="0">
                <a:solidFill>
                  <a:srgbClr val="006FC0"/>
                </a:solidFill>
                <a:latin typeface="Calibri"/>
                <a:cs typeface="Calibri"/>
              </a:rPr>
              <a:t>from</a:t>
            </a:r>
            <a:r>
              <a:rPr sz="2280" b="1" i="1" spc="72" dirty="0">
                <a:solidFill>
                  <a:srgbClr val="006FC0"/>
                </a:solidFill>
                <a:latin typeface="Calibri"/>
                <a:cs typeface="Calibri"/>
              </a:rPr>
              <a:t> </a:t>
            </a:r>
            <a:r>
              <a:rPr sz="2280" b="1" i="1" spc="-60" dirty="0">
                <a:solidFill>
                  <a:srgbClr val="006FC0"/>
                </a:solidFill>
                <a:latin typeface="Calibri"/>
                <a:cs typeface="Calibri"/>
              </a:rPr>
              <a:t>a</a:t>
            </a:r>
            <a:endParaRPr sz="2280">
              <a:latin typeface="Calibri"/>
              <a:cs typeface="Calibri"/>
            </a:endParaRPr>
          </a:p>
          <a:p>
            <a:pPr marL="425958"/>
            <a:r>
              <a:rPr sz="2280" b="1" i="1" dirty="0">
                <a:solidFill>
                  <a:srgbClr val="006FC0"/>
                </a:solidFill>
                <a:latin typeface="Calibri"/>
                <a:cs typeface="Calibri"/>
              </a:rPr>
              <a:t>strategic</a:t>
            </a:r>
            <a:r>
              <a:rPr sz="2280" b="1" i="1" spc="-48" dirty="0">
                <a:solidFill>
                  <a:srgbClr val="006FC0"/>
                </a:solidFill>
                <a:latin typeface="Calibri"/>
                <a:cs typeface="Calibri"/>
              </a:rPr>
              <a:t> </a:t>
            </a:r>
            <a:r>
              <a:rPr sz="2280" b="1" i="1" dirty="0">
                <a:solidFill>
                  <a:srgbClr val="006FC0"/>
                </a:solidFill>
                <a:latin typeface="Calibri"/>
                <a:cs typeface="Calibri"/>
              </a:rPr>
              <a:t>and</a:t>
            </a:r>
            <a:r>
              <a:rPr sz="2280" b="1" i="1" spc="-54" dirty="0">
                <a:solidFill>
                  <a:srgbClr val="006FC0"/>
                </a:solidFill>
                <a:latin typeface="Calibri"/>
                <a:cs typeface="Calibri"/>
              </a:rPr>
              <a:t> </a:t>
            </a:r>
            <a:r>
              <a:rPr sz="2280" b="1" i="1" spc="-12" dirty="0">
                <a:solidFill>
                  <a:srgbClr val="006FC0"/>
                </a:solidFill>
                <a:latin typeface="Calibri"/>
                <a:cs typeface="Calibri"/>
              </a:rPr>
              <a:t>organizational</a:t>
            </a:r>
            <a:r>
              <a:rPr sz="2280" b="1" i="1" spc="-60" dirty="0">
                <a:solidFill>
                  <a:srgbClr val="006FC0"/>
                </a:solidFill>
                <a:latin typeface="Calibri"/>
                <a:cs typeface="Calibri"/>
              </a:rPr>
              <a:t> </a:t>
            </a:r>
            <a:r>
              <a:rPr sz="2280" dirty="0">
                <a:latin typeface="Calibri"/>
                <a:cs typeface="Calibri"/>
              </a:rPr>
              <a:t>rather</a:t>
            </a:r>
            <a:r>
              <a:rPr sz="2280" spc="-66" dirty="0">
                <a:latin typeface="Calibri"/>
                <a:cs typeface="Calibri"/>
              </a:rPr>
              <a:t> </a:t>
            </a:r>
            <a:r>
              <a:rPr sz="2280" dirty="0">
                <a:latin typeface="Calibri"/>
                <a:cs typeface="Calibri"/>
              </a:rPr>
              <a:t>than</a:t>
            </a:r>
            <a:r>
              <a:rPr sz="2280" spc="-54" dirty="0">
                <a:latin typeface="Calibri"/>
                <a:cs typeface="Calibri"/>
              </a:rPr>
              <a:t> </a:t>
            </a:r>
            <a:r>
              <a:rPr sz="2280" dirty="0">
                <a:latin typeface="Calibri"/>
                <a:cs typeface="Calibri"/>
              </a:rPr>
              <a:t>a</a:t>
            </a:r>
            <a:r>
              <a:rPr sz="2280" spc="-78" dirty="0">
                <a:latin typeface="Calibri"/>
                <a:cs typeface="Calibri"/>
              </a:rPr>
              <a:t> </a:t>
            </a:r>
            <a:r>
              <a:rPr sz="2280" dirty="0">
                <a:latin typeface="Calibri"/>
                <a:cs typeface="Calibri"/>
              </a:rPr>
              <a:t>technical</a:t>
            </a:r>
            <a:r>
              <a:rPr sz="2280" spc="-48" dirty="0">
                <a:latin typeface="Calibri"/>
                <a:cs typeface="Calibri"/>
              </a:rPr>
              <a:t> </a:t>
            </a:r>
            <a:r>
              <a:rPr sz="2280" dirty="0">
                <a:latin typeface="Calibri"/>
                <a:cs typeface="Calibri"/>
              </a:rPr>
              <a:t>point</a:t>
            </a:r>
            <a:r>
              <a:rPr sz="2280" spc="-48" dirty="0">
                <a:latin typeface="Calibri"/>
                <a:cs typeface="Calibri"/>
              </a:rPr>
              <a:t> </a:t>
            </a:r>
            <a:r>
              <a:rPr sz="2280" dirty="0">
                <a:latin typeface="Calibri"/>
                <a:cs typeface="Calibri"/>
              </a:rPr>
              <a:t>of</a:t>
            </a:r>
            <a:r>
              <a:rPr sz="2280" spc="-84" dirty="0">
                <a:latin typeface="Calibri"/>
                <a:cs typeface="Calibri"/>
              </a:rPr>
              <a:t> </a:t>
            </a:r>
            <a:r>
              <a:rPr sz="2280" spc="-12" dirty="0">
                <a:latin typeface="Calibri"/>
                <a:cs typeface="Calibri"/>
              </a:rPr>
              <a:t>view.</a:t>
            </a:r>
            <a:endParaRPr sz="2280">
              <a:latin typeface="Calibri"/>
              <a:cs typeface="Calibri"/>
            </a:endParaRPr>
          </a:p>
          <a:p>
            <a:pPr marL="425958" marR="10668" indent="-411480">
              <a:spcBef>
                <a:spcPts val="546"/>
              </a:spcBef>
              <a:buFont typeface="Arial MT"/>
              <a:buChar char="•"/>
              <a:tabLst>
                <a:tab pos="425958" algn="l"/>
              </a:tabLst>
            </a:pPr>
            <a:r>
              <a:rPr sz="2280" dirty="0">
                <a:latin typeface="Calibri"/>
                <a:cs typeface="Calibri"/>
              </a:rPr>
              <a:t>It</a:t>
            </a:r>
            <a:r>
              <a:rPr sz="2280" spc="36" dirty="0">
                <a:latin typeface="Calibri"/>
                <a:cs typeface="Calibri"/>
              </a:rPr>
              <a:t> </a:t>
            </a:r>
            <a:r>
              <a:rPr sz="2280" dirty="0">
                <a:latin typeface="Calibri"/>
                <a:cs typeface="Calibri"/>
              </a:rPr>
              <a:t>decides</a:t>
            </a:r>
            <a:r>
              <a:rPr sz="2280" spc="48" dirty="0">
                <a:latin typeface="Calibri"/>
                <a:cs typeface="Calibri"/>
              </a:rPr>
              <a:t> </a:t>
            </a:r>
            <a:r>
              <a:rPr sz="2280" dirty="0">
                <a:latin typeface="Calibri"/>
                <a:cs typeface="Calibri"/>
              </a:rPr>
              <a:t>whether</a:t>
            </a:r>
            <a:r>
              <a:rPr sz="2280" spc="36" dirty="0">
                <a:latin typeface="Calibri"/>
                <a:cs typeface="Calibri"/>
              </a:rPr>
              <a:t> </a:t>
            </a:r>
            <a:r>
              <a:rPr sz="2280" dirty="0">
                <a:latin typeface="Calibri"/>
                <a:cs typeface="Calibri"/>
              </a:rPr>
              <a:t>the</a:t>
            </a:r>
            <a:r>
              <a:rPr sz="2280" spc="36" dirty="0">
                <a:latin typeface="Calibri"/>
                <a:cs typeface="Calibri"/>
              </a:rPr>
              <a:t> </a:t>
            </a:r>
            <a:r>
              <a:rPr sz="2280" dirty="0">
                <a:latin typeface="Calibri"/>
                <a:cs typeface="Calibri"/>
              </a:rPr>
              <a:t>change</a:t>
            </a:r>
            <a:r>
              <a:rPr sz="2280" spc="60" dirty="0">
                <a:latin typeface="Calibri"/>
                <a:cs typeface="Calibri"/>
              </a:rPr>
              <a:t> </a:t>
            </a:r>
            <a:r>
              <a:rPr sz="2280" dirty="0">
                <a:latin typeface="Calibri"/>
                <a:cs typeface="Calibri"/>
              </a:rPr>
              <a:t>in</a:t>
            </a:r>
            <a:r>
              <a:rPr sz="2280" spc="42" dirty="0">
                <a:latin typeface="Calibri"/>
                <a:cs typeface="Calibri"/>
              </a:rPr>
              <a:t> </a:t>
            </a:r>
            <a:r>
              <a:rPr sz="2280" dirty="0">
                <a:latin typeface="Calibri"/>
                <a:cs typeface="Calibri"/>
              </a:rPr>
              <a:t>question</a:t>
            </a:r>
            <a:r>
              <a:rPr sz="2280" spc="30" dirty="0">
                <a:latin typeface="Calibri"/>
                <a:cs typeface="Calibri"/>
              </a:rPr>
              <a:t> </a:t>
            </a:r>
            <a:r>
              <a:rPr sz="2280" dirty="0">
                <a:latin typeface="Calibri"/>
                <a:cs typeface="Calibri"/>
              </a:rPr>
              <a:t>is</a:t>
            </a:r>
            <a:r>
              <a:rPr sz="2280" spc="42" dirty="0">
                <a:latin typeface="Calibri"/>
                <a:cs typeface="Calibri"/>
              </a:rPr>
              <a:t> </a:t>
            </a:r>
            <a:r>
              <a:rPr sz="2280" dirty="0">
                <a:latin typeface="Calibri"/>
                <a:cs typeface="Calibri"/>
              </a:rPr>
              <a:t>economically</a:t>
            </a:r>
            <a:r>
              <a:rPr sz="2280" spc="36" dirty="0">
                <a:latin typeface="Calibri"/>
                <a:cs typeface="Calibri"/>
              </a:rPr>
              <a:t> </a:t>
            </a:r>
            <a:r>
              <a:rPr sz="2280" dirty="0">
                <a:latin typeface="Calibri"/>
                <a:cs typeface="Calibri"/>
              </a:rPr>
              <a:t>justified,</a:t>
            </a:r>
            <a:r>
              <a:rPr sz="2280" spc="36" dirty="0">
                <a:latin typeface="Calibri"/>
                <a:cs typeface="Calibri"/>
              </a:rPr>
              <a:t> </a:t>
            </a:r>
            <a:r>
              <a:rPr sz="2280" dirty="0">
                <a:latin typeface="Calibri"/>
                <a:cs typeface="Calibri"/>
              </a:rPr>
              <a:t>and</a:t>
            </a:r>
            <a:r>
              <a:rPr sz="2280" spc="42" dirty="0">
                <a:latin typeface="Calibri"/>
                <a:cs typeface="Calibri"/>
              </a:rPr>
              <a:t> </a:t>
            </a:r>
            <a:r>
              <a:rPr sz="2280" dirty="0">
                <a:latin typeface="Calibri"/>
                <a:cs typeface="Calibri"/>
              </a:rPr>
              <a:t>it</a:t>
            </a:r>
            <a:r>
              <a:rPr sz="2280" spc="36" dirty="0">
                <a:latin typeface="Calibri"/>
                <a:cs typeface="Calibri"/>
              </a:rPr>
              <a:t> </a:t>
            </a:r>
            <a:r>
              <a:rPr sz="2280" spc="-12" dirty="0">
                <a:latin typeface="Calibri"/>
                <a:cs typeface="Calibri"/>
              </a:rPr>
              <a:t>prioritizes </a:t>
            </a:r>
            <a:r>
              <a:rPr sz="2280" dirty="0">
                <a:latin typeface="Calibri"/>
                <a:cs typeface="Calibri"/>
              </a:rPr>
              <a:t>accepted</a:t>
            </a:r>
            <a:r>
              <a:rPr sz="2280" spc="-96" dirty="0">
                <a:latin typeface="Calibri"/>
                <a:cs typeface="Calibri"/>
              </a:rPr>
              <a:t> </a:t>
            </a:r>
            <a:r>
              <a:rPr sz="2280" dirty="0">
                <a:latin typeface="Calibri"/>
                <a:cs typeface="Calibri"/>
              </a:rPr>
              <a:t>changes</a:t>
            </a:r>
            <a:r>
              <a:rPr sz="2280" spc="-84" dirty="0">
                <a:latin typeface="Calibri"/>
                <a:cs typeface="Calibri"/>
              </a:rPr>
              <a:t> </a:t>
            </a:r>
            <a:r>
              <a:rPr sz="2280" dirty="0">
                <a:latin typeface="Calibri"/>
                <a:cs typeface="Calibri"/>
              </a:rPr>
              <a:t>for</a:t>
            </a:r>
            <a:r>
              <a:rPr sz="2280" spc="-126" dirty="0">
                <a:latin typeface="Calibri"/>
                <a:cs typeface="Calibri"/>
              </a:rPr>
              <a:t> </a:t>
            </a:r>
            <a:r>
              <a:rPr sz="2280" spc="-12" dirty="0">
                <a:latin typeface="Calibri"/>
                <a:cs typeface="Calibri"/>
              </a:rPr>
              <a:t>implementation.</a:t>
            </a:r>
            <a:endParaRPr sz="2280">
              <a:latin typeface="Calibri"/>
              <a:cs typeface="Calibri"/>
            </a:endParaRPr>
          </a:p>
          <a:p>
            <a:pPr marL="907542" lvl="1" indent="-343662">
              <a:spcBef>
                <a:spcPts val="551"/>
              </a:spcBef>
              <a:buFont typeface="Arial MT"/>
              <a:buChar char="–"/>
              <a:tabLst>
                <a:tab pos="907542" algn="l"/>
              </a:tabLst>
            </a:pPr>
            <a:r>
              <a:rPr sz="2280" i="1" dirty="0">
                <a:latin typeface="Calibri"/>
                <a:cs typeface="Calibri"/>
              </a:rPr>
              <a:t>Accepted</a:t>
            </a:r>
            <a:r>
              <a:rPr sz="2280" i="1" spc="-42" dirty="0">
                <a:latin typeface="Calibri"/>
                <a:cs typeface="Calibri"/>
              </a:rPr>
              <a:t> </a:t>
            </a:r>
            <a:r>
              <a:rPr sz="2280" i="1" dirty="0">
                <a:latin typeface="Calibri"/>
                <a:cs typeface="Calibri"/>
              </a:rPr>
              <a:t>changes</a:t>
            </a:r>
            <a:r>
              <a:rPr sz="2280" i="1" spc="-54" dirty="0">
                <a:latin typeface="Calibri"/>
                <a:cs typeface="Calibri"/>
              </a:rPr>
              <a:t> </a:t>
            </a:r>
            <a:r>
              <a:rPr sz="2280" i="1" dirty="0">
                <a:latin typeface="Calibri"/>
                <a:cs typeface="Calibri"/>
              </a:rPr>
              <a:t>are</a:t>
            </a:r>
            <a:r>
              <a:rPr sz="2280" i="1" spc="-60" dirty="0">
                <a:latin typeface="Calibri"/>
                <a:cs typeface="Calibri"/>
              </a:rPr>
              <a:t> </a:t>
            </a:r>
            <a:r>
              <a:rPr sz="2280" i="1" dirty="0">
                <a:latin typeface="Calibri"/>
                <a:cs typeface="Calibri"/>
              </a:rPr>
              <a:t>passed</a:t>
            </a:r>
            <a:r>
              <a:rPr sz="2280" i="1" spc="-42" dirty="0">
                <a:latin typeface="Calibri"/>
                <a:cs typeface="Calibri"/>
              </a:rPr>
              <a:t> </a:t>
            </a:r>
            <a:r>
              <a:rPr sz="2280" i="1" dirty="0">
                <a:latin typeface="Calibri"/>
                <a:cs typeface="Calibri"/>
              </a:rPr>
              <a:t>back</a:t>
            </a:r>
            <a:r>
              <a:rPr sz="2280" i="1" spc="-78" dirty="0">
                <a:latin typeface="Calibri"/>
                <a:cs typeface="Calibri"/>
              </a:rPr>
              <a:t> </a:t>
            </a:r>
            <a:r>
              <a:rPr sz="2280" i="1" dirty="0">
                <a:latin typeface="Calibri"/>
                <a:cs typeface="Calibri"/>
              </a:rPr>
              <a:t>to</a:t>
            </a:r>
            <a:r>
              <a:rPr sz="2280" i="1" spc="-66" dirty="0">
                <a:latin typeface="Calibri"/>
                <a:cs typeface="Calibri"/>
              </a:rPr>
              <a:t> </a:t>
            </a:r>
            <a:r>
              <a:rPr sz="2280" i="1" dirty="0">
                <a:latin typeface="Calibri"/>
                <a:cs typeface="Calibri"/>
              </a:rPr>
              <a:t>the</a:t>
            </a:r>
            <a:r>
              <a:rPr sz="2280" i="1" spc="-66" dirty="0">
                <a:latin typeface="Calibri"/>
                <a:cs typeface="Calibri"/>
              </a:rPr>
              <a:t> </a:t>
            </a:r>
            <a:r>
              <a:rPr sz="2280" i="1" spc="-12" dirty="0">
                <a:latin typeface="Calibri"/>
                <a:cs typeface="Calibri"/>
              </a:rPr>
              <a:t>development</a:t>
            </a:r>
            <a:r>
              <a:rPr sz="2280" i="1" spc="-18" dirty="0">
                <a:latin typeface="Calibri"/>
                <a:cs typeface="Calibri"/>
              </a:rPr>
              <a:t> </a:t>
            </a:r>
            <a:r>
              <a:rPr sz="2280" i="1" spc="-12" dirty="0">
                <a:latin typeface="Calibri"/>
                <a:cs typeface="Calibri"/>
              </a:rPr>
              <a:t>group.</a:t>
            </a:r>
            <a:endParaRPr sz="2280">
              <a:latin typeface="Calibri"/>
              <a:cs typeface="Calibri"/>
            </a:endParaRPr>
          </a:p>
          <a:p>
            <a:pPr marL="907542" lvl="1" indent="-343662">
              <a:spcBef>
                <a:spcPts val="546"/>
              </a:spcBef>
              <a:buFont typeface="Arial MT"/>
              <a:buChar char="–"/>
              <a:tabLst>
                <a:tab pos="907542" algn="l"/>
              </a:tabLst>
            </a:pPr>
            <a:r>
              <a:rPr sz="2280" i="1" dirty="0">
                <a:latin typeface="Calibri"/>
                <a:cs typeface="Calibri"/>
              </a:rPr>
              <a:t>Rejected</a:t>
            </a:r>
            <a:r>
              <a:rPr sz="2280" i="1" spc="-36" dirty="0">
                <a:latin typeface="Calibri"/>
                <a:cs typeface="Calibri"/>
              </a:rPr>
              <a:t> </a:t>
            </a:r>
            <a:r>
              <a:rPr sz="2280" i="1" dirty="0">
                <a:latin typeface="Calibri"/>
                <a:cs typeface="Calibri"/>
              </a:rPr>
              <a:t>change</a:t>
            </a:r>
            <a:r>
              <a:rPr sz="2280" i="1" spc="-66" dirty="0">
                <a:latin typeface="Calibri"/>
                <a:cs typeface="Calibri"/>
              </a:rPr>
              <a:t> </a:t>
            </a:r>
            <a:r>
              <a:rPr sz="2280" i="1" dirty="0">
                <a:latin typeface="Calibri"/>
                <a:cs typeface="Calibri"/>
              </a:rPr>
              <a:t>requests</a:t>
            </a:r>
            <a:r>
              <a:rPr sz="2280" i="1" spc="-24" dirty="0">
                <a:latin typeface="Calibri"/>
                <a:cs typeface="Calibri"/>
              </a:rPr>
              <a:t> </a:t>
            </a:r>
            <a:r>
              <a:rPr sz="2280" i="1" dirty="0">
                <a:latin typeface="Calibri"/>
                <a:cs typeface="Calibri"/>
              </a:rPr>
              <a:t>are</a:t>
            </a:r>
            <a:r>
              <a:rPr sz="2280" i="1" spc="-78" dirty="0">
                <a:latin typeface="Calibri"/>
                <a:cs typeface="Calibri"/>
              </a:rPr>
              <a:t> </a:t>
            </a:r>
            <a:r>
              <a:rPr sz="2280" i="1" dirty="0">
                <a:latin typeface="Calibri"/>
                <a:cs typeface="Calibri"/>
              </a:rPr>
              <a:t>closed</a:t>
            </a:r>
            <a:r>
              <a:rPr sz="2280" i="1" spc="-48" dirty="0">
                <a:latin typeface="Calibri"/>
                <a:cs typeface="Calibri"/>
              </a:rPr>
              <a:t> </a:t>
            </a:r>
            <a:r>
              <a:rPr sz="2280" i="1" dirty="0">
                <a:latin typeface="Calibri"/>
                <a:cs typeface="Calibri"/>
              </a:rPr>
              <a:t>and</a:t>
            </a:r>
            <a:r>
              <a:rPr sz="2280" i="1" spc="-78" dirty="0">
                <a:latin typeface="Calibri"/>
                <a:cs typeface="Calibri"/>
              </a:rPr>
              <a:t> </a:t>
            </a:r>
            <a:r>
              <a:rPr sz="2280" i="1" dirty="0">
                <a:latin typeface="Calibri"/>
                <a:cs typeface="Calibri"/>
              </a:rPr>
              <a:t>no</a:t>
            </a:r>
            <a:r>
              <a:rPr sz="2280" i="1" spc="-72" dirty="0">
                <a:latin typeface="Calibri"/>
                <a:cs typeface="Calibri"/>
              </a:rPr>
              <a:t> </a:t>
            </a:r>
            <a:r>
              <a:rPr sz="2280" i="1" dirty="0">
                <a:latin typeface="Calibri"/>
                <a:cs typeface="Calibri"/>
              </a:rPr>
              <a:t>further</a:t>
            </a:r>
            <a:r>
              <a:rPr sz="2280" i="1" spc="-66" dirty="0">
                <a:latin typeface="Calibri"/>
                <a:cs typeface="Calibri"/>
              </a:rPr>
              <a:t> </a:t>
            </a:r>
            <a:r>
              <a:rPr sz="2280" i="1" dirty="0">
                <a:latin typeface="Calibri"/>
                <a:cs typeface="Calibri"/>
              </a:rPr>
              <a:t>action</a:t>
            </a:r>
            <a:r>
              <a:rPr sz="2280" i="1" spc="-60" dirty="0">
                <a:latin typeface="Calibri"/>
                <a:cs typeface="Calibri"/>
              </a:rPr>
              <a:t> </a:t>
            </a:r>
            <a:r>
              <a:rPr sz="2280" i="1" dirty="0">
                <a:latin typeface="Calibri"/>
                <a:cs typeface="Calibri"/>
              </a:rPr>
              <a:t>is</a:t>
            </a:r>
            <a:r>
              <a:rPr sz="2280" i="1" spc="-78" dirty="0">
                <a:latin typeface="Calibri"/>
                <a:cs typeface="Calibri"/>
              </a:rPr>
              <a:t> </a:t>
            </a:r>
            <a:r>
              <a:rPr sz="2280" i="1" spc="-12" dirty="0">
                <a:latin typeface="Calibri"/>
                <a:cs typeface="Calibri"/>
              </a:rPr>
              <a:t>taken</a:t>
            </a:r>
            <a:endParaRPr sz="2280">
              <a:latin typeface="Calibri"/>
              <a:cs typeface="Calibri"/>
            </a:endParaRPr>
          </a:p>
        </p:txBody>
      </p:sp>
    </p:spTree>
    <p:extLst>
      <p:ext uri="{BB962C8B-B14F-4D97-AF65-F5344CB8AC3E}">
        <p14:creationId xmlns:p14="http://schemas.microsoft.com/office/powerpoint/2010/main" val="17347073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1" y="166878"/>
            <a:ext cx="10443210" cy="5829032"/>
          </a:xfrm>
          <a:prstGeom prst="rect">
            <a:avLst/>
          </a:prstGeom>
        </p:spPr>
        <p:txBody>
          <a:bodyPr vert="horz" wrap="square" lIns="0" tIns="14478" rIns="0" bIns="0" rtlCol="0">
            <a:spAutoFit/>
          </a:bodyPr>
          <a:lstStyle/>
          <a:p>
            <a:pPr marL="426720" marR="9144" indent="-411480">
              <a:spcBef>
                <a:spcPts val="114"/>
              </a:spcBef>
              <a:buFont typeface="Arial MT"/>
              <a:buChar char="•"/>
              <a:tabLst>
                <a:tab pos="426720" algn="l"/>
              </a:tabLst>
            </a:pPr>
            <a:r>
              <a:rPr sz="2280" dirty="0">
                <a:latin typeface="Calibri"/>
                <a:cs typeface="Calibri"/>
              </a:rPr>
              <a:t>The</a:t>
            </a:r>
            <a:r>
              <a:rPr sz="2280" spc="234" dirty="0">
                <a:latin typeface="Calibri"/>
                <a:cs typeface="Calibri"/>
              </a:rPr>
              <a:t> </a:t>
            </a:r>
            <a:r>
              <a:rPr sz="2280" dirty="0">
                <a:latin typeface="Calibri"/>
                <a:cs typeface="Calibri"/>
              </a:rPr>
              <a:t>factors</a:t>
            </a:r>
            <a:r>
              <a:rPr sz="2280" spc="234" dirty="0">
                <a:latin typeface="Calibri"/>
                <a:cs typeface="Calibri"/>
              </a:rPr>
              <a:t> </a:t>
            </a:r>
            <a:r>
              <a:rPr sz="2280" dirty="0">
                <a:latin typeface="Calibri"/>
                <a:cs typeface="Calibri"/>
              </a:rPr>
              <a:t>that</a:t>
            </a:r>
            <a:r>
              <a:rPr sz="2280" spc="240" dirty="0">
                <a:latin typeface="Calibri"/>
                <a:cs typeface="Calibri"/>
              </a:rPr>
              <a:t> </a:t>
            </a:r>
            <a:r>
              <a:rPr sz="2280" dirty="0">
                <a:latin typeface="Calibri"/>
                <a:cs typeface="Calibri"/>
              </a:rPr>
              <a:t>influence</a:t>
            </a:r>
            <a:r>
              <a:rPr sz="2280" spc="245" dirty="0">
                <a:latin typeface="Calibri"/>
                <a:cs typeface="Calibri"/>
              </a:rPr>
              <a:t> </a:t>
            </a:r>
            <a:r>
              <a:rPr sz="2280" dirty="0">
                <a:latin typeface="Calibri"/>
                <a:cs typeface="Calibri"/>
              </a:rPr>
              <a:t>the</a:t>
            </a:r>
            <a:r>
              <a:rPr sz="2280" spc="240" dirty="0">
                <a:latin typeface="Calibri"/>
                <a:cs typeface="Calibri"/>
              </a:rPr>
              <a:t> </a:t>
            </a:r>
            <a:r>
              <a:rPr sz="2280" dirty="0">
                <a:latin typeface="Calibri"/>
                <a:cs typeface="Calibri"/>
              </a:rPr>
              <a:t>decision</a:t>
            </a:r>
            <a:r>
              <a:rPr sz="2280" spc="240" dirty="0">
                <a:latin typeface="Calibri"/>
                <a:cs typeface="Calibri"/>
              </a:rPr>
              <a:t> </a:t>
            </a:r>
            <a:r>
              <a:rPr sz="2280" dirty="0">
                <a:latin typeface="Calibri"/>
                <a:cs typeface="Calibri"/>
              </a:rPr>
              <a:t>on</a:t>
            </a:r>
            <a:r>
              <a:rPr sz="2280" spc="234" dirty="0">
                <a:latin typeface="Calibri"/>
                <a:cs typeface="Calibri"/>
              </a:rPr>
              <a:t> </a:t>
            </a:r>
            <a:r>
              <a:rPr sz="2280" dirty="0">
                <a:latin typeface="Calibri"/>
                <a:cs typeface="Calibri"/>
              </a:rPr>
              <a:t>whether</a:t>
            </a:r>
            <a:r>
              <a:rPr sz="2280" spc="245" dirty="0">
                <a:latin typeface="Calibri"/>
                <a:cs typeface="Calibri"/>
              </a:rPr>
              <a:t> </a:t>
            </a:r>
            <a:r>
              <a:rPr sz="2280" dirty="0">
                <a:latin typeface="Calibri"/>
                <a:cs typeface="Calibri"/>
              </a:rPr>
              <a:t>or</a:t>
            </a:r>
            <a:r>
              <a:rPr sz="2280" spc="228" dirty="0">
                <a:latin typeface="Calibri"/>
                <a:cs typeface="Calibri"/>
              </a:rPr>
              <a:t> </a:t>
            </a:r>
            <a:r>
              <a:rPr sz="2280" dirty="0">
                <a:latin typeface="Calibri"/>
                <a:cs typeface="Calibri"/>
              </a:rPr>
              <a:t>not</a:t>
            </a:r>
            <a:r>
              <a:rPr sz="2280" spc="240" dirty="0">
                <a:latin typeface="Calibri"/>
                <a:cs typeface="Calibri"/>
              </a:rPr>
              <a:t> </a:t>
            </a:r>
            <a:r>
              <a:rPr sz="2280" dirty="0">
                <a:latin typeface="Calibri"/>
                <a:cs typeface="Calibri"/>
              </a:rPr>
              <a:t>to</a:t>
            </a:r>
            <a:r>
              <a:rPr sz="2280" spc="228" dirty="0">
                <a:latin typeface="Calibri"/>
                <a:cs typeface="Calibri"/>
              </a:rPr>
              <a:t> </a:t>
            </a:r>
            <a:r>
              <a:rPr sz="2280" dirty="0">
                <a:latin typeface="Calibri"/>
                <a:cs typeface="Calibri"/>
              </a:rPr>
              <a:t>implement</a:t>
            </a:r>
            <a:r>
              <a:rPr sz="2280" spc="240" dirty="0">
                <a:latin typeface="Calibri"/>
                <a:cs typeface="Calibri"/>
              </a:rPr>
              <a:t> </a:t>
            </a:r>
            <a:r>
              <a:rPr sz="2280" dirty="0">
                <a:latin typeface="Calibri"/>
                <a:cs typeface="Calibri"/>
              </a:rPr>
              <a:t>a</a:t>
            </a:r>
            <a:r>
              <a:rPr sz="2280" spc="245" dirty="0">
                <a:latin typeface="Calibri"/>
                <a:cs typeface="Calibri"/>
              </a:rPr>
              <a:t> </a:t>
            </a:r>
            <a:r>
              <a:rPr sz="2280" spc="-12" dirty="0">
                <a:latin typeface="Calibri"/>
                <a:cs typeface="Calibri"/>
              </a:rPr>
              <a:t>change include:</a:t>
            </a:r>
            <a:endParaRPr sz="2280">
              <a:latin typeface="Calibri"/>
              <a:cs typeface="Calibri"/>
            </a:endParaRPr>
          </a:p>
          <a:p>
            <a:pPr marL="301752" indent="-286512">
              <a:spcBef>
                <a:spcPts val="551"/>
              </a:spcBef>
              <a:buFont typeface="Calibri"/>
              <a:buAutoNum type="arabicPeriod"/>
              <a:tabLst>
                <a:tab pos="301752" algn="l"/>
              </a:tabLst>
            </a:pPr>
            <a:r>
              <a:rPr sz="2280" b="1" i="1" dirty="0">
                <a:solidFill>
                  <a:srgbClr val="C00000"/>
                </a:solidFill>
                <a:latin typeface="Calibri"/>
                <a:cs typeface="Calibri"/>
              </a:rPr>
              <a:t>The</a:t>
            </a:r>
            <a:r>
              <a:rPr sz="2280" b="1" i="1" spc="-30" dirty="0">
                <a:solidFill>
                  <a:srgbClr val="C00000"/>
                </a:solidFill>
                <a:latin typeface="Calibri"/>
                <a:cs typeface="Calibri"/>
              </a:rPr>
              <a:t> </a:t>
            </a:r>
            <a:r>
              <a:rPr sz="2280" b="1" i="1" spc="-12" dirty="0">
                <a:solidFill>
                  <a:srgbClr val="C00000"/>
                </a:solidFill>
                <a:latin typeface="Calibri"/>
                <a:cs typeface="Calibri"/>
              </a:rPr>
              <a:t>consequences</a:t>
            </a:r>
            <a:r>
              <a:rPr sz="2280" b="1" i="1" dirty="0">
                <a:solidFill>
                  <a:srgbClr val="C00000"/>
                </a:solidFill>
                <a:latin typeface="Calibri"/>
                <a:cs typeface="Calibri"/>
              </a:rPr>
              <a:t> of</a:t>
            </a:r>
            <a:r>
              <a:rPr sz="2280" b="1" i="1" spc="-36" dirty="0">
                <a:solidFill>
                  <a:srgbClr val="C00000"/>
                </a:solidFill>
                <a:latin typeface="Calibri"/>
                <a:cs typeface="Calibri"/>
              </a:rPr>
              <a:t> </a:t>
            </a:r>
            <a:r>
              <a:rPr sz="2280" b="1" i="1" dirty="0">
                <a:solidFill>
                  <a:srgbClr val="C00000"/>
                </a:solidFill>
                <a:latin typeface="Calibri"/>
                <a:cs typeface="Calibri"/>
              </a:rPr>
              <a:t>not</a:t>
            </a:r>
            <a:r>
              <a:rPr sz="2280" b="1" i="1" spc="-30" dirty="0">
                <a:solidFill>
                  <a:srgbClr val="C00000"/>
                </a:solidFill>
                <a:latin typeface="Calibri"/>
                <a:cs typeface="Calibri"/>
              </a:rPr>
              <a:t> </a:t>
            </a:r>
            <a:r>
              <a:rPr sz="2280" b="1" i="1" dirty="0">
                <a:solidFill>
                  <a:srgbClr val="C00000"/>
                </a:solidFill>
                <a:latin typeface="Calibri"/>
                <a:cs typeface="Calibri"/>
              </a:rPr>
              <a:t>making</a:t>
            </a:r>
            <a:r>
              <a:rPr sz="2280" b="1" i="1" spc="-30" dirty="0">
                <a:solidFill>
                  <a:srgbClr val="C00000"/>
                </a:solidFill>
                <a:latin typeface="Calibri"/>
                <a:cs typeface="Calibri"/>
              </a:rPr>
              <a:t> </a:t>
            </a:r>
            <a:r>
              <a:rPr sz="2280" b="1" i="1" dirty="0">
                <a:solidFill>
                  <a:srgbClr val="C00000"/>
                </a:solidFill>
                <a:latin typeface="Calibri"/>
                <a:cs typeface="Calibri"/>
              </a:rPr>
              <a:t>the</a:t>
            </a:r>
            <a:r>
              <a:rPr sz="2280" b="1" i="1" spc="-36" dirty="0">
                <a:solidFill>
                  <a:srgbClr val="C00000"/>
                </a:solidFill>
                <a:latin typeface="Calibri"/>
                <a:cs typeface="Calibri"/>
              </a:rPr>
              <a:t> </a:t>
            </a:r>
            <a:r>
              <a:rPr sz="2280" b="1" i="1" spc="-12" dirty="0">
                <a:solidFill>
                  <a:srgbClr val="C00000"/>
                </a:solidFill>
                <a:latin typeface="Calibri"/>
                <a:cs typeface="Calibri"/>
              </a:rPr>
              <a:t>change</a:t>
            </a:r>
            <a:endParaRPr sz="2280">
              <a:latin typeface="Calibri"/>
              <a:cs typeface="Calibri"/>
            </a:endParaRPr>
          </a:p>
          <a:p>
            <a:pPr marL="426720" marR="8382" lvl="1" indent="-411480">
              <a:spcBef>
                <a:spcPts val="546"/>
              </a:spcBef>
              <a:buFont typeface="Arial MT"/>
              <a:buChar char="•"/>
              <a:tabLst>
                <a:tab pos="426720" algn="l"/>
              </a:tabLst>
            </a:pPr>
            <a:r>
              <a:rPr sz="2280" dirty="0">
                <a:latin typeface="Calibri"/>
                <a:cs typeface="Calibri"/>
              </a:rPr>
              <a:t>When</a:t>
            </a:r>
            <a:r>
              <a:rPr sz="2280" spc="360" dirty="0">
                <a:latin typeface="Calibri"/>
                <a:cs typeface="Calibri"/>
              </a:rPr>
              <a:t> </a:t>
            </a:r>
            <a:r>
              <a:rPr sz="2280" dirty="0">
                <a:latin typeface="Calibri"/>
                <a:cs typeface="Calibri"/>
              </a:rPr>
              <a:t>assessing</a:t>
            </a:r>
            <a:r>
              <a:rPr sz="2280" spc="366" dirty="0">
                <a:latin typeface="Calibri"/>
                <a:cs typeface="Calibri"/>
              </a:rPr>
              <a:t> </a:t>
            </a:r>
            <a:r>
              <a:rPr sz="2280" dirty="0">
                <a:latin typeface="Calibri"/>
                <a:cs typeface="Calibri"/>
              </a:rPr>
              <a:t>a</a:t>
            </a:r>
            <a:r>
              <a:rPr sz="2280" spc="372" dirty="0">
                <a:latin typeface="Calibri"/>
                <a:cs typeface="Calibri"/>
              </a:rPr>
              <a:t> </a:t>
            </a:r>
            <a:r>
              <a:rPr sz="2280" dirty="0">
                <a:latin typeface="Calibri"/>
                <a:cs typeface="Calibri"/>
              </a:rPr>
              <a:t>change</a:t>
            </a:r>
            <a:r>
              <a:rPr sz="2280" spc="372" dirty="0">
                <a:latin typeface="Calibri"/>
                <a:cs typeface="Calibri"/>
              </a:rPr>
              <a:t> </a:t>
            </a:r>
            <a:r>
              <a:rPr sz="2280" dirty="0">
                <a:latin typeface="Calibri"/>
                <a:cs typeface="Calibri"/>
              </a:rPr>
              <a:t>request,</a:t>
            </a:r>
            <a:r>
              <a:rPr sz="2280" spc="366" dirty="0">
                <a:latin typeface="Calibri"/>
                <a:cs typeface="Calibri"/>
              </a:rPr>
              <a:t> </a:t>
            </a:r>
            <a:r>
              <a:rPr sz="2280" dirty="0">
                <a:latin typeface="Calibri"/>
                <a:cs typeface="Calibri"/>
              </a:rPr>
              <a:t>you</a:t>
            </a:r>
            <a:r>
              <a:rPr sz="2280" spc="372" dirty="0">
                <a:latin typeface="Calibri"/>
                <a:cs typeface="Calibri"/>
              </a:rPr>
              <a:t> </a:t>
            </a:r>
            <a:r>
              <a:rPr sz="2280" dirty="0">
                <a:latin typeface="Calibri"/>
                <a:cs typeface="Calibri"/>
              </a:rPr>
              <a:t>have</a:t>
            </a:r>
            <a:r>
              <a:rPr sz="2280" spc="372" dirty="0">
                <a:latin typeface="Calibri"/>
                <a:cs typeface="Calibri"/>
              </a:rPr>
              <a:t> </a:t>
            </a:r>
            <a:r>
              <a:rPr sz="2280" dirty="0">
                <a:latin typeface="Calibri"/>
                <a:cs typeface="Calibri"/>
              </a:rPr>
              <a:t>to</a:t>
            </a:r>
            <a:r>
              <a:rPr sz="2280" spc="360" dirty="0">
                <a:latin typeface="Calibri"/>
                <a:cs typeface="Calibri"/>
              </a:rPr>
              <a:t> </a:t>
            </a:r>
            <a:r>
              <a:rPr sz="2280" dirty="0">
                <a:latin typeface="Calibri"/>
                <a:cs typeface="Calibri"/>
              </a:rPr>
              <a:t>consider</a:t>
            </a:r>
            <a:r>
              <a:rPr sz="2280" spc="372" dirty="0">
                <a:latin typeface="Calibri"/>
                <a:cs typeface="Calibri"/>
              </a:rPr>
              <a:t> </a:t>
            </a:r>
            <a:r>
              <a:rPr sz="2280" dirty="0">
                <a:latin typeface="Calibri"/>
                <a:cs typeface="Calibri"/>
              </a:rPr>
              <a:t>what</a:t>
            </a:r>
            <a:r>
              <a:rPr sz="2280" spc="372" dirty="0">
                <a:latin typeface="Calibri"/>
                <a:cs typeface="Calibri"/>
              </a:rPr>
              <a:t> </a:t>
            </a:r>
            <a:r>
              <a:rPr sz="2280" dirty="0">
                <a:latin typeface="Calibri"/>
                <a:cs typeface="Calibri"/>
              </a:rPr>
              <a:t>will</a:t>
            </a:r>
            <a:r>
              <a:rPr sz="2280" spc="360" dirty="0">
                <a:latin typeface="Calibri"/>
                <a:cs typeface="Calibri"/>
              </a:rPr>
              <a:t> </a:t>
            </a:r>
            <a:r>
              <a:rPr sz="2280" dirty="0">
                <a:latin typeface="Calibri"/>
                <a:cs typeface="Calibri"/>
              </a:rPr>
              <a:t>happen</a:t>
            </a:r>
            <a:r>
              <a:rPr sz="2280" spc="378" dirty="0">
                <a:latin typeface="Calibri"/>
                <a:cs typeface="Calibri"/>
              </a:rPr>
              <a:t> </a:t>
            </a:r>
            <a:r>
              <a:rPr sz="2280" dirty="0">
                <a:latin typeface="Calibri"/>
                <a:cs typeface="Calibri"/>
              </a:rPr>
              <a:t>if</a:t>
            </a:r>
            <a:r>
              <a:rPr sz="2280" spc="366" dirty="0">
                <a:latin typeface="Calibri"/>
                <a:cs typeface="Calibri"/>
              </a:rPr>
              <a:t> </a:t>
            </a:r>
            <a:r>
              <a:rPr sz="2280" spc="-30" dirty="0">
                <a:latin typeface="Calibri"/>
                <a:cs typeface="Calibri"/>
              </a:rPr>
              <a:t>the </a:t>
            </a:r>
            <a:r>
              <a:rPr sz="2280" dirty="0">
                <a:latin typeface="Calibri"/>
                <a:cs typeface="Calibri"/>
              </a:rPr>
              <a:t>change</a:t>
            </a:r>
            <a:r>
              <a:rPr sz="2280" spc="-24" dirty="0">
                <a:latin typeface="Calibri"/>
                <a:cs typeface="Calibri"/>
              </a:rPr>
              <a:t> </a:t>
            </a:r>
            <a:r>
              <a:rPr sz="2280" dirty="0">
                <a:latin typeface="Calibri"/>
                <a:cs typeface="Calibri"/>
              </a:rPr>
              <a:t>is</a:t>
            </a:r>
            <a:r>
              <a:rPr sz="2280" spc="-54" dirty="0">
                <a:latin typeface="Calibri"/>
                <a:cs typeface="Calibri"/>
              </a:rPr>
              <a:t> </a:t>
            </a:r>
            <a:r>
              <a:rPr sz="2280" dirty="0">
                <a:latin typeface="Calibri"/>
                <a:cs typeface="Calibri"/>
              </a:rPr>
              <a:t>not</a:t>
            </a:r>
            <a:r>
              <a:rPr sz="2280" spc="-48" dirty="0">
                <a:latin typeface="Calibri"/>
                <a:cs typeface="Calibri"/>
              </a:rPr>
              <a:t> </a:t>
            </a:r>
            <a:r>
              <a:rPr sz="2280" spc="-12" dirty="0">
                <a:latin typeface="Calibri"/>
                <a:cs typeface="Calibri"/>
              </a:rPr>
              <a:t>implemented.</a:t>
            </a:r>
            <a:endParaRPr sz="2280">
              <a:latin typeface="Calibri"/>
              <a:cs typeface="Calibri"/>
            </a:endParaRPr>
          </a:p>
          <a:p>
            <a:pPr marL="426720" marR="6858" lvl="1" indent="-411480">
              <a:spcBef>
                <a:spcPts val="546"/>
              </a:spcBef>
              <a:buFont typeface="Arial MT"/>
              <a:buChar char="•"/>
              <a:tabLst>
                <a:tab pos="426720" algn="l"/>
              </a:tabLst>
            </a:pPr>
            <a:r>
              <a:rPr sz="2280" dirty="0">
                <a:latin typeface="Calibri"/>
                <a:cs typeface="Calibri"/>
              </a:rPr>
              <a:t>If</a:t>
            </a:r>
            <a:r>
              <a:rPr sz="2280" spc="156" dirty="0">
                <a:latin typeface="Calibri"/>
                <a:cs typeface="Calibri"/>
              </a:rPr>
              <a:t> </a:t>
            </a:r>
            <a:r>
              <a:rPr sz="2280" dirty="0">
                <a:latin typeface="Calibri"/>
                <a:cs typeface="Calibri"/>
              </a:rPr>
              <a:t>the</a:t>
            </a:r>
            <a:r>
              <a:rPr sz="2280" spc="168" dirty="0">
                <a:latin typeface="Calibri"/>
                <a:cs typeface="Calibri"/>
              </a:rPr>
              <a:t> </a:t>
            </a:r>
            <a:r>
              <a:rPr sz="2280" b="1" i="1" dirty="0">
                <a:solidFill>
                  <a:srgbClr val="6F2F9F"/>
                </a:solidFill>
                <a:latin typeface="Calibri"/>
                <a:cs typeface="Calibri"/>
              </a:rPr>
              <a:t>change</a:t>
            </a:r>
            <a:r>
              <a:rPr sz="2280" b="1" i="1" spc="174" dirty="0">
                <a:solidFill>
                  <a:srgbClr val="6F2F9F"/>
                </a:solidFill>
                <a:latin typeface="Calibri"/>
                <a:cs typeface="Calibri"/>
              </a:rPr>
              <a:t> </a:t>
            </a:r>
            <a:r>
              <a:rPr sz="2280" b="1" i="1" dirty="0">
                <a:solidFill>
                  <a:srgbClr val="6F2F9F"/>
                </a:solidFill>
                <a:latin typeface="Calibri"/>
                <a:cs typeface="Calibri"/>
              </a:rPr>
              <a:t>is</a:t>
            </a:r>
            <a:r>
              <a:rPr sz="2280" b="1" i="1" spc="168" dirty="0">
                <a:solidFill>
                  <a:srgbClr val="6F2F9F"/>
                </a:solidFill>
                <a:latin typeface="Calibri"/>
                <a:cs typeface="Calibri"/>
              </a:rPr>
              <a:t> </a:t>
            </a:r>
            <a:r>
              <a:rPr sz="2280" b="1" i="1" dirty="0">
                <a:solidFill>
                  <a:srgbClr val="6F2F9F"/>
                </a:solidFill>
                <a:latin typeface="Calibri"/>
                <a:cs typeface="Calibri"/>
              </a:rPr>
              <a:t>associated</a:t>
            </a:r>
            <a:r>
              <a:rPr sz="2280" b="1" i="1" spc="174" dirty="0">
                <a:solidFill>
                  <a:srgbClr val="6F2F9F"/>
                </a:solidFill>
                <a:latin typeface="Calibri"/>
                <a:cs typeface="Calibri"/>
              </a:rPr>
              <a:t> </a:t>
            </a:r>
            <a:r>
              <a:rPr sz="2280" b="1" i="1" dirty="0">
                <a:solidFill>
                  <a:srgbClr val="6F2F9F"/>
                </a:solidFill>
                <a:latin typeface="Calibri"/>
                <a:cs typeface="Calibri"/>
              </a:rPr>
              <a:t>with</a:t>
            </a:r>
            <a:r>
              <a:rPr sz="2280" b="1" i="1" spc="162" dirty="0">
                <a:solidFill>
                  <a:srgbClr val="6F2F9F"/>
                </a:solidFill>
                <a:latin typeface="Calibri"/>
                <a:cs typeface="Calibri"/>
              </a:rPr>
              <a:t> </a:t>
            </a:r>
            <a:r>
              <a:rPr sz="2280" b="1" i="1" dirty="0">
                <a:solidFill>
                  <a:srgbClr val="6F2F9F"/>
                </a:solidFill>
                <a:latin typeface="Calibri"/>
                <a:cs typeface="Calibri"/>
              </a:rPr>
              <a:t>a</a:t>
            </a:r>
            <a:r>
              <a:rPr sz="2280" b="1" i="1" spc="162" dirty="0">
                <a:solidFill>
                  <a:srgbClr val="6F2F9F"/>
                </a:solidFill>
                <a:latin typeface="Calibri"/>
                <a:cs typeface="Calibri"/>
              </a:rPr>
              <a:t> </a:t>
            </a:r>
            <a:r>
              <a:rPr sz="2280" b="1" i="1" dirty="0">
                <a:solidFill>
                  <a:srgbClr val="6F2F9F"/>
                </a:solidFill>
                <a:latin typeface="Calibri"/>
                <a:cs typeface="Calibri"/>
              </a:rPr>
              <a:t>reported</a:t>
            </a:r>
            <a:r>
              <a:rPr sz="2280" b="1" i="1" spc="168" dirty="0">
                <a:solidFill>
                  <a:srgbClr val="6F2F9F"/>
                </a:solidFill>
                <a:latin typeface="Calibri"/>
                <a:cs typeface="Calibri"/>
              </a:rPr>
              <a:t> </a:t>
            </a:r>
            <a:r>
              <a:rPr sz="2280" b="1" i="1" dirty="0">
                <a:solidFill>
                  <a:srgbClr val="6F2F9F"/>
                </a:solidFill>
                <a:latin typeface="Calibri"/>
                <a:cs typeface="Calibri"/>
              </a:rPr>
              <a:t>system</a:t>
            </a:r>
            <a:r>
              <a:rPr sz="2280" b="1" i="1" spc="174" dirty="0">
                <a:solidFill>
                  <a:srgbClr val="6F2F9F"/>
                </a:solidFill>
                <a:latin typeface="Calibri"/>
                <a:cs typeface="Calibri"/>
              </a:rPr>
              <a:t> </a:t>
            </a:r>
            <a:r>
              <a:rPr sz="2280" b="1" i="1" dirty="0">
                <a:solidFill>
                  <a:srgbClr val="6F2F9F"/>
                </a:solidFill>
                <a:latin typeface="Calibri"/>
                <a:cs typeface="Calibri"/>
              </a:rPr>
              <a:t>failure</a:t>
            </a:r>
            <a:r>
              <a:rPr sz="2280" dirty="0">
                <a:latin typeface="Calibri"/>
                <a:cs typeface="Calibri"/>
              </a:rPr>
              <a:t>,</a:t>
            </a:r>
            <a:r>
              <a:rPr sz="2280" spc="168" dirty="0">
                <a:latin typeface="Calibri"/>
                <a:cs typeface="Calibri"/>
              </a:rPr>
              <a:t> </a:t>
            </a:r>
            <a:r>
              <a:rPr sz="2280" dirty="0">
                <a:latin typeface="Calibri"/>
                <a:cs typeface="Calibri"/>
              </a:rPr>
              <a:t>the</a:t>
            </a:r>
            <a:r>
              <a:rPr sz="2280" spc="174" dirty="0">
                <a:latin typeface="Calibri"/>
                <a:cs typeface="Calibri"/>
              </a:rPr>
              <a:t> </a:t>
            </a:r>
            <a:r>
              <a:rPr sz="2280" dirty="0">
                <a:latin typeface="Calibri"/>
                <a:cs typeface="Calibri"/>
              </a:rPr>
              <a:t>seriousness</a:t>
            </a:r>
            <a:r>
              <a:rPr sz="2280" spc="150" dirty="0">
                <a:latin typeface="Calibri"/>
                <a:cs typeface="Calibri"/>
              </a:rPr>
              <a:t> </a:t>
            </a:r>
            <a:r>
              <a:rPr sz="2280" dirty="0">
                <a:latin typeface="Calibri"/>
                <a:cs typeface="Calibri"/>
              </a:rPr>
              <a:t>of</a:t>
            </a:r>
            <a:r>
              <a:rPr sz="2280" spc="168" dirty="0">
                <a:latin typeface="Calibri"/>
                <a:cs typeface="Calibri"/>
              </a:rPr>
              <a:t> </a:t>
            </a:r>
            <a:r>
              <a:rPr sz="2280" spc="-24" dirty="0">
                <a:latin typeface="Calibri"/>
                <a:cs typeface="Calibri"/>
              </a:rPr>
              <a:t>that </a:t>
            </a:r>
            <a:r>
              <a:rPr sz="2280" dirty="0">
                <a:latin typeface="Calibri"/>
                <a:cs typeface="Calibri"/>
              </a:rPr>
              <a:t>failure</a:t>
            </a:r>
            <a:r>
              <a:rPr sz="2280" spc="-54" dirty="0">
                <a:latin typeface="Calibri"/>
                <a:cs typeface="Calibri"/>
              </a:rPr>
              <a:t> </a:t>
            </a:r>
            <a:r>
              <a:rPr sz="2280" dirty="0">
                <a:latin typeface="Calibri"/>
                <a:cs typeface="Calibri"/>
              </a:rPr>
              <a:t>has</a:t>
            </a:r>
            <a:r>
              <a:rPr sz="2280" spc="-78" dirty="0">
                <a:latin typeface="Calibri"/>
                <a:cs typeface="Calibri"/>
              </a:rPr>
              <a:t> </a:t>
            </a:r>
            <a:r>
              <a:rPr sz="2280" dirty="0">
                <a:latin typeface="Calibri"/>
                <a:cs typeface="Calibri"/>
              </a:rPr>
              <a:t>to</a:t>
            </a:r>
            <a:r>
              <a:rPr sz="2280" spc="-78" dirty="0">
                <a:latin typeface="Calibri"/>
                <a:cs typeface="Calibri"/>
              </a:rPr>
              <a:t> </a:t>
            </a:r>
            <a:r>
              <a:rPr sz="2280" dirty="0">
                <a:latin typeface="Calibri"/>
                <a:cs typeface="Calibri"/>
              </a:rPr>
              <a:t>be</a:t>
            </a:r>
            <a:r>
              <a:rPr sz="2280" spc="-72" dirty="0">
                <a:latin typeface="Calibri"/>
                <a:cs typeface="Calibri"/>
              </a:rPr>
              <a:t> </a:t>
            </a:r>
            <a:r>
              <a:rPr sz="2280" spc="-12" dirty="0">
                <a:latin typeface="Calibri"/>
                <a:cs typeface="Calibri"/>
              </a:rPr>
              <a:t>taken</a:t>
            </a:r>
            <a:r>
              <a:rPr sz="2280" spc="-66" dirty="0">
                <a:latin typeface="Calibri"/>
                <a:cs typeface="Calibri"/>
              </a:rPr>
              <a:t> </a:t>
            </a:r>
            <a:r>
              <a:rPr sz="2280" dirty="0">
                <a:latin typeface="Calibri"/>
                <a:cs typeface="Calibri"/>
              </a:rPr>
              <a:t>into</a:t>
            </a:r>
            <a:r>
              <a:rPr sz="2280" spc="-66" dirty="0">
                <a:latin typeface="Calibri"/>
                <a:cs typeface="Calibri"/>
              </a:rPr>
              <a:t> </a:t>
            </a:r>
            <a:r>
              <a:rPr sz="2280" spc="-12" dirty="0">
                <a:latin typeface="Calibri"/>
                <a:cs typeface="Calibri"/>
              </a:rPr>
              <a:t>account.</a:t>
            </a:r>
            <a:endParaRPr sz="2280">
              <a:latin typeface="Calibri"/>
              <a:cs typeface="Calibri"/>
            </a:endParaRPr>
          </a:p>
          <a:p>
            <a:pPr marL="907542" marR="11430" indent="-344424">
              <a:spcBef>
                <a:spcPts val="551"/>
              </a:spcBef>
              <a:tabLst>
                <a:tab pos="907542" algn="l"/>
              </a:tabLst>
            </a:pPr>
            <a:r>
              <a:rPr sz="2280" spc="-60" dirty="0">
                <a:latin typeface="Arial MT"/>
                <a:cs typeface="Arial MT"/>
              </a:rPr>
              <a:t>–</a:t>
            </a:r>
            <a:r>
              <a:rPr sz="2280" dirty="0">
                <a:latin typeface="Arial MT"/>
                <a:cs typeface="Arial MT"/>
              </a:rPr>
              <a:t>	</a:t>
            </a:r>
            <a:r>
              <a:rPr sz="2280" dirty="0">
                <a:latin typeface="Calibri"/>
                <a:cs typeface="Calibri"/>
              </a:rPr>
              <a:t>If</a:t>
            </a:r>
            <a:r>
              <a:rPr sz="2280" spc="-54" dirty="0">
                <a:latin typeface="Calibri"/>
                <a:cs typeface="Calibri"/>
              </a:rPr>
              <a:t> </a:t>
            </a:r>
            <a:r>
              <a:rPr sz="2280" dirty="0">
                <a:latin typeface="Calibri"/>
                <a:cs typeface="Calibri"/>
              </a:rPr>
              <a:t>the</a:t>
            </a:r>
            <a:r>
              <a:rPr sz="2280" spc="-42" dirty="0">
                <a:latin typeface="Calibri"/>
                <a:cs typeface="Calibri"/>
              </a:rPr>
              <a:t> </a:t>
            </a:r>
            <a:r>
              <a:rPr sz="2280" spc="-12" dirty="0">
                <a:latin typeface="Calibri"/>
                <a:cs typeface="Calibri"/>
              </a:rPr>
              <a:t>system</a:t>
            </a:r>
            <a:r>
              <a:rPr sz="2280" spc="-42" dirty="0">
                <a:latin typeface="Calibri"/>
                <a:cs typeface="Calibri"/>
              </a:rPr>
              <a:t> </a:t>
            </a:r>
            <a:r>
              <a:rPr sz="2280" spc="-12" dirty="0">
                <a:latin typeface="Calibri"/>
                <a:cs typeface="Calibri"/>
              </a:rPr>
              <a:t>failure</a:t>
            </a:r>
            <a:r>
              <a:rPr sz="2280" spc="-42" dirty="0">
                <a:latin typeface="Calibri"/>
                <a:cs typeface="Calibri"/>
              </a:rPr>
              <a:t> </a:t>
            </a:r>
            <a:r>
              <a:rPr sz="2280" dirty="0">
                <a:latin typeface="Calibri"/>
                <a:cs typeface="Calibri"/>
              </a:rPr>
              <a:t>causes</a:t>
            </a:r>
            <a:r>
              <a:rPr sz="2280" spc="-36" dirty="0">
                <a:latin typeface="Calibri"/>
                <a:cs typeface="Calibri"/>
              </a:rPr>
              <a:t> </a:t>
            </a:r>
            <a:r>
              <a:rPr sz="2280" dirty="0">
                <a:latin typeface="Calibri"/>
                <a:cs typeface="Calibri"/>
              </a:rPr>
              <a:t>the</a:t>
            </a:r>
            <a:r>
              <a:rPr sz="2280" spc="-60" dirty="0">
                <a:latin typeface="Calibri"/>
                <a:cs typeface="Calibri"/>
              </a:rPr>
              <a:t> </a:t>
            </a:r>
            <a:r>
              <a:rPr sz="2280" spc="-12" dirty="0">
                <a:latin typeface="Calibri"/>
                <a:cs typeface="Calibri"/>
              </a:rPr>
              <a:t>system</a:t>
            </a:r>
            <a:r>
              <a:rPr sz="2280" spc="-42" dirty="0">
                <a:latin typeface="Calibri"/>
                <a:cs typeface="Calibri"/>
              </a:rPr>
              <a:t> </a:t>
            </a:r>
            <a:r>
              <a:rPr sz="2280" dirty="0">
                <a:latin typeface="Calibri"/>
                <a:cs typeface="Calibri"/>
              </a:rPr>
              <a:t>to</a:t>
            </a:r>
            <a:r>
              <a:rPr sz="2280" spc="-54" dirty="0">
                <a:latin typeface="Calibri"/>
                <a:cs typeface="Calibri"/>
              </a:rPr>
              <a:t> </a:t>
            </a:r>
            <a:r>
              <a:rPr sz="2280" dirty="0">
                <a:latin typeface="Calibri"/>
                <a:cs typeface="Calibri"/>
              </a:rPr>
              <a:t>crash,</a:t>
            </a:r>
            <a:r>
              <a:rPr sz="2280" spc="-48" dirty="0">
                <a:latin typeface="Calibri"/>
                <a:cs typeface="Calibri"/>
              </a:rPr>
              <a:t> </a:t>
            </a:r>
            <a:r>
              <a:rPr sz="2280" dirty="0">
                <a:latin typeface="Calibri"/>
                <a:cs typeface="Calibri"/>
              </a:rPr>
              <a:t>this</a:t>
            </a:r>
            <a:r>
              <a:rPr sz="2280" spc="-48" dirty="0">
                <a:latin typeface="Calibri"/>
                <a:cs typeface="Calibri"/>
              </a:rPr>
              <a:t> </a:t>
            </a:r>
            <a:r>
              <a:rPr sz="2280" dirty="0">
                <a:latin typeface="Calibri"/>
                <a:cs typeface="Calibri"/>
              </a:rPr>
              <a:t>is</a:t>
            </a:r>
            <a:r>
              <a:rPr sz="2280" spc="-42" dirty="0">
                <a:latin typeface="Calibri"/>
                <a:cs typeface="Calibri"/>
              </a:rPr>
              <a:t> </a:t>
            </a:r>
            <a:r>
              <a:rPr sz="2280" dirty="0">
                <a:latin typeface="Calibri"/>
                <a:cs typeface="Calibri"/>
              </a:rPr>
              <a:t>very</a:t>
            </a:r>
            <a:r>
              <a:rPr sz="2280" spc="-36" dirty="0">
                <a:latin typeface="Calibri"/>
                <a:cs typeface="Calibri"/>
              </a:rPr>
              <a:t> </a:t>
            </a:r>
            <a:r>
              <a:rPr sz="2280" dirty="0">
                <a:latin typeface="Calibri"/>
                <a:cs typeface="Calibri"/>
              </a:rPr>
              <a:t>serious,</a:t>
            </a:r>
            <a:r>
              <a:rPr sz="2280" spc="-54" dirty="0">
                <a:latin typeface="Calibri"/>
                <a:cs typeface="Calibri"/>
              </a:rPr>
              <a:t> </a:t>
            </a:r>
            <a:r>
              <a:rPr sz="2280" dirty="0">
                <a:latin typeface="Calibri"/>
                <a:cs typeface="Calibri"/>
              </a:rPr>
              <a:t>and</a:t>
            </a:r>
            <a:r>
              <a:rPr sz="2280" spc="-42" dirty="0">
                <a:latin typeface="Calibri"/>
                <a:cs typeface="Calibri"/>
              </a:rPr>
              <a:t> </a:t>
            </a:r>
            <a:r>
              <a:rPr sz="2280" dirty="0">
                <a:latin typeface="Calibri"/>
                <a:cs typeface="Calibri"/>
              </a:rPr>
              <a:t>failure</a:t>
            </a:r>
            <a:r>
              <a:rPr sz="2280" spc="-42" dirty="0">
                <a:latin typeface="Calibri"/>
                <a:cs typeface="Calibri"/>
              </a:rPr>
              <a:t> </a:t>
            </a:r>
            <a:r>
              <a:rPr sz="2280" spc="-30" dirty="0">
                <a:latin typeface="Calibri"/>
                <a:cs typeface="Calibri"/>
              </a:rPr>
              <a:t>to </a:t>
            </a:r>
            <a:r>
              <a:rPr sz="2280" spc="-12" dirty="0">
                <a:latin typeface="Calibri"/>
                <a:cs typeface="Calibri"/>
              </a:rPr>
              <a:t>make</a:t>
            </a:r>
            <a:r>
              <a:rPr sz="2280" spc="-66" dirty="0">
                <a:latin typeface="Calibri"/>
                <a:cs typeface="Calibri"/>
              </a:rPr>
              <a:t> </a:t>
            </a:r>
            <a:r>
              <a:rPr sz="2280" dirty="0">
                <a:latin typeface="Calibri"/>
                <a:cs typeface="Calibri"/>
              </a:rPr>
              <a:t>the</a:t>
            </a:r>
            <a:r>
              <a:rPr sz="2280" spc="-60" dirty="0">
                <a:latin typeface="Calibri"/>
                <a:cs typeface="Calibri"/>
              </a:rPr>
              <a:t> </a:t>
            </a:r>
            <a:r>
              <a:rPr sz="2280" dirty="0">
                <a:latin typeface="Calibri"/>
                <a:cs typeface="Calibri"/>
              </a:rPr>
              <a:t>change</a:t>
            </a:r>
            <a:r>
              <a:rPr sz="2280" spc="-30" dirty="0">
                <a:latin typeface="Calibri"/>
                <a:cs typeface="Calibri"/>
              </a:rPr>
              <a:t> </a:t>
            </a:r>
            <a:r>
              <a:rPr sz="2280" dirty="0">
                <a:latin typeface="Calibri"/>
                <a:cs typeface="Calibri"/>
              </a:rPr>
              <a:t>may</a:t>
            </a:r>
            <a:r>
              <a:rPr sz="2280" spc="-48" dirty="0">
                <a:latin typeface="Calibri"/>
                <a:cs typeface="Calibri"/>
              </a:rPr>
              <a:t> </a:t>
            </a:r>
            <a:r>
              <a:rPr sz="2280" dirty="0">
                <a:latin typeface="Calibri"/>
                <a:cs typeface="Calibri"/>
              </a:rPr>
              <a:t>disrupt</a:t>
            </a:r>
            <a:r>
              <a:rPr sz="2280" spc="-36" dirty="0">
                <a:latin typeface="Calibri"/>
                <a:cs typeface="Calibri"/>
              </a:rPr>
              <a:t> </a:t>
            </a:r>
            <a:r>
              <a:rPr sz="2280" dirty="0">
                <a:latin typeface="Calibri"/>
                <a:cs typeface="Calibri"/>
              </a:rPr>
              <a:t>the</a:t>
            </a:r>
            <a:r>
              <a:rPr sz="2280" spc="-60" dirty="0">
                <a:latin typeface="Calibri"/>
                <a:cs typeface="Calibri"/>
              </a:rPr>
              <a:t> </a:t>
            </a:r>
            <a:r>
              <a:rPr sz="2280" spc="-12" dirty="0">
                <a:latin typeface="Calibri"/>
                <a:cs typeface="Calibri"/>
              </a:rPr>
              <a:t>operational</a:t>
            </a:r>
            <a:r>
              <a:rPr sz="2280" spc="-42" dirty="0">
                <a:latin typeface="Calibri"/>
                <a:cs typeface="Calibri"/>
              </a:rPr>
              <a:t> </a:t>
            </a:r>
            <a:r>
              <a:rPr sz="2280" dirty="0">
                <a:latin typeface="Calibri"/>
                <a:cs typeface="Calibri"/>
              </a:rPr>
              <a:t>use</a:t>
            </a:r>
            <a:r>
              <a:rPr sz="2280" spc="-60" dirty="0">
                <a:latin typeface="Calibri"/>
                <a:cs typeface="Calibri"/>
              </a:rPr>
              <a:t> </a:t>
            </a:r>
            <a:r>
              <a:rPr sz="2280" dirty="0">
                <a:latin typeface="Calibri"/>
                <a:cs typeface="Calibri"/>
              </a:rPr>
              <a:t>of</a:t>
            </a:r>
            <a:r>
              <a:rPr sz="2280" spc="-60" dirty="0">
                <a:latin typeface="Calibri"/>
                <a:cs typeface="Calibri"/>
              </a:rPr>
              <a:t> </a:t>
            </a:r>
            <a:r>
              <a:rPr sz="2280" dirty="0">
                <a:latin typeface="Calibri"/>
                <a:cs typeface="Calibri"/>
              </a:rPr>
              <a:t>the</a:t>
            </a:r>
            <a:r>
              <a:rPr sz="2280" spc="-54" dirty="0">
                <a:latin typeface="Calibri"/>
                <a:cs typeface="Calibri"/>
              </a:rPr>
              <a:t> </a:t>
            </a:r>
            <a:r>
              <a:rPr sz="2280" spc="-12" dirty="0">
                <a:latin typeface="Calibri"/>
                <a:cs typeface="Calibri"/>
              </a:rPr>
              <a:t>system.</a:t>
            </a:r>
            <a:endParaRPr sz="2280">
              <a:latin typeface="Calibri"/>
              <a:cs typeface="Calibri"/>
            </a:endParaRPr>
          </a:p>
          <a:p>
            <a:pPr marL="425958" lvl="1" indent="-410718">
              <a:spcBef>
                <a:spcPts val="546"/>
              </a:spcBef>
              <a:buFont typeface="Arial MT"/>
              <a:buChar char="•"/>
              <a:tabLst>
                <a:tab pos="425958" algn="l"/>
              </a:tabLst>
            </a:pPr>
            <a:r>
              <a:rPr sz="2280" dirty="0">
                <a:latin typeface="Calibri"/>
                <a:cs typeface="Calibri"/>
              </a:rPr>
              <a:t>If</a:t>
            </a:r>
            <a:r>
              <a:rPr sz="2280" spc="132" dirty="0">
                <a:latin typeface="Calibri"/>
                <a:cs typeface="Calibri"/>
              </a:rPr>
              <a:t> </a:t>
            </a:r>
            <a:r>
              <a:rPr sz="2280" dirty="0">
                <a:latin typeface="Calibri"/>
                <a:cs typeface="Calibri"/>
              </a:rPr>
              <a:t>the</a:t>
            </a:r>
            <a:r>
              <a:rPr sz="2280" spc="137" dirty="0">
                <a:latin typeface="Calibri"/>
                <a:cs typeface="Calibri"/>
              </a:rPr>
              <a:t> </a:t>
            </a:r>
            <a:r>
              <a:rPr sz="2280" dirty="0">
                <a:latin typeface="Calibri"/>
                <a:cs typeface="Calibri"/>
              </a:rPr>
              <a:t>failure</a:t>
            </a:r>
            <a:r>
              <a:rPr sz="2280" spc="132" dirty="0">
                <a:latin typeface="Calibri"/>
                <a:cs typeface="Calibri"/>
              </a:rPr>
              <a:t> </a:t>
            </a:r>
            <a:r>
              <a:rPr sz="2280" b="1" i="1" dirty="0">
                <a:solidFill>
                  <a:srgbClr val="6F2F9F"/>
                </a:solidFill>
                <a:latin typeface="Calibri"/>
                <a:cs typeface="Calibri"/>
              </a:rPr>
              <a:t>has</a:t>
            </a:r>
            <a:r>
              <a:rPr sz="2280" b="1" i="1" spc="126" dirty="0">
                <a:solidFill>
                  <a:srgbClr val="6F2F9F"/>
                </a:solidFill>
                <a:latin typeface="Calibri"/>
                <a:cs typeface="Calibri"/>
              </a:rPr>
              <a:t> </a:t>
            </a:r>
            <a:r>
              <a:rPr sz="2280" b="1" i="1" dirty="0">
                <a:solidFill>
                  <a:srgbClr val="6F2F9F"/>
                </a:solidFill>
                <a:latin typeface="Calibri"/>
                <a:cs typeface="Calibri"/>
              </a:rPr>
              <a:t>a</a:t>
            </a:r>
            <a:r>
              <a:rPr sz="2280" b="1" i="1" spc="126" dirty="0">
                <a:solidFill>
                  <a:srgbClr val="6F2F9F"/>
                </a:solidFill>
                <a:latin typeface="Calibri"/>
                <a:cs typeface="Calibri"/>
              </a:rPr>
              <a:t> </a:t>
            </a:r>
            <a:r>
              <a:rPr sz="2280" b="1" i="1" dirty="0">
                <a:solidFill>
                  <a:srgbClr val="6F2F9F"/>
                </a:solidFill>
                <a:latin typeface="Calibri"/>
                <a:cs typeface="Calibri"/>
              </a:rPr>
              <a:t>minor</a:t>
            </a:r>
            <a:r>
              <a:rPr sz="2280" b="1" i="1" spc="137" dirty="0">
                <a:solidFill>
                  <a:srgbClr val="6F2F9F"/>
                </a:solidFill>
                <a:latin typeface="Calibri"/>
                <a:cs typeface="Calibri"/>
              </a:rPr>
              <a:t> </a:t>
            </a:r>
            <a:r>
              <a:rPr sz="2280" b="1" i="1" dirty="0">
                <a:solidFill>
                  <a:srgbClr val="6F2F9F"/>
                </a:solidFill>
                <a:latin typeface="Calibri"/>
                <a:cs typeface="Calibri"/>
              </a:rPr>
              <a:t>effect</a:t>
            </a:r>
            <a:r>
              <a:rPr sz="2280" dirty="0">
                <a:latin typeface="Calibri"/>
                <a:cs typeface="Calibri"/>
              </a:rPr>
              <a:t>,</a:t>
            </a:r>
            <a:r>
              <a:rPr sz="2280" spc="132" dirty="0">
                <a:latin typeface="Calibri"/>
                <a:cs typeface="Calibri"/>
              </a:rPr>
              <a:t> </a:t>
            </a:r>
            <a:r>
              <a:rPr sz="2280" dirty="0">
                <a:latin typeface="Calibri"/>
                <a:cs typeface="Calibri"/>
              </a:rPr>
              <a:t>such</a:t>
            </a:r>
            <a:r>
              <a:rPr sz="2280" spc="137" dirty="0">
                <a:latin typeface="Calibri"/>
                <a:cs typeface="Calibri"/>
              </a:rPr>
              <a:t> </a:t>
            </a:r>
            <a:r>
              <a:rPr sz="2280" dirty="0">
                <a:latin typeface="Calibri"/>
                <a:cs typeface="Calibri"/>
              </a:rPr>
              <a:t>as</a:t>
            </a:r>
            <a:r>
              <a:rPr sz="2280" spc="137" dirty="0">
                <a:latin typeface="Calibri"/>
                <a:cs typeface="Calibri"/>
              </a:rPr>
              <a:t> </a:t>
            </a:r>
            <a:r>
              <a:rPr sz="2280" dirty="0">
                <a:latin typeface="Calibri"/>
                <a:cs typeface="Calibri"/>
              </a:rPr>
              <a:t>incorrect</a:t>
            </a:r>
            <a:r>
              <a:rPr sz="2280" spc="137" dirty="0">
                <a:latin typeface="Calibri"/>
                <a:cs typeface="Calibri"/>
              </a:rPr>
              <a:t> </a:t>
            </a:r>
            <a:r>
              <a:rPr sz="2280" dirty="0">
                <a:latin typeface="Calibri"/>
                <a:cs typeface="Calibri"/>
              </a:rPr>
              <a:t>colors</a:t>
            </a:r>
            <a:r>
              <a:rPr sz="2280" spc="132" dirty="0">
                <a:latin typeface="Calibri"/>
                <a:cs typeface="Calibri"/>
              </a:rPr>
              <a:t> </a:t>
            </a:r>
            <a:r>
              <a:rPr sz="2280" dirty="0">
                <a:latin typeface="Calibri"/>
                <a:cs typeface="Calibri"/>
              </a:rPr>
              <a:t>on</a:t>
            </a:r>
            <a:r>
              <a:rPr sz="2280" spc="132" dirty="0">
                <a:latin typeface="Calibri"/>
                <a:cs typeface="Calibri"/>
              </a:rPr>
              <a:t> </a:t>
            </a:r>
            <a:r>
              <a:rPr sz="2280" dirty="0">
                <a:latin typeface="Calibri"/>
                <a:cs typeface="Calibri"/>
              </a:rPr>
              <a:t>a</a:t>
            </a:r>
            <a:r>
              <a:rPr sz="2280" spc="137" dirty="0">
                <a:latin typeface="Calibri"/>
                <a:cs typeface="Calibri"/>
              </a:rPr>
              <a:t> </a:t>
            </a:r>
            <a:r>
              <a:rPr sz="2280" spc="-12" dirty="0">
                <a:latin typeface="Calibri"/>
                <a:cs typeface="Calibri"/>
              </a:rPr>
              <a:t>display,</a:t>
            </a:r>
            <a:r>
              <a:rPr sz="2280" spc="120" dirty="0">
                <a:latin typeface="Calibri"/>
                <a:cs typeface="Calibri"/>
              </a:rPr>
              <a:t> </a:t>
            </a:r>
            <a:r>
              <a:rPr sz="2280" dirty="0">
                <a:latin typeface="Calibri"/>
                <a:cs typeface="Calibri"/>
              </a:rPr>
              <a:t>then</a:t>
            </a:r>
            <a:r>
              <a:rPr sz="2280" spc="150" dirty="0">
                <a:latin typeface="Calibri"/>
                <a:cs typeface="Calibri"/>
              </a:rPr>
              <a:t> </a:t>
            </a:r>
            <a:r>
              <a:rPr sz="2280" dirty="0">
                <a:latin typeface="Calibri"/>
                <a:cs typeface="Calibri"/>
              </a:rPr>
              <a:t>it</a:t>
            </a:r>
            <a:r>
              <a:rPr sz="2280" spc="132" dirty="0">
                <a:latin typeface="Calibri"/>
                <a:cs typeface="Calibri"/>
              </a:rPr>
              <a:t> </a:t>
            </a:r>
            <a:r>
              <a:rPr sz="2280" dirty="0">
                <a:latin typeface="Calibri"/>
                <a:cs typeface="Calibri"/>
              </a:rPr>
              <a:t>is</a:t>
            </a:r>
            <a:r>
              <a:rPr sz="2280" spc="144" dirty="0">
                <a:latin typeface="Calibri"/>
                <a:cs typeface="Calibri"/>
              </a:rPr>
              <a:t> </a:t>
            </a:r>
            <a:r>
              <a:rPr sz="2280" spc="-30" dirty="0">
                <a:latin typeface="Calibri"/>
                <a:cs typeface="Calibri"/>
              </a:rPr>
              <a:t>not</a:t>
            </a:r>
            <a:endParaRPr sz="2280">
              <a:latin typeface="Calibri"/>
              <a:cs typeface="Calibri"/>
            </a:endParaRPr>
          </a:p>
          <a:p>
            <a:pPr marL="426720"/>
            <a:r>
              <a:rPr sz="2280" spc="-12" dirty="0">
                <a:latin typeface="Calibri"/>
                <a:cs typeface="Calibri"/>
              </a:rPr>
              <a:t>important</a:t>
            </a:r>
            <a:r>
              <a:rPr sz="2280" spc="-42" dirty="0">
                <a:latin typeface="Calibri"/>
                <a:cs typeface="Calibri"/>
              </a:rPr>
              <a:t> </a:t>
            </a:r>
            <a:r>
              <a:rPr sz="2280" dirty="0">
                <a:latin typeface="Calibri"/>
                <a:cs typeface="Calibri"/>
              </a:rPr>
              <a:t>to</a:t>
            </a:r>
            <a:r>
              <a:rPr sz="2280" spc="-60" dirty="0">
                <a:latin typeface="Calibri"/>
                <a:cs typeface="Calibri"/>
              </a:rPr>
              <a:t> </a:t>
            </a:r>
            <a:r>
              <a:rPr sz="2280" dirty="0">
                <a:latin typeface="Calibri"/>
                <a:cs typeface="Calibri"/>
              </a:rPr>
              <a:t>fix</a:t>
            </a:r>
            <a:r>
              <a:rPr sz="2280" spc="-54" dirty="0">
                <a:latin typeface="Calibri"/>
                <a:cs typeface="Calibri"/>
              </a:rPr>
              <a:t> </a:t>
            </a:r>
            <a:r>
              <a:rPr sz="2280" dirty="0">
                <a:latin typeface="Calibri"/>
                <a:cs typeface="Calibri"/>
              </a:rPr>
              <a:t>the</a:t>
            </a:r>
            <a:r>
              <a:rPr sz="2280" spc="-54" dirty="0">
                <a:latin typeface="Calibri"/>
                <a:cs typeface="Calibri"/>
              </a:rPr>
              <a:t> </a:t>
            </a:r>
            <a:r>
              <a:rPr sz="2280" dirty="0">
                <a:latin typeface="Calibri"/>
                <a:cs typeface="Calibri"/>
              </a:rPr>
              <a:t>problem</a:t>
            </a:r>
            <a:r>
              <a:rPr sz="2280" spc="-30" dirty="0">
                <a:latin typeface="Calibri"/>
                <a:cs typeface="Calibri"/>
              </a:rPr>
              <a:t> </a:t>
            </a:r>
            <a:r>
              <a:rPr sz="2280" spc="-12" dirty="0">
                <a:latin typeface="Calibri"/>
                <a:cs typeface="Calibri"/>
              </a:rPr>
              <a:t>quickly.</a:t>
            </a:r>
            <a:endParaRPr sz="2280">
              <a:latin typeface="Calibri"/>
              <a:cs typeface="Calibri"/>
            </a:endParaRPr>
          </a:p>
          <a:p>
            <a:pPr marL="425958" lvl="1" indent="-410718">
              <a:spcBef>
                <a:spcPts val="546"/>
              </a:spcBef>
              <a:buFont typeface="Arial MT"/>
              <a:buChar char="•"/>
              <a:tabLst>
                <a:tab pos="425958" algn="l"/>
              </a:tabLst>
            </a:pPr>
            <a:r>
              <a:rPr sz="2280" dirty="0">
                <a:latin typeface="Calibri"/>
                <a:cs typeface="Calibri"/>
              </a:rPr>
              <a:t>The</a:t>
            </a:r>
            <a:r>
              <a:rPr sz="2280" spc="-72" dirty="0">
                <a:latin typeface="Calibri"/>
                <a:cs typeface="Calibri"/>
              </a:rPr>
              <a:t> </a:t>
            </a:r>
            <a:r>
              <a:rPr sz="2280" dirty="0">
                <a:latin typeface="Calibri"/>
                <a:cs typeface="Calibri"/>
              </a:rPr>
              <a:t>change</a:t>
            </a:r>
            <a:r>
              <a:rPr sz="2280" spc="-48" dirty="0">
                <a:latin typeface="Calibri"/>
                <a:cs typeface="Calibri"/>
              </a:rPr>
              <a:t> </a:t>
            </a:r>
            <a:r>
              <a:rPr sz="2280" dirty="0">
                <a:latin typeface="Calibri"/>
                <a:cs typeface="Calibri"/>
              </a:rPr>
              <a:t>should</a:t>
            </a:r>
            <a:r>
              <a:rPr sz="2280" spc="-72" dirty="0">
                <a:latin typeface="Calibri"/>
                <a:cs typeface="Calibri"/>
              </a:rPr>
              <a:t> </a:t>
            </a:r>
            <a:r>
              <a:rPr sz="2280" spc="-12" dirty="0">
                <a:latin typeface="Calibri"/>
                <a:cs typeface="Calibri"/>
              </a:rPr>
              <a:t>therefore</a:t>
            </a:r>
            <a:r>
              <a:rPr sz="2280" spc="-72" dirty="0">
                <a:latin typeface="Calibri"/>
                <a:cs typeface="Calibri"/>
              </a:rPr>
              <a:t> </a:t>
            </a:r>
            <a:r>
              <a:rPr sz="2280" dirty="0">
                <a:latin typeface="Calibri"/>
                <a:cs typeface="Calibri"/>
              </a:rPr>
              <a:t>have</a:t>
            </a:r>
            <a:r>
              <a:rPr sz="2280" spc="-42" dirty="0">
                <a:latin typeface="Calibri"/>
                <a:cs typeface="Calibri"/>
              </a:rPr>
              <a:t> </a:t>
            </a:r>
            <a:r>
              <a:rPr sz="2280" dirty="0">
                <a:latin typeface="Calibri"/>
                <a:cs typeface="Calibri"/>
              </a:rPr>
              <a:t>a</a:t>
            </a:r>
            <a:r>
              <a:rPr sz="2280" spc="-66" dirty="0">
                <a:latin typeface="Calibri"/>
                <a:cs typeface="Calibri"/>
              </a:rPr>
              <a:t> </a:t>
            </a:r>
            <a:r>
              <a:rPr sz="2280" dirty="0">
                <a:latin typeface="Calibri"/>
                <a:cs typeface="Calibri"/>
              </a:rPr>
              <a:t>low</a:t>
            </a:r>
            <a:r>
              <a:rPr sz="2280" spc="-54" dirty="0">
                <a:latin typeface="Calibri"/>
                <a:cs typeface="Calibri"/>
              </a:rPr>
              <a:t> </a:t>
            </a:r>
            <a:r>
              <a:rPr sz="2280" spc="-12" dirty="0">
                <a:latin typeface="Calibri"/>
                <a:cs typeface="Calibri"/>
              </a:rPr>
              <a:t>priority.</a:t>
            </a:r>
            <a:endParaRPr sz="2280">
              <a:latin typeface="Calibri"/>
              <a:cs typeface="Calibri"/>
            </a:endParaRPr>
          </a:p>
          <a:p>
            <a:pPr marL="15240">
              <a:spcBef>
                <a:spcPts val="551"/>
              </a:spcBef>
              <a:tabLst>
                <a:tab pos="433578" algn="l"/>
              </a:tabLst>
            </a:pPr>
            <a:r>
              <a:rPr sz="2280" b="1" i="1" spc="-30" dirty="0">
                <a:solidFill>
                  <a:srgbClr val="C00000"/>
                </a:solidFill>
                <a:latin typeface="Calibri"/>
                <a:cs typeface="Calibri"/>
              </a:rPr>
              <a:t>2.</a:t>
            </a:r>
            <a:r>
              <a:rPr sz="2280" b="1" i="1" dirty="0">
                <a:solidFill>
                  <a:srgbClr val="C00000"/>
                </a:solidFill>
                <a:latin typeface="Calibri"/>
                <a:cs typeface="Calibri"/>
              </a:rPr>
              <a:t>	The</a:t>
            </a:r>
            <a:r>
              <a:rPr sz="2280" b="1" i="1" spc="-48" dirty="0">
                <a:solidFill>
                  <a:srgbClr val="C00000"/>
                </a:solidFill>
                <a:latin typeface="Calibri"/>
                <a:cs typeface="Calibri"/>
              </a:rPr>
              <a:t> </a:t>
            </a:r>
            <a:r>
              <a:rPr sz="2280" b="1" i="1" dirty="0">
                <a:solidFill>
                  <a:srgbClr val="C00000"/>
                </a:solidFill>
                <a:latin typeface="Calibri"/>
                <a:cs typeface="Calibri"/>
              </a:rPr>
              <a:t>benefits</a:t>
            </a:r>
            <a:r>
              <a:rPr sz="2280" b="1" i="1" spc="-48" dirty="0">
                <a:solidFill>
                  <a:srgbClr val="C00000"/>
                </a:solidFill>
                <a:latin typeface="Calibri"/>
                <a:cs typeface="Calibri"/>
              </a:rPr>
              <a:t> </a:t>
            </a:r>
            <a:r>
              <a:rPr sz="2280" b="1" i="1" dirty="0">
                <a:solidFill>
                  <a:srgbClr val="C00000"/>
                </a:solidFill>
                <a:latin typeface="Calibri"/>
                <a:cs typeface="Calibri"/>
              </a:rPr>
              <a:t>of</a:t>
            </a:r>
            <a:r>
              <a:rPr sz="2280" b="1" i="1" spc="-54" dirty="0">
                <a:solidFill>
                  <a:srgbClr val="C00000"/>
                </a:solidFill>
                <a:latin typeface="Calibri"/>
                <a:cs typeface="Calibri"/>
              </a:rPr>
              <a:t> </a:t>
            </a:r>
            <a:r>
              <a:rPr sz="2280" b="1" i="1" dirty="0">
                <a:solidFill>
                  <a:srgbClr val="C00000"/>
                </a:solidFill>
                <a:latin typeface="Calibri"/>
                <a:cs typeface="Calibri"/>
              </a:rPr>
              <a:t>the</a:t>
            </a:r>
            <a:r>
              <a:rPr sz="2280" b="1" i="1" spc="-48" dirty="0">
                <a:solidFill>
                  <a:srgbClr val="C00000"/>
                </a:solidFill>
                <a:latin typeface="Calibri"/>
                <a:cs typeface="Calibri"/>
              </a:rPr>
              <a:t> </a:t>
            </a:r>
            <a:r>
              <a:rPr sz="2280" b="1" i="1" spc="-12" dirty="0">
                <a:solidFill>
                  <a:srgbClr val="C00000"/>
                </a:solidFill>
                <a:latin typeface="Calibri"/>
                <a:cs typeface="Calibri"/>
              </a:rPr>
              <a:t>change</a:t>
            </a:r>
            <a:endParaRPr sz="2280">
              <a:latin typeface="Calibri"/>
              <a:cs typeface="Calibri"/>
            </a:endParaRPr>
          </a:p>
          <a:p>
            <a:pPr marL="426720" marR="9144" indent="-411480">
              <a:spcBef>
                <a:spcPts val="546"/>
              </a:spcBef>
              <a:buFont typeface="Arial MT"/>
              <a:buChar char="•"/>
              <a:tabLst>
                <a:tab pos="426720" algn="l"/>
              </a:tabLst>
            </a:pPr>
            <a:r>
              <a:rPr sz="2280" dirty="0">
                <a:latin typeface="Calibri"/>
                <a:cs typeface="Calibri"/>
              </a:rPr>
              <a:t>Will</a:t>
            </a:r>
            <a:r>
              <a:rPr sz="2280" spc="84" dirty="0">
                <a:latin typeface="Calibri"/>
                <a:cs typeface="Calibri"/>
              </a:rPr>
              <a:t> </a:t>
            </a:r>
            <a:r>
              <a:rPr sz="2280" dirty="0">
                <a:latin typeface="Calibri"/>
                <a:cs typeface="Calibri"/>
              </a:rPr>
              <a:t>the</a:t>
            </a:r>
            <a:r>
              <a:rPr sz="2280" spc="90" dirty="0">
                <a:latin typeface="Calibri"/>
                <a:cs typeface="Calibri"/>
              </a:rPr>
              <a:t> </a:t>
            </a:r>
            <a:r>
              <a:rPr sz="2280" dirty="0">
                <a:latin typeface="Calibri"/>
                <a:cs typeface="Calibri"/>
              </a:rPr>
              <a:t>change</a:t>
            </a:r>
            <a:r>
              <a:rPr sz="2280" spc="96" dirty="0">
                <a:latin typeface="Calibri"/>
                <a:cs typeface="Calibri"/>
              </a:rPr>
              <a:t> </a:t>
            </a:r>
            <a:r>
              <a:rPr sz="2280" dirty="0">
                <a:latin typeface="Calibri"/>
                <a:cs typeface="Calibri"/>
              </a:rPr>
              <a:t>benefit</a:t>
            </a:r>
            <a:r>
              <a:rPr sz="2280" spc="90" dirty="0">
                <a:latin typeface="Calibri"/>
                <a:cs typeface="Calibri"/>
              </a:rPr>
              <a:t> </a:t>
            </a:r>
            <a:r>
              <a:rPr sz="2280" dirty="0">
                <a:latin typeface="Calibri"/>
                <a:cs typeface="Calibri"/>
              </a:rPr>
              <a:t>many</a:t>
            </a:r>
            <a:r>
              <a:rPr sz="2280" spc="114" dirty="0">
                <a:latin typeface="Calibri"/>
                <a:cs typeface="Calibri"/>
              </a:rPr>
              <a:t> </a:t>
            </a:r>
            <a:r>
              <a:rPr sz="2280" dirty="0">
                <a:latin typeface="Calibri"/>
                <a:cs typeface="Calibri"/>
              </a:rPr>
              <a:t>users</a:t>
            </a:r>
            <a:r>
              <a:rPr sz="2280" spc="90" dirty="0">
                <a:latin typeface="Calibri"/>
                <a:cs typeface="Calibri"/>
              </a:rPr>
              <a:t> </a:t>
            </a:r>
            <a:r>
              <a:rPr sz="2280" dirty="0">
                <a:latin typeface="Calibri"/>
                <a:cs typeface="Calibri"/>
              </a:rPr>
              <a:t>of</a:t>
            </a:r>
            <a:r>
              <a:rPr sz="2280" spc="84" dirty="0">
                <a:latin typeface="Calibri"/>
                <a:cs typeface="Calibri"/>
              </a:rPr>
              <a:t> </a:t>
            </a:r>
            <a:r>
              <a:rPr sz="2280" dirty="0">
                <a:latin typeface="Calibri"/>
                <a:cs typeface="Calibri"/>
              </a:rPr>
              <a:t>the</a:t>
            </a:r>
            <a:r>
              <a:rPr sz="2280" spc="96" dirty="0">
                <a:latin typeface="Calibri"/>
                <a:cs typeface="Calibri"/>
              </a:rPr>
              <a:t> </a:t>
            </a:r>
            <a:r>
              <a:rPr sz="2280" dirty="0">
                <a:latin typeface="Calibri"/>
                <a:cs typeface="Calibri"/>
              </a:rPr>
              <a:t>system,</a:t>
            </a:r>
            <a:r>
              <a:rPr sz="2280" spc="84" dirty="0">
                <a:latin typeface="Calibri"/>
                <a:cs typeface="Calibri"/>
              </a:rPr>
              <a:t> </a:t>
            </a:r>
            <a:r>
              <a:rPr sz="2280" dirty="0">
                <a:latin typeface="Calibri"/>
                <a:cs typeface="Calibri"/>
              </a:rPr>
              <a:t>or</a:t>
            </a:r>
            <a:r>
              <a:rPr sz="2280" spc="90" dirty="0">
                <a:latin typeface="Calibri"/>
                <a:cs typeface="Calibri"/>
              </a:rPr>
              <a:t> </a:t>
            </a:r>
            <a:r>
              <a:rPr sz="2280" dirty="0">
                <a:latin typeface="Calibri"/>
                <a:cs typeface="Calibri"/>
              </a:rPr>
              <a:t>will</a:t>
            </a:r>
            <a:r>
              <a:rPr sz="2280" spc="102" dirty="0">
                <a:latin typeface="Calibri"/>
                <a:cs typeface="Calibri"/>
              </a:rPr>
              <a:t> </a:t>
            </a:r>
            <a:r>
              <a:rPr sz="2280" dirty="0">
                <a:latin typeface="Calibri"/>
                <a:cs typeface="Calibri"/>
              </a:rPr>
              <a:t>it</a:t>
            </a:r>
            <a:r>
              <a:rPr sz="2280" spc="90" dirty="0">
                <a:latin typeface="Calibri"/>
                <a:cs typeface="Calibri"/>
              </a:rPr>
              <a:t> </a:t>
            </a:r>
            <a:r>
              <a:rPr sz="2280" dirty="0">
                <a:latin typeface="Calibri"/>
                <a:cs typeface="Calibri"/>
              </a:rPr>
              <a:t>only</a:t>
            </a:r>
            <a:r>
              <a:rPr sz="2280" spc="90" dirty="0">
                <a:latin typeface="Calibri"/>
                <a:cs typeface="Calibri"/>
              </a:rPr>
              <a:t> </a:t>
            </a:r>
            <a:r>
              <a:rPr sz="2280" dirty="0">
                <a:latin typeface="Calibri"/>
                <a:cs typeface="Calibri"/>
              </a:rPr>
              <a:t>benefit</a:t>
            </a:r>
            <a:r>
              <a:rPr sz="2280" spc="90" dirty="0">
                <a:latin typeface="Calibri"/>
                <a:cs typeface="Calibri"/>
              </a:rPr>
              <a:t> </a:t>
            </a:r>
            <a:r>
              <a:rPr sz="2280" dirty="0">
                <a:latin typeface="Calibri"/>
                <a:cs typeface="Calibri"/>
              </a:rPr>
              <a:t>the</a:t>
            </a:r>
            <a:r>
              <a:rPr sz="2280" spc="108" dirty="0">
                <a:latin typeface="Calibri"/>
                <a:cs typeface="Calibri"/>
              </a:rPr>
              <a:t> </a:t>
            </a:r>
            <a:r>
              <a:rPr sz="2280" spc="-12" dirty="0">
                <a:latin typeface="Calibri"/>
                <a:cs typeface="Calibri"/>
              </a:rPr>
              <a:t>change proposer?</a:t>
            </a:r>
            <a:endParaRPr sz="2280">
              <a:latin typeface="Calibri"/>
              <a:cs typeface="Calibri"/>
            </a:endParaRPr>
          </a:p>
        </p:txBody>
      </p:sp>
    </p:spTree>
    <p:extLst>
      <p:ext uri="{BB962C8B-B14F-4D97-AF65-F5344CB8AC3E}">
        <p14:creationId xmlns:p14="http://schemas.microsoft.com/office/powerpoint/2010/main" val="31320749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201" y="183212"/>
            <a:ext cx="10528554" cy="4355295"/>
          </a:xfrm>
          <a:prstGeom prst="rect">
            <a:avLst/>
          </a:prstGeom>
        </p:spPr>
        <p:txBody>
          <a:bodyPr vert="horz" wrap="square" lIns="0" tIns="84582" rIns="0" bIns="0" rtlCol="0">
            <a:spAutoFit/>
          </a:bodyPr>
          <a:lstStyle/>
          <a:p>
            <a:pPr marL="302514" indent="-287274" algn="just">
              <a:spcBef>
                <a:spcPts val="666"/>
              </a:spcBef>
              <a:buFont typeface="Calibri"/>
              <a:buAutoNum type="arabicPeriod" startAt="3"/>
              <a:tabLst>
                <a:tab pos="302514" algn="l"/>
              </a:tabLst>
            </a:pPr>
            <a:r>
              <a:rPr sz="2280" b="1" i="1" dirty="0">
                <a:solidFill>
                  <a:srgbClr val="C00000"/>
                </a:solidFill>
                <a:latin typeface="Calibri"/>
                <a:cs typeface="Calibri"/>
              </a:rPr>
              <a:t>The</a:t>
            </a:r>
            <a:r>
              <a:rPr sz="2280" b="1" i="1" spc="-60" dirty="0">
                <a:solidFill>
                  <a:srgbClr val="C00000"/>
                </a:solidFill>
                <a:latin typeface="Calibri"/>
                <a:cs typeface="Calibri"/>
              </a:rPr>
              <a:t> </a:t>
            </a:r>
            <a:r>
              <a:rPr sz="2280" b="1" i="1" dirty="0">
                <a:solidFill>
                  <a:srgbClr val="C00000"/>
                </a:solidFill>
                <a:latin typeface="Calibri"/>
                <a:cs typeface="Calibri"/>
              </a:rPr>
              <a:t>number</a:t>
            </a:r>
            <a:r>
              <a:rPr sz="2280" b="1" i="1" spc="-36" dirty="0">
                <a:solidFill>
                  <a:srgbClr val="C00000"/>
                </a:solidFill>
                <a:latin typeface="Calibri"/>
                <a:cs typeface="Calibri"/>
              </a:rPr>
              <a:t> </a:t>
            </a:r>
            <a:r>
              <a:rPr sz="2280" b="1" i="1" dirty="0">
                <a:solidFill>
                  <a:srgbClr val="C00000"/>
                </a:solidFill>
                <a:latin typeface="Calibri"/>
                <a:cs typeface="Calibri"/>
              </a:rPr>
              <a:t>of</a:t>
            </a:r>
            <a:r>
              <a:rPr sz="2280" b="1" i="1" spc="-60" dirty="0">
                <a:solidFill>
                  <a:srgbClr val="C00000"/>
                </a:solidFill>
                <a:latin typeface="Calibri"/>
                <a:cs typeface="Calibri"/>
              </a:rPr>
              <a:t> </a:t>
            </a:r>
            <a:r>
              <a:rPr sz="2280" b="1" i="1" dirty="0">
                <a:solidFill>
                  <a:srgbClr val="C00000"/>
                </a:solidFill>
                <a:latin typeface="Calibri"/>
                <a:cs typeface="Calibri"/>
              </a:rPr>
              <a:t>users</a:t>
            </a:r>
            <a:r>
              <a:rPr sz="2280" b="1" i="1" spc="-48" dirty="0">
                <a:solidFill>
                  <a:srgbClr val="C00000"/>
                </a:solidFill>
                <a:latin typeface="Calibri"/>
                <a:cs typeface="Calibri"/>
              </a:rPr>
              <a:t> </a:t>
            </a:r>
            <a:r>
              <a:rPr sz="2280" b="1" i="1" dirty="0">
                <a:solidFill>
                  <a:srgbClr val="C00000"/>
                </a:solidFill>
                <a:latin typeface="Calibri"/>
                <a:cs typeface="Calibri"/>
              </a:rPr>
              <a:t>affected</a:t>
            </a:r>
            <a:r>
              <a:rPr sz="2280" b="1" i="1" spc="-42" dirty="0">
                <a:solidFill>
                  <a:srgbClr val="C00000"/>
                </a:solidFill>
                <a:latin typeface="Calibri"/>
                <a:cs typeface="Calibri"/>
              </a:rPr>
              <a:t> </a:t>
            </a:r>
            <a:r>
              <a:rPr sz="2280" b="1" i="1" dirty="0">
                <a:solidFill>
                  <a:srgbClr val="C00000"/>
                </a:solidFill>
                <a:latin typeface="Calibri"/>
                <a:cs typeface="Calibri"/>
              </a:rPr>
              <a:t>by</a:t>
            </a:r>
            <a:r>
              <a:rPr sz="2280" b="1" i="1" spc="-66" dirty="0">
                <a:solidFill>
                  <a:srgbClr val="C00000"/>
                </a:solidFill>
                <a:latin typeface="Calibri"/>
                <a:cs typeface="Calibri"/>
              </a:rPr>
              <a:t> </a:t>
            </a:r>
            <a:r>
              <a:rPr sz="2280" b="1" i="1" dirty="0">
                <a:solidFill>
                  <a:srgbClr val="C00000"/>
                </a:solidFill>
                <a:latin typeface="Calibri"/>
                <a:cs typeface="Calibri"/>
              </a:rPr>
              <a:t>the</a:t>
            </a:r>
            <a:r>
              <a:rPr sz="2280" b="1" i="1" spc="-54" dirty="0">
                <a:solidFill>
                  <a:srgbClr val="C00000"/>
                </a:solidFill>
                <a:latin typeface="Calibri"/>
                <a:cs typeface="Calibri"/>
              </a:rPr>
              <a:t> </a:t>
            </a:r>
            <a:r>
              <a:rPr sz="2280" b="1" i="1" spc="-12" dirty="0">
                <a:solidFill>
                  <a:srgbClr val="C00000"/>
                </a:solidFill>
                <a:latin typeface="Calibri"/>
                <a:cs typeface="Calibri"/>
              </a:rPr>
              <a:t>change</a:t>
            </a:r>
            <a:endParaRPr sz="2280">
              <a:latin typeface="Calibri"/>
              <a:cs typeface="Calibri"/>
            </a:endParaRPr>
          </a:p>
          <a:p>
            <a:pPr marL="423672" lvl="1" indent="-408432" algn="just">
              <a:spcBef>
                <a:spcPts val="546"/>
              </a:spcBef>
              <a:buFont typeface="Arial MT"/>
              <a:buChar char="•"/>
              <a:tabLst>
                <a:tab pos="423672" algn="l"/>
              </a:tabLst>
            </a:pPr>
            <a:r>
              <a:rPr sz="2280" dirty="0">
                <a:latin typeface="Calibri"/>
                <a:cs typeface="Calibri"/>
              </a:rPr>
              <a:t>If</a:t>
            </a:r>
            <a:r>
              <a:rPr sz="2280" spc="-78" dirty="0">
                <a:latin typeface="Calibri"/>
                <a:cs typeface="Calibri"/>
              </a:rPr>
              <a:t> </a:t>
            </a:r>
            <a:r>
              <a:rPr sz="2280" dirty="0">
                <a:latin typeface="Calibri"/>
                <a:cs typeface="Calibri"/>
              </a:rPr>
              <a:t>only</a:t>
            </a:r>
            <a:r>
              <a:rPr sz="2280" spc="-54" dirty="0">
                <a:latin typeface="Calibri"/>
                <a:cs typeface="Calibri"/>
              </a:rPr>
              <a:t> </a:t>
            </a:r>
            <a:r>
              <a:rPr sz="2280" dirty="0">
                <a:latin typeface="Calibri"/>
                <a:cs typeface="Calibri"/>
              </a:rPr>
              <a:t>a</a:t>
            </a:r>
            <a:r>
              <a:rPr sz="2280" spc="-54" dirty="0">
                <a:latin typeface="Calibri"/>
                <a:cs typeface="Calibri"/>
              </a:rPr>
              <a:t> </a:t>
            </a:r>
            <a:r>
              <a:rPr sz="2280" dirty="0">
                <a:latin typeface="Calibri"/>
                <a:cs typeface="Calibri"/>
              </a:rPr>
              <a:t>few</a:t>
            </a:r>
            <a:r>
              <a:rPr sz="2280" spc="-60" dirty="0">
                <a:latin typeface="Calibri"/>
                <a:cs typeface="Calibri"/>
              </a:rPr>
              <a:t> </a:t>
            </a:r>
            <a:r>
              <a:rPr sz="2280" dirty="0">
                <a:latin typeface="Calibri"/>
                <a:cs typeface="Calibri"/>
              </a:rPr>
              <a:t>users</a:t>
            </a:r>
            <a:r>
              <a:rPr sz="2280" spc="-72" dirty="0">
                <a:latin typeface="Calibri"/>
                <a:cs typeface="Calibri"/>
              </a:rPr>
              <a:t> </a:t>
            </a:r>
            <a:r>
              <a:rPr sz="2280" dirty="0">
                <a:latin typeface="Calibri"/>
                <a:cs typeface="Calibri"/>
              </a:rPr>
              <a:t>are</a:t>
            </a:r>
            <a:r>
              <a:rPr sz="2280" spc="-48" dirty="0">
                <a:latin typeface="Calibri"/>
                <a:cs typeface="Calibri"/>
              </a:rPr>
              <a:t> </a:t>
            </a:r>
            <a:r>
              <a:rPr sz="2280" spc="-12" dirty="0">
                <a:latin typeface="Calibri"/>
                <a:cs typeface="Calibri"/>
              </a:rPr>
              <a:t>affected,</a:t>
            </a:r>
            <a:r>
              <a:rPr sz="2280" spc="-48" dirty="0">
                <a:latin typeface="Calibri"/>
                <a:cs typeface="Calibri"/>
              </a:rPr>
              <a:t> </a:t>
            </a:r>
            <a:r>
              <a:rPr sz="2280" dirty="0">
                <a:latin typeface="Calibri"/>
                <a:cs typeface="Calibri"/>
              </a:rPr>
              <a:t>then</a:t>
            </a:r>
            <a:r>
              <a:rPr sz="2280" spc="-42" dirty="0">
                <a:latin typeface="Calibri"/>
                <a:cs typeface="Calibri"/>
              </a:rPr>
              <a:t> </a:t>
            </a:r>
            <a:r>
              <a:rPr sz="2280" dirty="0">
                <a:latin typeface="Calibri"/>
                <a:cs typeface="Calibri"/>
              </a:rPr>
              <a:t>the</a:t>
            </a:r>
            <a:r>
              <a:rPr sz="2280" spc="-54" dirty="0">
                <a:latin typeface="Calibri"/>
                <a:cs typeface="Calibri"/>
              </a:rPr>
              <a:t> </a:t>
            </a:r>
            <a:r>
              <a:rPr sz="2280" dirty="0">
                <a:latin typeface="Calibri"/>
                <a:cs typeface="Calibri"/>
              </a:rPr>
              <a:t>change</a:t>
            </a:r>
            <a:r>
              <a:rPr sz="2280" spc="-54" dirty="0">
                <a:latin typeface="Calibri"/>
                <a:cs typeface="Calibri"/>
              </a:rPr>
              <a:t> </a:t>
            </a:r>
            <a:r>
              <a:rPr sz="2280" dirty="0">
                <a:latin typeface="Calibri"/>
                <a:cs typeface="Calibri"/>
              </a:rPr>
              <a:t>may</a:t>
            </a:r>
            <a:r>
              <a:rPr sz="2280" spc="-54" dirty="0">
                <a:latin typeface="Calibri"/>
                <a:cs typeface="Calibri"/>
              </a:rPr>
              <a:t> </a:t>
            </a:r>
            <a:r>
              <a:rPr sz="2280" dirty="0">
                <a:latin typeface="Calibri"/>
                <a:cs typeface="Calibri"/>
              </a:rPr>
              <a:t>be</a:t>
            </a:r>
            <a:r>
              <a:rPr sz="2280" spc="-54" dirty="0">
                <a:latin typeface="Calibri"/>
                <a:cs typeface="Calibri"/>
              </a:rPr>
              <a:t> </a:t>
            </a:r>
            <a:r>
              <a:rPr sz="2280" dirty="0">
                <a:latin typeface="Calibri"/>
                <a:cs typeface="Calibri"/>
              </a:rPr>
              <a:t>assigned</a:t>
            </a:r>
            <a:r>
              <a:rPr sz="2280" spc="-54" dirty="0">
                <a:latin typeface="Calibri"/>
                <a:cs typeface="Calibri"/>
              </a:rPr>
              <a:t> </a:t>
            </a:r>
            <a:r>
              <a:rPr sz="2280" dirty="0">
                <a:latin typeface="Calibri"/>
                <a:cs typeface="Calibri"/>
              </a:rPr>
              <a:t>a</a:t>
            </a:r>
            <a:r>
              <a:rPr sz="2280" spc="-48" dirty="0">
                <a:latin typeface="Calibri"/>
                <a:cs typeface="Calibri"/>
              </a:rPr>
              <a:t> </a:t>
            </a:r>
            <a:r>
              <a:rPr sz="2280" dirty="0">
                <a:latin typeface="Calibri"/>
                <a:cs typeface="Calibri"/>
              </a:rPr>
              <a:t>low</a:t>
            </a:r>
            <a:r>
              <a:rPr sz="2280" spc="-48" dirty="0">
                <a:latin typeface="Calibri"/>
                <a:cs typeface="Calibri"/>
              </a:rPr>
              <a:t> </a:t>
            </a:r>
            <a:r>
              <a:rPr sz="2280" spc="-12" dirty="0">
                <a:latin typeface="Calibri"/>
                <a:cs typeface="Calibri"/>
              </a:rPr>
              <a:t>priority.</a:t>
            </a:r>
            <a:endParaRPr sz="2280">
              <a:latin typeface="Calibri"/>
              <a:cs typeface="Calibri"/>
            </a:endParaRPr>
          </a:p>
          <a:p>
            <a:pPr marL="422910" marR="8382" lvl="1" indent="-408432" algn="just">
              <a:spcBef>
                <a:spcPts val="551"/>
              </a:spcBef>
              <a:buFont typeface="Arial MT"/>
              <a:buChar char="•"/>
              <a:tabLst>
                <a:tab pos="425958" algn="l"/>
              </a:tabLst>
            </a:pPr>
            <a:r>
              <a:rPr sz="2280" dirty="0">
                <a:latin typeface="Calibri"/>
                <a:cs typeface="Calibri"/>
              </a:rPr>
              <a:t>Actually,</a:t>
            </a:r>
            <a:r>
              <a:rPr sz="2280" spc="72" dirty="0">
                <a:latin typeface="Calibri"/>
                <a:cs typeface="Calibri"/>
              </a:rPr>
              <a:t> </a:t>
            </a:r>
            <a:r>
              <a:rPr sz="2280" dirty="0">
                <a:latin typeface="Calibri"/>
                <a:cs typeface="Calibri"/>
              </a:rPr>
              <a:t>changing</a:t>
            </a:r>
            <a:r>
              <a:rPr sz="2280" spc="72" dirty="0">
                <a:latin typeface="Calibri"/>
                <a:cs typeface="Calibri"/>
              </a:rPr>
              <a:t> </a:t>
            </a:r>
            <a:r>
              <a:rPr sz="2280" dirty="0">
                <a:latin typeface="Calibri"/>
                <a:cs typeface="Calibri"/>
              </a:rPr>
              <a:t>something</a:t>
            </a:r>
            <a:r>
              <a:rPr sz="2280" spc="66" dirty="0">
                <a:latin typeface="Calibri"/>
                <a:cs typeface="Calibri"/>
              </a:rPr>
              <a:t> </a:t>
            </a:r>
            <a:r>
              <a:rPr sz="2280" dirty="0">
                <a:latin typeface="Calibri"/>
                <a:cs typeface="Calibri"/>
              </a:rPr>
              <a:t>might</a:t>
            </a:r>
            <a:r>
              <a:rPr sz="2280" spc="90" dirty="0">
                <a:latin typeface="Calibri"/>
                <a:cs typeface="Calibri"/>
              </a:rPr>
              <a:t> </a:t>
            </a:r>
            <a:r>
              <a:rPr sz="2280" dirty="0">
                <a:latin typeface="Calibri"/>
                <a:cs typeface="Calibri"/>
              </a:rPr>
              <a:t>not</a:t>
            </a:r>
            <a:r>
              <a:rPr sz="2280" spc="72" dirty="0">
                <a:latin typeface="Calibri"/>
                <a:cs typeface="Calibri"/>
              </a:rPr>
              <a:t> </a:t>
            </a:r>
            <a:r>
              <a:rPr sz="2280" dirty="0">
                <a:latin typeface="Calibri"/>
                <a:cs typeface="Calibri"/>
              </a:rPr>
              <a:t>be</a:t>
            </a:r>
            <a:r>
              <a:rPr sz="2280" spc="72" dirty="0">
                <a:latin typeface="Calibri"/>
                <a:cs typeface="Calibri"/>
              </a:rPr>
              <a:t> </a:t>
            </a:r>
            <a:r>
              <a:rPr sz="2280" dirty="0">
                <a:latin typeface="Calibri"/>
                <a:cs typeface="Calibri"/>
              </a:rPr>
              <a:t>a</a:t>
            </a:r>
            <a:r>
              <a:rPr sz="2280" spc="72" dirty="0">
                <a:latin typeface="Calibri"/>
                <a:cs typeface="Calibri"/>
              </a:rPr>
              <a:t> </a:t>
            </a:r>
            <a:r>
              <a:rPr sz="2280" dirty="0">
                <a:latin typeface="Calibri"/>
                <a:cs typeface="Calibri"/>
              </a:rPr>
              <a:t>good</a:t>
            </a:r>
            <a:r>
              <a:rPr sz="2280" spc="78" dirty="0">
                <a:latin typeface="Calibri"/>
                <a:cs typeface="Calibri"/>
              </a:rPr>
              <a:t> </a:t>
            </a:r>
            <a:r>
              <a:rPr sz="2280" dirty="0">
                <a:latin typeface="Calibri"/>
                <a:cs typeface="Calibri"/>
              </a:rPr>
              <a:t>idea</a:t>
            </a:r>
            <a:r>
              <a:rPr sz="2280" spc="84" dirty="0">
                <a:latin typeface="Calibri"/>
                <a:cs typeface="Calibri"/>
              </a:rPr>
              <a:t> </a:t>
            </a:r>
            <a:r>
              <a:rPr sz="2280" dirty="0">
                <a:latin typeface="Calibri"/>
                <a:cs typeface="Calibri"/>
              </a:rPr>
              <a:t>if</a:t>
            </a:r>
            <a:r>
              <a:rPr sz="2280" spc="66" dirty="0">
                <a:latin typeface="Calibri"/>
                <a:cs typeface="Calibri"/>
              </a:rPr>
              <a:t> </a:t>
            </a:r>
            <a:r>
              <a:rPr sz="2280" dirty="0">
                <a:latin typeface="Calibri"/>
                <a:cs typeface="Calibri"/>
              </a:rPr>
              <a:t>it</a:t>
            </a:r>
            <a:r>
              <a:rPr sz="2280" spc="84" dirty="0">
                <a:latin typeface="Calibri"/>
                <a:cs typeface="Calibri"/>
              </a:rPr>
              <a:t> </a:t>
            </a:r>
            <a:r>
              <a:rPr sz="2280" dirty="0">
                <a:latin typeface="Calibri"/>
                <a:cs typeface="Calibri"/>
              </a:rPr>
              <a:t>means</a:t>
            </a:r>
            <a:r>
              <a:rPr sz="2280" spc="84" dirty="0">
                <a:latin typeface="Calibri"/>
                <a:cs typeface="Calibri"/>
              </a:rPr>
              <a:t> </a:t>
            </a:r>
            <a:r>
              <a:rPr sz="2280" dirty="0">
                <a:latin typeface="Calibri"/>
                <a:cs typeface="Calibri"/>
              </a:rPr>
              <a:t>most</a:t>
            </a:r>
            <a:r>
              <a:rPr sz="2280" spc="78" dirty="0">
                <a:latin typeface="Calibri"/>
                <a:cs typeface="Calibri"/>
              </a:rPr>
              <a:t> </a:t>
            </a:r>
            <a:r>
              <a:rPr sz="2280" dirty="0">
                <a:latin typeface="Calibri"/>
                <a:cs typeface="Calibri"/>
              </a:rPr>
              <a:t>users</a:t>
            </a:r>
            <a:r>
              <a:rPr sz="2280" spc="72" dirty="0">
                <a:latin typeface="Calibri"/>
                <a:cs typeface="Calibri"/>
              </a:rPr>
              <a:t> </a:t>
            </a:r>
            <a:r>
              <a:rPr sz="2280" dirty="0">
                <a:latin typeface="Calibri"/>
                <a:cs typeface="Calibri"/>
              </a:rPr>
              <a:t>of</a:t>
            </a:r>
            <a:r>
              <a:rPr sz="2280" spc="66" dirty="0">
                <a:latin typeface="Calibri"/>
                <a:cs typeface="Calibri"/>
              </a:rPr>
              <a:t> </a:t>
            </a:r>
            <a:r>
              <a:rPr sz="2280" spc="-30" dirty="0">
                <a:latin typeface="Calibri"/>
                <a:cs typeface="Calibri"/>
              </a:rPr>
              <a:t>the 	</a:t>
            </a:r>
            <a:r>
              <a:rPr sz="2280" spc="-12" dirty="0">
                <a:latin typeface="Calibri"/>
                <a:cs typeface="Calibri"/>
              </a:rPr>
              <a:t>system</a:t>
            </a:r>
            <a:r>
              <a:rPr sz="2280" spc="-90" dirty="0">
                <a:latin typeface="Calibri"/>
                <a:cs typeface="Calibri"/>
              </a:rPr>
              <a:t> </a:t>
            </a:r>
            <a:r>
              <a:rPr sz="2280" dirty="0">
                <a:latin typeface="Calibri"/>
                <a:cs typeface="Calibri"/>
              </a:rPr>
              <a:t>have</a:t>
            </a:r>
            <a:r>
              <a:rPr sz="2280" spc="-60" dirty="0">
                <a:latin typeface="Calibri"/>
                <a:cs typeface="Calibri"/>
              </a:rPr>
              <a:t> </a:t>
            </a:r>
            <a:r>
              <a:rPr sz="2280" dirty="0">
                <a:latin typeface="Calibri"/>
                <a:cs typeface="Calibri"/>
              </a:rPr>
              <a:t>to</a:t>
            </a:r>
            <a:r>
              <a:rPr sz="2280" spc="-66" dirty="0">
                <a:latin typeface="Calibri"/>
                <a:cs typeface="Calibri"/>
              </a:rPr>
              <a:t> </a:t>
            </a:r>
            <a:r>
              <a:rPr sz="2280" dirty="0">
                <a:latin typeface="Calibri"/>
                <a:cs typeface="Calibri"/>
              </a:rPr>
              <a:t>adjust</a:t>
            </a:r>
            <a:r>
              <a:rPr sz="2280" spc="-90" dirty="0">
                <a:latin typeface="Calibri"/>
                <a:cs typeface="Calibri"/>
              </a:rPr>
              <a:t> </a:t>
            </a:r>
            <a:r>
              <a:rPr sz="2280" dirty="0">
                <a:latin typeface="Calibri"/>
                <a:cs typeface="Calibri"/>
              </a:rPr>
              <a:t>to</a:t>
            </a:r>
            <a:r>
              <a:rPr sz="2280" spc="-78" dirty="0">
                <a:latin typeface="Calibri"/>
                <a:cs typeface="Calibri"/>
              </a:rPr>
              <a:t> </a:t>
            </a:r>
            <a:r>
              <a:rPr sz="2280" spc="-30" dirty="0">
                <a:latin typeface="Calibri"/>
                <a:cs typeface="Calibri"/>
              </a:rPr>
              <a:t>it.</a:t>
            </a:r>
            <a:endParaRPr sz="2280">
              <a:latin typeface="Calibri"/>
              <a:cs typeface="Calibri"/>
            </a:endParaRPr>
          </a:p>
          <a:p>
            <a:pPr marL="301752" indent="-286512" algn="just">
              <a:spcBef>
                <a:spcPts val="546"/>
              </a:spcBef>
              <a:buFont typeface="Calibri"/>
              <a:buAutoNum type="arabicPeriod" startAt="4"/>
              <a:tabLst>
                <a:tab pos="301752" algn="l"/>
              </a:tabLst>
            </a:pPr>
            <a:r>
              <a:rPr sz="2280" b="1" i="1" dirty="0">
                <a:solidFill>
                  <a:srgbClr val="C00000"/>
                </a:solidFill>
                <a:latin typeface="Calibri"/>
                <a:cs typeface="Calibri"/>
              </a:rPr>
              <a:t>The</a:t>
            </a:r>
            <a:r>
              <a:rPr sz="2280" b="1" i="1" spc="-42" dirty="0">
                <a:solidFill>
                  <a:srgbClr val="C00000"/>
                </a:solidFill>
                <a:latin typeface="Calibri"/>
                <a:cs typeface="Calibri"/>
              </a:rPr>
              <a:t> </a:t>
            </a:r>
            <a:r>
              <a:rPr sz="2280" b="1" i="1" dirty="0">
                <a:solidFill>
                  <a:srgbClr val="C00000"/>
                </a:solidFill>
                <a:latin typeface="Calibri"/>
                <a:cs typeface="Calibri"/>
              </a:rPr>
              <a:t>costs</a:t>
            </a:r>
            <a:r>
              <a:rPr sz="2280" b="1" i="1" spc="-24" dirty="0">
                <a:solidFill>
                  <a:srgbClr val="C00000"/>
                </a:solidFill>
                <a:latin typeface="Calibri"/>
                <a:cs typeface="Calibri"/>
              </a:rPr>
              <a:t> </a:t>
            </a:r>
            <a:r>
              <a:rPr sz="2280" b="1" i="1" dirty="0">
                <a:solidFill>
                  <a:srgbClr val="C00000"/>
                </a:solidFill>
                <a:latin typeface="Calibri"/>
                <a:cs typeface="Calibri"/>
              </a:rPr>
              <a:t>of</a:t>
            </a:r>
            <a:r>
              <a:rPr sz="2280" b="1" i="1" spc="-60" dirty="0">
                <a:solidFill>
                  <a:srgbClr val="C00000"/>
                </a:solidFill>
                <a:latin typeface="Calibri"/>
                <a:cs typeface="Calibri"/>
              </a:rPr>
              <a:t> </a:t>
            </a:r>
            <a:r>
              <a:rPr sz="2280" b="1" i="1" dirty="0">
                <a:solidFill>
                  <a:srgbClr val="C00000"/>
                </a:solidFill>
                <a:latin typeface="Calibri"/>
                <a:cs typeface="Calibri"/>
              </a:rPr>
              <a:t>making</a:t>
            </a:r>
            <a:r>
              <a:rPr sz="2280" b="1" i="1" spc="-54" dirty="0">
                <a:solidFill>
                  <a:srgbClr val="C00000"/>
                </a:solidFill>
                <a:latin typeface="Calibri"/>
                <a:cs typeface="Calibri"/>
              </a:rPr>
              <a:t> </a:t>
            </a:r>
            <a:r>
              <a:rPr sz="2280" b="1" i="1" dirty="0">
                <a:solidFill>
                  <a:srgbClr val="C00000"/>
                </a:solidFill>
                <a:latin typeface="Calibri"/>
                <a:cs typeface="Calibri"/>
              </a:rPr>
              <a:t>the</a:t>
            </a:r>
            <a:r>
              <a:rPr sz="2280" b="1" i="1" spc="-30" dirty="0">
                <a:solidFill>
                  <a:srgbClr val="C00000"/>
                </a:solidFill>
                <a:latin typeface="Calibri"/>
                <a:cs typeface="Calibri"/>
              </a:rPr>
              <a:t> </a:t>
            </a:r>
            <a:r>
              <a:rPr sz="2280" b="1" i="1" spc="-12" dirty="0">
                <a:solidFill>
                  <a:srgbClr val="C00000"/>
                </a:solidFill>
                <a:latin typeface="Calibri"/>
                <a:cs typeface="Calibri"/>
              </a:rPr>
              <a:t>change</a:t>
            </a:r>
            <a:endParaRPr sz="2280">
              <a:latin typeface="Calibri"/>
              <a:cs typeface="Calibri"/>
            </a:endParaRPr>
          </a:p>
          <a:p>
            <a:pPr marL="422910" marR="6096" lvl="1" indent="-408432" algn="just">
              <a:spcBef>
                <a:spcPts val="546"/>
              </a:spcBef>
              <a:buFont typeface="Arial MT"/>
              <a:buChar char="•"/>
              <a:tabLst>
                <a:tab pos="425958" algn="l"/>
              </a:tabLst>
            </a:pPr>
            <a:r>
              <a:rPr sz="2280" dirty="0">
                <a:latin typeface="Calibri"/>
                <a:cs typeface="Calibri"/>
              </a:rPr>
              <a:t>If</a:t>
            </a:r>
            <a:r>
              <a:rPr sz="2280" spc="-30" dirty="0">
                <a:latin typeface="Calibri"/>
                <a:cs typeface="Calibri"/>
              </a:rPr>
              <a:t> </a:t>
            </a:r>
            <a:r>
              <a:rPr sz="2280" dirty="0">
                <a:latin typeface="Calibri"/>
                <a:cs typeface="Calibri"/>
              </a:rPr>
              <a:t>making</a:t>
            </a:r>
            <a:r>
              <a:rPr sz="2280" spc="-24" dirty="0">
                <a:latin typeface="Calibri"/>
                <a:cs typeface="Calibri"/>
              </a:rPr>
              <a:t> </a:t>
            </a:r>
            <a:r>
              <a:rPr sz="2280" dirty="0">
                <a:latin typeface="Calibri"/>
                <a:cs typeface="Calibri"/>
              </a:rPr>
              <a:t>the</a:t>
            </a:r>
            <a:r>
              <a:rPr sz="2280" spc="-18" dirty="0">
                <a:latin typeface="Calibri"/>
                <a:cs typeface="Calibri"/>
              </a:rPr>
              <a:t> </a:t>
            </a:r>
            <a:r>
              <a:rPr sz="2280" dirty="0">
                <a:latin typeface="Calibri"/>
                <a:cs typeface="Calibri"/>
              </a:rPr>
              <a:t>change</a:t>
            </a:r>
            <a:r>
              <a:rPr sz="2280" spc="-18" dirty="0">
                <a:latin typeface="Calibri"/>
                <a:cs typeface="Calibri"/>
              </a:rPr>
              <a:t> </a:t>
            </a:r>
            <a:r>
              <a:rPr sz="2280" dirty="0">
                <a:latin typeface="Calibri"/>
                <a:cs typeface="Calibri"/>
              </a:rPr>
              <a:t>affects</a:t>
            </a:r>
            <a:r>
              <a:rPr sz="2280" spc="-24" dirty="0">
                <a:latin typeface="Calibri"/>
                <a:cs typeface="Calibri"/>
              </a:rPr>
              <a:t> </a:t>
            </a:r>
            <a:r>
              <a:rPr sz="2280" dirty="0">
                <a:latin typeface="Calibri"/>
                <a:cs typeface="Calibri"/>
              </a:rPr>
              <a:t>many</a:t>
            </a:r>
            <a:r>
              <a:rPr sz="2280" spc="-18" dirty="0">
                <a:latin typeface="Calibri"/>
                <a:cs typeface="Calibri"/>
              </a:rPr>
              <a:t> </a:t>
            </a:r>
            <a:r>
              <a:rPr sz="2280" spc="-12" dirty="0">
                <a:latin typeface="Calibri"/>
                <a:cs typeface="Calibri"/>
              </a:rPr>
              <a:t>system</a:t>
            </a:r>
            <a:r>
              <a:rPr sz="2280" spc="-30" dirty="0">
                <a:latin typeface="Calibri"/>
                <a:cs typeface="Calibri"/>
              </a:rPr>
              <a:t> </a:t>
            </a:r>
            <a:r>
              <a:rPr sz="2280" dirty="0">
                <a:latin typeface="Calibri"/>
                <a:cs typeface="Calibri"/>
              </a:rPr>
              <a:t>components</a:t>
            </a:r>
            <a:r>
              <a:rPr sz="2280" spc="-12" dirty="0">
                <a:latin typeface="Calibri"/>
                <a:cs typeface="Calibri"/>
              </a:rPr>
              <a:t> </a:t>
            </a:r>
            <a:r>
              <a:rPr sz="2280" dirty="0">
                <a:latin typeface="Calibri"/>
                <a:cs typeface="Calibri"/>
              </a:rPr>
              <a:t>(hence</a:t>
            </a:r>
            <a:r>
              <a:rPr sz="2280" spc="-18" dirty="0">
                <a:latin typeface="Calibri"/>
                <a:cs typeface="Calibri"/>
              </a:rPr>
              <a:t> </a:t>
            </a:r>
            <a:r>
              <a:rPr sz="2280" dirty="0">
                <a:latin typeface="Calibri"/>
                <a:cs typeface="Calibri"/>
              </a:rPr>
              <a:t>increasing</a:t>
            </a:r>
            <a:r>
              <a:rPr sz="2280" spc="-24" dirty="0">
                <a:latin typeface="Calibri"/>
                <a:cs typeface="Calibri"/>
              </a:rPr>
              <a:t> </a:t>
            </a:r>
            <a:r>
              <a:rPr sz="2280" dirty="0">
                <a:latin typeface="Calibri"/>
                <a:cs typeface="Calibri"/>
              </a:rPr>
              <a:t>the</a:t>
            </a:r>
            <a:r>
              <a:rPr sz="2280" spc="-18" dirty="0">
                <a:latin typeface="Calibri"/>
                <a:cs typeface="Calibri"/>
              </a:rPr>
              <a:t> </a:t>
            </a:r>
            <a:r>
              <a:rPr sz="2280" spc="-12" dirty="0">
                <a:latin typeface="Calibri"/>
                <a:cs typeface="Calibri"/>
              </a:rPr>
              <a:t>chances 	</a:t>
            </a:r>
            <a:r>
              <a:rPr sz="2280" dirty="0">
                <a:latin typeface="Calibri"/>
                <a:cs typeface="Calibri"/>
              </a:rPr>
              <a:t>of</a:t>
            </a:r>
            <a:r>
              <a:rPr sz="2280" spc="156" dirty="0">
                <a:latin typeface="Calibri"/>
                <a:cs typeface="Calibri"/>
              </a:rPr>
              <a:t> </a:t>
            </a:r>
            <a:r>
              <a:rPr sz="2280" dirty="0">
                <a:latin typeface="Calibri"/>
                <a:cs typeface="Calibri"/>
              </a:rPr>
              <a:t>introducing</a:t>
            </a:r>
            <a:r>
              <a:rPr sz="2280" spc="168" dirty="0">
                <a:latin typeface="Calibri"/>
                <a:cs typeface="Calibri"/>
              </a:rPr>
              <a:t> </a:t>
            </a:r>
            <a:r>
              <a:rPr sz="2280" dirty="0">
                <a:latin typeface="Calibri"/>
                <a:cs typeface="Calibri"/>
              </a:rPr>
              <a:t>new</a:t>
            </a:r>
            <a:r>
              <a:rPr sz="2280" spc="156" dirty="0">
                <a:latin typeface="Calibri"/>
                <a:cs typeface="Calibri"/>
              </a:rPr>
              <a:t> </a:t>
            </a:r>
            <a:r>
              <a:rPr sz="2280" dirty="0">
                <a:latin typeface="Calibri"/>
                <a:cs typeface="Calibri"/>
              </a:rPr>
              <a:t>bugs)</a:t>
            </a:r>
            <a:r>
              <a:rPr sz="2280" spc="168" dirty="0">
                <a:latin typeface="Calibri"/>
                <a:cs typeface="Calibri"/>
              </a:rPr>
              <a:t> </a:t>
            </a:r>
            <a:r>
              <a:rPr sz="2280" dirty="0">
                <a:latin typeface="Calibri"/>
                <a:cs typeface="Calibri"/>
              </a:rPr>
              <a:t>and/or</a:t>
            </a:r>
            <a:r>
              <a:rPr sz="2280" spc="156" dirty="0">
                <a:latin typeface="Calibri"/>
                <a:cs typeface="Calibri"/>
              </a:rPr>
              <a:t> </a:t>
            </a:r>
            <a:r>
              <a:rPr sz="2280" dirty="0">
                <a:latin typeface="Calibri"/>
                <a:cs typeface="Calibri"/>
              </a:rPr>
              <a:t>takes</a:t>
            </a:r>
            <a:r>
              <a:rPr sz="2280" spc="174" dirty="0">
                <a:latin typeface="Calibri"/>
                <a:cs typeface="Calibri"/>
              </a:rPr>
              <a:t> </a:t>
            </a:r>
            <a:r>
              <a:rPr sz="2280" dirty="0">
                <a:latin typeface="Calibri"/>
                <a:cs typeface="Calibri"/>
              </a:rPr>
              <a:t>a</a:t>
            </a:r>
            <a:r>
              <a:rPr sz="2280" spc="162" dirty="0">
                <a:latin typeface="Calibri"/>
                <a:cs typeface="Calibri"/>
              </a:rPr>
              <a:t> </a:t>
            </a:r>
            <a:r>
              <a:rPr sz="2280" dirty="0">
                <a:latin typeface="Calibri"/>
                <a:cs typeface="Calibri"/>
              </a:rPr>
              <a:t>lot</a:t>
            </a:r>
            <a:r>
              <a:rPr sz="2280" spc="150" dirty="0">
                <a:latin typeface="Calibri"/>
                <a:cs typeface="Calibri"/>
              </a:rPr>
              <a:t> </a:t>
            </a:r>
            <a:r>
              <a:rPr sz="2280" dirty="0">
                <a:latin typeface="Calibri"/>
                <a:cs typeface="Calibri"/>
              </a:rPr>
              <a:t>of</a:t>
            </a:r>
            <a:r>
              <a:rPr sz="2280" spc="162" dirty="0">
                <a:latin typeface="Calibri"/>
                <a:cs typeface="Calibri"/>
              </a:rPr>
              <a:t> </a:t>
            </a:r>
            <a:r>
              <a:rPr sz="2280" dirty="0">
                <a:latin typeface="Calibri"/>
                <a:cs typeface="Calibri"/>
              </a:rPr>
              <a:t>time</a:t>
            </a:r>
            <a:r>
              <a:rPr sz="2280" spc="162" dirty="0">
                <a:latin typeface="Calibri"/>
                <a:cs typeface="Calibri"/>
              </a:rPr>
              <a:t> </a:t>
            </a:r>
            <a:r>
              <a:rPr sz="2280" dirty="0">
                <a:latin typeface="Calibri"/>
                <a:cs typeface="Calibri"/>
              </a:rPr>
              <a:t>to</a:t>
            </a:r>
            <a:r>
              <a:rPr sz="2280" spc="162" dirty="0">
                <a:latin typeface="Calibri"/>
                <a:cs typeface="Calibri"/>
              </a:rPr>
              <a:t> </a:t>
            </a:r>
            <a:r>
              <a:rPr sz="2280" dirty="0">
                <a:latin typeface="Calibri"/>
                <a:cs typeface="Calibri"/>
              </a:rPr>
              <a:t>implement,</a:t>
            </a:r>
            <a:r>
              <a:rPr sz="2280" spc="168" dirty="0">
                <a:latin typeface="Calibri"/>
                <a:cs typeface="Calibri"/>
              </a:rPr>
              <a:t> </a:t>
            </a:r>
            <a:r>
              <a:rPr sz="2280" dirty="0">
                <a:latin typeface="Calibri"/>
                <a:cs typeface="Calibri"/>
              </a:rPr>
              <a:t>then</a:t>
            </a:r>
            <a:r>
              <a:rPr sz="2280" spc="168" dirty="0">
                <a:latin typeface="Calibri"/>
                <a:cs typeface="Calibri"/>
              </a:rPr>
              <a:t> </a:t>
            </a:r>
            <a:r>
              <a:rPr sz="2280" dirty="0">
                <a:latin typeface="Calibri"/>
                <a:cs typeface="Calibri"/>
              </a:rPr>
              <a:t>the</a:t>
            </a:r>
            <a:r>
              <a:rPr sz="2280" spc="168" dirty="0">
                <a:latin typeface="Calibri"/>
                <a:cs typeface="Calibri"/>
              </a:rPr>
              <a:t> </a:t>
            </a:r>
            <a:r>
              <a:rPr sz="2280" spc="-12" dirty="0">
                <a:latin typeface="Calibri"/>
                <a:cs typeface="Calibri"/>
              </a:rPr>
              <a:t>change 	</a:t>
            </a:r>
            <a:r>
              <a:rPr sz="2280" dirty="0">
                <a:latin typeface="Calibri"/>
                <a:cs typeface="Calibri"/>
              </a:rPr>
              <a:t>may</a:t>
            </a:r>
            <a:r>
              <a:rPr sz="2280" spc="-66" dirty="0">
                <a:latin typeface="Calibri"/>
                <a:cs typeface="Calibri"/>
              </a:rPr>
              <a:t> </a:t>
            </a:r>
            <a:r>
              <a:rPr sz="2280" dirty="0">
                <a:latin typeface="Calibri"/>
                <a:cs typeface="Calibri"/>
              </a:rPr>
              <a:t>be</a:t>
            </a:r>
            <a:r>
              <a:rPr sz="2280" spc="-48" dirty="0">
                <a:latin typeface="Calibri"/>
                <a:cs typeface="Calibri"/>
              </a:rPr>
              <a:t> </a:t>
            </a:r>
            <a:r>
              <a:rPr sz="2280" spc="-12" dirty="0">
                <a:latin typeface="Calibri"/>
                <a:cs typeface="Calibri"/>
              </a:rPr>
              <a:t>rejected.</a:t>
            </a:r>
            <a:endParaRPr sz="2280">
              <a:latin typeface="Calibri"/>
              <a:cs typeface="Calibri"/>
            </a:endParaRPr>
          </a:p>
          <a:p>
            <a:pPr marL="301752" indent="-286512" algn="just">
              <a:spcBef>
                <a:spcPts val="551"/>
              </a:spcBef>
              <a:buFont typeface="Calibri"/>
              <a:buAutoNum type="arabicPeriod" startAt="5"/>
              <a:tabLst>
                <a:tab pos="301752" algn="l"/>
              </a:tabLst>
            </a:pPr>
            <a:r>
              <a:rPr sz="2280" b="1" i="1" dirty="0">
                <a:solidFill>
                  <a:srgbClr val="C00000"/>
                </a:solidFill>
                <a:latin typeface="Calibri"/>
                <a:cs typeface="Calibri"/>
              </a:rPr>
              <a:t>The</a:t>
            </a:r>
            <a:r>
              <a:rPr sz="2280" b="1" i="1" spc="-72" dirty="0">
                <a:solidFill>
                  <a:srgbClr val="C00000"/>
                </a:solidFill>
                <a:latin typeface="Calibri"/>
                <a:cs typeface="Calibri"/>
              </a:rPr>
              <a:t> </a:t>
            </a:r>
            <a:r>
              <a:rPr sz="2280" b="1" i="1" dirty="0">
                <a:solidFill>
                  <a:srgbClr val="C00000"/>
                </a:solidFill>
                <a:latin typeface="Calibri"/>
                <a:cs typeface="Calibri"/>
              </a:rPr>
              <a:t>product</a:t>
            </a:r>
            <a:r>
              <a:rPr sz="2280" b="1" i="1" spc="-48" dirty="0">
                <a:solidFill>
                  <a:srgbClr val="C00000"/>
                </a:solidFill>
                <a:latin typeface="Calibri"/>
                <a:cs typeface="Calibri"/>
              </a:rPr>
              <a:t> </a:t>
            </a:r>
            <a:r>
              <a:rPr sz="2280" b="1" i="1" dirty="0">
                <a:solidFill>
                  <a:srgbClr val="C00000"/>
                </a:solidFill>
                <a:latin typeface="Calibri"/>
                <a:cs typeface="Calibri"/>
              </a:rPr>
              <a:t>release</a:t>
            </a:r>
            <a:r>
              <a:rPr sz="2280" b="1" i="1" spc="-60" dirty="0">
                <a:solidFill>
                  <a:srgbClr val="C00000"/>
                </a:solidFill>
                <a:latin typeface="Calibri"/>
                <a:cs typeface="Calibri"/>
              </a:rPr>
              <a:t> </a:t>
            </a:r>
            <a:r>
              <a:rPr sz="2280" b="1" i="1" spc="-24" dirty="0">
                <a:solidFill>
                  <a:srgbClr val="C00000"/>
                </a:solidFill>
                <a:latin typeface="Calibri"/>
                <a:cs typeface="Calibri"/>
              </a:rPr>
              <a:t>cycle</a:t>
            </a:r>
            <a:endParaRPr sz="2280">
              <a:latin typeface="Calibri"/>
              <a:cs typeface="Calibri"/>
            </a:endParaRPr>
          </a:p>
          <a:p>
            <a:pPr marL="422910" marR="6858" lvl="1" indent="-408432" algn="just">
              <a:spcBef>
                <a:spcPts val="546"/>
              </a:spcBef>
              <a:buFont typeface="Arial MT"/>
              <a:buChar char="•"/>
              <a:tabLst>
                <a:tab pos="425958" algn="l"/>
              </a:tabLst>
            </a:pPr>
            <a:r>
              <a:rPr sz="2280" dirty="0">
                <a:latin typeface="Calibri"/>
                <a:cs typeface="Calibri"/>
              </a:rPr>
              <a:t>If</a:t>
            </a:r>
            <a:r>
              <a:rPr sz="2280" spc="204" dirty="0">
                <a:latin typeface="Calibri"/>
                <a:cs typeface="Calibri"/>
              </a:rPr>
              <a:t> </a:t>
            </a:r>
            <a:r>
              <a:rPr sz="2280" dirty="0">
                <a:latin typeface="Calibri"/>
                <a:cs typeface="Calibri"/>
              </a:rPr>
              <a:t>a</a:t>
            </a:r>
            <a:r>
              <a:rPr sz="2280" spc="210" dirty="0">
                <a:latin typeface="Calibri"/>
                <a:cs typeface="Calibri"/>
              </a:rPr>
              <a:t> </a:t>
            </a:r>
            <a:r>
              <a:rPr sz="2280" dirty="0">
                <a:latin typeface="Calibri"/>
                <a:cs typeface="Calibri"/>
              </a:rPr>
              <a:t>new</a:t>
            </a:r>
            <a:r>
              <a:rPr sz="2280" spc="216" dirty="0">
                <a:latin typeface="Calibri"/>
                <a:cs typeface="Calibri"/>
              </a:rPr>
              <a:t> </a:t>
            </a:r>
            <a:r>
              <a:rPr sz="2280" dirty="0">
                <a:latin typeface="Calibri"/>
                <a:cs typeface="Calibri"/>
              </a:rPr>
              <a:t>version</a:t>
            </a:r>
            <a:r>
              <a:rPr sz="2280" spc="216" dirty="0">
                <a:latin typeface="Calibri"/>
                <a:cs typeface="Calibri"/>
              </a:rPr>
              <a:t> </a:t>
            </a:r>
            <a:r>
              <a:rPr sz="2280" dirty="0">
                <a:latin typeface="Calibri"/>
                <a:cs typeface="Calibri"/>
              </a:rPr>
              <a:t>of</a:t>
            </a:r>
            <a:r>
              <a:rPr sz="2280" spc="204" dirty="0">
                <a:latin typeface="Calibri"/>
                <a:cs typeface="Calibri"/>
              </a:rPr>
              <a:t> </a:t>
            </a:r>
            <a:r>
              <a:rPr sz="2280" dirty="0">
                <a:latin typeface="Calibri"/>
                <a:cs typeface="Calibri"/>
              </a:rPr>
              <a:t>the</a:t>
            </a:r>
            <a:r>
              <a:rPr sz="2280" spc="216" dirty="0">
                <a:latin typeface="Calibri"/>
                <a:cs typeface="Calibri"/>
              </a:rPr>
              <a:t> </a:t>
            </a:r>
            <a:r>
              <a:rPr sz="2280" dirty="0">
                <a:latin typeface="Calibri"/>
                <a:cs typeface="Calibri"/>
              </a:rPr>
              <a:t>software</a:t>
            </a:r>
            <a:r>
              <a:rPr sz="2280" spc="216" dirty="0">
                <a:latin typeface="Calibri"/>
                <a:cs typeface="Calibri"/>
              </a:rPr>
              <a:t> </a:t>
            </a:r>
            <a:r>
              <a:rPr sz="2280" dirty="0">
                <a:latin typeface="Calibri"/>
                <a:cs typeface="Calibri"/>
              </a:rPr>
              <a:t>has</a:t>
            </a:r>
            <a:r>
              <a:rPr sz="2280" spc="216" dirty="0">
                <a:latin typeface="Calibri"/>
                <a:cs typeface="Calibri"/>
              </a:rPr>
              <a:t> </a:t>
            </a:r>
            <a:r>
              <a:rPr sz="2280" dirty="0">
                <a:latin typeface="Calibri"/>
                <a:cs typeface="Calibri"/>
              </a:rPr>
              <a:t>just</a:t>
            </a:r>
            <a:r>
              <a:rPr sz="2280" spc="216" dirty="0">
                <a:latin typeface="Calibri"/>
                <a:cs typeface="Calibri"/>
              </a:rPr>
              <a:t> </a:t>
            </a:r>
            <a:r>
              <a:rPr sz="2280" dirty="0">
                <a:latin typeface="Calibri"/>
                <a:cs typeface="Calibri"/>
              </a:rPr>
              <a:t>been</a:t>
            </a:r>
            <a:r>
              <a:rPr sz="2280" spc="210" dirty="0">
                <a:latin typeface="Calibri"/>
                <a:cs typeface="Calibri"/>
              </a:rPr>
              <a:t> </a:t>
            </a:r>
            <a:r>
              <a:rPr sz="2280" dirty="0">
                <a:latin typeface="Calibri"/>
                <a:cs typeface="Calibri"/>
              </a:rPr>
              <a:t>released</a:t>
            </a:r>
            <a:r>
              <a:rPr sz="2280" spc="216" dirty="0">
                <a:latin typeface="Calibri"/>
                <a:cs typeface="Calibri"/>
              </a:rPr>
              <a:t> </a:t>
            </a:r>
            <a:r>
              <a:rPr sz="2280" dirty="0">
                <a:latin typeface="Calibri"/>
                <a:cs typeface="Calibri"/>
              </a:rPr>
              <a:t>to</a:t>
            </a:r>
            <a:r>
              <a:rPr sz="2280" spc="216" dirty="0">
                <a:latin typeface="Calibri"/>
                <a:cs typeface="Calibri"/>
              </a:rPr>
              <a:t> </a:t>
            </a:r>
            <a:r>
              <a:rPr sz="2280" dirty="0">
                <a:latin typeface="Calibri"/>
                <a:cs typeface="Calibri"/>
              </a:rPr>
              <a:t>customers,</a:t>
            </a:r>
            <a:r>
              <a:rPr sz="2280" spc="228" dirty="0">
                <a:latin typeface="Calibri"/>
                <a:cs typeface="Calibri"/>
              </a:rPr>
              <a:t> </a:t>
            </a:r>
            <a:r>
              <a:rPr sz="2280" dirty="0">
                <a:latin typeface="Calibri"/>
                <a:cs typeface="Calibri"/>
              </a:rPr>
              <a:t>it</a:t>
            </a:r>
            <a:r>
              <a:rPr sz="2280" spc="210" dirty="0">
                <a:latin typeface="Calibri"/>
                <a:cs typeface="Calibri"/>
              </a:rPr>
              <a:t> </a:t>
            </a:r>
            <a:r>
              <a:rPr sz="2280" dirty="0">
                <a:latin typeface="Calibri"/>
                <a:cs typeface="Calibri"/>
              </a:rPr>
              <a:t>may</a:t>
            </a:r>
            <a:r>
              <a:rPr sz="2280" spc="216" dirty="0">
                <a:latin typeface="Calibri"/>
                <a:cs typeface="Calibri"/>
              </a:rPr>
              <a:t> </a:t>
            </a:r>
            <a:r>
              <a:rPr sz="2280" spc="-24" dirty="0">
                <a:latin typeface="Calibri"/>
                <a:cs typeface="Calibri"/>
              </a:rPr>
              <a:t>make 	</a:t>
            </a:r>
            <a:r>
              <a:rPr sz="2280" dirty="0">
                <a:latin typeface="Calibri"/>
                <a:cs typeface="Calibri"/>
              </a:rPr>
              <a:t>sense</a:t>
            </a:r>
            <a:r>
              <a:rPr sz="2280" spc="-72" dirty="0">
                <a:latin typeface="Calibri"/>
                <a:cs typeface="Calibri"/>
              </a:rPr>
              <a:t> </a:t>
            </a:r>
            <a:r>
              <a:rPr sz="2280" dirty="0">
                <a:latin typeface="Calibri"/>
                <a:cs typeface="Calibri"/>
              </a:rPr>
              <a:t>to</a:t>
            </a:r>
            <a:r>
              <a:rPr sz="2280" spc="-66" dirty="0">
                <a:latin typeface="Calibri"/>
                <a:cs typeface="Calibri"/>
              </a:rPr>
              <a:t> </a:t>
            </a:r>
            <a:r>
              <a:rPr sz="2280" dirty="0">
                <a:latin typeface="Calibri"/>
                <a:cs typeface="Calibri"/>
              </a:rPr>
              <a:t>delay</a:t>
            </a:r>
            <a:r>
              <a:rPr sz="2280" spc="-42" dirty="0">
                <a:latin typeface="Calibri"/>
                <a:cs typeface="Calibri"/>
              </a:rPr>
              <a:t> </a:t>
            </a:r>
            <a:r>
              <a:rPr sz="2280" spc="-12" dirty="0">
                <a:latin typeface="Calibri"/>
                <a:cs typeface="Calibri"/>
              </a:rPr>
              <a:t>implementation</a:t>
            </a:r>
            <a:r>
              <a:rPr sz="2280" spc="-24" dirty="0">
                <a:latin typeface="Calibri"/>
                <a:cs typeface="Calibri"/>
              </a:rPr>
              <a:t> </a:t>
            </a:r>
            <a:r>
              <a:rPr sz="2280" dirty="0">
                <a:latin typeface="Calibri"/>
                <a:cs typeface="Calibri"/>
              </a:rPr>
              <a:t>of</a:t>
            </a:r>
            <a:r>
              <a:rPr sz="2280" spc="-84" dirty="0">
                <a:latin typeface="Calibri"/>
                <a:cs typeface="Calibri"/>
              </a:rPr>
              <a:t> </a:t>
            </a:r>
            <a:r>
              <a:rPr sz="2280" dirty="0">
                <a:latin typeface="Calibri"/>
                <a:cs typeface="Calibri"/>
              </a:rPr>
              <a:t>the</a:t>
            </a:r>
            <a:r>
              <a:rPr sz="2280" spc="-60" dirty="0">
                <a:latin typeface="Calibri"/>
                <a:cs typeface="Calibri"/>
              </a:rPr>
              <a:t> </a:t>
            </a:r>
            <a:r>
              <a:rPr sz="2280" dirty="0">
                <a:latin typeface="Calibri"/>
                <a:cs typeface="Calibri"/>
              </a:rPr>
              <a:t>change</a:t>
            </a:r>
            <a:r>
              <a:rPr sz="2280" spc="-42" dirty="0">
                <a:latin typeface="Calibri"/>
                <a:cs typeface="Calibri"/>
              </a:rPr>
              <a:t> </a:t>
            </a:r>
            <a:r>
              <a:rPr sz="2280" dirty="0">
                <a:latin typeface="Calibri"/>
                <a:cs typeface="Calibri"/>
              </a:rPr>
              <a:t>until</a:t>
            </a:r>
            <a:r>
              <a:rPr sz="2280" spc="-60" dirty="0">
                <a:latin typeface="Calibri"/>
                <a:cs typeface="Calibri"/>
              </a:rPr>
              <a:t> </a:t>
            </a:r>
            <a:r>
              <a:rPr sz="2280" dirty="0">
                <a:latin typeface="Calibri"/>
                <a:cs typeface="Calibri"/>
              </a:rPr>
              <a:t>the</a:t>
            </a:r>
            <a:r>
              <a:rPr sz="2280" spc="-60" dirty="0">
                <a:latin typeface="Calibri"/>
                <a:cs typeface="Calibri"/>
              </a:rPr>
              <a:t> </a:t>
            </a:r>
            <a:r>
              <a:rPr sz="2280" dirty="0">
                <a:latin typeface="Calibri"/>
                <a:cs typeface="Calibri"/>
              </a:rPr>
              <a:t>next</a:t>
            </a:r>
            <a:r>
              <a:rPr sz="2280" spc="-60" dirty="0">
                <a:latin typeface="Calibri"/>
                <a:cs typeface="Calibri"/>
              </a:rPr>
              <a:t> </a:t>
            </a:r>
            <a:r>
              <a:rPr sz="2280" dirty="0">
                <a:latin typeface="Calibri"/>
                <a:cs typeface="Calibri"/>
              </a:rPr>
              <a:t>planned</a:t>
            </a:r>
            <a:r>
              <a:rPr sz="2280" spc="-36" dirty="0">
                <a:latin typeface="Calibri"/>
                <a:cs typeface="Calibri"/>
              </a:rPr>
              <a:t> </a:t>
            </a:r>
            <a:r>
              <a:rPr sz="2280" spc="-12" dirty="0">
                <a:latin typeface="Calibri"/>
                <a:cs typeface="Calibri"/>
              </a:rPr>
              <a:t>release.</a:t>
            </a:r>
            <a:endParaRPr sz="2280">
              <a:latin typeface="Calibri"/>
              <a:cs typeface="Calibri"/>
            </a:endParaRPr>
          </a:p>
        </p:txBody>
      </p:sp>
    </p:spTree>
    <p:extLst>
      <p:ext uri="{BB962C8B-B14F-4D97-AF65-F5344CB8AC3E}">
        <p14:creationId xmlns:p14="http://schemas.microsoft.com/office/powerpoint/2010/main" val="1097049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0" y="166878"/>
            <a:ext cx="5460492" cy="365485"/>
          </a:xfrm>
          <a:prstGeom prst="rect">
            <a:avLst/>
          </a:prstGeom>
        </p:spPr>
        <p:txBody>
          <a:bodyPr vert="horz" wrap="square" lIns="0" tIns="14478" rIns="0" bIns="0" rtlCol="0">
            <a:spAutoFit/>
          </a:bodyPr>
          <a:lstStyle/>
          <a:p>
            <a:pPr marL="425958" indent="-410718">
              <a:spcBef>
                <a:spcPts val="114"/>
              </a:spcBef>
              <a:buFont typeface="Arial MT"/>
              <a:buChar char="•"/>
              <a:tabLst>
                <a:tab pos="425958" algn="l"/>
              </a:tabLst>
            </a:pPr>
            <a:r>
              <a:rPr sz="2280" dirty="0">
                <a:latin typeface="Calibri"/>
                <a:cs typeface="Calibri"/>
              </a:rPr>
              <a:t>A</a:t>
            </a:r>
            <a:r>
              <a:rPr sz="2280" spc="-96" dirty="0">
                <a:latin typeface="Calibri"/>
                <a:cs typeface="Calibri"/>
              </a:rPr>
              <a:t> </a:t>
            </a:r>
            <a:r>
              <a:rPr sz="2280" dirty="0">
                <a:latin typeface="Calibri"/>
                <a:cs typeface="Calibri"/>
              </a:rPr>
              <a:t>partially</a:t>
            </a:r>
            <a:r>
              <a:rPr sz="2280" spc="-72" dirty="0">
                <a:latin typeface="Calibri"/>
                <a:cs typeface="Calibri"/>
              </a:rPr>
              <a:t> </a:t>
            </a:r>
            <a:r>
              <a:rPr sz="2280" dirty="0">
                <a:latin typeface="Calibri"/>
                <a:cs typeface="Calibri"/>
              </a:rPr>
              <a:t>completed</a:t>
            </a:r>
            <a:r>
              <a:rPr sz="2280" spc="-60" dirty="0">
                <a:latin typeface="Calibri"/>
                <a:cs typeface="Calibri"/>
              </a:rPr>
              <a:t> </a:t>
            </a:r>
            <a:r>
              <a:rPr sz="2280" dirty="0">
                <a:latin typeface="Calibri"/>
                <a:cs typeface="Calibri"/>
              </a:rPr>
              <a:t>change</a:t>
            </a:r>
            <a:r>
              <a:rPr sz="2280" spc="-84" dirty="0">
                <a:latin typeface="Calibri"/>
                <a:cs typeface="Calibri"/>
              </a:rPr>
              <a:t> </a:t>
            </a:r>
            <a:r>
              <a:rPr sz="2280" dirty="0">
                <a:latin typeface="Calibri"/>
                <a:cs typeface="Calibri"/>
              </a:rPr>
              <a:t>request</a:t>
            </a:r>
            <a:r>
              <a:rPr sz="2280" spc="-66" dirty="0">
                <a:latin typeface="Calibri"/>
                <a:cs typeface="Calibri"/>
              </a:rPr>
              <a:t> </a:t>
            </a:r>
            <a:r>
              <a:rPr sz="2280" spc="-24" dirty="0">
                <a:latin typeface="Calibri"/>
                <a:cs typeface="Calibri"/>
              </a:rPr>
              <a:t>form</a:t>
            </a:r>
            <a:endParaRPr sz="2280">
              <a:latin typeface="Calibri"/>
              <a:cs typeface="Calibri"/>
            </a:endParaRPr>
          </a:p>
        </p:txBody>
      </p:sp>
      <p:grpSp>
        <p:nvGrpSpPr>
          <p:cNvPr id="3" name="object 3"/>
          <p:cNvGrpSpPr/>
          <p:nvPr/>
        </p:nvGrpSpPr>
        <p:grpSpPr>
          <a:xfrm>
            <a:off x="2801036" y="652471"/>
            <a:ext cx="7770114" cy="5996178"/>
            <a:chOff x="1826196" y="543725"/>
            <a:chExt cx="6475095" cy="4996815"/>
          </a:xfrm>
        </p:grpSpPr>
        <p:pic>
          <p:nvPicPr>
            <p:cNvPr id="4" name="object 4"/>
            <p:cNvPicPr/>
            <p:nvPr/>
          </p:nvPicPr>
          <p:blipFill>
            <a:blip r:embed="rId2" cstate="print"/>
            <a:stretch>
              <a:fillRect/>
            </a:stretch>
          </p:blipFill>
          <p:spPr>
            <a:xfrm>
              <a:off x="1835657" y="639494"/>
              <a:ext cx="6382120" cy="4805022"/>
            </a:xfrm>
            <a:prstGeom prst="rect">
              <a:avLst/>
            </a:prstGeom>
          </p:spPr>
        </p:pic>
        <p:sp>
          <p:nvSpPr>
            <p:cNvPr id="5" name="object 5"/>
            <p:cNvSpPr/>
            <p:nvPr/>
          </p:nvSpPr>
          <p:spPr>
            <a:xfrm>
              <a:off x="1830958" y="548487"/>
              <a:ext cx="6465570" cy="4987290"/>
            </a:xfrm>
            <a:custGeom>
              <a:avLst/>
              <a:gdLst/>
              <a:ahLst/>
              <a:cxnLst/>
              <a:rect l="l" t="t" r="r" b="b"/>
              <a:pathLst>
                <a:path w="6465570" h="4987290">
                  <a:moveTo>
                    <a:pt x="0" y="4987036"/>
                  </a:moveTo>
                  <a:lnTo>
                    <a:pt x="6465570" y="4987036"/>
                  </a:lnTo>
                  <a:lnTo>
                    <a:pt x="6465570" y="0"/>
                  </a:lnTo>
                  <a:lnTo>
                    <a:pt x="0" y="0"/>
                  </a:lnTo>
                  <a:lnTo>
                    <a:pt x="0" y="4987036"/>
                  </a:lnTo>
                  <a:close/>
                </a:path>
              </a:pathLst>
            </a:custGeom>
            <a:ln w="9525">
              <a:solidFill>
                <a:srgbClr val="000000"/>
              </a:solidFill>
            </a:ln>
          </p:spPr>
          <p:txBody>
            <a:bodyPr wrap="square" lIns="0" tIns="0" rIns="0" bIns="0" rtlCol="0"/>
            <a:lstStyle/>
            <a:p>
              <a:endParaRPr sz="2160"/>
            </a:p>
          </p:txBody>
        </p:sp>
      </p:grpSp>
    </p:spTree>
    <p:extLst>
      <p:ext uri="{BB962C8B-B14F-4D97-AF65-F5344CB8AC3E}">
        <p14:creationId xmlns:p14="http://schemas.microsoft.com/office/powerpoint/2010/main" val="34279121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80963"/>
            <a:ext cx="3375025" cy="715962"/>
          </a:xfrm>
          <a:prstGeom prst="rect">
            <a:avLst/>
          </a:prstGeom>
        </p:spPr>
        <p:txBody>
          <a:bodyPr vert="horz" wrap="square" lIns="0" tIns="14478" rIns="0" bIns="0" rtlCol="0" anchor="t">
            <a:spAutoFit/>
          </a:bodyPr>
          <a:lstStyle/>
          <a:p>
            <a:pPr marL="15240">
              <a:spcBef>
                <a:spcPts val="114"/>
              </a:spcBef>
              <a:tabLst>
                <a:tab pos="433578" algn="l"/>
              </a:tabLst>
            </a:pPr>
            <a:r>
              <a:rPr sz="2280" spc="-30" dirty="0">
                <a:solidFill>
                  <a:srgbClr val="000000"/>
                </a:solidFill>
              </a:rPr>
              <a:t>4.</a:t>
            </a:r>
            <a:r>
              <a:rPr sz="2280" dirty="0">
                <a:solidFill>
                  <a:srgbClr val="000000"/>
                </a:solidFill>
              </a:rPr>
              <a:t>	RELEASE</a:t>
            </a:r>
            <a:r>
              <a:rPr sz="2280" spc="-114" dirty="0">
                <a:solidFill>
                  <a:srgbClr val="000000"/>
                </a:solidFill>
              </a:rPr>
              <a:t> </a:t>
            </a:r>
            <a:r>
              <a:rPr sz="2280" spc="-12" dirty="0">
                <a:solidFill>
                  <a:srgbClr val="000000"/>
                </a:solidFill>
              </a:rPr>
              <a:t>MANAGEMENT</a:t>
            </a:r>
            <a:endParaRPr sz="2280"/>
          </a:p>
        </p:txBody>
      </p:sp>
      <p:sp>
        <p:nvSpPr>
          <p:cNvPr id="3" name="object 3"/>
          <p:cNvSpPr txBox="1"/>
          <p:nvPr/>
        </p:nvSpPr>
        <p:spPr>
          <a:xfrm>
            <a:off x="833201" y="428091"/>
            <a:ext cx="10529316" cy="6327886"/>
          </a:xfrm>
          <a:prstGeom prst="rect">
            <a:avLst/>
          </a:prstGeom>
        </p:spPr>
        <p:txBody>
          <a:bodyPr vert="horz" wrap="square" lIns="0" tIns="60960" rIns="0" bIns="0" rtlCol="0">
            <a:spAutoFit/>
          </a:bodyPr>
          <a:lstStyle/>
          <a:p>
            <a:pPr marL="425958" indent="-410718">
              <a:spcBef>
                <a:spcPts val="480"/>
              </a:spcBef>
              <a:buFont typeface="Arial MT"/>
              <a:buChar char="•"/>
              <a:tabLst>
                <a:tab pos="425958" algn="l"/>
              </a:tabLst>
            </a:pPr>
            <a:r>
              <a:rPr sz="2160" dirty="0">
                <a:latin typeface="Calibri"/>
                <a:cs typeface="Calibri"/>
              </a:rPr>
              <a:t>A</a:t>
            </a:r>
            <a:r>
              <a:rPr sz="2160" spc="-48" dirty="0">
                <a:latin typeface="Calibri"/>
                <a:cs typeface="Calibri"/>
              </a:rPr>
              <a:t> </a:t>
            </a:r>
            <a:r>
              <a:rPr sz="2160" spc="-12" dirty="0">
                <a:latin typeface="Calibri"/>
                <a:cs typeface="Calibri"/>
              </a:rPr>
              <a:t>system</a:t>
            </a:r>
            <a:r>
              <a:rPr sz="2160" spc="-54" dirty="0">
                <a:latin typeface="Calibri"/>
                <a:cs typeface="Calibri"/>
              </a:rPr>
              <a:t> </a:t>
            </a:r>
            <a:r>
              <a:rPr sz="2160" dirty="0">
                <a:latin typeface="Calibri"/>
                <a:cs typeface="Calibri"/>
              </a:rPr>
              <a:t>release</a:t>
            </a:r>
            <a:r>
              <a:rPr sz="2160" spc="-36" dirty="0">
                <a:latin typeface="Calibri"/>
                <a:cs typeface="Calibri"/>
              </a:rPr>
              <a:t> </a:t>
            </a:r>
            <a:r>
              <a:rPr sz="2160" dirty="0">
                <a:latin typeface="Calibri"/>
                <a:cs typeface="Calibri"/>
              </a:rPr>
              <a:t>is</a:t>
            </a:r>
            <a:r>
              <a:rPr sz="2160" spc="-42" dirty="0">
                <a:latin typeface="Calibri"/>
                <a:cs typeface="Calibri"/>
              </a:rPr>
              <a:t> </a:t>
            </a:r>
            <a:r>
              <a:rPr sz="2160" dirty="0">
                <a:latin typeface="Calibri"/>
                <a:cs typeface="Calibri"/>
              </a:rPr>
              <a:t>a</a:t>
            </a:r>
            <a:r>
              <a:rPr sz="2160" spc="-48" dirty="0">
                <a:latin typeface="Calibri"/>
                <a:cs typeface="Calibri"/>
              </a:rPr>
              <a:t> </a:t>
            </a:r>
            <a:r>
              <a:rPr sz="2160" dirty="0">
                <a:latin typeface="Calibri"/>
                <a:cs typeface="Calibri"/>
              </a:rPr>
              <a:t>version</a:t>
            </a:r>
            <a:r>
              <a:rPr sz="2160" spc="-36" dirty="0">
                <a:latin typeface="Calibri"/>
                <a:cs typeface="Calibri"/>
              </a:rPr>
              <a:t> </a:t>
            </a:r>
            <a:r>
              <a:rPr sz="2160" dirty="0">
                <a:latin typeface="Calibri"/>
                <a:cs typeface="Calibri"/>
              </a:rPr>
              <a:t>of</a:t>
            </a:r>
            <a:r>
              <a:rPr sz="2160" spc="-42" dirty="0">
                <a:latin typeface="Calibri"/>
                <a:cs typeface="Calibri"/>
              </a:rPr>
              <a:t> </a:t>
            </a:r>
            <a:r>
              <a:rPr sz="2160" dirty="0">
                <a:latin typeface="Calibri"/>
                <a:cs typeface="Calibri"/>
              </a:rPr>
              <a:t>a</a:t>
            </a:r>
            <a:r>
              <a:rPr sz="2160" spc="-48" dirty="0">
                <a:latin typeface="Calibri"/>
                <a:cs typeface="Calibri"/>
              </a:rPr>
              <a:t> </a:t>
            </a:r>
            <a:r>
              <a:rPr sz="2160" dirty="0">
                <a:latin typeface="Calibri"/>
                <a:cs typeface="Calibri"/>
              </a:rPr>
              <a:t>software</a:t>
            </a:r>
            <a:r>
              <a:rPr sz="2160" spc="-30" dirty="0">
                <a:latin typeface="Calibri"/>
                <a:cs typeface="Calibri"/>
              </a:rPr>
              <a:t> </a:t>
            </a:r>
            <a:r>
              <a:rPr sz="2160" spc="-12" dirty="0">
                <a:latin typeface="Calibri"/>
                <a:cs typeface="Calibri"/>
              </a:rPr>
              <a:t>system</a:t>
            </a:r>
            <a:r>
              <a:rPr sz="2160" spc="-54" dirty="0">
                <a:latin typeface="Calibri"/>
                <a:cs typeface="Calibri"/>
              </a:rPr>
              <a:t> </a:t>
            </a:r>
            <a:r>
              <a:rPr sz="2160" dirty="0">
                <a:latin typeface="Calibri"/>
                <a:cs typeface="Calibri"/>
              </a:rPr>
              <a:t>that</a:t>
            </a:r>
            <a:r>
              <a:rPr sz="2160" spc="-48" dirty="0">
                <a:latin typeface="Calibri"/>
                <a:cs typeface="Calibri"/>
              </a:rPr>
              <a:t> </a:t>
            </a:r>
            <a:r>
              <a:rPr sz="2160" dirty="0">
                <a:latin typeface="Calibri"/>
                <a:cs typeface="Calibri"/>
              </a:rPr>
              <a:t>is</a:t>
            </a:r>
            <a:r>
              <a:rPr sz="2160" spc="-42" dirty="0">
                <a:latin typeface="Calibri"/>
                <a:cs typeface="Calibri"/>
              </a:rPr>
              <a:t> </a:t>
            </a:r>
            <a:r>
              <a:rPr sz="2160" b="1" i="1" spc="-12" dirty="0">
                <a:solidFill>
                  <a:srgbClr val="C00000"/>
                </a:solidFill>
                <a:latin typeface="Calibri"/>
                <a:cs typeface="Calibri"/>
              </a:rPr>
              <a:t>distributed</a:t>
            </a:r>
            <a:r>
              <a:rPr sz="2160" b="1" i="1" spc="-42" dirty="0">
                <a:solidFill>
                  <a:srgbClr val="C00000"/>
                </a:solidFill>
                <a:latin typeface="Calibri"/>
                <a:cs typeface="Calibri"/>
              </a:rPr>
              <a:t> </a:t>
            </a:r>
            <a:r>
              <a:rPr sz="2160" b="1" i="1" dirty="0">
                <a:solidFill>
                  <a:srgbClr val="C00000"/>
                </a:solidFill>
                <a:latin typeface="Calibri"/>
                <a:cs typeface="Calibri"/>
              </a:rPr>
              <a:t>to</a:t>
            </a:r>
            <a:r>
              <a:rPr sz="2160" b="1" i="1" spc="-36" dirty="0">
                <a:solidFill>
                  <a:srgbClr val="C00000"/>
                </a:solidFill>
                <a:latin typeface="Calibri"/>
                <a:cs typeface="Calibri"/>
              </a:rPr>
              <a:t> </a:t>
            </a:r>
            <a:r>
              <a:rPr sz="2160" b="1" i="1" spc="-12" dirty="0">
                <a:solidFill>
                  <a:srgbClr val="C00000"/>
                </a:solidFill>
                <a:latin typeface="Calibri"/>
                <a:cs typeface="Calibri"/>
              </a:rPr>
              <a:t>customers</a:t>
            </a:r>
            <a:r>
              <a:rPr sz="2160" spc="-12" dirty="0">
                <a:latin typeface="Calibri"/>
                <a:cs typeface="Calibri"/>
              </a:rPr>
              <a:t>.</a:t>
            </a:r>
            <a:endParaRPr sz="2160" dirty="0">
              <a:latin typeface="Calibri"/>
              <a:cs typeface="Calibri"/>
            </a:endParaRPr>
          </a:p>
          <a:p>
            <a:pPr marL="425958" indent="-410718">
              <a:spcBef>
                <a:spcPts val="360"/>
              </a:spcBef>
              <a:buFont typeface="Arial MT"/>
              <a:buChar char="•"/>
              <a:tabLst>
                <a:tab pos="425958" algn="l"/>
              </a:tabLst>
            </a:pPr>
            <a:r>
              <a:rPr sz="2160" dirty="0">
                <a:latin typeface="Calibri"/>
                <a:cs typeface="Calibri"/>
              </a:rPr>
              <a:t>For</a:t>
            </a:r>
            <a:r>
              <a:rPr sz="2160" spc="-48" dirty="0">
                <a:latin typeface="Calibri"/>
                <a:cs typeface="Calibri"/>
              </a:rPr>
              <a:t> </a:t>
            </a:r>
            <a:r>
              <a:rPr sz="2160" dirty="0">
                <a:latin typeface="Calibri"/>
                <a:cs typeface="Calibri"/>
              </a:rPr>
              <a:t>mass-</a:t>
            </a:r>
            <a:r>
              <a:rPr sz="2160" spc="-12" dirty="0">
                <a:latin typeface="Calibri"/>
                <a:cs typeface="Calibri"/>
              </a:rPr>
              <a:t>market</a:t>
            </a:r>
            <a:r>
              <a:rPr sz="2160" spc="-60" dirty="0">
                <a:latin typeface="Calibri"/>
                <a:cs typeface="Calibri"/>
              </a:rPr>
              <a:t> </a:t>
            </a:r>
            <a:r>
              <a:rPr sz="2160" dirty="0">
                <a:latin typeface="Calibri"/>
                <a:cs typeface="Calibri"/>
              </a:rPr>
              <a:t>software,</a:t>
            </a:r>
            <a:r>
              <a:rPr sz="2160" spc="-30" dirty="0">
                <a:latin typeface="Calibri"/>
                <a:cs typeface="Calibri"/>
              </a:rPr>
              <a:t> </a:t>
            </a:r>
            <a:r>
              <a:rPr sz="2160" dirty="0">
                <a:latin typeface="Calibri"/>
                <a:cs typeface="Calibri"/>
              </a:rPr>
              <a:t>it</a:t>
            </a:r>
            <a:r>
              <a:rPr sz="2160" spc="-48" dirty="0">
                <a:latin typeface="Calibri"/>
                <a:cs typeface="Calibri"/>
              </a:rPr>
              <a:t> </a:t>
            </a:r>
            <a:r>
              <a:rPr sz="2160" dirty="0">
                <a:latin typeface="Calibri"/>
                <a:cs typeface="Calibri"/>
              </a:rPr>
              <a:t>is</a:t>
            </a:r>
            <a:r>
              <a:rPr sz="2160" spc="-36" dirty="0">
                <a:latin typeface="Calibri"/>
                <a:cs typeface="Calibri"/>
              </a:rPr>
              <a:t> </a:t>
            </a:r>
            <a:r>
              <a:rPr sz="2160" dirty="0">
                <a:latin typeface="Calibri"/>
                <a:cs typeface="Calibri"/>
              </a:rPr>
              <a:t>usually</a:t>
            </a:r>
            <a:r>
              <a:rPr sz="2160" spc="-30" dirty="0">
                <a:latin typeface="Calibri"/>
                <a:cs typeface="Calibri"/>
              </a:rPr>
              <a:t> </a:t>
            </a:r>
            <a:r>
              <a:rPr sz="2160" dirty="0">
                <a:latin typeface="Calibri"/>
                <a:cs typeface="Calibri"/>
              </a:rPr>
              <a:t>possible</a:t>
            </a:r>
            <a:r>
              <a:rPr sz="2160" spc="-42" dirty="0">
                <a:latin typeface="Calibri"/>
                <a:cs typeface="Calibri"/>
              </a:rPr>
              <a:t> </a:t>
            </a:r>
            <a:r>
              <a:rPr sz="2160" dirty="0">
                <a:latin typeface="Calibri"/>
                <a:cs typeface="Calibri"/>
              </a:rPr>
              <a:t>to</a:t>
            </a:r>
            <a:r>
              <a:rPr sz="2160" spc="-42" dirty="0">
                <a:latin typeface="Calibri"/>
                <a:cs typeface="Calibri"/>
              </a:rPr>
              <a:t> </a:t>
            </a:r>
            <a:r>
              <a:rPr sz="2160" dirty="0">
                <a:latin typeface="Calibri"/>
                <a:cs typeface="Calibri"/>
              </a:rPr>
              <a:t>identify</a:t>
            </a:r>
            <a:r>
              <a:rPr sz="2160" spc="-24" dirty="0">
                <a:latin typeface="Calibri"/>
                <a:cs typeface="Calibri"/>
              </a:rPr>
              <a:t> </a:t>
            </a:r>
            <a:r>
              <a:rPr sz="2160" dirty="0">
                <a:latin typeface="Calibri"/>
                <a:cs typeface="Calibri"/>
              </a:rPr>
              <a:t>two</a:t>
            </a:r>
            <a:r>
              <a:rPr sz="2160" spc="-42" dirty="0">
                <a:latin typeface="Calibri"/>
                <a:cs typeface="Calibri"/>
              </a:rPr>
              <a:t> </a:t>
            </a:r>
            <a:r>
              <a:rPr sz="2160" dirty="0">
                <a:latin typeface="Calibri"/>
                <a:cs typeface="Calibri"/>
              </a:rPr>
              <a:t>types</a:t>
            </a:r>
            <a:r>
              <a:rPr sz="2160" spc="-30" dirty="0">
                <a:latin typeface="Calibri"/>
                <a:cs typeface="Calibri"/>
              </a:rPr>
              <a:t> </a:t>
            </a:r>
            <a:r>
              <a:rPr sz="2160" dirty="0">
                <a:latin typeface="Calibri"/>
                <a:cs typeface="Calibri"/>
              </a:rPr>
              <a:t>of</a:t>
            </a:r>
            <a:r>
              <a:rPr sz="2160" spc="-36" dirty="0">
                <a:latin typeface="Calibri"/>
                <a:cs typeface="Calibri"/>
              </a:rPr>
              <a:t> </a:t>
            </a:r>
            <a:r>
              <a:rPr sz="2160" spc="-12" dirty="0">
                <a:latin typeface="Calibri"/>
                <a:cs typeface="Calibri"/>
              </a:rPr>
              <a:t>release:</a:t>
            </a:r>
            <a:endParaRPr sz="2160" dirty="0">
              <a:latin typeface="Calibri"/>
              <a:cs typeface="Calibri"/>
            </a:endParaRPr>
          </a:p>
          <a:p>
            <a:pPr marL="1403604" lvl="1" indent="-291084">
              <a:spcBef>
                <a:spcPts val="360"/>
              </a:spcBef>
              <a:buClr>
                <a:srgbClr val="000000"/>
              </a:buClr>
              <a:buFont typeface="Calibri"/>
              <a:buAutoNum type="romanLcParenBoth"/>
              <a:tabLst>
                <a:tab pos="1403604" algn="l"/>
              </a:tabLst>
            </a:pPr>
            <a:r>
              <a:rPr sz="2160" b="1" dirty="0">
                <a:solidFill>
                  <a:srgbClr val="FF0000"/>
                </a:solidFill>
                <a:latin typeface="Calibri"/>
                <a:cs typeface="Calibri"/>
              </a:rPr>
              <a:t>major</a:t>
            </a:r>
            <a:r>
              <a:rPr sz="2160" b="1" spc="-66" dirty="0">
                <a:solidFill>
                  <a:srgbClr val="FF0000"/>
                </a:solidFill>
                <a:latin typeface="Calibri"/>
                <a:cs typeface="Calibri"/>
              </a:rPr>
              <a:t> </a:t>
            </a:r>
            <a:r>
              <a:rPr sz="2160" b="1" dirty="0">
                <a:solidFill>
                  <a:srgbClr val="FF0000"/>
                </a:solidFill>
                <a:latin typeface="Calibri"/>
                <a:cs typeface="Calibri"/>
              </a:rPr>
              <a:t>releases</a:t>
            </a:r>
            <a:r>
              <a:rPr sz="2160" dirty="0">
                <a:latin typeface="Calibri"/>
                <a:cs typeface="Calibri"/>
              </a:rPr>
              <a:t>,</a:t>
            </a:r>
            <a:r>
              <a:rPr sz="2160" spc="-90" dirty="0">
                <a:latin typeface="Calibri"/>
                <a:cs typeface="Calibri"/>
              </a:rPr>
              <a:t> </a:t>
            </a:r>
            <a:r>
              <a:rPr sz="2160" dirty="0">
                <a:latin typeface="Calibri"/>
                <a:cs typeface="Calibri"/>
              </a:rPr>
              <a:t>which</a:t>
            </a:r>
            <a:r>
              <a:rPr sz="2160" spc="-36" dirty="0">
                <a:latin typeface="Calibri"/>
                <a:cs typeface="Calibri"/>
              </a:rPr>
              <a:t> </a:t>
            </a:r>
            <a:r>
              <a:rPr sz="2160" dirty="0">
                <a:latin typeface="Calibri"/>
                <a:cs typeface="Calibri"/>
              </a:rPr>
              <a:t>deliver</a:t>
            </a:r>
            <a:r>
              <a:rPr sz="2160" spc="-54" dirty="0">
                <a:latin typeface="Calibri"/>
                <a:cs typeface="Calibri"/>
              </a:rPr>
              <a:t> </a:t>
            </a:r>
            <a:r>
              <a:rPr sz="2160" dirty="0">
                <a:latin typeface="Calibri"/>
                <a:cs typeface="Calibri"/>
              </a:rPr>
              <a:t>significant</a:t>
            </a:r>
            <a:r>
              <a:rPr sz="2160" spc="-72" dirty="0">
                <a:latin typeface="Calibri"/>
                <a:cs typeface="Calibri"/>
              </a:rPr>
              <a:t> </a:t>
            </a:r>
            <a:r>
              <a:rPr sz="2160" b="1" i="1" dirty="0">
                <a:solidFill>
                  <a:srgbClr val="006FC0"/>
                </a:solidFill>
                <a:latin typeface="Calibri"/>
                <a:cs typeface="Calibri"/>
              </a:rPr>
              <a:t>new</a:t>
            </a:r>
            <a:r>
              <a:rPr sz="2160" b="1" i="1" spc="-60" dirty="0">
                <a:solidFill>
                  <a:srgbClr val="006FC0"/>
                </a:solidFill>
                <a:latin typeface="Calibri"/>
                <a:cs typeface="Calibri"/>
              </a:rPr>
              <a:t> </a:t>
            </a:r>
            <a:r>
              <a:rPr sz="2160" b="1" i="1" spc="-12" dirty="0">
                <a:solidFill>
                  <a:srgbClr val="006FC0"/>
                </a:solidFill>
                <a:latin typeface="Calibri"/>
                <a:cs typeface="Calibri"/>
              </a:rPr>
              <a:t>functionality</a:t>
            </a:r>
            <a:endParaRPr sz="2160" dirty="0">
              <a:latin typeface="Calibri"/>
              <a:cs typeface="Calibri"/>
            </a:endParaRPr>
          </a:p>
          <a:p>
            <a:pPr marL="1488948" marR="8382" lvl="1" indent="-377190">
              <a:spcBef>
                <a:spcPts val="360"/>
              </a:spcBef>
              <a:buFont typeface="Calibri"/>
              <a:buAutoNum type="romanLcParenBoth"/>
              <a:tabLst>
                <a:tab pos="1488948" algn="l"/>
                <a:tab pos="1500378" algn="l"/>
              </a:tabLst>
            </a:pPr>
            <a:r>
              <a:rPr sz="2160" dirty="0">
                <a:latin typeface="Calibri"/>
                <a:cs typeface="Calibri"/>
              </a:rPr>
              <a:t>	</a:t>
            </a:r>
            <a:r>
              <a:rPr sz="2160" b="1" dirty="0">
                <a:solidFill>
                  <a:srgbClr val="FF0000"/>
                </a:solidFill>
                <a:latin typeface="Calibri"/>
                <a:cs typeface="Calibri"/>
              </a:rPr>
              <a:t>minor</a:t>
            </a:r>
            <a:r>
              <a:rPr sz="2160" b="1" spc="204" dirty="0">
                <a:solidFill>
                  <a:srgbClr val="FF0000"/>
                </a:solidFill>
                <a:latin typeface="Calibri"/>
                <a:cs typeface="Calibri"/>
              </a:rPr>
              <a:t> </a:t>
            </a:r>
            <a:r>
              <a:rPr sz="2160" b="1" dirty="0">
                <a:solidFill>
                  <a:srgbClr val="FF0000"/>
                </a:solidFill>
                <a:latin typeface="Calibri"/>
                <a:cs typeface="Calibri"/>
              </a:rPr>
              <a:t>releases</a:t>
            </a:r>
            <a:r>
              <a:rPr sz="2160" dirty="0">
                <a:latin typeface="Calibri"/>
                <a:cs typeface="Calibri"/>
              </a:rPr>
              <a:t>,</a:t>
            </a:r>
            <a:r>
              <a:rPr sz="2160" spc="204" dirty="0">
                <a:latin typeface="Calibri"/>
                <a:cs typeface="Calibri"/>
              </a:rPr>
              <a:t> </a:t>
            </a:r>
            <a:r>
              <a:rPr sz="2160" dirty="0">
                <a:latin typeface="Calibri"/>
                <a:cs typeface="Calibri"/>
              </a:rPr>
              <a:t>which</a:t>
            </a:r>
            <a:r>
              <a:rPr sz="2160" spc="228" dirty="0">
                <a:latin typeface="Calibri"/>
                <a:cs typeface="Calibri"/>
              </a:rPr>
              <a:t> </a:t>
            </a:r>
            <a:r>
              <a:rPr sz="2160" b="1" i="1" dirty="0">
                <a:solidFill>
                  <a:srgbClr val="006FC0"/>
                </a:solidFill>
                <a:latin typeface="Calibri"/>
                <a:cs typeface="Calibri"/>
              </a:rPr>
              <a:t>repair</a:t>
            </a:r>
            <a:r>
              <a:rPr sz="2160" b="1" i="1" spc="222" dirty="0">
                <a:solidFill>
                  <a:srgbClr val="006FC0"/>
                </a:solidFill>
                <a:latin typeface="Calibri"/>
                <a:cs typeface="Calibri"/>
              </a:rPr>
              <a:t> </a:t>
            </a:r>
            <a:r>
              <a:rPr sz="2160" b="1" i="1" dirty="0">
                <a:solidFill>
                  <a:srgbClr val="006FC0"/>
                </a:solidFill>
                <a:latin typeface="Calibri"/>
                <a:cs typeface="Calibri"/>
              </a:rPr>
              <a:t>bugs</a:t>
            </a:r>
            <a:r>
              <a:rPr sz="2160" b="1" i="1" spc="198" dirty="0">
                <a:solidFill>
                  <a:srgbClr val="006FC0"/>
                </a:solidFill>
                <a:latin typeface="Calibri"/>
                <a:cs typeface="Calibri"/>
              </a:rPr>
              <a:t> </a:t>
            </a:r>
            <a:r>
              <a:rPr sz="2160" b="1" i="1" dirty="0">
                <a:solidFill>
                  <a:srgbClr val="006FC0"/>
                </a:solidFill>
                <a:latin typeface="Calibri"/>
                <a:cs typeface="Calibri"/>
              </a:rPr>
              <a:t>and</a:t>
            </a:r>
            <a:r>
              <a:rPr sz="2160" b="1" i="1" spc="222" dirty="0">
                <a:solidFill>
                  <a:srgbClr val="006FC0"/>
                </a:solidFill>
                <a:latin typeface="Calibri"/>
                <a:cs typeface="Calibri"/>
              </a:rPr>
              <a:t> </a:t>
            </a:r>
            <a:r>
              <a:rPr sz="2160" b="1" i="1" dirty="0">
                <a:solidFill>
                  <a:srgbClr val="006FC0"/>
                </a:solidFill>
                <a:latin typeface="Calibri"/>
                <a:cs typeface="Calibri"/>
              </a:rPr>
              <a:t>fix</a:t>
            </a:r>
            <a:r>
              <a:rPr sz="2160" b="1" i="1" spc="204" dirty="0">
                <a:solidFill>
                  <a:srgbClr val="006FC0"/>
                </a:solidFill>
                <a:latin typeface="Calibri"/>
                <a:cs typeface="Calibri"/>
              </a:rPr>
              <a:t> </a:t>
            </a:r>
            <a:r>
              <a:rPr sz="2160" b="1" i="1" dirty="0">
                <a:solidFill>
                  <a:srgbClr val="006FC0"/>
                </a:solidFill>
                <a:latin typeface="Calibri"/>
                <a:cs typeface="Calibri"/>
              </a:rPr>
              <a:t>customer</a:t>
            </a:r>
            <a:r>
              <a:rPr sz="2160" b="1" i="1" spc="228" dirty="0">
                <a:solidFill>
                  <a:srgbClr val="006FC0"/>
                </a:solidFill>
                <a:latin typeface="Calibri"/>
                <a:cs typeface="Calibri"/>
              </a:rPr>
              <a:t> </a:t>
            </a:r>
            <a:r>
              <a:rPr sz="2160" b="1" i="1" dirty="0">
                <a:solidFill>
                  <a:srgbClr val="006FC0"/>
                </a:solidFill>
                <a:latin typeface="Calibri"/>
                <a:cs typeface="Calibri"/>
              </a:rPr>
              <a:t>problems</a:t>
            </a:r>
            <a:r>
              <a:rPr sz="2160" b="1" i="1" spc="210" dirty="0">
                <a:solidFill>
                  <a:srgbClr val="006FC0"/>
                </a:solidFill>
                <a:latin typeface="Calibri"/>
                <a:cs typeface="Calibri"/>
              </a:rPr>
              <a:t> </a:t>
            </a:r>
            <a:r>
              <a:rPr sz="2160" dirty="0">
                <a:latin typeface="Calibri"/>
                <a:cs typeface="Calibri"/>
              </a:rPr>
              <a:t>that</a:t>
            </a:r>
            <a:r>
              <a:rPr sz="2160" spc="204" dirty="0">
                <a:latin typeface="Calibri"/>
                <a:cs typeface="Calibri"/>
              </a:rPr>
              <a:t> </a:t>
            </a:r>
            <a:r>
              <a:rPr sz="2160" dirty="0">
                <a:latin typeface="Calibri"/>
                <a:cs typeface="Calibri"/>
              </a:rPr>
              <a:t>have</a:t>
            </a:r>
            <a:r>
              <a:rPr sz="2160" spc="210" dirty="0">
                <a:latin typeface="Calibri"/>
                <a:cs typeface="Calibri"/>
              </a:rPr>
              <a:t> </a:t>
            </a:r>
            <a:r>
              <a:rPr sz="2160" spc="-24" dirty="0">
                <a:latin typeface="Calibri"/>
                <a:cs typeface="Calibri"/>
              </a:rPr>
              <a:t>been </a:t>
            </a:r>
            <a:r>
              <a:rPr sz="2160" spc="-12" dirty="0">
                <a:latin typeface="Calibri"/>
                <a:cs typeface="Calibri"/>
              </a:rPr>
              <a:t>reported</a:t>
            </a:r>
            <a:endParaRPr sz="2160" dirty="0">
              <a:latin typeface="Calibri"/>
              <a:cs typeface="Calibri"/>
            </a:endParaRPr>
          </a:p>
          <a:p>
            <a:pPr marL="425958" indent="-410718">
              <a:spcBef>
                <a:spcPts val="360"/>
              </a:spcBef>
              <a:buFont typeface="Arial MT"/>
              <a:buChar char="•"/>
              <a:tabLst>
                <a:tab pos="425958" algn="l"/>
              </a:tabLst>
            </a:pPr>
            <a:r>
              <a:rPr sz="2160" b="1" dirty="0">
                <a:solidFill>
                  <a:srgbClr val="FF0000"/>
                </a:solidFill>
                <a:latin typeface="Calibri"/>
                <a:cs typeface="Calibri"/>
              </a:rPr>
              <a:t>Major</a:t>
            </a:r>
            <a:r>
              <a:rPr sz="2160" b="1" spc="318" dirty="0">
                <a:solidFill>
                  <a:srgbClr val="FF0000"/>
                </a:solidFill>
                <a:latin typeface="Calibri"/>
                <a:cs typeface="Calibri"/>
              </a:rPr>
              <a:t> </a:t>
            </a:r>
            <a:r>
              <a:rPr sz="2160" b="1" dirty="0">
                <a:solidFill>
                  <a:srgbClr val="FF0000"/>
                </a:solidFill>
                <a:latin typeface="Calibri"/>
                <a:cs typeface="Calibri"/>
              </a:rPr>
              <a:t>releases</a:t>
            </a:r>
            <a:r>
              <a:rPr sz="2160" b="1" spc="324" dirty="0">
                <a:solidFill>
                  <a:srgbClr val="FF0000"/>
                </a:solidFill>
                <a:latin typeface="Calibri"/>
                <a:cs typeface="Calibri"/>
              </a:rPr>
              <a:t> </a:t>
            </a:r>
            <a:r>
              <a:rPr sz="2160" dirty="0">
                <a:latin typeface="Calibri"/>
                <a:cs typeface="Calibri"/>
              </a:rPr>
              <a:t>are</a:t>
            </a:r>
            <a:r>
              <a:rPr sz="2160" spc="324" dirty="0">
                <a:latin typeface="Calibri"/>
                <a:cs typeface="Calibri"/>
              </a:rPr>
              <a:t> </a:t>
            </a:r>
            <a:r>
              <a:rPr sz="2160" dirty="0">
                <a:latin typeface="Calibri"/>
                <a:cs typeface="Calibri"/>
              </a:rPr>
              <a:t>very</a:t>
            </a:r>
            <a:r>
              <a:rPr sz="2160" spc="318" dirty="0">
                <a:latin typeface="Calibri"/>
                <a:cs typeface="Calibri"/>
              </a:rPr>
              <a:t> </a:t>
            </a:r>
            <a:r>
              <a:rPr sz="2160" dirty="0">
                <a:latin typeface="Calibri"/>
                <a:cs typeface="Calibri"/>
              </a:rPr>
              <a:t>important</a:t>
            </a:r>
            <a:r>
              <a:rPr sz="2160" spc="318" dirty="0">
                <a:latin typeface="Calibri"/>
                <a:cs typeface="Calibri"/>
              </a:rPr>
              <a:t> </a:t>
            </a:r>
            <a:r>
              <a:rPr sz="2160" dirty="0">
                <a:latin typeface="Calibri"/>
                <a:cs typeface="Calibri"/>
              </a:rPr>
              <a:t>economically</a:t>
            </a:r>
            <a:r>
              <a:rPr sz="2160" spc="324" dirty="0">
                <a:latin typeface="Calibri"/>
                <a:cs typeface="Calibri"/>
              </a:rPr>
              <a:t> </a:t>
            </a:r>
            <a:r>
              <a:rPr sz="2160" dirty="0">
                <a:latin typeface="Calibri"/>
                <a:cs typeface="Calibri"/>
              </a:rPr>
              <a:t>to</a:t>
            </a:r>
            <a:r>
              <a:rPr sz="2160" spc="318" dirty="0">
                <a:latin typeface="Calibri"/>
                <a:cs typeface="Calibri"/>
              </a:rPr>
              <a:t> </a:t>
            </a:r>
            <a:r>
              <a:rPr sz="2160" dirty="0">
                <a:latin typeface="Calibri"/>
                <a:cs typeface="Calibri"/>
              </a:rPr>
              <a:t>the</a:t>
            </a:r>
            <a:r>
              <a:rPr sz="2160" spc="318" dirty="0">
                <a:latin typeface="Calibri"/>
                <a:cs typeface="Calibri"/>
              </a:rPr>
              <a:t> </a:t>
            </a:r>
            <a:r>
              <a:rPr sz="2160" dirty="0">
                <a:latin typeface="Calibri"/>
                <a:cs typeface="Calibri"/>
              </a:rPr>
              <a:t>software</a:t>
            </a:r>
            <a:r>
              <a:rPr sz="2160" spc="330" dirty="0">
                <a:latin typeface="Calibri"/>
                <a:cs typeface="Calibri"/>
              </a:rPr>
              <a:t> </a:t>
            </a:r>
            <a:r>
              <a:rPr sz="2160" dirty="0">
                <a:latin typeface="Calibri"/>
                <a:cs typeface="Calibri"/>
              </a:rPr>
              <a:t>vendor,</a:t>
            </a:r>
            <a:r>
              <a:rPr sz="2160" spc="330" dirty="0">
                <a:latin typeface="Calibri"/>
                <a:cs typeface="Calibri"/>
              </a:rPr>
              <a:t> </a:t>
            </a:r>
            <a:r>
              <a:rPr sz="2160" dirty="0">
                <a:latin typeface="Calibri"/>
                <a:cs typeface="Calibri"/>
              </a:rPr>
              <a:t>as</a:t>
            </a:r>
            <a:r>
              <a:rPr sz="2160" spc="318" dirty="0">
                <a:latin typeface="Calibri"/>
                <a:cs typeface="Calibri"/>
              </a:rPr>
              <a:t> </a:t>
            </a:r>
            <a:r>
              <a:rPr sz="2160" spc="-12" dirty="0">
                <a:latin typeface="Calibri"/>
                <a:cs typeface="Calibri"/>
              </a:rPr>
              <a:t>customers</a:t>
            </a:r>
            <a:endParaRPr sz="2160" dirty="0">
              <a:latin typeface="Calibri"/>
              <a:cs typeface="Calibri"/>
            </a:endParaRPr>
          </a:p>
          <a:p>
            <a:pPr marL="425958">
              <a:spcBef>
                <a:spcPts val="6"/>
              </a:spcBef>
            </a:pPr>
            <a:r>
              <a:rPr sz="2160" dirty="0">
                <a:latin typeface="Calibri"/>
                <a:cs typeface="Calibri"/>
              </a:rPr>
              <a:t>usually</a:t>
            </a:r>
            <a:r>
              <a:rPr sz="2160" spc="-48" dirty="0">
                <a:latin typeface="Calibri"/>
                <a:cs typeface="Calibri"/>
              </a:rPr>
              <a:t> </a:t>
            </a:r>
            <a:r>
              <a:rPr sz="2160" dirty="0">
                <a:latin typeface="Calibri"/>
                <a:cs typeface="Calibri"/>
              </a:rPr>
              <a:t>have</a:t>
            </a:r>
            <a:r>
              <a:rPr sz="2160" spc="-36" dirty="0">
                <a:latin typeface="Calibri"/>
                <a:cs typeface="Calibri"/>
              </a:rPr>
              <a:t> </a:t>
            </a:r>
            <a:r>
              <a:rPr sz="2160" dirty="0">
                <a:latin typeface="Calibri"/>
                <a:cs typeface="Calibri"/>
              </a:rPr>
              <a:t>to</a:t>
            </a:r>
            <a:r>
              <a:rPr sz="2160" spc="-54" dirty="0">
                <a:latin typeface="Calibri"/>
                <a:cs typeface="Calibri"/>
              </a:rPr>
              <a:t> </a:t>
            </a:r>
            <a:r>
              <a:rPr sz="2160" b="1" i="1" dirty="0">
                <a:solidFill>
                  <a:srgbClr val="006FC0"/>
                </a:solidFill>
                <a:latin typeface="Calibri"/>
                <a:cs typeface="Calibri"/>
              </a:rPr>
              <a:t>pay</a:t>
            </a:r>
            <a:r>
              <a:rPr sz="2160" b="1" i="1" spc="-36" dirty="0">
                <a:solidFill>
                  <a:srgbClr val="006FC0"/>
                </a:solidFill>
                <a:latin typeface="Calibri"/>
                <a:cs typeface="Calibri"/>
              </a:rPr>
              <a:t> </a:t>
            </a:r>
            <a:r>
              <a:rPr sz="2160" dirty="0">
                <a:latin typeface="Calibri"/>
                <a:cs typeface="Calibri"/>
              </a:rPr>
              <a:t>for</a:t>
            </a:r>
            <a:r>
              <a:rPr sz="2160" spc="-54" dirty="0">
                <a:latin typeface="Calibri"/>
                <a:cs typeface="Calibri"/>
              </a:rPr>
              <a:t> </a:t>
            </a:r>
            <a:r>
              <a:rPr sz="2160" spc="-24" dirty="0">
                <a:latin typeface="Calibri"/>
                <a:cs typeface="Calibri"/>
              </a:rPr>
              <a:t>them.</a:t>
            </a:r>
            <a:endParaRPr sz="2160" dirty="0">
              <a:latin typeface="Calibri"/>
              <a:cs typeface="Calibri"/>
            </a:endParaRPr>
          </a:p>
          <a:p>
            <a:pPr marL="425958" indent="-410718">
              <a:spcBef>
                <a:spcPts val="360"/>
              </a:spcBef>
              <a:buFont typeface="Arial MT"/>
              <a:buChar char="•"/>
              <a:tabLst>
                <a:tab pos="425958" algn="l"/>
              </a:tabLst>
            </a:pPr>
            <a:r>
              <a:rPr sz="2160" b="1" dirty="0">
                <a:solidFill>
                  <a:srgbClr val="FF0000"/>
                </a:solidFill>
                <a:latin typeface="Calibri"/>
                <a:cs typeface="Calibri"/>
              </a:rPr>
              <a:t>Minor</a:t>
            </a:r>
            <a:r>
              <a:rPr sz="2160" b="1" spc="-66" dirty="0">
                <a:solidFill>
                  <a:srgbClr val="FF0000"/>
                </a:solidFill>
                <a:latin typeface="Calibri"/>
                <a:cs typeface="Calibri"/>
              </a:rPr>
              <a:t> </a:t>
            </a:r>
            <a:r>
              <a:rPr sz="2160" b="1" dirty="0">
                <a:solidFill>
                  <a:srgbClr val="FF0000"/>
                </a:solidFill>
                <a:latin typeface="Calibri"/>
                <a:cs typeface="Calibri"/>
              </a:rPr>
              <a:t>releases</a:t>
            </a:r>
            <a:r>
              <a:rPr sz="2160" b="1" spc="-66" dirty="0">
                <a:solidFill>
                  <a:srgbClr val="FF0000"/>
                </a:solidFill>
                <a:latin typeface="Calibri"/>
                <a:cs typeface="Calibri"/>
              </a:rPr>
              <a:t> </a:t>
            </a:r>
            <a:r>
              <a:rPr sz="2160" dirty="0">
                <a:latin typeface="Calibri"/>
                <a:cs typeface="Calibri"/>
              </a:rPr>
              <a:t>are</a:t>
            </a:r>
            <a:r>
              <a:rPr sz="2160" spc="-78" dirty="0">
                <a:latin typeface="Calibri"/>
                <a:cs typeface="Calibri"/>
              </a:rPr>
              <a:t> </a:t>
            </a:r>
            <a:r>
              <a:rPr sz="2160" dirty="0">
                <a:latin typeface="Calibri"/>
                <a:cs typeface="Calibri"/>
              </a:rPr>
              <a:t>usually</a:t>
            </a:r>
            <a:r>
              <a:rPr sz="2160" spc="-54" dirty="0">
                <a:latin typeface="Calibri"/>
                <a:cs typeface="Calibri"/>
              </a:rPr>
              <a:t> </a:t>
            </a:r>
            <a:r>
              <a:rPr sz="2160" dirty="0">
                <a:latin typeface="Calibri"/>
                <a:cs typeface="Calibri"/>
              </a:rPr>
              <a:t>distributed</a:t>
            </a:r>
            <a:r>
              <a:rPr sz="2160" spc="-18" dirty="0">
                <a:latin typeface="Calibri"/>
                <a:cs typeface="Calibri"/>
              </a:rPr>
              <a:t> </a:t>
            </a:r>
            <a:r>
              <a:rPr sz="2160" b="1" i="1" dirty="0">
                <a:solidFill>
                  <a:srgbClr val="006FC0"/>
                </a:solidFill>
                <a:latin typeface="Calibri"/>
                <a:cs typeface="Calibri"/>
              </a:rPr>
              <a:t>free</a:t>
            </a:r>
            <a:r>
              <a:rPr sz="2160" b="1" i="1" spc="-24" dirty="0">
                <a:solidFill>
                  <a:srgbClr val="006FC0"/>
                </a:solidFill>
                <a:latin typeface="Calibri"/>
                <a:cs typeface="Calibri"/>
              </a:rPr>
              <a:t> </a:t>
            </a:r>
            <a:r>
              <a:rPr sz="2160" dirty="0">
                <a:latin typeface="Calibri"/>
                <a:cs typeface="Calibri"/>
              </a:rPr>
              <a:t>of</a:t>
            </a:r>
            <a:r>
              <a:rPr sz="2160" spc="-54" dirty="0">
                <a:latin typeface="Calibri"/>
                <a:cs typeface="Calibri"/>
              </a:rPr>
              <a:t> </a:t>
            </a:r>
            <a:r>
              <a:rPr sz="2160" spc="-12" dirty="0">
                <a:latin typeface="Calibri"/>
                <a:cs typeface="Calibri"/>
              </a:rPr>
              <a:t>charge.</a:t>
            </a:r>
            <a:endParaRPr sz="2160" dirty="0">
              <a:latin typeface="Calibri"/>
              <a:cs typeface="Calibri"/>
            </a:endParaRPr>
          </a:p>
          <a:p>
            <a:pPr marL="425958" indent="-410718">
              <a:spcBef>
                <a:spcPts val="360"/>
              </a:spcBef>
              <a:buFont typeface="Arial MT"/>
              <a:buChar char="•"/>
              <a:tabLst>
                <a:tab pos="425958" algn="l"/>
              </a:tabLst>
            </a:pPr>
            <a:r>
              <a:rPr sz="2160" dirty="0">
                <a:latin typeface="Calibri"/>
                <a:cs typeface="Calibri"/>
              </a:rPr>
              <a:t>A</a:t>
            </a:r>
            <a:r>
              <a:rPr sz="2160" spc="-54" dirty="0">
                <a:latin typeface="Calibri"/>
                <a:cs typeface="Calibri"/>
              </a:rPr>
              <a:t> </a:t>
            </a:r>
            <a:r>
              <a:rPr sz="2160" dirty="0">
                <a:latin typeface="Calibri"/>
                <a:cs typeface="Calibri"/>
              </a:rPr>
              <a:t>software</a:t>
            </a:r>
            <a:r>
              <a:rPr sz="2160" spc="-42" dirty="0">
                <a:latin typeface="Calibri"/>
                <a:cs typeface="Calibri"/>
              </a:rPr>
              <a:t> </a:t>
            </a:r>
            <a:r>
              <a:rPr sz="2160" dirty="0">
                <a:latin typeface="Calibri"/>
                <a:cs typeface="Calibri"/>
              </a:rPr>
              <a:t>product</a:t>
            </a:r>
            <a:r>
              <a:rPr sz="2160" spc="-48" dirty="0">
                <a:latin typeface="Calibri"/>
                <a:cs typeface="Calibri"/>
              </a:rPr>
              <a:t> </a:t>
            </a:r>
            <a:r>
              <a:rPr sz="2160" dirty="0">
                <a:latin typeface="Calibri"/>
                <a:cs typeface="Calibri"/>
              </a:rPr>
              <a:t>release</a:t>
            </a:r>
            <a:r>
              <a:rPr sz="2160" spc="-30" dirty="0">
                <a:latin typeface="Calibri"/>
                <a:cs typeface="Calibri"/>
              </a:rPr>
              <a:t> </a:t>
            </a:r>
            <a:r>
              <a:rPr sz="2160" dirty="0">
                <a:latin typeface="Calibri"/>
                <a:cs typeface="Calibri"/>
              </a:rPr>
              <a:t>is</a:t>
            </a:r>
            <a:r>
              <a:rPr sz="2160" spc="-42" dirty="0">
                <a:latin typeface="Calibri"/>
                <a:cs typeface="Calibri"/>
              </a:rPr>
              <a:t> </a:t>
            </a:r>
            <a:r>
              <a:rPr sz="2160" dirty="0">
                <a:latin typeface="Calibri"/>
                <a:cs typeface="Calibri"/>
              </a:rPr>
              <a:t>not</a:t>
            </a:r>
            <a:r>
              <a:rPr sz="2160" spc="-54" dirty="0">
                <a:latin typeface="Calibri"/>
                <a:cs typeface="Calibri"/>
              </a:rPr>
              <a:t> </a:t>
            </a:r>
            <a:r>
              <a:rPr sz="2160" dirty="0">
                <a:latin typeface="Calibri"/>
                <a:cs typeface="Calibri"/>
              </a:rPr>
              <a:t>just</a:t>
            </a:r>
            <a:r>
              <a:rPr sz="2160" spc="-54" dirty="0">
                <a:latin typeface="Calibri"/>
                <a:cs typeface="Calibri"/>
              </a:rPr>
              <a:t> </a:t>
            </a:r>
            <a:r>
              <a:rPr sz="2160" dirty="0">
                <a:latin typeface="Calibri"/>
                <a:cs typeface="Calibri"/>
              </a:rPr>
              <a:t>the</a:t>
            </a:r>
            <a:r>
              <a:rPr sz="2160" spc="-48" dirty="0">
                <a:latin typeface="Calibri"/>
                <a:cs typeface="Calibri"/>
              </a:rPr>
              <a:t> </a:t>
            </a:r>
            <a:r>
              <a:rPr sz="2160" spc="-12" dirty="0">
                <a:latin typeface="Calibri"/>
                <a:cs typeface="Calibri"/>
              </a:rPr>
              <a:t>executable</a:t>
            </a:r>
            <a:r>
              <a:rPr sz="2160" spc="-24" dirty="0">
                <a:latin typeface="Calibri"/>
                <a:cs typeface="Calibri"/>
              </a:rPr>
              <a:t> </a:t>
            </a:r>
            <a:r>
              <a:rPr sz="2160" dirty="0">
                <a:latin typeface="Calibri"/>
                <a:cs typeface="Calibri"/>
              </a:rPr>
              <a:t>code</a:t>
            </a:r>
            <a:r>
              <a:rPr sz="2160" spc="-36" dirty="0">
                <a:latin typeface="Calibri"/>
                <a:cs typeface="Calibri"/>
              </a:rPr>
              <a:t> </a:t>
            </a:r>
            <a:r>
              <a:rPr sz="2160" dirty="0">
                <a:latin typeface="Calibri"/>
                <a:cs typeface="Calibri"/>
              </a:rPr>
              <a:t>of</a:t>
            </a:r>
            <a:r>
              <a:rPr sz="2160" spc="-48" dirty="0">
                <a:latin typeface="Calibri"/>
                <a:cs typeface="Calibri"/>
              </a:rPr>
              <a:t> </a:t>
            </a:r>
            <a:r>
              <a:rPr sz="2160" dirty="0">
                <a:latin typeface="Calibri"/>
                <a:cs typeface="Calibri"/>
              </a:rPr>
              <a:t>the</a:t>
            </a:r>
            <a:r>
              <a:rPr sz="2160" spc="-54" dirty="0">
                <a:latin typeface="Calibri"/>
                <a:cs typeface="Calibri"/>
              </a:rPr>
              <a:t> </a:t>
            </a:r>
            <a:r>
              <a:rPr sz="2160" spc="-12" dirty="0">
                <a:latin typeface="Calibri"/>
                <a:cs typeface="Calibri"/>
              </a:rPr>
              <a:t>system.</a:t>
            </a:r>
            <a:endParaRPr sz="2160" dirty="0">
              <a:latin typeface="Calibri"/>
              <a:cs typeface="Calibri"/>
            </a:endParaRPr>
          </a:p>
          <a:p>
            <a:pPr marL="425958" indent="-410718">
              <a:spcBef>
                <a:spcPts val="360"/>
              </a:spcBef>
              <a:buFont typeface="Arial MT"/>
              <a:buChar char="•"/>
              <a:tabLst>
                <a:tab pos="425958" algn="l"/>
              </a:tabLst>
            </a:pPr>
            <a:r>
              <a:rPr sz="2160" dirty="0">
                <a:latin typeface="Calibri"/>
                <a:cs typeface="Calibri"/>
              </a:rPr>
              <a:t>The</a:t>
            </a:r>
            <a:r>
              <a:rPr sz="2160" spc="-48" dirty="0">
                <a:latin typeface="Calibri"/>
                <a:cs typeface="Calibri"/>
              </a:rPr>
              <a:t> </a:t>
            </a:r>
            <a:r>
              <a:rPr sz="2160" dirty="0">
                <a:latin typeface="Calibri"/>
                <a:cs typeface="Calibri"/>
              </a:rPr>
              <a:t>release</a:t>
            </a:r>
            <a:r>
              <a:rPr sz="2160" spc="-24" dirty="0">
                <a:latin typeface="Calibri"/>
                <a:cs typeface="Calibri"/>
              </a:rPr>
              <a:t> </a:t>
            </a:r>
            <a:r>
              <a:rPr sz="2160" dirty="0">
                <a:latin typeface="Calibri"/>
                <a:cs typeface="Calibri"/>
              </a:rPr>
              <a:t>may</a:t>
            </a:r>
            <a:r>
              <a:rPr sz="2160" spc="-48" dirty="0">
                <a:latin typeface="Calibri"/>
                <a:cs typeface="Calibri"/>
              </a:rPr>
              <a:t> </a:t>
            </a:r>
            <a:r>
              <a:rPr sz="2160" dirty="0">
                <a:latin typeface="Calibri"/>
                <a:cs typeface="Calibri"/>
              </a:rPr>
              <a:t>also</a:t>
            </a:r>
            <a:r>
              <a:rPr sz="2160" spc="-48" dirty="0">
                <a:latin typeface="Calibri"/>
                <a:cs typeface="Calibri"/>
              </a:rPr>
              <a:t> </a:t>
            </a:r>
            <a:r>
              <a:rPr sz="2160" spc="-12" dirty="0">
                <a:latin typeface="Calibri"/>
                <a:cs typeface="Calibri"/>
              </a:rPr>
              <a:t>include:</a:t>
            </a:r>
            <a:endParaRPr sz="2160" dirty="0">
              <a:latin typeface="Calibri"/>
              <a:cs typeface="Calibri"/>
            </a:endParaRPr>
          </a:p>
          <a:p>
            <a:pPr marL="907542" marR="6096" indent="-344424">
              <a:spcBef>
                <a:spcPts val="360"/>
              </a:spcBef>
              <a:buFont typeface="Arial MT"/>
              <a:buChar char="–"/>
              <a:tabLst>
                <a:tab pos="907542" algn="l"/>
              </a:tabLst>
            </a:pPr>
            <a:r>
              <a:rPr sz="2160" b="1" i="1" u="sng" dirty="0">
                <a:solidFill>
                  <a:srgbClr val="6F2F9F"/>
                </a:solidFill>
                <a:uFill>
                  <a:solidFill>
                    <a:srgbClr val="6F2F9F"/>
                  </a:solidFill>
                </a:uFill>
                <a:latin typeface="Calibri"/>
                <a:cs typeface="Calibri"/>
              </a:rPr>
              <a:t>Configuration</a:t>
            </a:r>
            <a:r>
              <a:rPr sz="2160" b="1" i="1" u="sng" spc="438" dirty="0">
                <a:solidFill>
                  <a:srgbClr val="6F2F9F"/>
                </a:solidFill>
                <a:uFill>
                  <a:solidFill>
                    <a:srgbClr val="6F2F9F"/>
                  </a:solidFill>
                </a:uFill>
                <a:latin typeface="Calibri"/>
                <a:cs typeface="Calibri"/>
              </a:rPr>
              <a:t> </a:t>
            </a:r>
            <a:r>
              <a:rPr sz="2160" b="1" i="1" u="sng" dirty="0">
                <a:solidFill>
                  <a:srgbClr val="6F2F9F"/>
                </a:solidFill>
                <a:uFill>
                  <a:solidFill>
                    <a:srgbClr val="6F2F9F"/>
                  </a:solidFill>
                </a:uFill>
                <a:latin typeface="Calibri"/>
                <a:cs typeface="Calibri"/>
              </a:rPr>
              <a:t>files</a:t>
            </a:r>
            <a:r>
              <a:rPr sz="2160" b="1" i="1" u="sng" spc="444" dirty="0">
                <a:solidFill>
                  <a:srgbClr val="6F2F9F"/>
                </a:solidFill>
                <a:uFill>
                  <a:solidFill>
                    <a:srgbClr val="6F2F9F"/>
                  </a:solidFill>
                </a:uFill>
                <a:latin typeface="Calibri"/>
                <a:cs typeface="Calibri"/>
              </a:rPr>
              <a:t> </a:t>
            </a:r>
            <a:r>
              <a:rPr sz="2160" b="1" i="1" dirty="0">
                <a:solidFill>
                  <a:srgbClr val="6F2F9F"/>
                </a:solidFill>
                <a:latin typeface="Calibri"/>
                <a:cs typeface="Calibri"/>
              </a:rPr>
              <a:t>defining</a:t>
            </a:r>
            <a:r>
              <a:rPr sz="2160" b="1" i="1" spc="432" dirty="0">
                <a:solidFill>
                  <a:srgbClr val="6F2F9F"/>
                </a:solidFill>
                <a:latin typeface="Calibri"/>
                <a:cs typeface="Calibri"/>
              </a:rPr>
              <a:t> </a:t>
            </a:r>
            <a:r>
              <a:rPr sz="2160" b="1" i="1" dirty="0">
                <a:solidFill>
                  <a:srgbClr val="6F2F9F"/>
                </a:solidFill>
                <a:latin typeface="Calibri"/>
                <a:cs typeface="Calibri"/>
              </a:rPr>
              <a:t>how</a:t>
            </a:r>
            <a:r>
              <a:rPr sz="2160" b="1" i="1" spc="438" dirty="0">
                <a:solidFill>
                  <a:srgbClr val="6F2F9F"/>
                </a:solidFill>
                <a:latin typeface="Calibri"/>
                <a:cs typeface="Calibri"/>
              </a:rPr>
              <a:t> </a:t>
            </a:r>
            <a:r>
              <a:rPr sz="2160" b="1" i="1" dirty="0">
                <a:solidFill>
                  <a:srgbClr val="6F2F9F"/>
                </a:solidFill>
                <a:latin typeface="Calibri"/>
                <a:cs typeface="Calibri"/>
              </a:rPr>
              <a:t>the</a:t>
            </a:r>
            <a:r>
              <a:rPr sz="2160" b="1" i="1" spc="444" dirty="0">
                <a:solidFill>
                  <a:srgbClr val="6F2F9F"/>
                </a:solidFill>
                <a:latin typeface="Calibri"/>
                <a:cs typeface="Calibri"/>
              </a:rPr>
              <a:t> </a:t>
            </a:r>
            <a:r>
              <a:rPr sz="2160" b="1" i="1" dirty="0">
                <a:solidFill>
                  <a:srgbClr val="6F2F9F"/>
                </a:solidFill>
                <a:latin typeface="Calibri"/>
                <a:cs typeface="Calibri"/>
              </a:rPr>
              <a:t>release</a:t>
            </a:r>
            <a:r>
              <a:rPr sz="2160" b="1" i="1" spc="444" dirty="0">
                <a:solidFill>
                  <a:srgbClr val="6F2F9F"/>
                </a:solidFill>
                <a:latin typeface="Calibri"/>
                <a:cs typeface="Calibri"/>
              </a:rPr>
              <a:t> </a:t>
            </a:r>
            <a:r>
              <a:rPr sz="2160" b="1" i="1" dirty="0">
                <a:solidFill>
                  <a:srgbClr val="6F2F9F"/>
                </a:solidFill>
                <a:latin typeface="Calibri"/>
                <a:cs typeface="Calibri"/>
              </a:rPr>
              <a:t>should</a:t>
            </a:r>
            <a:r>
              <a:rPr sz="2160" b="1" i="1" spc="432" dirty="0">
                <a:solidFill>
                  <a:srgbClr val="6F2F9F"/>
                </a:solidFill>
                <a:latin typeface="Calibri"/>
                <a:cs typeface="Calibri"/>
              </a:rPr>
              <a:t> </a:t>
            </a:r>
            <a:r>
              <a:rPr sz="2160" b="1" i="1" dirty="0">
                <a:solidFill>
                  <a:srgbClr val="6F2F9F"/>
                </a:solidFill>
                <a:latin typeface="Calibri"/>
                <a:cs typeface="Calibri"/>
              </a:rPr>
              <a:t>be</a:t>
            </a:r>
            <a:r>
              <a:rPr sz="2160" b="1" i="1" spc="444" dirty="0">
                <a:solidFill>
                  <a:srgbClr val="6F2F9F"/>
                </a:solidFill>
                <a:latin typeface="Calibri"/>
                <a:cs typeface="Calibri"/>
              </a:rPr>
              <a:t> </a:t>
            </a:r>
            <a:r>
              <a:rPr sz="2160" b="1" i="1" dirty="0">
                <a:solidFill>
                  <a:srgbClr val="6F2F9F"/>
                </a:solidFill>
                <a:latin typeface="Calibri"/>
                <a:cs typeface="Calibri"/>
              </a:rPr>
              <a:t>configured</a:t>
            </a:r>
            <a:r>
              <a:rPr sz="2160" b="1" i="1" spc="450" dirty="0">
                <a:solidFill>
                  <a:srgbClr val="6F2F9F"/>
                </a:solidFill>
                <a:latin typeface="Calibri"/>
                <a:cs typeface="Calibri"/>
              </a:rPr>
              <a:t> </a:t>
            </a:r>
            <a:r>
              <a:rPr sz="2160" b="1" i="1" dirty="0">
                <a:solidFill>
                  <a:srgbClr val="6F2F9F"/>
                </a:solidFill>
                <a:latin typeface="Calibri"/>
                <a:cs typeface="Calibri"/>
              </a:rPr>
              <a:t>for</a:t>
            </a:r>
            <a:r>
              <a:rPr sz="2160" b="1" i="1" spc="444" dirty="0">
                <a:solidFill>
                  <a:srgbClr val="6F2F9F"/>
                </a:solidFill>
                <a:latin typeface="Calibri"/>
                <a:cs typeface="Calibri"/>
              </a:rPr>
              <a:t> </a:t>
            </a:r>
            <a:r>
              <a:rPr sz="2160" b="1" i="1" spc="-12" dirty="0">
                <a:solidFill>
                  <a:srgbClr val="6F2F9F"/>
                </a:solidFill>
                <a:latin typeface="Calibri"/>
                <a:cs typeface="Calibri"/>
              </a:rPr>
              <a:t>particular installations</a:t>
            </a:r>
            <a:endParaRPr sz="2160" dirty="0">
              <a:latin typeface="Calibri"/>
              <a:cs typeface="Calibri"/>
            </a:endParaRPr>
          </a:p>
          <a:p>
            <a:pPr marL="907542" indent="-343662">
              <a:spcBef>
                <a:spcPts val="360"/>
              </a:spcBef>
              <a:buFont typeface="Arial MT"/>
              <a:buChar char="–"/>
              <a:tabLst>
                <a:tab pos="907542" algn="l"/>
              </a:tabLst>
            </a:pPr>
            <a:r>
              <a:rPr sz="2160" b="1" i="1" u="sng" dirty="0">
                <a:solidFill>
                  <a:srgbClr val="6F2F9F"/>
                </a:solidFill>
                <a:uFill>
                  <a:solidFill>
                    <a:srgbClr val="6F2F9F"/>
                  </a:solidFill>
                </a:uFill>
                <a:latin typeface="Calibri"/>
                <a:cs typeface="Calibri"/>
              </a:rPr>
              <a:t>Data</a:t>
            </a:r>
            <a:r>
              <a:rPr sz="2160" b="1" i="1" u="sng" spc="-42" dirty="0">
                <a:solidFill>
                  <a:srgbClr val="6F2F9F"/>
                </a:solidFill>
                <a:uFill>
                  <a:solidFill>
                    <a:srgbClr val="6F2F9F"/>
                  </a:solidFill>
                </a:uFill>
                <a:latin typeface="Calibri"/>
                <a:cs typeface="Calibri"/>
              </a:rPr>
              <a:t> </a:t>
            </a:r>
            <a:r>
              <a:rPr sz="2160" b="1" i="1" u="sng" dirty="0">
                <a:solidFill>
                  <a:srgbClr val="6F2F9F"/>
                </a:solidFill>
                <a:uFill>
                  <a:solidFill>
                    <a:srgbClr val="6F2F9F"/>
                  </a:solidFill>
                </a:uFill>
                <a:latin typeface="Calibri"/>
                <a:cs typeface="Calibri"/>
              </a:rPr>
              <a:t>files</a:t>
            </a:r>
            <a:r>
              <a:rPr sz="2160" b="1" i="1" dirty="0">
                <a:solidFill>
                  <a:srgbClr val="6F2F9F"/>
                </a:solidFill>
                <a:latin typeface="Calibri"/>
                <a:cs typeface="Calibri"/>
              </a:rPr>
              <a:t>,</a:t>
            </a:r>
            <a:r>
              <a:rPr sz="2160" b="1" i="1" spc="-30" dirty="0">
                <a:solidFill>
                  <a:srgbClr val="6F2F9F"/>
                </a:solidFill>
                <a:latin typeface="Calibri"/>
                <a:cs typeface="Calibri"/>
              </a:rPr>
              <a:t> </a:t>
            </a:r>
            <a:r>
              <a:rPr sz="2160" b="1" i="1" dirty="0">
                <a:solidFill>
                  <a:srgbClr val="6F2F9F"/>
                </a:solidFill>
                <a:latin typeface="Calibri"/>
                <a:cs typeface="Calibri"/>
              </a:rPr>
              <a:t>such</a:t>
            </a:r>
            <a:r>
              <a:rPr sz="2160" b="1" i="1" spc="-36" dirty="0">
                <a:solidFill>
                  <a:srgbClr val="6F2F9F"/>
                </a:solidFill>
                <a:latin typeface="Calibri"/>
                <a:cs typeface="Calibri"/>
              </a:rPr>
              <a:t> </a:t>
            </a:r>
            <a:r>
              <a:rPr sz="2160" b="1" i="1" dirty="0">
                <a:solidFill>
                  <a:srgbClr val="6F2F9F"/>
                </a:solidFill>
                <a:latin typeface="Calibri"/>
                <a:cs typeface="Calibri"/>
              </a:rPr>
              <a:t>as</a:t>
            </a:r>
            <a:r>
              <a:rPr sz="2160" b="1" i="1" spc="-36" dirty="0">
                <a:solidFill>
                  <a:srgbClr val="6F2F9F"/>
                </a:solidFill>
                <a:latin typeface="Calibri"/>
                <a:cs typeface="Calibri"/>
              </a:rPr>
              <a:t> </a:t>
            </a:r>
            <a:r>
              <a:rPr sz="2160" b="1" i="1" dirty="0">
                <a:solidFill>
                  <a:srgbClr val="6F2F9F"/>
                </a:solidFill>
                <a:latin typeface="Calibri"/>
                <a:cs typeface="Calibri"/>
              </a:rPr>
              <a:t>files</a:t>
            </a:r>
            <a:r>
              <a:rPr sz="2160" b="1" i="1" spc="-42" dirty="0">
                <a:solidFill>
                  <a:srgbClr val="6F2F9F"/>
                </a:solidFill>
                <a:latin typeface="Calibri"/>
                <a:cs typeface="Calibri"/>
              </a:rPr>
              <a:t> </a:t>
            </a:r>
            <a:r>
              <a:rPr sz="2160" b="1" i="1" dirty="0">
                <a:solidFill>
                  <a:srgbClr val="6F2F9F"/>
                </a:solidFill>
                <a:latin typeface="Calibri"/>
                <a:cs typeface="Calibri"/>
              </a:rPr>
              <a:t>of</a:t>
            </a:r>
            <a:r>
              <a:rPr sz="2160" b="1" i="1" spc="-42" dirty="0">
                <a:solidFill>
                  <a:srgbClr val="6F2F9F"/>
                </a:solidFill>
                <a:latin typeface="Calibri"/>
                <a:cs typeface="Calibri"/>
              </a:rPr>
              <a:t> </a:t>
            </a:r>
            <a:r>
              <a:rPr sz="2160" b="1" i="1" dirty="0">
                <a:solidFill>
                  <a:srgbClr val="6F2F9F"/>
                </a:solidFill>
                <a:latin typeface="Calibri"/>
                <a:cs typeface="Calibri"/>
              </a:rPr>
              <a:t>error</a:t>
            </a:r>
            <a:r>
              <a:rPr sz="2160" b="1" i="1" spc="-18" dirty="0">
                <a:solidFill>
                  <a:srgbClr val="6F2F9F"/>
                </a:solidFill>
                <a:latin typeface="Calibri"/>
                <a:cs typeface="Calibri"/>
              </a:rPr>
              <a:t> </a:t>
            </a:r>
            <a:r>
              <a:rPr sz="2160" b="1" i="1" dirty="0">
                <a:solidFill>
                  <a:srgbClr val="6F2F9F"/>
                </a:solidFill>
                <a:latin typeface="Calibri"/>
                <a:cs typeface="Calibri"/>
              </a:rPr>
              <a:t>messages</a:t>
            </a:r>
            <a:r>
              <a:rPr sz="2160" b="1" i="1" spc="-30" dirty="0">
                <a:solidFill>
                  <a:srgbClr val="6F2F9F"/>
                </a:solidFill>
                <a:latin typeface="Calibri"/>
                <a:cs typeface="Calibri"/>
              </a:rPr>
              <a:t> </a:t>
            </a:r>
            <a:r>
              <a:rPr sz="2160" b="1" i="1" dirty="0">
                <a:solidFill>
                  <a:srgbClr val="6F2F9F"/>
                </a:solidFill>
                <a:latin typeface="Calibri"/>
                <a:cs typeface="Calibri"/>
              </a:rPr>
              <a:t>in</a:t>
            </a:r>
            <a:r>
              <a:rPr sz="2160" b="1" i="1" spc="-42" dirty="0">
                <a:solidFill>
                  <a:srgbClr val="6F2F9F"/>
                </a:solidFill>
                <a:latin typeface="Calibri"/>
                <a:cs typeface="Calibri"/>
              </a:rPr>
              <a:t> </a:t>
            </a:r>
            <a:r>
              <a:rPr sz="2160" b="1" i="1" dirty="0">
                <a:solidFill>
                  <a:srgbClr val="6F2F9F"/>
                </a:solidFill>
                <a:latin typeface="Calibri"/>
                <a:cs typeface="Calibri"/>
              </a:rPr>
              <a:t>different</a:t>
            </a:r>
            <a:r>
              <a:rPr sz="2160" b="1" i="1" spc="-30" dirty="0">
                <a:solidFill>
                  <a:srgbClr val="6F2F9F"/>
                </a:solidFill>
                <a:latin typeface="Calibri"/>
                <a:cs typeface="Calibri"/>
              </a:rPr>
              <a:t> </a:t>
            </a:r>
            <a:r>
              <a:rPr sz="2160" b="1" i="1" dirty="0">
                <a:solidFill>
                  <a:srgbClr val="6F2F9F"/>
                </a:solidFill>
                <a:latin typeface="Calibri"/>
                <a:cs typeface="Calibri"/>
              </a:rPr>
              <a:t>languages,</a:t>
            </a:r>
            <a:r>
              <a:rPr sz="2160" b="1" i="1" spc="-24" dirty="0">
                <a:solidFill>
                  <a:srgbClr val="6F2F9F"/>
                </a:solidFill>
                <a:latin typeface="Calibri"/>
                <a:cs typeface="Calibri"/>
              </a:rPr>
              <a:t> </a:t>
            </a:r>
            <a:r>
              <a:rPr sz="2160" b="1" i="1" dirty="0">
                <a:solidFill>
                  <a:srgbClr val="6F2F9F"/>
                </a:solidFill>
                <a:latin typeface="Calibri"/>
                <a:cs typeface="Calibri"/>
              </a:rPr>
              <a:t>that</a:t>
            </a:r>
            <a:r>
              <a:rPr sz="2160" b="1" i="1" spc="-42" dirty="0">
                <a:solidFill>
                  <a:srgbClr val="6F2F9F"/>
                </a:solidFill>
                <a:latin typeface="Calibri"/>
                <a:cs typeface="Calibri"/>
              </a:rPr>
              <a:t> </a:t>
            </a:r>
            <a:r>
              <a:rPr sz="2160" b="1" i="1" dirty="0">
                <a:solidFill>
                  <a:srgbClr val="6F2F9F"/>
                </a:solidFill>
                <a:latin typeface="Calibri"/>
                <a:cs typeface="Calibri"/>
              </a:rPr>
              <a:t>are</a:t>
            </a:r>
            <a:r>
              <a:rPr sz="2160" b="1" i="1" spc="-36" dirty="0">
                <a:solidFill>
                  <a:srgbClr val="6F2F9F"/>
                </a:solidFill>
                <a:latin typeface="Calibri"/>
                <a:cs typeface="Calibri"/>
              </a:rPr>
              <a:t> </a:t>
            </a:r>
            <a:r>
              <a:rPr sz="2160" b="1" i="1" dirty="0">
                <a:solidFill>
                  <a:srgbClr val="6F2F9F"/>
                </a:solidFill>
                <a:latin typeface="Calibri"/>
                <a:cs typeface="Calibri"/>
              </a:rPr>
              <a:t>needed</a:t>
            </a:r>
            <a:r>
              <a:rPr sz="2160" b="1" i="1" spc="-30" dirty="0">
                <a:solidFill>
                  <a:srgbClr val="6F2F9F"/>
                </a:solidFill>
                <a:latin typeface="Calibri"/>
                <a:cs typeface="Calibri"/>
              </a:rPr>
              <a:t> for</a:t>
            </a:r>
            <a:endParaRPr sz="2160" dirty="0">
              <a:latin typeface="Calibri"/>
              <a:cs typeface="Calibri"/>
            </a:endParaRPr>
          </a:p>
          <a:p>
            <a:pPr marL="907542">
              <a:spcBef>
                <a:spcPts val="6"/>
              </a:spcBef>
            </a:pPr>
            <a:r>
              <a:rPr sz="2160" b="1" i="1" dirty="0">
                <a:solidFill>
                  <a:srgbClr val="6F2F9F"/>
                </a:solidFill>
                <a:latin typeface="Calibri"/>
                <a:cs typeface="Calibri"/>
              </a:rPr>
              <a:t>successful</a:t>
            </a:r>
            <a:r>
              <a:rPr sz="2160" b="1" i="1" spc="-90" dirty="0">
                <a:solidFill>
                  <a:srgbClr val="6F2F9F"/>
                </a:solidFill>
                <a:latin typeface="Calibri"/>
                <a:cs typeface="Calibri"/>
              </a:rPr>
              <a:t> </a:t>
            </a:r>
            <a:r>
              <a:rPr sz="2160" b="1" i="1" spc="-12" dirty="0">
                <a:solidFill>
                  <a:srgbClr val="6F2F9F"/>
                </a:solidFill>
                <a:latin typeface="Calibri"/>
                <a:cs typeface="Calibri"/>
              </a:rPr>
              <a:t>system</a:t>
            </a:r>
            <a:r>
              <a:rPr sz="2160" b="1" i="1" spc="-84" dirty="0">
                <a:solidFill>
                  <a:srgbClr val="6F2F9F"/>
                </a:solidFill>
                <a:latin typeface="Calibri"/>
                <a:cs typeface="Calibri"/>
              </a:rPr>
              <a:t> </a:t>
            </a:r>
            <a:r>
              <a:rPr sz="2160" b="1" i="1" spc="-12" dirty="0">
                <a:solidFill>
                  <a:srgbClr val="6F2F9F"/>
                </a:solidFill>
                <a:latin typeface="Calibri"/>
                <a:cs typeface="Calibri"/>
              </a:rPr>
              <a:t>operation</a:t>
            </a:r>
            <a:endParaRPr sz="2160" dirty="0">
              <a:latin typeface="Calibri"/>
              <a:cs typeface="Calibri"/>
            </a:endParaRPr>
          </a:p>
          <a:p>
            <a:pPr marL="907542" indent="-343662">
              <a:spcBef>
                <a:spcPts val="360"/>
              </a:spcBef>
              <a:buFont typeface="Arial MT"/>
              <a:buChar char="–"/>
              <a:tabLst>
                <a:tab pos="907542" algn="l"/>
              </a:tabLst>
            </a:pPr>
            <a:r>
              <a:rPr sz="2160" b="1" i="1" u="sng" dirty="0">
                <a:solidFill>
                  <a:srgbClr val="6F2F9F"/>
                </a:solidFill>
                <a:uFill>
                  <a:solidFill>
                    <a:srgbClr val="6F2F9F"/>
                  </a:solidFill>
                </a:uFill>
                <a:latin typeface="Calibri"/>
                <a:cs typeface="Calibri"/>
              </a:rPr>
              <a:t>An</a:t>
            </a:r>
            <a:r>
              <a:rPr sz="2160" b="1" i="1" u="sng" spc="-54" dirty="0">
                <a:solidFill>
                  <a:srgbClr val="6F2F9F"/>
                </a:solidFill>
                <a:uFill>
                  <a:solidFill>
                    <a:srgbClr val="6F2F9F"/>
                  </a:solidFill>
                </a:uFill>
                <a:latin typeface="Calibri"/>
                <a:cs typeface="Calibri"/>
              </a:rPr>
              <a:t> </a:t>
            </a:r>
            <a:r>
              <a:rPr sz="2160" b="1" i="1" u="sng" spc="-12" dirty="0">
                <a:solidFill>
                  <a:srgbClr val="6F2F9F"/>
                </a:solidFill>
                <a:uFill>
                  <a:solidFill>
                    <a:srgbClr val="6F2F9F"/>
                  </a:solidFill>
                </a:uFill>
                <a:latin typeface="Calibri"/>
                <a:cs typeface="Calibri"/>
              </a:rPr>
              <a:t>installation</a:t>
            </a:r>
            <a:r>
              <a:rPr sz="2160" b="1" i="1" u="sng" spc="-36" dirty="0">
                <a:solidFill>
                  <a:srgbClr val="6F2F9F"/>
                </a:solidFill>
                <a:uFill>
                  <a:solidFill>
                    <a:srgbClr val="6F2F9F"/>
                  </a:solidFill>
                </a:uFill>
                <a:latin typeface="Calibri"/>
                <a:cs typeface="Calibri"/>
              </a:rPr>
              <a:t> </a:t>
            </a:r>
            <a:r>
              <a:rPr sz="2160" b="1" i="1" u="sng" dirty="0">
                <a:solidFill>
                  <a:srgbClr val="6F2F9F"/>
                </a:solidFill>
                <a:uFill>
                  <a:solidFill>
                    <a:srgbClr val="6F2F9F"/>
                  </a:solidFill>
                </a:uFill>
                <a:latin typeface="Calibri"/>
                <a:cs typeface="Calibri"/>
              </a:rPr>
              <a:t>program</a:t>
            </a:r>
            <a:r>
              <a:rPr sz="2160" b="1" i="1" spc="-30" dirty="0">
                <a:solidFill>
                  <a:srgbClr val="6F2F9F"/>
                </a:solidFill>
                <a:latin typeface="Calibri"/>
                <a:cs typeface="Calibri"/>
              </a:rPr>
              <a:t> </a:t>
            </a:r>
            <a:r>
              <a:rPr sz="2160" b="1" i="1" dirty="0">
                <a:solidFill>
                  <a:srgbClr val="6F2F9F"/>
                </a:solidFill>
                <a:latin typeface="Calibri"/>
                <a:cs typeface="Calibri"/>
              </a:rPr>
              <a:t>that</a:t>
            </a:r>
            <a:r>
              <a:rPr sz="2160" b="1" i="1" spc="-36" dirty="0">
                <a:solidFill>
                  <a:srgbClr val="6F2F9F"/>
                </a:solidFill>
                <a:latin typeface="Calibri"/>
                <a:cs typeface="Calibri"/>
              </a:rPr>
              <a:t> </a:t>
            </a:r>
            <a:r>
              <a:rPr sz="2160" b="1" i="1" dirty="0">
                <a:solidFill>
                  <a:srgbClr val="6F2F9F"/>
                </a:solidFill>
                <a:latin typeface="Calibri"/>
                <a:cs typeface="Calibri"/>
              </a:rPr>
              <a:t>is</a:t>
            </a:r>
            <a:r>
              <a:rPr sz="2160" b="1" i="1" spc="-42" dirty="0">
                <a:solidFill>
                  <a:srgbClr val="6F2F9F"/>
                </a:solidFill>
                <a:latin typeface="Calibri"/>
                <a:cs typeface="Calibri"/>
              </a:rPr>
              <a:t> </a:t>
            </a:r>
            <a:r>
              <a:rPr sz="2160" b="1" i="1" dirty="0">
                <a:solidFill>
                  <a:srgbClr val="6F2F9F"/>
                </a:solidFill>
                <a:latin typeface="Calibri"/>
                <a:cs typeface="Calibri"/>
              </a:rPr>
              <a:t>used</a:t>
            </a:r>
            <a:r>
              <a:rPr sz="2160" b="1" i="1" spc="-24" dirty="0">
                <a:solidFill>
                  <a:srgbClr val="6F2F9F"/>
                </a:solidFill>
                <a:latin typeface="Calibri"/>
                <a:cs typeface="Calibri"/>
              </a:rPr>
              <a:t> </a:t>
            </a:r>
            <a:r>
              <a:rPr sz="2160" b="1" i="1" dirty="0">
                <a:solidFill>
                  <a:srgbClr val="6F2F9F"/>
                </a:solidFill>
                <a:latin typeface="Calibri"/>
                <a:cs typeface="Calibri"/>
              </a:rPr>
              <a:t>to</a:t>
            </a:r>
            <a:r>
              <a:rPr sz="2160" b="1" i="1" spc="-30" dirty="0">
                <a:solidFill>
                  <a:srgbClr val="6F2F9F"/>
                </a:solidFill>
                <a:latin typeface="Calibri"/>
                <a:cs typeface="Calibri"/>
              </a:rPr>
              <a:t> </a:t>
            </a:r>
            <a:r>
              <a:rPr sz="2160" b="1" i="1" dirty="0">
                <a:solidFill>
                  <a:srgbClr val="6F2F9F"/>
                </a:solidFill>
                <a:latin typeface="Calibri"/>
                <a:cs typeface="Calibri"/>
              </a:rPr>
              <a:t>help</a:t>
            </a:r>
            <a:r>
              <a:rPr sz="2160" b="1" i="1" spc="-48" dirty="0">
                <a:solidFill>
                  <a:srgbClr val="6F2F9F"/>
                </a:solidFill>
                <a:latin typeface="Calibri"/>
                <a:cs typeface="Calibri"/>
              </a:rPr>
              <a:t> </a:t>
            </a:r>
            <a:r>
              <a:rPr sz="2160" b="1" i="1" dirty="0">
                <a:solidFill>
                  <a:srgbClr val="6F2F9F"/>
                </a:solidFill>
                <a:latin typeface="Calibri"/>
                <a:cs typeface="Calibri"/>
              </a:rPr>
              <a:t>install</a:t>
            </a:r>
            <a:r>
              <a:rPr sz="2160" b="1" i="1" spc="-42" dirty="0">
                <a:solidFill>
                  <a:srgbClr val="6F2F9F"/>
                </a:solidFill>
                <a:latin typeface="Calibri"/>
                <a:cs typeface="Calibri"/>
              </a:rPr>
              <a:t> </a:t>
            </a:r>
            <a:r>
              <a:rPr sz="2160" b="1" i="1" dirty="0">
                <a:solidFill>
                  <a:srgbClr val="6F2F9F"/>
                </a:solidFill>
                <a:latin typeface="Calibri"/>
                <a:cs typeface="Calibri"/>
              </a:rPr>
              <a:t>the</a:t>
            </a:r>
            <a:r>
              <a:rPr sz="2160" b="1" i="1" spc="-36" dirty="0">
                <a:solidFill>
                  <a:srgbClr val="6F2F9F"/>
                </a:solidFill>
                <a:latin typeface="Calibri"/>
                <a:cs typeface="Calibri"/>
              </a:rPr>
              <a:t> </a:t>
            </a:r>
            <a:r>
              <a:rPr sz="2160" b="1" i="1" spc="-12" dirty="0">
                <a:solidFill>
                  <a:srgbClr val="6F2F9F"/>
                </a:solidFill>
                <a:latin typeface="Calibri"/>
                <a:cs typeface="Calibri"/>
              </a:rPr>
              <a:t>system</a:t>
            </a:r>
            <a:r>
              <a:rPr sz="2160" b="1" i="1" spc="-24" dirty="0">
                <a:solidFill>
                  <a:srgbClr val="6F2F9F"/>
                </a:solidFill>
                <a:latin typeface="Calibri"/>
                <a:cs typeface="Calibri"/>
              </a:rPr>
              <a:t> </a:t>
            </a:r>
            <a:r>
              <a:rPr sz="2160" b="1" i="1" dirty="0">
                <a:solidFill>
                  <a:srgbClr val="6F2F9F"/>
                </a:solidFill>
                <a:latin typeface="Calibri"/>
                <a:cs typeface="Calibri"/>
              </a:rPr>
              <a:t>on</a:t>
            </a:r>
            <a:r>
              <a:rPr sz="2160" b="1" i="1" spc="-42" dirty="0">
                <a:solidFill>
                  <a:srgbClr val="6F2F9F"/>
                </a:solidFill>
                <a:latin typeface="Calibri"/>
                <a:cs typeface="Calibri"/>
              </a:rPr>
              <a:t> </a:t>
            </a:r>
            <a:r>
              <a:rPr sz="2160" b="1" i="1" dirty="0">
                <a:solidFill>
                  <a:srgbClr val="6F2F9F"/>
                </a:solidFill>
                <a:latin typeface="Calibri"/>
                <a:cs typeface="Calibri"/>
              </a:rPr>
              <a:t>target</a:t>
            </a:r>
            <a:r>
              <a:rPr sz="2160" b="1" i="1" spc="-18" dirty="0">
                <a:solidFill>
                  <a:srgbClr val="6F2F9F"/>
                </a:solidFill>
                <a:latin typeface="Calibri"/>
                <a:cs typeface="Calibri"/>
              </a:rPr>
              <a:t> </a:t>
            </a:r>
            <a:r>
              <a:rPr sz="2160" b="1" i="1" spc="-12" dirty="0">
                <a:solidFill>
                  <a:srgbClr val="6F2F9F"/>
                </a:solidFill>
                <a:latin typeface="Calibri"/>
                <a:cs typeface="Calibri"/>
              </a:rPr>
              <a:t>hardware</a:t>
            </a:r>
            <a:endParaRPr sz="2160" dirty="0">
              <a:latin typeface="Calibri"/>
              <a:cs typeface="Calibri"/>
            </a:endParaRPr>
          </a:p>
          <a:p>
            <a:pPr marL="907542" indent="-343662">
              <a:spcBef>
                <a:spcPts val="360"/>
              </a:spcBef>
              <a:buFont typeface="Arial MT"/>
              <a:buChar char="–"/>
              <a:tabLst>
                <a:tab pos="907542" algn="l"/>
              </a:tabLst>
            </a:pPr>
            <a:r>
              <a:rPr sz="2160" b="1" i="1" u="sng" dirty="0">
                <a:solidFill>
                  <a:srgbClr val="6F2F9F"/>
                </a:solidFill>
                <a:uFill>
                  <a:solidFill>
                    <a:srgbClr val="6F2F9F"/>
                  </a:solidFill>
                </a:uFill>
                <a:latin typeface="Calibri"/>
                <a:cs typeface="Calibri"/>
              </a:rPr>
              <a:t>Electronic</a:t>
            </a:r>
            <a:r>
              <a:rPr sz="2160" b="1" i="1" u="sng" spc="-42" dirty="0">
                <a:solidFill>
                  <a:srgbClr val="6F2F9F"/>
                </a:solidFill>
                <a:uFill>
                  <a:solidFill>
                    <a:srgbClr val="6F2F9F"/>
                  </a:solidFill>
                </a:uFill>
                <a:latin typeface="Calibri"/>
                <a:cs typeface="Calibri"/>
              </a:rPr>
              <a:t> </a:t>
            </a:r>
            <a:r>
              <a:rPr sz="2160" b="1" i="1" u="sng" dirty="0">
                <a:solidFill>
                  <a:srgbClr val="6F2F9F"/>
                </a:solidFill>
                <a:uFill>
                  <a:solidFill>
                    <a:srgbClr val="6F2F9F"/>
                  </a:solidFill>
                </a:uFill>
                <a:latin typeface="Calibri"/>
                <a:cs typeface="Calibri"/>
              </a:rPr>
              <a:t>and</a:t>
            </a:r>
            <a:r>
              <a:rPr sz="2160" b="1" i="1" u="sng" spc="-36" dirty="0">
                <a:solidFill>
                  <a:srgbClr val="6F2F9F"/>
                </a:solidFill>
                <a:uFill>
                  <a:solidFill>
                    <a:srgbClr val="6F2F9F"/>
                  </a:solidFill>
                </a:uFill>
                <a:latin typeface="Calibri"/>
                <a:cs typeface="Calibri"/>
              </a:rPr>
              <a:t> </a:t>
            </a:r>
            <a:r>
              <a:rPr sz="2160" b="1" i="1" u="sng" dirty="0">
                <a:solidFill>
                  <a:srgbClr val="6F2F9F"/>
                </a:solidFill>
                <a:uFill>
                  <a:solidFill>
                    <a:srgbClr val="6F2F9F"/>
                  </a:solidFill>
                </a:uFill>
                <a:latin typeface="Calibri"/>
                <a:cs typeface="Calibri"/>
              </a:rPr>
              <a:t>paper</a:t>
            </a:r>
            <a:r>
              <a:rPr sz="2160" b="1" i="1" u="sng" spc="-18" dirty="0">
                <a:solidFill>
                  <a:srgbClr val="6F2F9F"/>
                </a:solidFill>
                <a:uFill>
                  <a:solidFill>
                    <a:srgbClr val="6F2F9F"/>
                  </a:solidFill>
                </a:uFill>
                <a:latin typeface="Calibri"/>
                <a:cs typeface="Calibri"/>
              </a:rPr>
              <a:t> </a:t>
            </a:r>
            <a:r>
              <a:rPr sz="2160" b="1" i="1" u="sng" spc="-12" dirty="0">
                <a:solidFill>
                  <a:srgbClr val="6F2F9F"/>
                </a:solidFill>
                <a:uFill>
                  <a:solidFill>
                    <a:srgbClr val="6F2F9F"/>
                  </a:solidFill>
                </a:uFill>
                <a:latin typeface="Calibri"/>
                <a:cs typeface="Calibri"/>
              </a:rPr>
              <a:t>documentation</a:t>
            </a:r>
            <a:r>
              <a:rPr sz="2160" b="1" i="1" u="sng" spc="-24" dirty="0">
                <a:solidFill>
                  <a:srgbClr val="6F2F9F"/>
                </a:solidFill>
                <a:uFill>
                  <a:solidFill>
                    <a:srgbClr val="6F2F9F"/>
                  </a:solidFill>
                </a:uFill>
                <a:latin typeface="Calibri"/>
                <a:cs typeface="Calibri"/>
              </a:rPr>
              <a:t> </a:t>
            </a:r>
            <a:r>
              <a:rPr sz="2160" b="1" i="1" dirty="0">
                <a:solidFill>
                  <a:srgbClr val="6F2F9F"/>
                </a:solidFill>
                <a:latin typeface="Calibri"/>
                <a:cs typeface="Calibri"/>
              </a:rPr>
              <a:t>describing</a:t>
            </a:r>
            <a:r>
              <a:rPr sz="2160" b="1" i="1" spc="-36" dirty="0">
                <a:solidFill>
                  <a:srgbClr val="6F2F9F"/>
                </a:solidFill>
                <a:latin typeface="Calibri"/>
                <a:cs typeface="Calibri"/>
              </a:rPr>
              <a:t> </a:t>
            </a:r>
            <a:r>
              <a:rPr sz="2160" b="1" i="1" dirty="0">
                <a:solidFill>
                  <a:srgbClr val="6F2F9F"/>
                </a:solidFill>
                <a:latin typeface="Calibri"/>
                <a:cs typeface="Calibri"/>
              </a:rPr>
              <a:t>the</a:t>
            </a:r>
            <a:r>
              <a:rPr sz="2160" b="1" i="1" spc="-30" dirty="0">
                <a:solidFill>
                  <a:srgbClr val="6F2F9F"/>
                </a:solidFill>
                <a:latin typeface="Calibri"/>
                <a:cs typeface="Calibri"/>
              </a:rPr>
              <a:t> </a:t>
            </a:r>
            <a:r>
              <a:rPr sz="2160" b="1" i="1" spc="-12" dirty="0">
                <a:solidFill>
                  <a:srgbClr val="6F2F9F"/>
                </a:solidFill>
                <a:latin typeface="Calibri"/>
                <a:cs typeface="Calibri"/>
              </a:rPr>
              <a:t>system</a:t>
            </a:r>
            <a:endParaRPr sz="2160" dirty="0">
              <a:latin typeface="Calibri"/>
              <a:cs typeface="Calibri"/>
            </a:endParaRPr>
          </a:p>
          <a:p>
            <a:pPr marL="907542" indent="-343662">
              <a:spcBef>
                <a:spcPts val="360"/>
              </a:spcBef>
              <a:buFont typeface="Arial MT"/>
              <a:buChar char="–"/>
              <a:tabLst>
                <a:tab pos="907542" algn="l"/>
              </a:tabLst>
            </a:pPr>
            <a:r>
              <a:rPr sz="2160" b="1" i="1" u="sng" dirty="0">
                <a:solidFill>
                  <a:srgbClr val="6F2F9F"/>
                </a:solidFill>
                <a:uFill>
                  <a:solidFill>
                    <a:srgbClr val="6F2F9F"/>
                  </a:solidFill>
                </a:uFill>
                <a:latin typeface="Calibri"/>
                <a:cs typeface="Calibri"/>
              </a:rPr>
              <a:t>Packaging</a:t>
            </a:r>
            <a:r>
              <a:rPr sz="2160" b="1" i="1" u="sng" spc="-72" dirty="0">
                <a:solidFill>
                  <a:srgbClr val="6F2F9F"/>
                </a:solidFill>
                <a:uFill>
                  <a:solidFill>
                    <a:srgbClr val="6F2F9F"/>
                  </a:solidFill>
                </a:uFill>
                <a:latin typeface="Calibri"/>
                <a:cs typeface="Calibri"/>
              </a:rPr>
              <a:t> </a:t>
            </a:r>
            <a:r>
              <a:rPr sz="2160" b="1" i="1" u="sng" dirty="0">
                <a:solidFill>
                  <a:srgbClr val="6F2F9F"/>
                </a:solidFill>
                <a:uFill>
                  <a:solidFill>
                    <a:srgbClr val="6F2F9F"/>
                  </a:solidFill>
                </a:uFill>
                <a:latin typeface="Calibri"/>
                <a:cs typeface="Calibri"/>
              </a:rPr>
              <a:t>and</a:t>
            </a:r>
            <a:r>
              <a:rPr sz="2160" b="1" i="1" u="sng" spc="-54" dirty="0">
                <a:solidFill>
                  <a:srgbClr val="6F2F9F"/>
                </a:solidFill>
                <a:uFill>
                  <a:solidFill>
                    <a:srgbClr val="6F2F9F"/>
                  </a:solidFill>
                </a:uFill>
                <a:latin typeface="Calibri"/>
                <a:cs typeface="Calibri"/>
              </a:rPr>
              <a:t> </a:t>
            </a:r>
            <a:r>
              <a:rPr sz="2160" b="1" i="1" u="sng" dirty="0">
                <a:solidFill>
                  <a:srgbClr val="6F2F9F"/>
                </a:solidFill>
                <a:uFill>
                  <a:solidFill>
                    <a:srgbClr val="6F2F9F"/>
                  </a:solidFill>
                </a:uFill>
                <a:latin typeface="Calibri"/>
                <a:cs typeface="Calibri"/>
              </a:rPr>
              <a:t>associated</a:t>
            </a:r>
            <a:r>
              <a:rPr sz="2160" b="1" i="1" u="sng" spc="-48" dirty="0">
                <a:solidFill>
                  <a:srgbClr val="6F2F9F"/>
                </a:solidFill>
                <a:uFill>
                  <a:solidFill>
                    <a:srgbClr val="6F2F9F"/>
                  </a:solidFill>
                </a:uFill>
                <a:latin typeface="Calibri"/>
                <a:cs typeface="Calibri"/>
              </a:rPr>
              <a:t> </a:t>
            </a:r>
            <a:r>
              <a:rPr sz="2160" b="1" i="1" u="sng" dirty="0">
                <a:solidFill>
                  <a:srgbClr val="6F2F9F"/>
                </a:solidFill>
                <a:uFill>
                  <a:solidFill>
                    <a:srgbClr val="6F2F9F"/>
                  </a:solidFill>
                </a:uFill>
                <a:latin typeface="Calibri"/>
                <a:cs typeface="Calibri"/>
              </a:rPr>
              <a:t>publicity</a:t>
            </a:r>
            <a:r>
              <a:rPr sz="2160" b="1" i="1" spc="-84" dirty="0">
                <a:solidFill>
                  <a:srgbClr val="6F2F9F"/>
                </a:solidFill>
                <a:latin typeface="Calibri"/>
                <a:cs typeface="Calibri"/>
              </a:rPr>
              <a:t> </a:t>
            </a:r>
            <a:r>
              <a:rPr sz="2160" b="1" i="1" dirty="0">
                <a:solidFill>
                  <a:srgbClr val="6F2F9F"/>
                </a:solidFill>
                <a:latin typeface="Calibri"/>
                <a:cs typeface="Calibri"/>
              </a:rPr>
              <a:t>that</a:t>
            </a:r>
            <a:r>
              <a:rPr sz="2160" b="1" i="1" spc="-54" dirty="0">
                <a:solidFill>
                  <a:srgbClr val="6F2F9F"/>
                </a:solidFill>
                <a:latin typeface="Calibri"/>
                <a:cs typeface="Calibri"/>
              </a:rPr>
              <a:t> </a:t>
            </a:r>
            <a:r>
              <a:rPr sz="2160" b="1" i="1" dirty="0">
                <a:solidFill>
                  <a:srgbClr val="6F2F9F"/>
                </a:solidFill>
                <a:latin typeface="Calibri"/>
                <a:cs typeface="Calibri"/>
              </a:rPr>
              <a:t>have</a:t>
            </a:r>
            <a:r>
              <a:rPr sz="2160" b="1" i="1" spc="-30" dirty="0">
                <a:solidFill>
                  <a:srgbClr val="6F2F9F"/>
                </a:solidFill>
                <a:latin typeface="Calibri"/>
                <a:cs typeface="Calibri"/>
              </a:rPr>
              <a:t> </a:t>
            </a:r>
            <a:r>
              <a:rPr sz="2160" b="1" i="1" dirty="0">
                <a:solidFill>
                  <a:srgbClr val="6F2F9F"/>
                </a:solidFill>
                <a:latin typeface="Calibri"/>
                <a:cs typeface="Calibri"/>
              </a:rPr>
              <a:t>been</a:t>
            </a:r>
            <a:r>
              <a:rPr sz="2160" b="1" i="1" spc="-66" dirty="0">
                <a:solidFill>
                  <a:srgbClr val="6F2F9F"/>
                </a:solidFill>
                <a:latin typeface="Calibri"/>
                <a:cs typeface="Calibri"/>
              </a:rPr>
              <a:t> </a:t>
            </a:r>
            <a:r>
              <a:rPr sz="2160" b="1" i="1" dirty="0">
                <a:solidFill>
                  <a:srgbClr val="6F2F9F"/>
                </a:solidFill>
                <a:latin typeface="Calibri"/>
                <a:cs typeface="Calibri"/>
              </a:rPr>
              <a:t>designed</a:t>
            </a:r>
            <a:r>
              <a:rPr sz="2160" b="1" i="1" spc="-48" dirty="0">
                <a:solidFill>
                  <a:srgbClr val="6F2F9F"/>
                </a:solidFill>
                <a:latin typeface="Calibri"/>
                <a:cs typeface="Calibri"/>
              </a:rPr>
              <a:t> </a:t>
            </a:r>
            <a:r>
              <a:rPr sz="2160" b="1" i="1" dirty="0">
                <a:solidFill>
                  <a:srgbClr val="6F2F9F"/>
                </a:solidFill>
                <a:latin typeface="Calibri"/>
                <a:cs typeface="Calibri"/>
              </a:rPr>
              <a:t>for</a:t>
            </a:r>
            <a:r>
              <a:rPr sz="2160" b="1" i="1" spc="-36" dirty="0">
                <a:solidFill>
                  <a:srgbClr val="6F2F9F"/>
                </a:solidFill>
                <a:latin typeface="Calibri"/>
                <a:cs typeface="Calibri"/>
              </a:rPr>
              <a:t> </a:t>
            </a:r>
            <a:r>
              <a:rPr sz="2160" b="1" i="1" dirty="0">
                <a:solidFill>
                  <a:srgbClr val="6F2F9F"/>
                </a:solidFill>
                <a:latin typeface="Calibri"/>
                <a:cs typeface="Calibri"/>
              </a:rPr>
              <a:t>that</a:t>
            </a:r>
            <a:r>
              <a:rPr sz="2160" b="1" i="1" spc="-66" dirty="0">
                <a:solidFill>
                  <a:srgbClr val="6F2F9F"/>
                </a:solidFill>
                <a:latin typeface="Calibri"/>
                <a:cs typeface="Calibri"/>
              </a:rPr>
              <a:t> </a:t>
            </a:r>
            <a:r>
              <a:rPr sz="2160" b="1" i="1" spc="-12" dirty="0">
                <a:solidFill>
                  <a:srgbClr val="6F2F9F"/>
                </a:solidFill>
                <a:latin typeface="Calibri"/>
                <a:cs typeface="Calibri"/>
              </a:rPr>
              <a:t>release.</a:t>
            </a:r>
            <a:endParaRPr sz="2160" dirty="0">
              <a:latin typeface="Calibri"/>
              <a:cs typeface="Calibri"/>
            </a:endParaRPr>
          </a:p>
        </p:txBody>
      </p:sp>
    </p:spTree>
    <p:extLst>
      <p:ext uri="{BB962C8B-B14F-4D97-AF65-F5344CB8AC3E}">
        <p14:creationId xmlns:p14="http://schemas.microsoft.com/office/powerpoint/2010/main" val="22904734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201" y="132131"/>
            <a:ext cx="10525506" cy="695832"/>
          </a:xfrm>
          <a:prstGeom prst="rect">
            <a:avLst/>
          </a:prstGeom>
        </p:spPr>
        <p:txBody>
          <a:bodyPr vert="horz" wrap="square" lIns="0" tIns="54102" rIns="0" bIns="0" rtlCol="0">
            <a:spAutoFit/>
          </a:bodyPr>
          <a:lstStyle/>
          <a:p>
            <a:pPr marL="425958" marR="6096" indent="-411480">
              <a:lnSpc>
                <a:spcPts val="2460"/>
              </a:lnSpc>
              <a:spcBef>
                <a:spcPts val="426"/>
              </a:spcBef>
              <a:buFont typeface="Arial MT"/>
              <a:buChar char="•"/>
              <a:tabLst>
                <a:tab pos="425958" algn="l"/>
              </a:tabLst>
            </a:pPr>
            <a:r>
              <a:rPr sz="2280" dirty="0">
                <a:latin typeface="Calibri"/>
                <a:cs typeface="Calibri"/>
              </a:rPr>
              <a:t>The</a:t>
            </a:r>
            <a:r>
              <a:rPr sz="2280" spc="-42" dirty="0">
                <a:latin typeface="Calibri"/>
                <a:cs typeface="Calibri"/>
              </a:rPr>
              <a:t> </a:t>
            </a:r>
            <a:r>
              <a:rPr sz="2280" dirty="0">
                <a:latin typeface="Calibri"/>
                <a:cs typeface="Calibri"/>
              </a:rPr>
              <a:t>various</a:t>
            </a:r>
            <a:r>
              <a:rPr sz="2280" spc="-30" dirty="0">
                <a:latin typeface="Calibri"/>
                <a:cs typeface="Calibri"/>
              </a:rPr>
              <a:t> </a:t>
            </a:r>
            <a:r>
              <a:rPr sz="2280" b="1" dirty="0">
                <a:latin typeface="Calibri"/>
                <a:cs typeface="Calibri"/>
              </a:rPr>
              <a:t>technical</a:t>
            </a:r>
            <a:r>
              <a:rPr sz="2280" b="1" spc="-36" dirty="0">
                <a:latin typeface="Calibri"/>
                <a:cs typeface="Calibri"/>
              </a:rPr>
              <a:t> </a:t>
            </a:r>
            <a:r>
              <a:rPr sz="2280" b="1" dirty="0">
                <a:latin typeface="Calibri"/>
                <a:cs typeface="Calibri"/>
              </a:rPr>
              <a:t>and</a:t>
            </a:r>
            <a:r>
              <a:rPr sz="2280" b="1" spc="-36" dirty="0">
                <a:latin typeface="Calibri"/>
                <a:cs typeface="Calibri"/>
              </a:rPr>
              <a:t> </a:t>
            </a:r>
            <a:r>
              <a:rPr sz="2280" b="1" spc="-12" dirty="0">
                <a:latin typeface="Calibri"/>
                <a:cs typeface="Calibri"/>
              </a:rPr>
              <a:t>organizational</a:t>
            </a:r>
            <a:r>
              <a:rPr sz="2280" b="1" spc="-42" dirty="0">
                <a:latin typeface="Calibri"/>
                <a:cs typeface="Calibri"/>
              </a:rPr>
              <a:t> </a:t>
            </a:r>
            <a:r>
              <a:rPr sz="2280" b="1" dirty="0">
                <a:latin typeface="Calibri"/>
                <a:cs typeface="Calibri"/>
              </a:rPr>
              <a:t>factors</a:t>
            </a:r>
            <a:r>
              <a:rPr sz="2280" b="1" spc="-36" dirty="0">
                <a:latin typeface="Calibri"/>
                <a:cs typeface="Calibri"/>
              </a:rPr>
              <a:t> </a:t>
            </a:r>
            <a:r>
              <a:rPr sz="2280" dirty="0">
                <a:latin typeface="Calibri"/>
                <a:cs typeface="Calibri"/>
              </a:rPr>
              <a:t>should</a:t>
            </a:r>
            <a:r>
              <a:rPr sz="2280" spc="-42" dirty="0">
                <a:latin typeface="Calibri"/>
                <a:cs typeface="Calibri"/>
              </a:rPr>
              <a:t> </a:t>
            </a:r>
            <a:r>
              <a:rPr sz="2280" dirty="0">
                <a:latin typeface="Calibri"/>
                <a:cs typeface="Calibri"/>
              </a:rPr>
              <a:t>be</a:t>
            </a:r>
            <a:r>
              <a:rPr sz="2280" spc="-36" dirty="0">
                <a:latin typeface="Calibri"/>
                <a:cs typeface="Calibri"/>
              </a:rPr>
              <a:t> </a:t>
            </a:r>
            <a:r>
              <a:rPr sz="2280" dirty="0">
                <a:latin typeface="Calibri"/>
                <a:cs typeface="Calibri"/>
              </a:rPr>
              <a:t>considered</a:t>
            </a:r>
            <a:r>
              <a:rPr sz="2280" spc="-42" dirty="0">
                <a:latin typeface="Calibri"/>
                <a:cs typeface="Calibri"/>
              </a:rPr>
              <a:t> </a:t>
            </a:r>
            <a:r>
              <a:rPr sz="2280" dirty="0">
                <a:latin typeface="Calibri"/>
                <a:cs typeface="Calibri"/>
              </a:rPr>
              <a:t>when</a:t>
            </a:r>
            <a:r>
              <a:rPr sz="2280" spc="-30" dirty="0">
                <a:latin typeface="Calibri"/>
                <a:cs typeface="Calibri"/>
              </a:rPr>
              <a:t> </a:t>
            </a:r>
            <a:r>
              <a:rPr sz="2280" spc="-12" dirty="0">
                <a:latin typeface="Calibri"/>
                <a:cs typeface="Calibri"/>
              </a:rPr>
              <a:t>deciding </a:t>
            </a:r>
            <a:r>
              <a:rPr sz="2280" dirty="0">
                <a:latin typeface="Calibri"/>
                <a:cs typeface="Calibri"/>
              </a:rPr>
              <a:t>on</a:t>
            </a:r>
            <a:r>
              <a:rPr sz="2280" spc="-48" dirty="0">
                <a:latin typeface="Calibri"/>
                <a:cs typeface="Calibri"/>
              </a:rPr>
              <a:t> </a:t>
            </a:r>
            <a:r>
              <a:rPr sz="2280" dirty="0">
                <a:latin typeface="Calibri"/>
                <a:cs typeface="Calibri"/>
              </a:rPr>
              <a:t>when</a:t>
            </a:r>
            <a:r>
              <a:rPr sz="2280" spc="-24" dirty="0">
                <a:latin typeface="Calibri"/>
                <a:cs typeface="Calibri"/>
              </a:rPr>
              <a:t> </a:t>
            </a:r>
            <a:r>
              <a:rPr sz="2280" dirty="0">
                <a:latin typeface="Calibri"/>
                <a:cs typeface="Calibri"/>
              </a:rPr>
              <a:t>to</a:t>
            </a:r>
            <a:r>
              <a:rPr sz="2280" spc="-48" dirty="0">
                <a:latin typeface="Calibri"/>
                <a:cs typeface="Calibri"/>
              </a:rPr>
              <a:t> </a:t>
            </a:r>
            <a:r>
              <a:rPr sz="2280" dirty="0">
                <a:latin typeface="Calibri"/>
                <a:cs typeface="Calibri"/>
              </a:rPr>
              <a:t>release</a:t>
            </a:r>
            <a:r>
              <a:rPr sz="2280" spc="-36" dirty="0">
                <a:latin typeface="Calibri"/>
                <a:cs typeface="Calibri"/>
              </a:rPr>
              <a:t> </a:t>
            </a:r>
            <a:r>
              <a:rPr sz="2280" dirty="0">
                <a:latin typeface="Calibri"/>
                <a:cs typeface="Calibri"/>
              </a:rPr>
              <a:t>a</a:t>
            </a:r>
            <a:r>
              <a:rPr sz="2280" spc="-42" dirty="0">
                <a:latin typeface="Calibri"/>
                <a:cs typeface="Calibri"/>
              </a:rPr>
              <a:t> </a:t>
            </a:r>
            <a:r>
              <a:rPr sz="2280" dirty="0">
                <a:latin typeface="Calibri"/>
                <a:cs typeface="Calibri"/>
              </a:rPr>
              <a:t>new</a:t>
            </a:r>
            <a:r>
              <a:rPr sz="2280" spc="-42" dirty="0">
                <a:latin typeface="Calibri"/>
                <a:cs typeface="Calibri"/>
              </a:rPr>
              <a:t> </a:t>
            </a:r>
            <a:r>
              <a:rPr sz="2280" spc="-12" dirty="0">
                <a:latin typeface="Calibri"/>
                <a:cs typeface="Calibri"/>
              </a:rPr>
              <a:t>version</a:t>
            </a:r>
            <a:r>
              <a:rPr sz="2280" spc="-18" dirty="0">
                <a:latin typeface="Calibri"/>
                <a:cs typeface="Calibri"/>
              </a:rPr>
              <a:t> </a:t>
            </a:r>
            <a:r>
              <a:rPr sz="2280" dirty="0">
                <a:latin typeface="Calibri"/>
                <a:cs typeface="Calibri"/>
              </a:rPr>
              <a:t>of</a:t>
            </a:r>
            <a:r>
              <a:rPr sz="2280" spc="-54" dirty="0">
                <a:latin typeface="Calibri"/>
                <a:cs typeface="Calibri"/>
              </a:rPr>
              <a:t> </a:t>
            </a:r>
            <a:r>
              <a:rPr sz="2280" dirty="0">
                <a:latin typeface="Calibri"/>
                <a:cs typeface="Calibri"/>
              </a:rPr>
              <a:t>a</a:t>
            </a:r>
            <a:r>
              <a:rPr sz="2280" spc="-54" dirty="0">
                <a:latin typeface="Calibri"/>
                <a:cs typeface="Calibri"/>
              </a:rPr>
              <a:t> </a:t>
            </a:r>
            <a:r>
              <a:rPr sz="2280" spc="-12" dirty="0">
                <a:latin typeface="Calibri"/>
                <a:cs typeface="Calibri"/>
              </a:rPr>
              <a:t>software</a:t>
            </a:r>
            <a:r>
              <a:rPr sz="2280" spc="-30" dirty="0">
                <a:latin typeface="Calibri"/>
                <a:cs typeface="Calibri"/>
              </a:rPr>
              <a:t> </a:t>
            </a:r>
            <a:r>
              <a:rPr sz="2280" spc="-12" dirty="0">
                <a:latin typeface="Calibri"/>
                <a:cs typeface="Calibri"/>
              </a:rPr>
              <a:t>product</a:t>
            </a:r>
            <a:endParaRPr sz="2280">
              <a:latin typeface="Calibri"/>
              <a:cs typeface="Calibri"/>
            </a:endParaRPr>
          </a:p>
        </p:txBody>
      </p:sp>
      <p:graphicFrame>
        <p:nvGraphicFramePr>
          <p:cNvPr id="3" name="object 3"/>
          <p:cNvGraphicFramePr>
            <a:graphicFrameLocks noGrp="1"/>
          </p:cNvGraphicFramePr>
          <p:nvPr>
            <p:extLst>
              <p:ext uri="{D42A27DB-BD31-4B8C-83A1-F6EECF244321}">
                <p14:modId xmlns:p14="http://schemas.microsoft.com/office/powerpoint/2010/main" val="2976375202"/>
              </p:ext>
            </p:extLst>
          </p:nvPr>
        </p:nvGraphicFramePr>
        <p:xfrm>
          <a:off x="817397" y="982980"/>
          <a:ext cx="10628376" cy="5271516"/>
        </p:xfrm>
        <a:graphic>
          <a:graphicData uri="http://schemas.openxmlformats.org/drawingml/2006/table">
            <a:tbl>
              <a:tblPr firstRow="1" bandRow="1">
                <a:tableStyleId>{2D5ABB26-0587-4C30-8999-92F81FD0307C}</a:tableStyleId>
              </a:tblPr>
              <a:tblGrid>
                <a:gridCol w="2246376">
                  <a:extLst>
                    <a:ext uri="{9D8B030D-6E8A-4147-A177-3AD203B41FA5}">
                      <a16:colId xmlns:a16="http://schemas.microsoft.com/office/drawing/2014/main" val="20000"/>
                    </a:ext>
                  </a:extLst>
                </a:gridCol>
                <a:gridCol w="8382000">
                  <a:extLst>
                    <a:ext uri="{9D8B030D-6E8A-4147-A177-3AD203B41FA5}">
                      <a16:colId xmlns:a16="http://schemas.microsoft.com/office/drawing/2014/main" val="20001"/>
                    </a:ext>
                  </a:extLst>
                </a:gridCol>
              </a:tblGrid>
              <a:tr h="444246">
                <a:tc>
                  <a:txBody>
                    <a:bodyPr/>
                    <a:lstStyle/>
                    <a:p>
                      <a:pPr marR="632460" algn="r">
                        <a:lnSpc>
                          <a:spcPct val="100000"/>
                        </a:lnSpc>
                        <a:spcBef>
                          <a:spcPts val="240"/>
                        </a:spcBef>
                      </a:pPr>
                      <a:r>
                        <a:rPr sz="2200" b="1" spc="-10" dirty="0">
                          <a:solidFill>
                            <a:srgbClr val="FFFFFF"/>
                          </a:solidFill>
                          <a:latin typeface="Calibri"/>
                          <a:cs typeface="Calibri"/>
                        </a:rPr>
                        <a:t>Factor</a:t>
                      </a:r>
                      <a:endParaRPr sz="2200" dirty="0">
                        <a:latin typeface="Calibri"/>
                        <a:cs typeface="Calibri"/>
                      </a:endParaRPr>
                    </a:p>
                  </a:txBody>
                  <a:tcPr marL="0" marR="0" marT="3657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4AACC5"/>
                    </a:solidFill>
                  </a:tcPr>
                </a:tc>
                <a:tc>
                  <a:txBody>
                    <a:bodyPr/>
                    <a:lstStyle/>
                    <a:p>
                      <a:pPr marL="2540" algn="ctr">
                        <a:lnSpc>
                          <a:spcPct val="100000"/>
                        </a:lnSpc>
                        <a:spcBef>
                          <a:spcPts val="240"/>
                        </a:spcBef>
                      </a:pPr>
                      <a:r>
                        <a:rPr sz="2200" b="1" spc="-10" dirty="0">
                          <a:solidFill>
                            <a:srgbClr val="FFFFFF"/>
                          </a:solidFill>
                          <a:latin typeface="Calibri"/>
                          <a:cs typeface="Calibri"/>
                        </a:rPr>
                        <a:t>Description</a:t>
                      </a:r>
                      <a:endParaRPr sz="2200">
                        <a:latin typeface="Calibri"/>
                        <a:cs typeface="Calibri"/>
                      </a:endParaRPr>
                    </a:p>
                  </a:txBody>
                  <a:tcPr marL="0" marR="0" marT="3657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4AACC5"/>
                    </a:solidFill>
                  </a:tcPr>
                </a:tc>
                <a:extLst>
                  <a:ext uri="{0D108BD9-81ED-4DB2-BD59-A6C34878D82A}">
                    <a16:rowId xmlns:a16="http://schemas.microsoft.com/office/drawing/2014/main" val="10000"/>
                  </a:ext>
                </a:extLst>
              </a:tr>
              <a:tr h="1042416">
                <a:tc>
                  <a:txBody>
                    <a:bodyPr/>
                    <a:lstStyle/>
                    <a:p>
                      <a:pPr marR="606425" algn="r">
                        <a:lnSpc>
                          <a:spcPct val="100000"/>
                        </a:lnSpc>
                        <a:spcBef>
                          <a:spcPts val="240"/>
                        </a:spcBef>
                      </a:pPr>
                      <a:r>
                        <a:rPr sz="2200" b="1" i="1" spc="-10" dirty="0">
                          <a:solidFill>
                            <a:srgbClr val="C00000"/>
                          </a:solidFill>
                          <a:latin typeface="Calibri"/>
                          <a:cs typeface="Calibri"/>
                        </a:rPr>
                        <a:t>Competition</a:t>
                      </a:r>
                      <a:endParaRPr sz="2200">
                        <a:latin typeface="Calibri"/>
                        <a:cs typeface="Calibri"/>
                      </a:endParaRPr>
                    </a:p>
                  </a:txBody>
                  <a:tcPr marL="0" marR="0" marT="3657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marR="81280" indent="-287020" algn="just">
                        <a:lnSpc>
                          <a:spcPct val="100000"/>
                        </a:lnSpc>
                        <a:spcBef>
                          <a:spcPts val="254"/>
                        </a:spcBef>
                        <a:buFont typeface="Arial MT"/>
                        <a:buChar char="•"/>
                        <a:tabLst>
                          <a:tab pos="377825" algn="l"/>
                        </a:tabLst>
                      </a:pPr>
                      <a:r>
                        <a:rPr sz="2000" dirty="0">
                          <a:latin typeface="Calibri"/>
                          <a:cs typeface="Calibri"/>
                        </a:rPr>
                        <a:t>For</a:t>
                      </a:r>
                      <a:r>
                        <a:rPr sz="2000" spc="65" dirty="0">
                          <a:latin typeface="Calibri"/>
                          <a:cs typeface="Calibri"/>
                        </a:rPr>
                        <a:t>  </a:t>
                      </a:r>
                      <a:r>
                        <a:rPr sz="2000" spc="-10" dirty="0">
                          <a:latin typeface="Calibri"/>
                          <a:cs typeface="Calibri"/>
                        </a:rPr>
                        <a:t>mass-</a:t>
                      </a:r>
                      <a:r>
                        <a:rPr sz="2000" dirty="0">
                          <a:latin typeface="Calibri"/>
                          <a:cs typeface="Calibri"/>
                        </a:rPr>
                        <a:t>market</a:t>
                      </a:r>
                      <a:r>
                        <a:rPr sz="2000" spc="60" dirty="0">
                          <a:latin typeface="Calibri"/>
                          <a:cs typeface="Calibri"/>
                        </a:rPr>
                        <a:t>  </a:t>
                      </a:r>
                      <a:r>
                        <a:rPr sz="2000" dirty="0">
                          <a:latin typeface="Calibri"/>
                          <a:cs typeface="Calibri"/>
                        </a:rPr>
                        <a:t>software,</a:t>
                      </a:r>
                      <a:r>
                        <a:rPr sz="2000" spc="65" dirty="0">
                          <a:latin typeface="Calibri"/>
                          <a:cs typeface="Calibri"/>
                        </a:rPr>
                        <a:t>  </a:t>
                      </a:r>
                      <a:r>
                        <a:rPr sz="2000" dirty="0">
                          <a:latin typeface="Calibri"/>
                          <a:cs typeface="Calibri"/>
                        </a:rPr>
                        <a:t>a</a:t>
                      </a:r>
                      <a:r>
                        <a:rPr sz="2000" spc="60" dirty="0">
                          <a:latin typeface="Calibri"/>
                          <a:cs typeface="Calibri"/>
                        </a:rPr>
                        <a:t>  </a:t>
                      </a:r>
                      <a:r>
                        <a:rPr sz="2000" dirty="0">
                          <a:latin typeface="Calibri"/>
                          <a:cs typeface="Calibri"/>
                        </a:rPr>
                        <a:t>new</a:t>
                      </a:r>
                      <a:r>
                        <a:rPr sz="2000" spc="70" dirty="0">
                          <a:latin typeface="Calibri"/>
                          <a:cs typeface="Calibri"/>
                        </a:rPr>
                        <a:t>  </a:t>
                      </a:r>
                      <a:r>
                        <a:rPr sz="2000" dirty="0">
                          <a:latin typeface="Calibri"/>
                          <a:cs typeface="Calibri"/>
                        </a:rPr>
                        <a:t>system</a:t>
                      </a:r>
                      <a:r>
                        <a:rPr sz="2000" spc="65" dirty="0">
                          <a:latin typeface="Calibri"/>
                          <a:cs typeface="Calibri"/>
                        </a:rPr>
                        <a:t>  </a:t>
                      </a:r>
                      <a:r>
                        <a:rPr sz="2000" dirty="0">
                          <a:latin typeface="Calibri"/>
                          <a:cs typeface="Calibri"/>
                        </a:rPr>
                        <a:t>release</a:t>
                      </a:r>
                      <a:r>
                        <a:rPr sz="2000" spc="65" dirty="0">
                          <a:latin typeface="Calibri"/>
                          <a:cs typeface="Calibri"/>
                        </a:rPr>
                        <a:t>  </a:t>
                      </a:r>
                      <a:r>
                        <a:rPr sz="2000" dirty="0">
                          <a:latin typeface="Calibri"/>
                          <a:cs typeface="Calibri"/>
                        </a:rPr>
                        <a:t>may</a:t>
                      </a:r>
                      <a:r>
                        <a:rPr sz="2000" spc="70" dirty="0">
                          <a:latin typeface="Calibri"/>
                          <a:cs typeface="Calibri"/>
                        </a:rPr>
                        <a:t>  </a:t>
                      </a:r>
                      <a:r>
                        <a:rPr sz="2000" dirty="0">
                          <a:latin typeface="Calibri"/>
                          <a:cs typeface="Calibri"/>
                        </a:rPr>
                        <a:t>be</a:t>
                      </a:r>
                      <a:r>
                        <a:rPr sz="2000" spc="65" dirty="0">
                          <a:latin typeface="Calibri"/>
                          <a:cs typeface="Calibri"/>
                        </a:rPr>
                        <a:t>  </a:t>
                      </a:r>
                      <a:r>
                        <a:rPr sz="2000" spc="-10" dirty="0">
                          <a:latin typeface="Calibri"/>
                          <a:cs typeface="Calibri"/>
                        </a:rPr>
                        <a:t>necessary </a:t>
                      </a:r>
                      <a:r>
                        <a:rPr sz="2000" dirty="0">
                          <a:latin typeface="Calibri"/>
                          <a:cs typeface="Calibri"/>
                        </a:rPr>
                        <a:t>because</a:t>
                      </a:r>
                      <a:r>
                        <a:rPr sz="2000" spc="250" dirty="0">
                          <a:latin typeface="Calibri"/>
                          <a:cs typeface="Calibri"/>
                        </a:rPr>
                        <a:t> </a:t>
                      </a:r>
                      <a:r>
                        <a:rPr sz="2000" dirty="0">
                          <a:latin typeface="Calibri"/>
                          <a:cs typeface="Calibri"/>
                        </a:rPr>
                        <a:t>a</a:t>
                      </a:r>
                      <a:r>
                        <a:rPr sz="2000" spc="245" dirty="0">
                          <a:latin typeface="Calibri"/>
                          <a:cs typeface="Calibri"/>
                        </a:rPr>
                        <a:t> </a:t>
                      </a:r>
                      <a:r>
                        <a:rPr sz="2000" dirty="0">
                          <a:latin typeface="Calibri"/>
                          <a:cs typeface="Calibri"/>
                        </a:rPr>
                        <a:t>competing</a:t>
                      </a:r>
                      <a:r>
                        <a:rPr sz="2000" spc="235" dirty="0">
                          <a:latin typeface="Calibri"/>
                          <a:cs typeface="Calibri"/>
                        </a:rPr>
                        <a:t> </a:t>
                      </a:r>
                      <a:r>
                        <a:rPr sz="2000" dirty="0">
                          <a:latin typeface="Calibri"/>
                          <a:cs typeface="Calibri"/>
                        </a:rPr>
                        <a:t>product</a:t>
                      </a:r>
                      <a:r>
                        <a:rPr sz="2000" spc="240" dirty="0">
                          <a:latin typeface="Calibri"/>
                          <a:cs typeface="Calibri"/>
                        </a:rPr>
                        <a:t> </a:t>
                      </a:r>
                      <a:r>
                        <a:rPr sz="2000" dirty="0">
                          <a:latin typeface="Calibri"/>
                          <a:cs typeface="Calibri"/>
                        </a:rPr>
                        <a:t>has</a:t>
                      </a:r>
                      <a:r>
                        <a:rPr sz="2000" spc="250" dirty="0">
                          <a:latin typeface="Calibri"/>
                          <a:cs typeface="Calibri"/>
                        </a:rPr>
                        <a:t> </a:t>
                      </a:r>
                      <a:r>
                        <a:rPr sz="2000" dirty="0">
                          <a:latin typeface="Calibri"/>
                          <a:cs typeface="Calibri"/>
                        </a:rPr>
                        <a:t>introduced</a:t>
                      </a:r>
                      <a:r>
                        <a:rPr sz="2000" spc="235" dirty="0">
                          <a:latin typeface="Calibri"/>
                          <a:cs typeface="Calibri"/>
                        </a:rPr>
                        <a:t> </a:t>
                      </a:r>
                      <a:r>
                        <a:rPr sz="2000" dirty="0">
                          <a:latin typeface="Calibri"/>
                          <a:cs typeface="Calibri"/>
                        </a:rPr>
                        <a:t>new</a:t>
                      </a:r>
                      <a:r>
                        <a:rPr sz="2000" spc="250" dirty="0">
                          <a:latin typeface="Calibri"/>
                          <a:cs typeface="Calibri"/>
                        </a:rPr>
                        <a:t> </a:t>
                      </a:r>
                      <a:r>
                        <a:rPr sz="2000" dirty="0">
                          <a:latin typeface="Calibri"/>
                          <a:cs typeface="Calibri"/>
                        </a:rPr>
                        <a:t>features</a:t>
                      </a:r>
                      <a:r>
                        <a:rPr sz="2000" spc="245" dirty="0">
                          <a:latin typeface="Calibri"/>
                          <a:cs typeface="Calibri"/>
                        </a:rPr>
                        <a:t> </a:t>
                      </a:r>
                      <a:r>
                        <a:rPr sz="2000" dirty="0">
                          <a:latin typeface="Calibri"/>
                          <a:cs typeface="Calibri"/>
                        </a:rPr>
                        <a:t>and</a:t>
                      </a:r>
                      <a:r>
                        <a:rPr sz="2000" spc="240" dirty="0">
                          <a:latin typeface="Calibri"/>
                          <a:cs typeface="Calibri"/>
                        </a:rPr>
                        <a:t> </a:t>
                      </a:r>
                      <a:r>
                        <a:rPr sz="2000" spc="-10" dirty="0">
                          <a:latin typeface="Calibri"/>
                          <a:cs typeface="Calibri"/>
                        </a:rPr>
                        <a:t>market </a:t>
                      </a:r>
                      <a:r>
                        <a:rPr sz="2000" dirty="0">
                          <a:latin typeface="Calibri"/>
                          <a:cs typeface="Calibri"/>
                        </a:rPr>
                        <a:t>share</a:t>
                      </a:r>
                      <a:r>
                        <a:rPr sz="2000" spc="-55" dirty="0">
                          <a:latin typeface="Calibri"/>
                          <a:cs typeface="Calibri"/>
                        </a:rPr>
                        <a:t> </a:t>
                      </a:r>
                      <a:r>
                        <a:rPr sz="2000" dirty="0">
                          <a:latin typeface="Calibri"/>
                          <a:cs typeface="Calibri"/>
                        </a:rPr>
                        <a:t>may</a:t>
                      </a:r>
                      <a:r>
                        <a:rPr sz="2000" spc="-10" dirty="0">
                          <a:latin typeface="Calibri"/>
                          <a:cs typeface="Calibri"/>
                        </a:rPr>
                        <a:t> </a:t>
                      </a:r>
                      <a:r>
                        <a:rPr sz="2000" dirty="0">
                          <a:latin typeface="Calibri"/>
                          <a:cs typeface="Calibri"/>
                        </a:rPr>
                        <a:t>be</a:t>
                      </a:r>
                      <a:r>
                        <a:rPr sz="2000" spc="-30" dirty="0">
                          <a:latin typeface="Calibri"/>
                          <a:cs typeface="Calibri"/>
                        </a:rPr>
                        <a:t> </a:t>
                      </a:r>
                      <a:r>
                        <a:rPr sz="2000" dirty="0">
                          <a:latin typeface="Calibri"/>
                          <a:cs typeface="Calibri"/>
                        </a:rPr>
                        <a:t>lost</a:t>
                      </a:r>
                      <a:r>
                        <a:rPr sz="2000" spc="-30" dirty="0">
                          <a:latin typeface="Calibri"/>
                          <a:cs typeface="Calibri"/>
                        </a:rPr>
                        <a:t> </a:t>
                      </a:r>
                      <a:r>
                        <a:rPr sz="2000" dirty="0">
                          <a:latin typeface="Calibri"/>
                          <a:cs typeface="Calibri"/>
                        </a:rPr>
                        <a:t>if</a:t>
                      </a:r>
                      <a:r>
                        <a:rPr sz="2000" spc="-25" dirty="0">
                          <a:latin typeface="Calibri"/>
                          <a:cs typeface="Calibri"/>
                        </a:rPr>
                        <a:t> </a:t>
                      </a:r>
                      <a:r>
                        <a:rPr sz="2000" dirty="0">
                          <a:latin typeface="Calibri"/>
                          <a:cs typeface="Calibri"/>
                        </a:rPr>
                        <a:t>these</a:t>
                      </a:r>
                      <a:r>
                        <a:rPr sz="2000" spc="-35" dirty="0">
                          <a:latin typeface="Calibri"/>
                          <a:cs typeface="Calibri"/>
                        </a:rPr>
                        <a:t> </a:t>
                      </a:r>
                      <a:r>
                        <a:rPr sz="2000" dirty="0">
                          <a:latin typeface="Calibri"/>
                          <a:cs typeface="Calibri"/>
                        </a:rPr>
                        <a:t>are</a:t>
                      </a:r>
                      <a:r>
                        <a:rPr sz="2000" spc="-35" dirty="0">
                          <a:latin typeface="Calibri"/>
                          <a:cs typeface="Calibri"/>
                        </a:rPr>
                        <a:t> </a:t>
                      </a:r>
                      <a:r>
                        <a:rPr sz="2000" dirty="0">
                          <a:latin typeface="Calibri"/>
                          <a:cs typeface="Calibri"/>
                        </a:rPr>
                        <a:t>not</a:t>
                      </a:r>
                      <a:r>
                        <a:rPr sz="2000" spc="-25" dirty="0">
                          <a:latin typeface="Calibri"/>
                          <a:cs typeface="Calibri"/>
                        </a:rPr>
                        <a:t> </a:t>
                      </a:r>
                      <a:r>
                        <a:rPr sz="2000" spc="-10" dirty="0">
                          <a:latin typeface="Calibri"/>
                          <a:cs typeface="Calibri"/>
                        </a:rPr>
                        <a:t>provided</a:t>
                      </a:r>
                      <a:r>
                        <a:rPr sz="2000" spc="-65" dirty="0">
                          <a:latin typeface="Calibri"/>
                          <a:cs typeface="Calibri"/>
                        </a:rPr>
                        <a:t> </a:t>
                      </a:r>
                      <a:r>
                        <a:rPr sz="2000" dirty="0">
                          <a:latin typeface="Calibri"/>
                          <a:cs typeface="Calibri"/>
                        </a:rPr>
                        <a:t>to</a:t>
                      </a:r>
                      <a:r>
                        <a:rPr sz="2000" spc="-20" dirty="0">
                          <a:latin typeface="Calibri"/>
                          <a:cs typeface="Calibri"/>
                        </a:rPr>
                        <a:t> </a:t>
                      </a:r>
                      <a:r>
                        <a:rPr sz="2000" dirty="0">
                          <a:latin typeface="Calibri"/>
                          <a:cs typeface="Calibri"/>
                        </a:rPr>
                        <a:t>existing</a:t>
                      </a:r>
                      <a:r>
                        <a:rPr sz="2000" spc="-55" dirty="0">
                          <a:latin typeface="Calibri"/>
                          <a:cs typeface="Calibri"/>
                        </a:rPr>
                        <a:t> </a:t>
                      </a:r>
                      <a:r>
                        <a:rPr sz="2000" spc="-10" dirty="0">
                          <a:latin typeface="Calibri"/>
                          <a:cs typeface="Calibri"/>
                        </a:rPr>
                        <a:t>customers.</a:t>
                      </a:r>
                      <a:endParaRPr sz="2000" dirty="0">
                        <a:latin typeface="Calibri"/>
                        <a:cs typeface="Calibri"/>
                      </a:endParaRPr>
                    </a:p>
                  </a:txBody>
                  <a:tcPr marL="0" marR="0" marT="38861"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352550">
                <a:tc>
                  <a:txBody>
                    <a:bodyPr/>
                    <a:lstStyle/>
                    <a:p>
                      <a:pPr marL="91440" marR="459740">
                        <a:lnSpc>
                          <a:spcPct val="100000"/>
                        </a:lnSpc>
                        <a:spcBef>
                          <a:spcPts val="244"/>
                        </a:spcBef>
                      </a:pPr>
                      <a:r>
                        <a:rPr sz="2200" b="1" i="1" spc="-10" dirty="0">
                          <a:solidFill>
                            <a:srgbClr val="C00000"/>
                          </a:solidFill>
                          <a:latin typeface="Calibri"/>
                          <a:cs typeface="Calibri"/>
                        </a:rPr>
                        <a:t>Marketing Requirements</a:t>
                      </a:r>
                      <a:endParaRPr sz="2200">
                        <a:latin typeface="Calibri"/>
                        <a:cs typeface="Calibri"/>
                      </a:endParaRPr>
                    </a:p>
                  </a:txBody>
                  <a:tcPr marL="0" marR="0" marT="3733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marR="80645" indent="-287020" algn="just">
                        <a:lnSpc>
                          <a:spcPct val="100000"/>
                        </a:lnSpc>
                        <a:spcBef>
                          <a:spcPts val="260"/>
                        </a:spcBef>
                        <a:buFont typeface="Arial MT"/>
                        <a:buChar char="•"/>
                        <a:tabLst>
                          <a:tab pos="377825" algn="l"/>
                          <a:tab pos="859790" algn="l"/>
                          <a:tab pos="1899285" algn="l"/>
                          <a:tab pos="3103245" algn="l"/>
                          <a:tab pos="3438525" algn="l"/>
                          <a:tab pos="3810635" algn="l"/>
                          <a:tab pos="5045075" algn="l"/>
                          <a:tab pos="5569585" algn="l"/>
                          <a:tab pos="6141085" algn="l"/>
                          <a:tab pos="6791959" algn="l"/>
                        </a:tabLst>
                      </a:pPr>
                      <a:r>
                        <a:rPr sz="2000" spc="-25" dirty="0">
                          <a:latin typeface="Calibri"/>
                          <a:cs typeface="Calibri"/>
                        </a:rPr>
                        <a:t>The</a:t>
                      </a:r>
                      <a:r>
                        <a:rPr sz="2000" dirty="0">
                          <a:latin typeface="Calibri"/>
                          <a:cs typeface="Calibri"/>
                        </a:rPr>
                        <a:t>	</a:t>
                      </a:r>
                      <a:r>
                        <a:rPr sz="2000" spc="-10" dirty="0">
                          <a:latin typeface="Calibri"/>
                          <a:cs typeface="Calibri"/>
                        </a:rPr>
                        <a:t>marketing</a:t>
                      </a:r>
                      <a:r>
                        <a:rPr sz="2000" dirty="0">
                          <a:latin typeface="Calibri"/>
                          <a:cs typeface="Calibri"/>
                        </a:rPr>
                        <a:t>	</a:t>
                      </a:r>
                      <a:r>
                        <a:rPr lang="en-US" sz="2000" dirty="0">
                          <a:latin typeface="Calibri"/>
                          <a:cs typeface="Calibri"/>
                        </a:rPr>
                        <a:t> </a:t>
                      </a:r>
                      <a:r>
                        <a:rPr sz="2000" spc="-10" dirty="0">
                          <a:latin typeface="Calibri"/>
                          <a:cs typeface="Calibri"/>
                        </a:rPr>
                        <a:t>department</a:t>
                      </a:r>
                      <a:r>
                        <a:rPr lang="en-US" sz="2000" spc="0" baseline="0" dirty="0">
                          <a:latin typeface="Calibri"/>
                          <a:cs typeface="Calibri"/>
                        </a:rPr>
                        <a:t> </a:t>
                      </a:r>
                      <a:r>
                        <a:rPr sz="2000" spc="-25" dirty="0">
                          <a:latin typeface="Calibri"/>
                          <a:cs typeface="Calibri"/>
                        </a:rPr>
                        <a:t>of</a:t>
                      </a:r>
                      <a:r>
                        <a:rPr lang="en-US" sz="2000" spc="0" baseline="0" dirty="0">
                          <a:latin typeface="Calibri"/>
                          <a:cs typeface="Calibri"/>
                        </a:rPr>
                        <a:t> </a:t>
                      </a:r>
                      <a:r>
                        <a:rPr sz="2000" spc="-25" dirty="0">
                          <a:latin typeface="Calibri"/>
                          <a:cs typeface="Calibri"/>
                        </a:rPr>
                        <a:t>an</a:t>
                      </a:r>
                      <a:r>
                        <a:rPr sz="2000" dirty="0">
                          <a:latin typeface="Calibri"/>
                          <a:cs typeface="Calibri"/>
                        </a:rPr>
                        <a:t>	</a:t>
                      </a:r>
                      <a:r>
                        <a:rPr sz="2000" spc="-10" dirty="0">
                          <a:latin typeface="Calibri"/>
                          <a:cs typeface="Calibri"/>
                        </a:rPr>
                        <a:t>organization</a:t>
                      </a:r>
                      <a:r>
                        <a:rPr lang="en-US" sz="2000" spc="0" baseline="0" dirty="0">
                          <a:latin typeface="Calibri"/>
                          <a:cs typeface="Calibri"/>
                        </a:rPr>
                        <a:t> </a:t>
                      </a:r>
                      <a:r>
                        <a:rPr sz="2000" spc="-25" dirty="0">
                          <a:latin typeface="Calibri"/>
                          <a:cs typeface="Calibri"/>
                        </a:rPr>
                        <a:t>may</a:t>
                      </a:r>
                      <a:r>
                        <a:rPr sz="2000" dirty="0">
                          <a:latin typeface="Calibri"/>
                          <a:cs typeface="Calibri"/>
                        </a:rPr>
                        <a:t>	</a:t>
                      </a:r>
                      <a:r>
                        <a:rPr sz="2000" spc="-20" dirty="0">
                          <a:latin typeface="Calibri"/>
                          <a:cs typeface="Calibri"/>
                        </a:rPr>
                        <a:t>have</a:t>
                      </a:r>
                      <a:r>
                        <a:rPr sz="2000" dirty="0">
                          <a:latin typeface="Calibri"/>
                          <a:cs typeface="Calibri"/>
                        </a:rPr>
                        <a:t>	</a:t>
                      </a:r>
                      <a:r>
                        <a:rPr sz="2000" spc="-20" dirty="0">
                          <a:latin typeface="Calibri"/>
                          <a:cs typeface="Calibri"/>
                        </a:rPr>
                        <a:t>made</a:t>
                      </a:r>
                      <a:r>
                        <a:rPr sz="2000" dirty="0">
                          <a:latin typeface="Calibri"/>
                          <a:cs typeface="Calibri"/>
                        </a:rPr>
                        <a:t>	</a:t>
                      </a:r>
                      <a:r>
                        <a:rPr sz="2000" spc="-50" dirty="0">
                          <a:latin typeface="Calibri"/>
                          <a:cs typeface="Calibri"/>
                        </a:rPr>
                        <a:t>a </a:t>
                      </a:r>
                      <a:r>
                        <a:rPr sz="2000" dirty="0">
                          <a:latin typeface="Calibri"/>
                          <a:cs typeface="Calibri"/>
                        </a:rPr>
                        <a:t>commitment</a:t>
                      </a:r>
                      <a:r>
                        <a:rPr sz="2000" spc="-25" dirty="0">
                          <a:latin typeface="Calibri"/>
                          <a:cs typeface="Calibri"/>
                        </a:rPr>
                        <a:t> </a:t>
                      </a:r>
                      <a:r>
                        <a:rPr sz="2000" dirty="0">
                          <a:latin typeface="Calibri"/>
                          <a:cs typeface="Calibri"/>
                        </a:rPr>
                        <a:t>for</a:t>
                      </a:r>
                      <a:r>
                        <a:rPr sz="2000" spc="-20" dirty="0">
                          <a:latin typeface="Calibri"/>
                          <a:cs typeface="Calibri"/>
                        </a:rPr>
                        <a:t> </a:t>
                      </a:r>
                      <a:r>
                        <a:rPr sz="2000" dirty="0">
                          <a:latin typeface="Calibri"/>
                          <a:cs typeface="Calibri"/>
                        </a:rPr>
                        <a:t>releases</a:t>
                      </a:r>
                      <a:r>
                        <a:rPr sz="2000" spc="-50" dirty="0">
                          <a:latin typeface="Calibri"/>
                          <a:cs typeface="Calibri"/>
                        </a:rPr>
                        <a:t> </a:t>
                      </a:r>
                      <a:r>
                        <a:rPr sz="2000" dirty="0">
                          <a:latin typeface="Calibri"/>
                          <a:cs typeface="Calibri"/>
                        </a:rPr>
                        <a:t>to</a:t>
                      </a:r>
                      <a:r>
                        <a:rPr sz="2000" spc="-25" dirty="0">
                          <a:latin typeface="Calibri"/>
                          <a:cs typeface="Calibri"/>
                        </a:rPr>
                        <a:t> </a:t>
                      </a:r>
                      <a:r>
                        <a:rPr sz="2000" dirty="0">
                          <a:latin typeface="Calibri"/>
                          <a:cs typeface="Calibri"/>
                        </a:rPr>
                        <a:t>be</a:t>
                      </a:r>
                      <a:r>
                        <a:rPr sz="2000" spc="-30" dirty="0">
                          <a:latin typeface="Calibri"/>
                          <a:cs typeface="Calibri"/>
                        </a:rPr>
                        <a:t> </a:t>
                      </a:r>
                      <a:r>
                        <a:rPr sz="2000" spc="-10" dirty="0">
                          <a:latin typeface="Calibri"/>
                          <a:cs typeface="Calibri"/>
                        </a:rPr>
                        <a:t>available</a:t>
                      </a:r>
                      <a:r>
                        <a:rPr sz="2000" spc="-55" dirty="0">
                          <a:latin typeface="Calibri"/>
                          <a:cs typeface="Calibri"/>
                        </a:rPr>
                        <a:t> </a:t>
                      </a:r>
                      <a:r>
                        <a:rPr sz="2000" dirty="0">
                          <a:latin typeface="Calibri"/>
                          <a:cs typeface="Calibri"/>
                        </a:rPr>
                        <a:t>at</a:t>
                      </a:r>
                      <a:r>
                        <a:rPr sz="2000" spc="-20" dirty="0">
                          <a:latin typeface="Calibri"/>
                          <a:cs typeface="Calibri"/>
                        </a:rPr>
                        <a:t> </a:t>
                      </a:r>
                      <a:r>
                        <a:rPr sz="2000" dirty="0">
                          <a:latin typeface="Calibri"/>
                          <a:cs typeface="Calibri"/>
                        </a:rPr>
                        <a:t>a</a:t>
                      </a:r>
                      <a:r>
                        <a:rPr sz="2000" spc="-30" dirty="0">
                          <a:latin typeface="Calibri"/>
                          <a:cs typeface="Calibri"/>
                        </a:rPr>
                        <a:t> </a:t>
                      </a:r>
                      <a:r>
                        <a:rPr sz="2000" dirty="0">
                          <a:latin typeface="Calibri"/>
                          <a:cs typeface="Calibri"/>
                        </a:rPr>
                        <a:t>particular</a:t>
                      </a:r>
                      <a:r>
                        <a:rPr sz="2000" spc="-65" dirty="0">
                          <a:latin typeface="Calibri"/>
                          <a:cs typeface="Calibri"/>
                        </a:rPr>
                        <a:t> </a:t>
                      </a:r>
                      <a:r>
                        <a:rPr sz="2000" spc="-10" dirty="0">
                          <a:latin typeface="Calibri"/>
                          <a:cs typeface="Calibri"/>
                        </a:rPr>
                        <a:t>date.</a:t>
                      </a:r>
                      <a:endParaRPr sz="2000" dirty="0">
                        <a:latin typeface="Calibri"/>
                        <a:cs typeface="Calibri"/>
                      </a:endParaRPr>
                    </a:p>
                    <a:p>
                      <a:pPr marL="377825" indent="-286385" algn="just">
                        <a:lnSpc>
                          <a:spcPct val="100000"/>
                        </a:lnSpc>
                        <a:buFont typeface="Arial MT"/>
                        <a:buChar char="•"/>
                        <a:tabLst>
                          <a:tab pos="377825" algn="l"/>
                        </a:tabLst>
                      </a:pPr>
                      <a:r>
                        <a:rPr sz="2000" dirty="0">
                          <a:latin typeface="Calibri"/>
                          <a:cs typeface="Calibri"/>
                        </a:rPr>
                        <a:t>For</a:t>
                      </a:r>
                      <a:r>
                        <a:rPr sz="2000" spc="130" dirty="0">
                          <a:latin typeface="Calibri"/>
                          <a:cs typeface="Calibri"/>
                        </a:rPr>
                        <a:t> </a:t>
                      </a:r>
                      <a:r>
                        <a:rPr sz="2000" dirty="0">
                          <a:latin typeface="Calibri"/>
                          <a:cs typeface="Calibri"/>
                        </a:rPr>
                        <a:t>marketing</a:t>
                      </a:r>
                      <a:r>
                        <a:rPr sz="2000" spc="130" dirty="0">
                          <a:latin typeface="Calibri"/>
                          <a:cs typeface="Calibri"/>
                        </a:rPr>
                        <a:t> </a:t>
                      </a:r>
                      <a:r>
                        <a:rPr sz="2000" dirty="0">
                          <a:latin typeface="Calibri"/>
                          <a:cs typeface="Calibri"/>
                        </a:rPr>
                        <a:t>reasons,</a:t>
                      </a:r>
                      <a:r>
                        <a:rPr sz="2000" spc="130" dirty="0">
                          <a:latin typeface="Calibri"/>
                          <a:cs typeface="Calibri"/>
                        </a:rPr>
                        <a:t> </a:t>
                      </a:r>
                      <a:r>
                        <a:rPr sz="2000" dirty="0">
                          <a:latin typeface="Calibri"/>
                          <a:cs typeface="Calibri"/>
                        </a:rPr>
                        <a:t>it</a:t>
                      </a:r>
                      <a:r>
                        <a:rPr sz="2000" spc="130" dirty="0">
                          <a:latin typeface="Calibri"/>
                          <a:cs typeface="Calibri"/>
                        </a:rPr>
                        <a:t> </a:t>
                      </a:r>
                      <a:r>
                        <a:rPr sz="2000" dirty="0">
                          <a:latin typeface="Calibri"/>
                          <a:cs typeface="Calibri"/>
                        </a:rPr>
                        <a:t>may</a:t>
                      </a:r>
                      <a:r>
                        <a:rPr sz="2000" spc="130" dirty="0">
                          <a:latin typeface="Calibri"/>
                          <a:cs typeface="Calibri"/>
                        </a:rPr>
                        <a:t> </a:t>
                      </a:r>
                      <a:r>
                        <a:rPr sz="2000" dirty="0">
                          <a:latin typeface="Calibri"/>
                          <a:cs typeface="Calibri"/>
                        </a:rPr>
                        <a:t>be</a:t>
                      </a:r>
                      <a:r>
                        <a:rPr sz="2000" spc="130" dirty="0">
                          <a:latin typeface="Calibri"/>
                          <a:cs typeface="Calibri"/>
                        </a:rPr>
                        <a:t> </a:t>
                      </a:r>
                      <a:r>
                        <a:rPr sz="2000" dirty="0">
                          <a:latin typeface="Calibri"/>
                          <a:cs typeface="Calibri"/>
                        </a:rPr>
                        <a:t>necessary</a:t>
                      </a:r>
                      <a:r>
                        <a:rPr sz="2000" spc="125" dirty="0">
                          <a:latin typeface="Calibri"/>
                          <a:cs typeface="Calibri"/>
                        </a:rPr>
                        <a:t> </a:t>
                      </a:r>
                      <a:r>
                        <a:rPr sz="2000" dirty="0">
                          <a:latin typeface="Calibri"/>
                          <a:cs typeface="Calibri"/>
                        </a:rPr>
                        <a:t>to</a:t>
                      </a:r>
                      <a:r>
                        <a:rPr sz="2000" spc="125" dirty="0">
                          <a:latin typeface="Calibri"/>
                          <a:cs typeface="Calibri"/>
                        </a:rPr>
                        <a:t> </a:t>
                      </a:r>
                      <a:r>
                        <a:rPr sz="2000" dirty="0">
                          <a:latin typeface="Calibri"/>
                          <a:cs typeface="Calibri"/>
                        </a:rPr>
                        <a:t>include</a:t>
                      </a:r>
                      <a:r>
                        <a:rPr sz="2000" spc="120" dirty="0">
                          <a:latin typeface="Calibri"/>
                          <a:cs typeface="Calibri"/>
                        </a:rPr>
                        <a:t> </a:t>
                      </a:r>
                      <a:r>
                        <a:rPr sz="2000" dirty="0">
                          <a:latin typeface="Calibri"/>
                          <a:cs typeface="Calibri"/>
                        </a:rPr>
                        <a:t>new</a:t>
                      </a:r>
                      <a:r>
                        <a:rPr sz="2000" spc="135" dirty="0">
                          <a:latin typeface="Calibri"/>
                          <a:cs typeface="Calibri"/>
                        </a:rPr>
                        <a:t> </a:t>
                      </a:r>
                      <a:r>
                        <a:rPr sz="2000" dirty="0">
                          <a:latin typeface="Calibri"/>
                          <a:cs typeface="Calibri"/>
                        </a:rPr>
                        <a:t>features</a:t>
                      </a:r>
                      <a:r>
                        <a:rPr sz="2000" spc="130" dirty="0">
                          <a:latin typeface="Calibri"/>
                          <a:cs typeface="Calibri"/>
                        </a:rPr>
                        <a:t> </a:t>
                      </a:r>
                      <a:r>
                        <a:rPr sz="2000" dirty="0">
                          <a:latin typeface="Calibri"/>
                          <a:cs typeface="Calibri"/>
                        </a:rPr>
                        <a:t>in</a:t>
                      </a:r>
                      <a:r>
                        <a:rPr sz="2000" spc="130" dirty="0">
                          <a:latin typeface="Calibri"/>
                          <a:cs typeface="Calibri"/>
                        </a:rPr>
                        <a:t> </a:t>
                      </a:r>
                      <a:r>
                        <a:rPr sz="2000" spc="-50" dirty="0">
                          <a:latin typeface="Calibri"/>
                          <a:cs typeface="Calibri"/>
                        </a:rPr>
                        <a:t>a</a:t>
                      </a:r>
                      <a:endParaRPr sz="2000" dirty="0">
                        <a:latin typeface="Calibri"/>
                        <a:cs typeface="Calibri"/>
                      </a:endParaRPr>
                    </a:p>
                    <a:p>
                      <a:pPr marL="377825" algn="just">
                        <a:lnSpc>
                          <a:spcPct val="100000"/>
                        </a:lnSpc>
                      </a:pPr>
                      <a:r>
                        <a:rPr sz="2000" spc="-10" dirty="0">
                          <a:latin typeface="Calibri"/>
                          <a:cs typeface="Calibri"/>
                        </a:rPr>
                        <a:t>system </a:t>
                      </a:r>
                      <a:r>
                        <a:rPr sz="2000" dirty="0">
                          <a:latin typeface="Calibri"/>
                          <a:cs typeface="Calibri"/>
                        </a:rPr>
                        <a:t>so</a:t>
                      </a:r>
                      <a:r>
                        <a:rPr sz="2000" spc="-35" dirty="0">
                          <a:latin typeface="Calibri"/>
                          <a:cs typeface="Calibri"/>
                        </a:rPr>
                        <a:t> </a:t>
                      </a:r>
                      <a:r>
                        <a:rPr sz="2000" dirty="0">
                          <a:latin typeface="Calibri"/>
                          <a:cs typeface="Calibri"/>
                        </a:rPr>
                        <a:t>that</a:t>
                      </a:r>
                      <a:r>
                        <a:rPr sz="2000" spc="-25" dirty="0">
                          <a:latin typeface="Calibri"/>
                          <a:cs typeface="Calibri"/>
                        </a:rPr>
                        <a:t> </a:t>
                      </a:r>
                      <a:r>
                        <a:rPr sz="2000" dirty="0">
                          <a:latin typeface="Calibri"/>
                          <a:cs typeface="Calibri"/>
                        </a:rPr>
                        <a:t>users</a:t>
                      </a:r>
                      <a:r>
                        <a:rPr sz="2000" spc="-20" dirty="0">
                          <a:latin typeface="Calibri"/>
                          <a:cs typeface="Calibri"/>
                        </a:rPr>
                        <a:t> </a:t>
                      </a:r>
                      <a:r>
                        <a:rPr sz="2000" dirty="0">
                          <a:latin typeface="Calibri"/>
                          <a:cs typeface="Calibri"/>
                        </a:rPr>
                        <a:t>can</a:t>
                      </a:r>
                      <a:r>
                        <a:rPr sz="2000" spc="-50" dirty="0">
                          <a:latin typeface="Calibri"/>
                          <a:cs typeface="Calibri"/>
                        </a:rPr>
                        <a:t> </a:t>
                      </a:r>
                      <a:r>
                        <a:rPr sz="2000" dirty="0">
                          <a:latin typeface="Calibri"/>
                          <a:cs typeface="Calibri"/>
                        </a:rPr>
                        <a:t>be</a:t>
                      </a:r>
                      <a:r>
                        <a:rPr sz="2000" spc="-30" dirty="0">
                          <a:latin typeface="Calibri"/>
                          <a:cs typeface="Calibri"/>
                        </a:rPr>
                        <a:t> </a:t>
                      </a:r>
                      <a:r>
                        <a:rPr sz="2000" spc="-10" dirty="0">
                          <a:latin typeface="Calibri"/>
                          <a:cs typeface="Calibri"/>
                        </a:rPr>
                        <a:t>convinced</a:t>
                      </a:r>
                      <a:r>
                        <a:rPr sz="2000" spc="-55" dirty="0">
                          <a:latin typeface="Calibri"/>
                          <a:cs typeface="Calibri"/>
                        </a:rPr>
                        <a:t> </a:t>
                      </a:r>
                      <a:r>
                        <a:rPr sz="2000" dirty="0">
                          <a:latin typeface="Calibri"/>
                          <a:cs typeface="Calibri"/>
                        </a:rPr>
                        <a:t>to</a:t>
                      </a:r>
                      <a:r>
                        <a:rPr sz="2000" spc="-20" dirty="0">
                          <a:latin typeface="Calibri"/>
                          <a:cs typeface="Calibri"/>
                        </a:rPr>
                        <a:t> </a:t>
                      </a:r>
                      <a:r>
                        <a:rPr sz="2000" dirty="0">
                          <a:latin typeface="Calibri"/>
                          <a:cs typeface="Calibri"/>
                        </a:rPr>
                        <a:t>upgrade</a:t>
                      </a:r>
                      <a:r>
                        <a:rPr sz="2000" spc="-45" dirty="0">
                          <a:latin typeface="Calibri"/>
                          <a:cs typeface="Calibri"/>
                        </a:rPr>
                        <a:t> </a:t>
                      </a:r>
                      <a:r>
                        <a:rPr sz="2000" dirty="0">
                          <a:latin typeface="Calibri"/>
                          <a:cs typeface="Calibri"/>
                        </a:rPr>
                        <a:t>from</a:t>
                      </a:r>
                      <a:r>
                        <a:rPr sz="2000" spc="-15" dirty="0">
                          <a:latin typeface="Calibri"/>
                          <a:cs typeface="Calibri"/>
                        </a:rPr>
                        <a:t> </a:t>
                      </a:r>
                      <a:r>
                        <a:rPr sz="2000" dirty="0">
                          <a:latin typeface="Calibri"/>
                          <a:cs typeface="Calibri"/>
                        </a:rPr>
                        <a:t>a</a:t>
                      </a:r>
                      <a:r>
                        <a:rPr sz="2000" spc="-25" dirty="0">
                          <a:latin typeface="Calibri"/>
                          <a:cs typeface="Calibri"/>
                        </a:rPr>
                        <a:t> </a:t>
                      </a:r>
                      <a:r>
                        <a:rPr sz="2000" spc="-10" dirty="0">
                          <a:latin typeface="Calibri"/>
                          <a:cs typeface="Calibri"/>
                        </a:rPr>
                        <a:t>previous</a:t>
                      </a:r>
                      <a:r>
                        <a:rPr sz="2000" spc="-65" dirty="0">
                          <a:latin typeface="Calibri"/>
                          <a:cs typeface="Calibri"/>
                        </a:rPr>
                        <a:t> </a:t>
                      </a:r>
                      <a:r>
                        <a:rPr sz="2000" spc="-10" dirty="0">
                          <a:latin typeface="Calibri"/>
                          <a:cs typeface="Calibri"/>
                        </a:rPr>
                        <a:t>release.</a:t>
                      </a:r>
                      <a:endParaRPr sz="2000" dirty="0">
                        <a:latin typeface="Calibri"/>
                        <a:cs typeface="Calibri"/>
                      </a:endParaRPr>
                    </a:p>
                  </a:txBody>
                  <a:tcPr marL="0" marR="0" marT="3962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768096">
                <a:tc>
                  <a:txBody>
                    <a:bodyPr/>
                    <a:lstStyle/>
                    <a:p>
                      <a:pPr marL="91440" marR="940435">
                        <a:lnSpc>
                          <a:spcPct val="100000"/>
                        </a:lnSpc>
                        <a:spcBef>
                          <a:spcPts val="245"/>
                        </a:spcBef>
                      </a:pPr>
                      <a:r>
                        <a:rPr sz="2200" b="1" i="1" spc="-10" dirty="0">
                          <a:solidFill>
                            <a:srgbClr val="C00000"/>
                          </a:solidFill>
                          <a:latin typeface="Calibri"/>
                          <a:cs typeface="Calibri"/>
                        </a:rPr>
                        <a:t>Platform Changes</a:t>
                      </a:r>
                      <a:endParaRPr sz="2200">
                        <a:latin typeface="Calibri"/>
                        <a:cs typeface="Calibri"/>
                      </a:endParaRPr>
                    </a:p>
                  </a:txBody>
                  <a:tcPr marL="0" marR="0" marT="3733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marR="82550" indent="-287020">
                        <a:lnSpc>
                          <a:spcPct val="100000"/>
                        </a:lnSpc>
                        <a:spcBef>
                          <a:spcPts val="260"/>
                        </a:spcBef>
                        <a:buFont typeface="Arial MT"/>
                        <a:buChar char="•"/>
                        <a:tabLst>
                          <a:tab pos="377825" algn="l"/>
                        </a:tabLst>
                      </a:pPr>
                      <a:r>
                        <a:rPr sz="2000" dirty="0">
                          <a:latin typeface="Calibri"/>
                          <a:cs typeface="Calibri"/>
                        </a:rPr>
                        <a:t>You</a:t>
                      </a:r>
                      <a:r>
                        <a:rPr sz="2000" spc="135" dirty="0">
                          <a:latin typeface="Calibri"/>
                          <a:cs typeface="Calibri"/>
                        </a:rPr>
                        <a:t> </a:t>
                      </a:r>
                      <a:r>
                        <a:rPr sz="2000" dirty="0">
                          <a:latin typeface="Calibri"/>
                          <a:cs typeface="Calibri"/>
                        </a:rPr>
                        <a:t>may</a:t>
                      </a:r>
                      <a:r>
                        <a:rPr sz="2000" spc="135" dirty="0">
                          <a:latin typeface="Calibri"/>
                          <a:cs typeface="Calibri"/>
                        </a:rPr>
                        <a:t> </a:t>
                      </a:r>
                      <a:r>
                        <a:rPr sz="2000" dirty="0">
                          <a:latin typeface="Calibri"/>
                          <a:cs typeface="Calibri"/>
                        </a:rPr>
                        <a:t>have</a:t>
                      </a:r>
                      <a:r>
                        <a:rPr sz="2000" spc="125" dirty="0">
                          <a:latin typeface="Calibri"/>
                          <a:cs typeface="Calibri"/>
                        </a:rPr>
                        <a:t> </a:t>
                      </a:r>
                      <a:r>
                        <a:rPr sz="2000" dirty="0">
                          <a:latin typeface="Calibri"/>
                          <a:cs typeface="Calibri"/>
                        </a:rPr>
                        <a:t>to</a:t>
                      </a:r>
                      <a:r>
                        <a:rPr sz="2000" spc="125" dirty="0">
                          <a:latin typeface="Calibri"/>
                          <a:cs typeface="Calibri"/>
                        </a:rPr>
                        <a:t> </a:t>
                      </a:r>
                      <a:r>
                        <a:rPr sz="2000" dirty="0">
                          <a:latin typeface="Calibri"/>
                          <a:cs typeface="Calibri"/>
                        </a:rPr>
                        <a:t>create</a:t>
                      </a:r>
                      <a:r>
                        <a:rPr sz="2000" spc="140" dirty="0">
                          <a:latin typeface="Calibri"/>
                          <a:cs typeface="Calibri"/>
                        </a:rPr>
                        <a:t> </a:t>
                      </a:r>
                      <a:r>
                        <a:rPr sz="2000" dirty="0">
                          <a:latin typeface="Calibri"/>
                          <a:cs typeface="Calibri"/>
                        </a:rPr>
                        <a:t>a</a:t>
                      </a:r>
                      <a:r>
                        <a:rPr sz="2000" spc="120" dirty="0">
                          <a:latin typeface="Calibri"/>
                          <a:cs typeface="Calibri"/>
                        </a:rPr>
                        <a:t> </a:t>
                      </a:r>
                      <a:r>
                        <a:rPr sz="2000" dirty="0">
                          <a:latin typeface="Calibri"/>
                          <a:cs typeface="Calibri"/>
                        </a:rPr>
                        <a:t>new</a:t>
                      </a:r>
                      <a:r>
                        <a:rPr sz="2000" spc="130" dirty="0">
                          <a:latin typeface="Calibri"/>
                          <a:cs typeface="Calibri"/>
                        </a:rPr>
                        <a:t> </a:t>
                      </a:r>
                      <a:r>
                        <a:rPr sz="2000" dirty="0">
                          <a:latin typeface="Calibri"/>
                          <a:cs typeface="Calibri"/>
                        </a:rPr>
                        <a:t>release</a:t>
                      </a:r>
                      <a:r>
                        <a:rPr sz="2000" spc="145" dirty="0">
                          <a:latin typeface="Calibri"/>
                          <a:cs typeface="Calibri"/>
                        </a:rPr>
                        <a:t> </a:t>
                      </a:r>
                      <a:r>
                        <a:rPr sz="2000" dirty="0">
                          <a:latin typeface="Calibri"/>
                          <a:cs typeface="Calibri"/>
                        </a:rPr>
                        <a:t>of</a:t>
                      </a:r>
                      <a:r>
                        <a:rPr sz="2000" spc="130" dirty="0">
                          <a:latin typeface="Calibri"/>
                          <a:cs typeface="Calibri"/>
                        </a:rPr>
                        <a:t> </a:t>
                      </a:r>
                      <a:r>
                        <a:rPr sz="2000" dirty="0">
                          <a:latin typeface="Calibri"/>
                          <a:cs typeface="Calibri"/>
                        </a:rPr>
                        <a:t>a</a:t>
                      </a:r>
                      <a:r>
                        <a:rPr sz="2000" spc="135" dirty="0">
                          <a:latin typeface="Calibri"/>
                          <a:cs typeface="Calibri"/>
                        </a:rPr>
                        <a:t> </a:t>
                      </a:r>
                      <a:r>
                        <a:rPr sz="2000" dirty="0">
                          <a:latin typeface="Calibri"/>
                          <a:cs typeface="Calibri"/>
                        </a:rPr>
                        <a:t>software</a:t>
                      </a:r>
                      <a:r>
                        <a:rPr sz="2000" spc="140" dirty="0">
                          <a:latin typeface="Calibri"/>
                          <a:cs typeface="Calibri"/>
                        </a:rPr>
                        <a:t> </a:t>
                      </a:r>
                      <a:r>
                        <a:rPr sz="2000" dirty="0">
                          <a:latin typeface="Calibri"/>
                          <a:cs typeface="Calibri"/>
                        </a:rPr>
                        <a:t>application</a:t>
                      </a:r>
                      <a:r>
                        <a:rPr sz="2000" spc="130" dirty="0">
                          <a:latin typeface="Calibri"/>
                          <a:cs typeface="Calibri"/>
                        </a:rPr>
                        <a:t> </a:t>
                      </a:r>
                      <a:r>
                        <a:rPr sz="2000" dirty="0">
                          <a:latin typeface="Calibri"/>
                          <a:cs typeface="Calibri"/>
                        </a:rPr>
                        <a:t>when</a:t>
                      </a:r>
                      <a:r>
                        <a:rPr sz="2000" spc="140" dirty="0">
                          <a:latin typeface="Calibri"/>
                          <a:cs typeface="Calibri"/>
                        </a:rPr>
                        <a:t> </a:t>
                      </a:r>
                      <a:r>
                        <a:rPr sz="2000" spc="-50" dirty="0">
                          <a:latin typeface="Calibri"/>
                          <a:cs typeface="Calibri"/>
                        </a:rPr>
                        <a:t>a </a:t>
                      </a:r>
                      <a:r>
                        <a:rPr sz="2000" dirty="0">
                          <a:latin typeface="Calibri"/>
                          <a:cs typeface="Calibri"/>
                        </a:rPr>
                        <a:t>new</a:t>
                      </a:r>
                      <a:r>
                        <a:rPr sz="2000" spc="-45" dirty="0">
                          <a:latin typeface="Calibri"/>
                          <a:cs typeface="Calibri"/>
                        </a:rPr>
                        <a:t> </a:t>
                      </a:r>
                      <a:r>
                        <a:rPr sz="2000" dirty="0">
                          <a:latin typeface="Calibri"/>
                          <a:cs typeface="Calibri"/>
                        </a:rPr>
                        <a:t>version</a:t>
                      </a:r>
                      <a:r>
                        <a:rPr sz="2000" spc="-30" dirty="0">
                          <a:latin typeface="Calibri"/>
                          <a:cs typeface="Calibri"/>
                        </a:rPr>
                        <a:t> </a:t>
                      </a:r>
                      <a:r>
                        <a:rPr sz="2000" dirty="0">
                          <a:latin typeface="Calibri"/>
                          <a:cs typeface="Calibri"/>
                        </a:rPr>
                        <a:t>of</a:t>
                      </a:r>
                      <a:r>
                        <a:rPr sz="2000" spc="-45" dirty="0">
                          <a:latin typeface="Calibri"/>
                          <a:cs typeface="Calibri"/>
                        </a:rPr>
                        <a:t> </a:t>
                      </a:r>
                      <a:r>
                        <a:rPr sz="2000" dirty="0">
                          <a:latin typeface="Calibri"/>
                          <a:cs typeface="Calibri"/>
                        </a:rPr>
                        <a:t>the</a:t>
                      </a:r>
                      <a:r>
                        <a:rPr sz="2000" spc="-30" dirty="0">
                          <a:latin typeface="Calibri"/>
                          <a:cs typeface="Calibri"/>
                        </a:rPr>
                        <a:t> </a:t>
                      </a:r>
                      <a:r>
                        <a:rPr sz="2000" spc="-10" dirty="0">
                          <a:latin typeface="Calibri"/>
                          <a:cs typeface="Calibri"/>
                        </a:rPr>
                        <a:t>operating</a:t>
                      </a:r>
                      <a:r>
                        <a:rPr sz="2000" spc="-55" dirty="0">
                          <a:latin typeface="Calibri"/>
                          <a:cs typeface="Calibri"/>
                        </a:rPr>
                        <a:t> </a:t>
                      </a:r>
                      <a:r>
                        <a:rPr sz="2000" spc="-10" dirty="0">
                          <a:latin typeface="Calibri"/>
                          <a:cs typeface="Calibri"/>
                        </a:rPr>
                        <a:t>system</a:t>
                      </a:r>
                      <a:r>
                        <a:rPr sz="2000" spc="-15" dirty="0">
                          <a:latin typeface="Calibri"/>
                          <a:cs typeface="Calibri"/>
                        </a:rPr>
                        <a:t> </a:t>
                      </a:r>
                      <a:r>
                        <a:rPr sz="2000" dirty="0">
                          <a:latin typeface="Calibri"/>
                          <a:cs typeface="Calibri"/>
                        </a:rPr>
                        <a:t>platform</a:t>
                      </a:r>
                      <a:r>
                        <a:rPr sz="2000" spc="-45" dirty="0">
                          <a:latin typeface="Calibri"/>
                          <a:cs typeface="Calibri"/>
                        </a:rPr>
                        <a:t> </a:t>
                      </a:r>
                      <a:r>
                        <a:rPr sz="2000" dirty="0">
                          <a:latin typeface="Calibri"/>
                          <a:cs typeface="Calibri"/>
                        </a:rPr>
                        <a:t>is</a:t>
                      </a:r>
                      <a:r>
                        <a:rPr sz="2000" spc="-35" dirty="0">
                          <a:latin typeface="Calibri"/>
                          <a:cs typeface="Calibri"/>
                        </a:rPr>
                        <a:t> </a:t>
                      </a:r>
                      <a:r>
                        <a:rPr sz="2000" spc="-10" dirty="0">
                          <a:latin typeface="Calibri"/>
                          <a:cs typeface="Calibri"/>
                        </a:rPr>
                        <a:t>released.</a:t>
                      </a:r>
                      <a:endParaRPr sz="2000">
                        <a:latin typeface="Calibri"/>
                        <a:cs typeface="Calibri"/>
                      </a:endParaRPr>
                    </a:p>
                  </a:txBody>
                  <a:tcPr marL="0" marR="0" marT="3962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1664208">
                <a:tc>
                  <a:txBody>
                    <a:bodyPr/>
                    <a:lstStyle/>
                    <a:p>
                      <a:pPr marL="91440" marR="158115">
                        <a:lnSpc>
                          <a:spcPct val="100000"/>
                        </a:lnSpc>
                        <a:spcBef>
                          <a:spcPts val="250"/>
                        </a:spcBef>
                      </a:pPr>
                      <a:r>
                        <a:rPr sz="2200" b="1" i="1" spc="-10" dirty="0">
                          <a:solidFill>
                            <a:srgbClr val="C00000"/>
                          </a:solidFill>
                          <a:latin typeface="Calibri"/>
                          <a:cs typeface="Calibri"/>
                        </a:rPr>
                        <a:t>Technical</a:t>
                      </a:r>
                      <a:r>
                        <a:rPr sz="2200" b="1" i="1" spc="-90" dirty="0">
                          <a:solidFill>
                            <a:srgbClr val="C00000"/>
                          </a:solidFill>
                          <a:latin typeface="Calibri"/>
                          <a:cs typeface="Calibri"/>
                        </a:rPr>
                        <a:t> </a:t>
                      </a:r>
                      <a:r>
                        <a:rPr sz="2200" b="1" i="1" spc="-10" dirty="0">
                          <a:solidFill>
                            <a:srgbClr val="C00000"/>
                          </a:solidFill>
                          <a:latin typeface="Calibri"/>
                          <a:cs typeface="Calibri"/>
                        </a:rPr>
                        <a:t>Quality </a:t>
                      </a:r>
                      <a:r>
                        <a:rPr sz="2200" b="1" i="1" dirty="0">
                          <a:solidFill>
                            <a:srgbClr val="C00000"/>
                          </a:solidFill>
                          <a:latin typeface="Calibri"/>
                          <a:cs typeface="Calibri"/>
                        </a:rPr>
                        <a:t>of</a:t>
                      </a:r>
                      <a:r>
                        <a:rPr sz="2200" b="1" i="1" spc="-30" dirty="0">
                          <a:solidFill>
                            <a:srgbClr val="C00000"/>
                          </a:solidFill>
                          <a:latin typeface="Calibri"/>
                          <a:cs typeface="Calibri"/>
                        </a:rPr>
                        <a:t> </a:t>
                      </a:r>
                      <a:r>
                        <a:rPr sz="2200" b="1" i="1" dirty="0">
                          <a:solidFill>
                            <a:srgbClr val="C00000"/>
                          </a:solidFill>
                          <a:latin typeface="Calibri"/>
                          <a:cs typeface="Calibri"/>
                        </a:rPr>
                        <a:t>the</a:t>
                      </a:r>
                      <a:r>
                        <a:rPr sz="2200" b="1" i="1" spc="-15" dirty="0">
                          <a:solidFill>
                            <a:srgbClr val="C00000"/>
                          </a:solidFill>
                          <a:latin typeface="Calibri"/>
                          <a:cs typeface="Calibri"/>
                        </a:rPr>
                        <a:t> </a:t>
                      </a:r>
                      <a:r>
                        <a:rPr sz="2200" b="1" i="1" spc="-10" dirty="0">
                          <a:solidFill>
                            <a:srgbClr val="C00000"/>
                          </a:solidFill>
                          <a:latin typeface="Calibri"/>
                          <a:cs typeface="Calibri"/>
                        </a:rPr>
                        <a:t>System</a:t>
                      </a:r>
                      <a:endParaRPr sz="2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77825" marR="81915" indent="-287020" algn="just">
                        <a:lnSpc>
                          <a:spcPct val="100000"/>
                        </a:lnSpc>
                        <a:spcBef>
                          <a:spcPts val="265"/>
                        </a:spcBef>
                        <a:buFont typeface="Arial MT"/>
                        <a:buChar char="•"/>
                        <a:tabLst>
                          <a:tab pos="377825" algn="l"/>
                        </a:tabLst>
                      </a:pPr>
                      <a:r>
                        <a:rPr sz="2000" dirty="0">
                          <a:latin typeface="Calibri"/>
                          <a:cs typeface="Calibri"/>
                        </a:rPr>
                        <a:t>If</a:t>
                      </a:r>
                      <a:r>
                        <a:rPr sz="2000" spc="165" dirty="0">
                          <a:latin typeface="Calibri"/>
                          <a:cs typeface="Calibri"/>
                        </a:rPr>
                        <a:t> </a:t>
                      </a:r>
                      <a:r>
                        <a:rPr sz="2000" dirty="0">
                          <a:latin typeface="Calibri"/>
                          <a:cs typeface="Calibri"/>
                        </a:rPr>
                        <a:t>serious</a:t>
                      </a:r>
                      <a:r>
                        <a:rPr sz="2000" spc="185" dirty="0">
                          <a:latin typeface="Calibri"/>
                          <a:cs typeface="Calibri"/>
                        </a:rPr>
                        <a:t> </a:t>
                      </a:r>
                      <a:r>
                        <a:rPr sz="2000" dirty="0">
                          <a:latin typeface="Calibri"/>
                          <a:cs typeface="Calibri"/>
                        </a:rPr>
                        <a:t>system</a:t>
                      </a:r>
                      <a:r>
                        <a:rPr sz="2000" spc="185" dirty="0">
                          <a:latin typeface="Calibri"/>
                          <a:cs typeface="Calibri"/>
                        </a:rPr>
                        <a:t> </a:t>
                      </a:r>
                      <a:r>
                        <a:rPr sz="2000" dirty="0">
                          <a:latin typeface="Calibri"/>
                          <a:cs typeface="Calibri"/>
                        </a:rPr>
                        <a:t>faults</a:t>
                      </a:r>
                      <a:r>
                        <a:rPr sz="2000" spc="180" dirty="0">
                          <a:latin typeface="Calibri"/>
                          <a:cs typeface="Calibri"/>
                        </a:rPr>
                        <a:t> </a:t>
                      </a:r>
                      <a:r>
                        <a:rPr sz="2000" dirty="0">
                          <a:latin typeface="Calibri"/>
                          <a:cs typeface="Calibri"/>
                        </a:rPr>
                        <a:t>are</a:t>
                      </a:r>
                      <a:r>
                        <a:rPr sz="2000" spc="175" dirty="0">
                          <a:latin typeface="Calibri"/>
                          <a:cs typeface="Calibri"/>
                        </a:rPr>
                        <a:t> </a:t>
                      </a:r>
                      <a:r>
                        <a:rPr sz="2000" dirty="0">
                          <a:latin typeface="Calibri"/>
                          <a:cs typeface="Calibri"/>
                        </a:rPr>
                        <a:t>reported</a:t>
                      </a:r>
                      <a:r>
                        <a:rPr sz="2000" spc="190" dirty="0">
                          <a:latin typeface="Calibri"/>
                          <a:cs typeface="Calibri"/>
                        </a:rPr>
                        <a:t> </a:t>
                      </a:r>
                      <a:r>
                        <a:rPr sz="2000" dirty="0">
                          <a:latin typeface="Calibri"/>
                          <a:cs typeface="Calibri"/>
                        </a:rPr>
                        <a:t>that</a:t>
                      </a:r>
                      <a:r>
                        <a:rPr sz="2000" spc="180" dirty="0">
                          <a:latin typeface="Calibri"/>
                          <a:cs typeface="Calibri"/>
                        </a:rPr>
                        <a:t> </a:t>
                      </a:r>
                      <a:r>
                        <a:rPr sz="2000" dirty="0">
                          <a:latin typeface="Calibri"/>
                          <a:cs typeface="Calibri"/>
                        </a:rPr>
                        <a:t>affect</a:t>
                      </a:r>
                      <a:r>
                        <a:rPr sz="2000" spc="190" dirty="0">
                          <a:latin typeface="Calibri"/>
                          <a:cs typeface="Calibri"/>
                        </a:rPr>
                        <a:t> </a:t>
                      </a:r>
                      <a:r>
                        <a:rPr sz="2000" dirty="0">
                          <a:latin typeface="Calibri"/>
                          <a:cs typeface="Calibri"/>
                        </a:rPr>
                        <a:t>the</a:t>
                      </a:r>
                      <a:r>
                        <a:rPr sz="2000" spc="190" dirty="0">
                          <a:latin typeface="Calibri"/>
                          <a:cs typeface="Calibri"/>
                        </a:rPr>
                        <a:t> </a:t>
                      </a:r>
                      <a:r>
                        <a:rPr sz="2000" dirty="0">
                          <a:latin typeface="Calibri"/>
                          <a:cs typeface="Calibri"/>
                        </a:rPr>
                        <a:t>way</a:t>
                      </a:r>
                      <a:r>
                        <a:rPr sz="2000" spc="180" dirty="0">
                          <a:latin typeface="Calibri"/>
                          <a:cs typeface="Calibri"/>
                        </a:rPr>
                        <a:t> </a:t>
                      </a:r>
                      <a:r>
                        <a:rPr sz="2000" dirty="0">
                          <a:latin typeface="Calibri"/>
                          <a:cs typeface="Calibri"/>
                        </a:rPr>
                        <a:t>in</a:t>
                      </a:r>
                      <a:r>
                        <a:rPr sz="2000" spc="185" dirty="0">
                          <a:latin typeface="Calibri"/>
                          <a:cs typeface="Calibri"/>
                        </a:rPr>
                        <a:t> </a:t>
                      </a:r>
                      <a:r>
                        <a:rPr sz="2000" dirty="0">
                          <a:latin typeface="Calibri"/>
                          <a:cs typeface="Calibri"/>
                        </a:rPr>
                        <a:t>which</a:t>
                      </a:r>
                      <a:r>
                        <a:rPr sz="2000" spc="175" dirty="0">
                          <a:latin typeface="Calibri"/>
                          <a:cs typeface="Calibri"/>
                        </a:rPr>
                        <a:t> </a:t>
                      </a:r>
                      <a:r>
                        <a:rPr sz="2000" spc="-20" dirty="0">
                          <a:latin typeface="Calibri"/>
                          <a:cs typeface="Calibri"/>
                        </a:rPr>
                        <a:t>many </a:t>
                      </a:r>
                      <a:r>
                        <a:rPr sz="2000" dirty="0">
                          <a:latin typeface="Calibri"/>
                          <a:cs typeface="Calibri"/>
                        </a:rPr>
                        <a:t>customers</a:t>
                      </a:r>
                      <a:r>
                        <a:rPr sz="2000" spc="75" dirty="0">
                          <a:latin typeface="Calibri"/>
                          <a:cs typeface="Calibri"/>
                        </a:rPr>
                        <a:t> </a:t>
                      </a:r>
                      <a:r>
                        <a:rPr sz="2000" dirty="0">
                          <a:latin typeface="Calibri"/>
                          <a:cs typeface="Calibri"/>
                        </a:rPr>
                        <a:t>use</a:t>
                      </a:r>
                      <a:r>
                        <a:rPr sz="2000" spc="85" dirty="0">
                          <a:latin typeface="Calibri"/>
                          <a:cs typeface="Calibri"/>
                        </a:rPr>
                        <a:t> </a:t>
                      </a:r>
                      <a:r>
                        <a:rPr sz="2000" dirty="0">
                          <a:latin typeface="Calibri"/>
                          <a:cs typeface="Calibri"/>
                        </a:rPr>
                        <a:t>the</a:t>
                      </a:r>
                      <a:r>
                        <a:rPr sz="2000" spc="95" dirty="0">
                          <a:latin typeface="Calibri"/>
                          <a:cs typeface="Calibri"/>
                        </a:rPr>
                        <a:t> </a:t>
                      </a:r>
                      <a:r>
                        <a:rPr sz="2000" dirty="0">
                          <a:latin typeface="Calibri"/>
                          <a:cs typeface="Calibri"/>
                        </a:rPr>
                        <a:t>system,</a:t>
                      </a:r>
                      <a:r>
                        <a:rPr sz="2000" spc="80" dirty="0">
                          <a:latin typeface="Calibri"/>
                          <a:cs typeface="Calibri"/>
                        </a:rPr>
                        <a:t> </a:t>
                      </a:r>
                      <a:r>
                        <a:rPr sz="2000" dirty="0">
                          <a:latin typeface="Calibri"/>
                          <a:cs typeface="Calibri"/>
                        </a:rPr>
                        <a:t>it</a:t>
                      </a:r>
                      <a:r>
                        <a:rPr sz="2000" spc="95" dirty="0">
                          <a:latin typeface="Calibri"/>
                          <a:cs typeface="Calibri"/>
                        </a:rPr>
                        <a:t> </a:t>
                      </a:r>
                      <a:r>
                        <a:rPr sz="2000" dirty="0">
                          <a:latin typeface="Calibri"/>
                          <a:cs typeface="Calibri"/>
                        </a:rPr>
                        <a:t>may</a:t>
                      </a:r>
                      <a:r>
                        <a:rPr sz="2000" spc="90" dirty="0">
                          <a:latin typeface="Calibri"/>
                          <a:cs typeface="Calibri"/>
                        </a:rPr>
                        <a:t> </a:t>
                      </a:r>
                      <a:r>
                        <a:rPr sz="2000" dirty="0">
                          <a:latin typeface="Calibri"/>
                          <a:cs typeface="Calibri"/>
                        </a:rPr>
                        <a:t>be</a:t>
                      </a:r>
                      <a:r>
                        <a:rPr sz="2000" spc="80" dirty="0">
                          <a:latin typeface="Calibri"/>
                          <a:cs typeface="Calibri"/>
                        </a:rPr>
                        <a:t> </a:t>
                      </a:r>
                      <a:r>
                        <a:rPr sz="2000" dirty="0">
                          <a:latin typeface="Calibri"/>
                          <a:cs typeface="Calibri"/>
                        </a:rPr>
                        <a:t>necessary</a:t>
                      </a:r>
                      <a:r>
                        <a:rPr sz="2000" spc="95" dirty="0">
                          <a:latin typeface="Calibri"/>
                          <a:cs typeface="Calibri"/>
                        </a:rPr>
                        <a:t> </a:t>
                      </a:r>
                      <a:r>
                        <a:rPr sz="2000" dirty="0">
                          <a:latin typeface="Calibri"/>
                          <a:cs typeface="Calibri"/>
                        </a:rPr>
                        <a:t>to</a:t>
                      </a:r>
                      <a:r>
                        <a:rPr sz="2000" spc="80" dirty="0">
                          <a:latin typeface="Calibri"/>
                          <a:cs typeface="Calibri"/>
                        </a:rPr>
                        <a:t> </a:t>
                      </a:r>
                      <a:r>
                        <a:rPr sz="2000" dirty="0">
                          <a:latin typeface="Calibri"/>
                          <a:cs typeface="Calibri"/>
                        </a:rPr>
                        <a:t>correct</a:t>
                      </a:r>
                      <a:r>
                        <a:rPr sz="2000" spc="95" dirty="0">
                          <a:latin typeface="Calibri"/>
                          <a:cs typeface="Calibri"/>
                        </a:rPr>
                        <a:t> </a:t>
                      </a:r>
                      <a:r>
                        <a:rPr sz="2000" dirty="0">
                          <a:latin typeface="Calibri"/>
                          <a:cs typeface="Calibri"/>
                        </a:rPr>
                        <a:t>them</a:t>
                      </a:r>
                      <a:r>
                        <a:rPr sz="2000" spc="90" dirty="0">
                          <a:latin typeface="Calibri"/>
                          <a:cs typeface="Calibri"/>
                        </a:rPr>
                        <a:t> </a:t>
                      </a:r>
                      <a:r>
                        <a:rPr sz="2000" dirty="0">
                          <a:latin typeface="Calibri"/>
                          <a:cs typeface="Calibri"/>
                        </a:rPr>
                        <a:t>in</a:t>
                      </a:r>
                      <a:r>
                        <a:rPr sz="2000" spc="85" dirty="0">
                          <a:latin typeface="Calibri"/>
                          <a:cs typeface="Calibri"/>
                        </a:rPr>
                        <a:t> </a:t>
                      </a:r>
                      <a:r>
                        <a:rPr sz="2000" dirty="0">
                          <a:latin typeface="Calibri"/>
                          <a:cs typeface="Calibri"/>
                        </a:rPr>
                        <a:t>a</a:t>
                      </a:r>
                      <a:r>
                        <a:rPr sz="2000" spc="75" dirty="0">
                          <a:latin typeface="Calibri"/>
                          <a:cs typeface="Calibri"/>
                        </a:rPr>
                        <a:t> </a:t>
                      </a:r>
                      <a:r>
                        <a:rPr sz="2000" spc="-25" dirty="0">
                          <a:latin typeface="Calibri"/>
                          <a:cs typeface="Calibri"/>
                        </a:rPr>
                        <a:t>new </a:t>
                      </a:r>
                      <a:r>
                        <a:rPr sz="2000" spc="-10" dirty="0">
                          <a:latin typeface="Calibri"/>
                          <a:cs typeface="Calibri"/>
                        </a:rPr>
                        <a:t>system</a:t>
                      </a:r>
                      <a:r>
                        <a:rPr sz="2000" spc="-60" dirty="0">
                          <a:latin typeface="Calibri"/>
                          <a:cs typeface="Calibri"/>
                        </a:rPr>
                        <a:t> </a:t>
                      </a:r>
                      <a:r>
                        <a:rPr sz="2000" spc="-10" dirty="0">
                          <a:latin typeface="Calibri"/>
                          <a:cs typeface="Calibri"/>
                        </a:rPr>
                        <a:t>release.</a:t>
                      </a:r>
                      <a:endParaRPr sz="2000">
                        <a:latin typeface="Calibri"/>
                        <a:cs typeface="Calibri"/>
                      </a:endParaRPr>
                    </a:p>
                    <a:p>
                      <a:pPr marL="377825" marR="81915" indent="-287020" algn="just">
                        <a:lnSpc>
                          <a:spcPct val="100000"/>
                        </a:lnSpc>
                        <a:buFont typeface="Arial MT"/>
                        <a:buChar char="•"/>
                        <a:tabLst>
                          <a:tab pos="377825" algn="l"/>
                        </a:tabLst>
                      </a:pPr>
                      <a:r>
                        <a:rPr sz="2000" dirty="0">
                          <a:latin typeface="Calibri"/>
                          <a:cs typeface="Calibri"/>
                        </a:rPr>
                        <a:t>Minor</a:t>
                      </a:r>
                      <a:r>
                        <a:rPr sz="2000" spc="85" dirty="0">
                          <a:latin typeface="Calibri"/>
                          <a:cs typeface="Calibri"/>
                        </a:rPr>
                        <a:t> </a:t>
                      </a:r>
                      <a:r>
                        <a:rPr sz="2000" dirty="0">
                          <a:latin typeface="Calibri"/>
                          <a:cs typeface="Calibri"/>
                        </a:rPr>
                        <a:t>system</a:t>
                      </a:r>
                      <a:r>
                        <a:rPr sz="2000" spc="80" dirty="0">
                          <a:latin typeface="Calibri"/>
                          <a:cs typeface="Calibri"/>
                        </a:rPr>
                        <a:t> </a:t>
                      </a:r>
                      <a:r>
                        <a:rPr sz="2000" dirty="0">
                          <a:latin typeface="Calibri"/>
                          <a:cs typeface="Calibri"/>
                        </a:rPr>
                        <a:t>faults</a:t>
                      </a:r>
                      <a:r>
                        <a:rPr sz="2000" spc="90" dirty="0">
                          <a:latin typeface="Calibri"/>
                          <a:cs typeface="Calibri"/>
                        </a:rPr>
                        <a:t> </a:t>
                      </a:r>
                      <a:r>
                        <a:rPr sz="2000" dirty="0">
                          <a:latin typeface="Calibri"/>
                          <a:cs typeface="Calibri"/>
                        </a:rPr>
                        <a:t>may</a:t>
                      </a:r>
                      <a:r>
                        <a:rPr sz="2000" spc="75" dirty="0">
                          <a:latin typeface="Calibri"/>
                          <a:cs typeface="Calibri"/>
                        </a:rPr>
                        <a:t> </a:t>
                      </a:r>
                      <a:r>
                        <a:rPr sz="2000" dirty="0">
                          <a:latin typeface="Calibri"/>
                          <a:cs typeface="Calibri"/>
                        </a:rPr>
                        <a:t>be</a:t>
                      </a:r>
                      <a:r>
                        <a:rPr sz="2000" spc="70" dirty="0">
                          <a:latin typeface="Calibri"/>
                          <a:cs typeface="Calibri"/>
                        </a:rPr>
                        <a:t> </a:t>
                      </a:r>
                      <a:r>
                        <a:rPr sz="2000" dirty="0">
                          <a:latin typeface="Calibri"/>
                          <a:cs typeface="Calibri"/>
                        </a:rPr>
                        <a:t>repaired</a:t>
                      </a:r>
                      <a:r>
                        <a:rPr sz="2000" spc="80" dirty="0">
                          <a:latin typeface="Calibri"/>
                          <a:cs typeface="Calibri"/>
                        </a:rPr>
                        <a:t> </a:t>
                      </a:r>
                      <a:r>
                        <a:rPr sz="2000" dirty="0">
                          <a:latin typeface="Calibri"/>
                          <a:cs typeface="Calibri"/>
                        </a:rPr>
                        <a:t>by</a:t>
                      </a:r>
                      <a:r>
                        <a:rPr sz="2000" spc="80" dirty="0">
                          <a:latin typeface="Calibri"/>
                          <a:cs typeface="Calibri"/>
                        </a:rPr>
                        <a:t> </a:t>
                      </a:r>
                      <a:r>
                        <a:rPr sz="2000" dirty="0">
                          <a:latin typeface="Calibri"/>
                          <a:cs typeface="Calibri"/>
                        </a:rPr>
                        <a:t>issuing</a:t>
                      </a:r>
                      <a:r>
                        <a:rPr sz="2000" spc="75" dirty="0">
                          <a:latin typeface="Calibri"/>
                          <a:cs typeface="Calibri"/>
                        </a:rPr>
                        <a:t> </a:t>
                      </a:r>
                      <a:r>
                        <a:rPr sz="2000" dirty="0">
                          <a:latin typeface="Calibri"/>
                          <a:cs typeface="Calibri"/>
                        </a:rPr>
                        <a:t>patches,</a:t>
                      </a:r>
                      <a:r>
                        <a:rPr sz="2000" spc="75" dirty="0">
                          <a:latin typeface="Calibri"/>
                          <a:cs typeface="Calibri"/>
                        </a:rPr>
                        <a:t> </a:t>
                      </a:r>
                      <a:r>
                        <a:rPr sz="2000" dirty="0">
                          <a:latin typeface="Calibri"/>
                          <a:cs typeface="Calibri"/>
                        </a:rPr>
                        <a:t>distributed</a:t>
                      </a:r>
                      <a:r>
                        <a:rPr sz="2000" spc="80" dirty="0">
                          <a:latin typeface="Calibri"/>
                          <a:cs typeface="Calibri"/>
                        </a:rPr>
                        <a:t> </a:t>
                      </a:r>
                      <a:r>
                        <a:rPr sz="2000" spc="-20" dirty="0">
                          <a:latin typeface="Calibri"/>
                          <a:cs typeface="Calibri"/>
                        </a:rPr>
                        <a:t>over </a:t>
                      </a:r>
                      <a:r>
                        <a:rPr sz="2000" dirty="0">
                          <a:latin typeface="Calibri"/>
                          <a:cs typeface="Calibri"/>
                        </a:rPr>
                        <a:t>the</a:t>
                      </a:r>
                      <a:r>
                        <a:rPr sz="2000" spc="-30" dirty="0">
                          <a:latin typeface="Calibri"/>
                          <a:cs typeface="Calibri"/>
                        </a:rPr>
                        <a:t> </a:t>
                      </a:r>
                      <a:r>
                        <a:rPr sz="2000" dirty="0">
                          <a:latin typeface="Calibri"/>
                          <a:cs typeface="Calibri"/>
                        </a:rPr>
                        <a:t>Internet,</a:t>
                      </a:r>
                      <a:r>
                        <a:rPr sz="2000" spc="-40" dirty="0">
                          <a:latin typeface="Calibri"/>
                          <a:cs typeface="Calibri"/>
                        </a:rPr>
                        <a:t> </a:t>
                      </a:r>
                      <a:r>
                        <a:rPr sz="2000" dirty="0">
                          <a:latin typeface="Calibri"/>
                          <a:cs typeface="Calibri"/>
                        </a:rPr>
                        <a:t>which</a:t>
                      </a:r>
                      <a:r>
                        <a:rPr sz="2000" spc="-35" dirty="0">
                          <a:latin typeface="Calibri"/>
                          <a:cs typeface="Calibri"/>
                        </a:rPr>
                        <a:t> </a:t>
                      </a:r>
                      <a:r>
                        <a:rPr sz="2000" dirty="0">
                          <a:latin typeface="Calibri"/>
                          <a:cs typeface="Calibri"/>
                        </a:rPr>
                        <a:t>can</a:t>
                      </a:r>
                      <a:r>
                        <a:rPr sz="2000" spc="-25" dirty="0">
                          <a:latin typeface="Calibri"/>
                          <a:cs typeface="Calibri"/>
                        </a:rPr>
                        <a:t> </a:t>
                      </a:r>
                      <a:r>
                        <a:rPr sz="2000" dirty="0">
                          <a:latin typeface="Calibri"/>
                          <a:cs typeface="Calibri"/>
                        </a:rPr>
                        <a:t>be</a:t>
                      </a:r>
                      <a:r>
                        <a:rPr sz="2000" spc="-25" dirty="0">
                          <a:latin typeface="Calibri"/>
                          <a:cs typeface="Calibri"/>
                        </a:rPr>
                        <a:t> </a:t>
                      </a:r>
                      <a:r>
                        <a:rPr sz="2000" dirty="0">
                          <a:latin typeface="Calibri"/>
                          <a:cs typeface="Calibri"/>
                        </a:rPr>
                        <a:t>applied</a:t>
                      </a:r>
                      <a:r>
                        <a:rPr sz="2000" spc="-55" dirty="0">
                          <a:latin typeface="Calibri"/>
                          <a:cs typeface="Calibri"/>
                        </a:rPr>
                        <a:t> </a:t>
                      </a:r>
                      <a:r>
                        <a:rPr sz="2000" dirty="0">
                          <a:latin typeface="Calibri"/>
                          <a:cs typeface="Calibri"/>
                        </a:rPr>
                        <a:t>to</a:t>
                      </a:r>
                      <a:r>
                        <a:rPr sz="2000" spc="-15" dirty="0">
                          <a:latin typeface="Calibri"/>
                          <a:cs typeface="Calibri"/>
                        </a:rPr>
                        <a:t> </a:t>
                      </a:r>
                      <a:r>
                        <a:rPr sz="2000" dirty="0">
                          <a:latin typeface="Calibri"/>
                          <a:cs typeface="Calibri"/>
                        </a:rPr>
                        <a:t>the</a:t>
                      </a:r>
                      <a:r>
                        <a:rPr sz="2000" spc="-25" dirty="0">
                          <a:latin typeface="Calibri"/>
                          <a:cs typeface="Calibri"/>
                        </a:rPr>
                        <a:t> </a:t>
                      </a:r>
                      <a:r>
                        <a:rPr sz="2000" dirty="0">
                          <a:latin typeface="Calibri"/>
                          <a:cs typeface="Calibri"/>
                        </a:rPr>
                        <a:t>current</a:t>
                      </a:r>
                      <a:r>
                        <a:rPr sz="2000" spc="-45" dirty="0">
                          <a:latin typeface="Calibri"/>
                          <a:cs typeface="Calibri"/>
                        </a:rPr>
                        <a:t> </a:t>
                      </a:r>
                      <a:r>
                        <a:rPr sz="2000" dirty="0">
                          <a:latin typeface="Calibri"/>
                          <a:cs typeface="Calibri"/>
                        </a:rPr>
                        <a:t>release</a:t>
                      </a:r>
                      <a:r>
                        <a:rPr sz="2000" spc="-45" dirty="0">
                          <a:latin typeface="Calibri"/>
                          <a:cs typeface="Calibri"/>
                        </a:rPr>
                        <a:t> </a:t>
                      </a:r>
                      <a:r>
                        <a:rPr sz="2000" dirty="0">
                          <a:latin typeface="Calibri"/>
                          <a:cs typeface="Calibri"/>
                        </a:rPr>
                        <a:t>of</a:t>
                      </a:r>
                      <a:r>
                        <a:rPr sz="2000" spc="-10" dirty="0">
                          <a:latin typeface="Calibri"/>
                          <a:cs typeface="Calibri"/>
                        </a:rPr>
                        <a:t> </a:t>
                      </a:r>
                      <a:r>
                        <a:rPr sz="2000" dirty="0">
                          <a:latin typeface="Calibri"/>
                          <a:cs typeface="Calibri"/>
                        </a:rPr>
                        <a:t>the</a:t>
                      </a:r>
                      <a:r>
                        <a:rPr sz="2000" spc="-25" dirty="0">
                          <a:latin typeface="Calibri"/>
                          <a:cs typeface="Calibri"/>
                        </a:rPr>
                        <a:t> </a:t>
                      </a:r>
                      <a:r>
                        <a:rPr sz="2000" spc="-10" dirty="0">
                          <a:latin typeface="Calibri"/>
                          <a:cs typeface="Calibri"/>
                        </a:rPr>
                        <a:t>system.</a:t>
                      </a:r>
                      <a:endParaRPr sz="2000">
                        <a:latin typeface="Calibri"/>
                        <a:cs typeface="Calibri"/>
                      </a:endParaRPr>
                    </a:p>
                  </a:txBody>
                  <a:tcPr marL="0" marR="0" marT="4038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515198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1" y="166879"/>
            <a:ext cx="10441686" cy="5414046"/>
          </a:xfrm>
          <a:prstGeom prst="rect">
            <a:avLst/>
          </a:prstGeom>
        </p:spPr>
        <p:txBody>
          <a:bodyPr vert="horz" wrap="square" lIns="0" tIns="14478" rIns="0" bIns="0" rtlCol="0">
            <a:spAutoFit/>
          </a:bodyPr>
          <a:lstStyle/>
          <a:p>
            <a:pPr marL="425958" indent="-410718">
              <a:spcBef>
                <a:spcPts val="114"/>
              </a:spcBef>
              <a:buFont typeface="Arial MT"/>
              <a:buChar char="•"/>
              <a:tabLst>
                <a:tab pos="425958" algn="l"/>
              </a:tabLst>
            </a:pPr>
            <a:r>
              <a:rPr sz="2280" b="1" dirty="0">
                <a:latin typeface="Calibri"/>
                <a:cs typeface="Calibri"/>
              </a:rPr>
              <a:t>Release</a:t>
            </a:r>
            <a:r>
              <a:rPr sz="2280" b="1" spc="-30" dirty="0">
                <a:latin typeface="Calibri"/>
                <a:cs typeface="Calibri"/>
              </a:rPr>
              <a:t> </a:t>
            </a:r>
            <a:r>
              <a:rPr sz="2280" b="1" dirty="0">
                <a:latin typeface="Calibri"/>
                <a:cs typeface="Calibri"/>
              </a:rPr>
              <a:t>creation</a:t>
            </a:r>
            <a:r>
              <a:rPr sz="2280" b="1" spc="-36" dirty="0">
                <a:latin typeface="Calibri"/>
                <a:cs typeface="Calibri"/>
              </a:rPr>
              <a:t> </a:t>
            </a:r>
            <a:r>
              <a:rPr sz="2280" dirty="0">
                <a:latin typeface="Calibri"/>
                <a:cs typeface="Calibri"/>
              </a:rPr>
              <a:t>is</a:t>
            </a:r>
            <a:r>
              <a:rPr sz="2280" spc="-36" dirty="0">
                <a:latin typeface="Calibri"/>
                <a:cs typeface="Calibri"/>
              </a:rPr>
              <a:t> </a:t>
            </a:r>
            <a:r>
              <a:rPr sz="2280" dirty="0">
                <a:latin typeface="Calibri"/>
                <a:cs typeface="Calibri"/>
              </a:rPr>
              <a:t>the</a:t>
            </a:r>
            <a:r>
              <a:rPr sz="2280" spc="-42" dirty="0">
                <a:latin typeface="Calibri"/>
                <a:cs typeface="Calibri"/>
              </a:rPr>
              <a:t> </a:t>
            </a:r>
            <a:r>
              <a:rPr sz="2280" b="1" i="1" dirty="0">
                <a:solidFill>
                  <a:srgbClr val="006FC0"/>
                </a:solidFill>
                <a:latin typeface="Calibri"/>
                <a:cs typeface="Calibri"/>
              </a:rPr>
              <a:t>process</a:t>
            </a:r>
            <a:r>
              <a:rPr sz="2280" b="1" i="1" spc="-36" dirty="0">
                <a:solidFill>
                  <a:srgbClr val="006FC0"/>
                </a:solidFill>
                <a:latin typeface="Calibri"/>
                <a:cs typeface="Calibri"/>
              </a:rPr>
              <a:t> </a:t>
            </a:r>
            <a:r>
              <a:rPr sz="2280" b="1" i="1" dirty="0">
                <a:solidFill>
                  <a:srgbClr val="006FC0"/>
                </a:solidFill>
                <a:latin typeface="Calibri"/>
                <a:cs typeface="Calibri"/>
              </a:rPr>
              <a:t>of</a:t>
            </a:r>
            <a:r>
              <a:rPr sz="2280" b="1" i="1" spc="-48" dirty="0">
                <a:solidFill>
                  <a:srgbClr val="006FC0"/>
                </a:solidFill>
                <a:latin typeface="Calibri"/>
                <a:cs typeface="Calibri"/>
              </a:rPr>
              <a:t> </a:t>
            </a:r>
            <a:r>
              <a:rPr sz="2280" b="1" i="1" dirty="0">
                <a:solidFill>
                  <a:srgbClr val="006FC0"/>
                </a:solidFill>
                <a:latin typeface="Calibri"/>
                <a:cs typeface="Calibri"/>
              </a:rPr>
              <a:t>creating</a:t>
            </a:r>
            <a:r>
              <a:rPr sz="2280" b="1" i="1" spc="-42" dirty="0">
                <a:solidFill>
                  <a:srgbClr val="006FC0"/>
                </a:solidFill>
                <a:latin typeface="Calibri"/>
                <a:cs typeface="Calibri"/>
              </a:rPr>
              <a:t> </a:t>
            </a:r>
            <a:r>
              <a:rPr sz="2280" b="1" i="1" dirty="0">
                <a:solidFill>
                  <a:srgbClr val="006FC0"/>
                </a:solidFill>
                <a:latin typeface="Calibri"/>
                <a:cs typeface="Calibri"/>
              </a:rPr>
              <a:t>the</a:t>
            </a:r>
            <a:r>
              <a:rPr sz="2280" b="1" i="1" spc="-24" dirty="0">
                <a:solidFill>
                  <a:srgbClr val="006FC0"/>
                </a:solidFill>
                <a:latin typeface="Calibri"/>
                <a:cs typeface="Calibri"/>
              </a:rPr>
              <a:t> </a:t>
            </a:r>
            <a:r>
              <a:rPr sz="2280" b="1" i="1" dirty="0">
                <a:solidFill>
                  <a:srgbClr val="006FC0"/>
                </a:solidFill>
                <a:latin typeface="Calibri"/>
                <a:cs typeface="Calibri"/>
              </a:rPr>
              <a:t>collection</a:t>
            </a:r>
            <a:r>
              <a:rPr sz="2280" b="1" i="1" spc="-48" dirty="0">
                <a:solidFill>
                  <a:srgbClr val="006FC0"/>
                </a:solidFill>
                <a:latin typeface="Calibri"/>
                <a:cs typeface="Calibri"/>
              </a:rPr>
              <a:t> </a:t>
            </a:r>
            <a:r>
              <a:rPr sz="2280" b="1" i="1" dirty="0">
                <a:solidFill>
                  <a:srgbClr val="006FC0"/>
                </a:solidFill>
                <a:latin typeface="Calibri"/>
                <a:cs typeface="Calibri"/>
              </a:rPr>
              <a:t>of</a:t>
            </a:r>
            <a:r>
              <a:rPr sz="2280" b="1" i="1" spc="-42" dirty="0">
                <a:solidFill>
                  <a:srgbClr val="006FC0"/>
                </a:solidFill>
                <a:latin typeface="Calibri"/>
                <a:cs typeface="Calibri"/>
              </a:rPr>
              <a:t> </a:t>
            </a:r>
            <a:r>
              <a:rPr sz="2280" b="1" i="1" dirty="0">
                <a:solidFill>
                  <a:srgbClr val="006FC0"/>
                </a:solidFill>
                <a:latin typeface="Calibri"/>
                <a:cs typeface="Calibri"/>
              </a:rPr>
              <a:t>files</a:t>
            </a:r>
            <a:r>
              <a:rPr sz="2280" b="1" i="1" spc="-42" dirty="0">
                <a:solidFill>
                  <a:srgbClr val="006FC0"/>
                </a:solidFill>
                <a:latin typeface="Calibri"/>
                <a:cs typeface="Calibri"/>
              </a:rPr>
              <a:t> </a:t>
            </a:r>
            <a:r>
              <a:rPr sz="2280" b="1" i="1" dirty="0">
                <a:solidFill>
                  <a:srgbClr val="006FC0"/>
                </a:solidFill>
                <a:latin typeface="Calibri"/>
                <a:cs typeface="Calibri"/>
              </a:rPr>
              <a:t>and</a:t>
            </a:r>
            <a:r>
              <a:rPr sz="2280" b="1" i="1" spc="-42" dirty="0">
                <a:solidFill>
                  <a:srgbClr val="006FC0"/>
                </a:solidFill>
                <a:latin typeface="Calibri"/>
                <a:cs typeface="Calibri"/>
              </a:rPr>
              <a:t> </a:t>
            </a:r>
            <a:r>
              <a:rPr sz="2280" b="1" i="1" spc="-12" dirty="0">
                <a:solidFill>
                  <a:srgbClr val="006FC0"/>
                </a:solidFill>
                <a:latin typeface="Calibri"/>
                <a:cs typeface="Calibri"/>
              </a:rPr>
              <a:t>documentation</a:t>
            </a:r>
            <a:endParaRPr sz="2280">
              <a:latin typeface="Calibri"/>
              <a:cs typeface="Calibri"/>
            </a:endParaRPr>
          </a:p>
          <a:p>
            <a:pPr marL="426720"/>
            <a:r>
              <a:rPr sz="2280" dirty="0">
                <a:latin typeface="Calibri"/>
                <a:cs typeface="Calibri"/>
              </a:rPr>
              <a:t>that</a:t>
            </a:r>
            <a:r>
              <a:rPr sz="2280" spc="-54" dirty="0">
                <a:latin typeface="Calibri"/>
                <a:cs typeface="Calibri"/>
              </a:rPr>
              <a:t> </a:t>
            </a:r>
            <a:r>
              <a:rPr sz="2280" dirty="0">
                <a:latin typeface="Calibri"/>
                <a:cs typeface="Calibri"/>
              </a:rPr>
              <a:t>include</a:t>
            </a:r>
            <a:r>
              <a:rPr sz="2280" spc="-54" dirty="0">
                <a:latin typeface="Calibri"/>
                <a:cs typeface="Calibri"/>
              </a:rPr>
              <a:t> </a:t>
            </a:r>
            <a:r>
              <a:rPr sz="2280" dirty="0">
                <a:latin typeface="Calibri"/>
                <a:cs typeface="Calibri"/>
              </a:rPr>
              <a:t>all</a:t>
            </a:r>
            <a:r>
              <a:rPr sz="2280" spc="-60" dirty="0">
                <a:latin typeface="Calibri"/>
                <a:cs typeface="Calibri"/>
              </a:rPr>
              <a:t> </a:t>
            </a:r>
            <a:r>
              <a:rPr sz="2280" dirty="0">
                <a:latin typeface="Calibri"/>
                <a:cs typeface="Calibri"/>
              </a:rPr>
              <a:t>components</a:t>
            </a:r>
            <a:r>
              <a:rPr sz="2280" spc="-54" dirty="0">
                <a:latin typeface="Calibri"/>
                <a:cs typeface="Calibri"/>
              </a:rPr>
              <a:t> </a:t>
            </a:r>
            <a:r>
              <a:rPr sz="2280" dirty="0">
                <a:latin typeface="Calibri"/>
                <a:cs typeface="Calibri"/>
              </a:rPr>
              <a:t>of</a:t>
            </a:r>
            <a:r>
              <a:rPr sz="2280" spc="-60" dirty="0">
                <a:latin typeface="Calibri"/>
                <a:cs typeface="Calibri"/>
              </a:rPr>
              <a:t> </a:t>
            </a:r>
            <a:r>
              <a:rPr sz="2280" dirty="0">
                <a:latin typeface="Calibri"/>
                <a:cs typeface="Calibri"/>
              </a:rPr>
              <a:t>the</a:t>
            </a:r>
            <a:r>
              <a:rPr sz="2280" spc="-60" dirty="0">
                <a:latin typeface="Calibri"/>
                <a:cs typeface="Calibri"/>
              </a:rPr>
              <a:t> </a:t>
            </a:r>
            <a:r>
              <a:rPr sz="2280" spc="-12" dirty="0">
                <a:latin typeface="Calibri"/>
                <a:cs typeface="Calibri"/>
              </a:rPr>
              <a:t>system</a:t>
            </a:r>
            <a:r>
              <a:rPr sz="2280" spc="-78" dirty="0">
                <a:latin typeface="Calibri"/>
                <a:cs typeface="Calibri"/>
              </a:rPr>
              <a:t> </a:t>
            </a:r>
            <a:r>
              <a:rPr sz="2280" spc="-12" dirty="0">
                <a:latin typeface="Calibri"/>
                <a:cs typeface="Calibri"/>
              </a:rPr>
              <a:t>release.</a:t>
            </a:r>
            <a:endParaRPr sz="2280">
              <a:latin typeface="Calibri"/>
              <a:cs typeface="Calibri"/>
            </a:endParaRPr>
          </a:p>
          <a:p>
            <a:pPr marL="425958" indent="-410718">
              <a:spcBef>
                <a:spcPts val="551"/>
              </a:spcBef>
              <a:buFont typeface="Arial MT"/>
              <a:buChar char="•"/>
              <a:tabLst>
                <a:tab pos="425958" algn="l"/>
              </a:tabLst>
            </a:pPr>
            <a:r>
              <a:rPr sz="2280" dirty="0">
                <a:latin typeface="Calibri"/>
                <a:cs typeface="Calibri"/>
              </a:rPr>
              <a:t>This</a:t>
            </a:r>
            <a:r>
              <a:rPr sz="2280" spc="-84" dirty="0">
                <a:latin typeface="Calibri"/>
                <a:cs typeface="Calibri"/>
              </a:rPr>
              <a:t> </a:t>
            </a:r>
            <a:r>
              <a:rPr sz="2280" dirty="0">
                <a:latin typeface="Calibri"/>
                <a:cs typeface="Calibri"/>
              </a:rPr>
              <a:t>process</a:t>
            </a:r>
            <a:r>
              <a:rPr sz="2280" spc="-84" dirty="0">
                <a:latin typeface="Calibri"/>
                <a:cs typeface="Calibri"/>
              </a:rPr>
              <a:t> </a:t>
            </a:r>
            <a:r>
              <a:rPr sz="2280" spc="-12" dirty="0">
                <a:latin typeface="Calibri"/>
                <a:cs typeface="Calibri"/>
              </a:rPr>
              <a:t>involves</a:t>
            </a:r>
            <a:r>
              <a:rPr sz="2280" spc="-36" dirty="0">
                <a:latin typeface="Calibri"/>
                <a:cs typeface="Calibri"/>
              </a:rPr>
              <a:t> </a:t>
            </a:r>
            <a:r>
              <a:rPr sz="2280" spc="-12" dirty="0">
                <a:latin typeface="Calibri"/>
                <a:cs typeface="Calibri"/>
              </a:rPr>
              <a:t>several</a:t>
            </a:r>
            <a:r>
              <a:rPr sz="2280" spc="-66" dirty="0">
                <a:latin typeface="Calibri"/>
                <a:cs typeface="Calibri"/>
              </a:rPr>
              <a:t> </a:t>
            </a:r>
            <a:r>
              <a:rPr sz="2280" spc="-12" dirty="0">
                <a:latin typeface="Calibri"/>
                <a:cs typeface="Calibri"/>
              </a:rPr>
              <a:t>steps:</a:t>
            </a:r>
            <a:endParaRPr sz="2280">
              <a:latin typeface="Calibri"/>
              <a:cs typeface="Calibri"/>
            </a:endParaRPr>
          </a:p>
          <a:p>
            <a:pPr marL="872490" marR="6096" lvl="1" indent="-402336">
              <a:spcBef>
                <a:spcPts val="546"/>
              </a:spcBef>
              <a:buClr>
                <a:srgbClr val="000000"/>
              </a:buClr>
              <a:buFont typeface="Calibri"/>
              <a:buAutoNum type="alphaLcPeriod"/>
              <a:tabLst>
                <a:tab pos="1112520" algn="l"/>
                <a:tab pos="2362962" algn="l"/>
                <a:tab pos="3118866" algn="l"/>
                <a:tab pos="3550158" algn="l"/>
                <a:tab pos="4135374" algn="l"/>
                <a:tab pos="5442204" algn="l"/>
                <a:tab pos="6076188" algn="l"/>
                <a:tab pos="6539484" algn="l"/>
                <a:tab pos="7964424" algn="l"/>
                <a:tab pos="8677656" algn="l"/>
                <a:tab pos="9348216" algn="l"/>
                <a:tab pos="10130028" algn="l"/>
              </a:tabLst>
            </a:pPr>
            <a:r>
              <a:rPr sz="2280" b="1" i="1" spc="-12" dirty="0">
                <a:solidFill>
                  <a:srgbClr val="C00000"/>
                </a:solidFill>
                <a:latin typeface="Calibri"/>
                <a:cs typeface="Calibri"/>
              </a:rPr>
              <a:t>Executable</a:t>
            </a:r>
            <a:r>
              <a:rPr sz="2280" b="1" i="1" dirty="0">
                <a:solidFill>
                  <a:srgbClr val="C00000"/>
                </a:solidFill>
                <a:latin typeface="Calibri"/>
                <a:cs typeface="Calibri"/>
              </a:rPr>
              <a:t>	</a:t>
            </a:r>
            <a:r>
              <a:rPr sz="2280" b="1" i="1" spc="-24" dirty="0">
                <a:solidFill>
                  <a:srgbClr val="C00000"/>
                </a:solidFill>
                <a:latin typeface="Calibri"/>
                <a:cs typeface="Calibri"/>
              </a:rPr>
              <a:t>code</a:t>
            </a:r>
            <a:r>
              <a:rPr sz="2280" b="1" i="1" dirty="0">
                <a:solidFill>
                  <a:srgbClr val="C00000"/>
                </a:solidFill>
                <a:latin typeface="Calibri"/>
                <a:cs typeface="Calibri"/>
              </a:rPr>
              <a:t>	</a:t>
            </a:r>
            <a:r>
              <a:rPr sz="2280" spc="-30" dirty="0">
                <a:latin typeface="Calibri"/>
                <a:cs typeface="Calibri"/>
              </a:rPr>
              <a:t>of</a:t>
            </a:r>
            <a:r>
              <a:rPr sz="2280" dirty="0">
                <a:latin typeface="Calibri"/>
                <a:cs typeface="Calibri"/>
              </a:rPr>
              <a:t>	</a:t>
            </a:r>
            <a:r>
              <a:rPr sz="2280" spc="-30" dirty="0">
                <a:latin typeface="Calibri"/>
                <a:cs typeface="Calibri"/>
              </a:rPr>
              <a:t>the</a:t>
            </a:r>
            <a:r>
              <a:rPr sz="2280" dirty="0">
                <a:latin typeface="Calibri"/>
                <a:cs typeface="Calibri"/>
              </a:rPr>
              <a:t>	</a:t>
            </a:r>
            <a:r>
              <a:rPr sz="2280" spc="-12" dirty="0">
                <a:latin typeface="Calibri"/>
                <a:cs typeface="Calibri"/>
              </a:rPr>
              <a:t>programs</a:t>
            </a:r>
            <a:r>
              <a:rPr sz="2280" dirty="0">
                <a:latin typeface="Calibri"/>
                <a:cs typeface="Calibri"/>
              </a:rPr>
              <a:t>	</a:t>
            </a:r>
            <a:r>
              <a:rPr sz="2280" spc="-30" dirty="0">
                <a:latin typeface="Calibri"/>
                <a:cs typeface="Calibri"/>
              </a:rPr>
              <a:t>and</a:t>
            </a:r>
            <a:r>
              <a:rPr sz="2280" dirty="0">
                <a:latin typeface="Calibri"/>
                <a:cs typeface="Calibri"/>
              </a:rPr>
              <a:t>	</a:t>
            </a:r>
            <a:r>
              <a:rPr sz="2280" spc="-30" dirty="0">
                <a:latin typeface="Calibri"/>
                <a:cs typeface="Calibri"/>
              </a:rPr>
              <a:t>all</a:t>
            </a:r>
            <a:r>
              <a:rPr sz="2280" dirty="0">
                <a:latin typeface="Calibri"/>
                <a:cs typeface="Calibri"/>
              </a:rPr>
              <a:t>	</a:t>
            </a:r>
            <a:r>
              <a:rPr sz="2280" spc="-12" dirty="0">
                <a:latin typeface="Calibri"/>
                <a:cs typeface="Calibri"/>
              </a:rPr>
              <a:t>associated</a:t>
            </a:r>
            <a:r>
              <a:rPr sz="2280" dirty="0">
                <a:latin typeface="Calibri"/>
                <a:cs typeface="Calibri"/>
              </a:rPr>
              <a:t>	</a:t>
            </a:r>
            <a:r>
              <a:rPr sz="2280" spc="-24" dirty="0">
                <a:latin typeface="Calibri"/>
                <a:cs typeface="Calibri"/>
              </a:rPr>
              <a:t>data</a:t>
            </a:r>
            <a:r>
              <a:rPr sz="2280" dirty="0">
                <a:latin typeface="Calibri"/>
                <a:cs typeface="Calibri"/>
              </a:rPr>
              <a:t>	</a:t>
            </a:r>
            <a:r>
              <a:rPr sz="2280" spc="-12" dirty="0">
                <a:latin typeface="Calibri"/>
                <a:cs typeface="Calibri"/>
              </a:rPr>
              <a:t>files</a:t>
            </a:r>
            <a:r>
              <a:rPr sz="2280" dirty="0">
                <a:latin typeface="Calibri"/>
                <a:cs typeface="Calibri"/>
              </a:rPr>
              <a:t>	</a:t>
            </a:r>
            <a:r>
              <a:rPr sz="2280" spc="-24" dirty="0">
                <a:latin typeface="Calibri"/>
                <a:cs typeface="Calibri"/>
              </a:rPr>
              <a:t>must</a:t>
            </a:r>
            <a:r>
              <a:rPr sz="2280" dirty="0">
                <a:latin typeface="Calibri"/>
                <a:cs typeface="Calibri"/>
              </a:rPr>
              <a:t>	</a:t>
            </a:r>
            <a:r>
              <a:rPr sz="2280" spc="-30" dirty="0">
                <a:latin typeface="Calibri"/>
                <a:cs typeface="Calibri"/>
              </a:rPr>
              <a:t>be 	</a:t>
            </a:r>
            <a:r>
              <a:rPr sz="2280" dirty="0">
                <a:latin typeface="Calibri"/>
                <a:cs typeface="Calibri"/>
              </a:rPr>
              <a:t>identified</a:t>
            </a:r>
            <a:r>
              <a:rPr sz="2280" spc="-42" dirty="0">
                <a:latin typeface="Calibri"/>
                <a:cs typeface="Calibri"/>
              </a:rPr>
              <a:t> </a:t>
            </a:r>
            <a:r>
              <a:rPr sz="2280" dirty="0">
                <a:latin typeface="Calibri"/>
                <a:cs typeface="Calibri"/>
              </a:rPr>
              <a:t>in</a:t>
            </a:r>
            <a:r>
              <a:rPr sz="2280" spc="-66" dirty="0">
                <a:latin typeface="Calibri"/>
                <a:cs typeface="Calibri"/>
              </a:rPr>
              <a:t> </a:t>
            </a:r>
            <a:r>
              <a:rPr sz="2280" dirty="0">
                <a:latin typeface="Calibri"/>
                <a:cs typeface="Calibri"/>
              </a:rPr>
              <a:t>the</a:t>
            </a:r>
            <a:r>
              <a:rPr sz="2280" spc="-72" dirty="0">
                <a:latin typeface="Calibri"/>
                <a:cs typeface="Calibri"/>
              </a:rPr>
              <a:t> </a:t>
            </a:r>
            <a:r>
              <a:rPr sz="2280" spc="-12" dirty="0">
                <a:latin typeface="Calibri"/>
                <a:cs typeface="Calibri"/>
              </a:rPr>
              <a:t>version</a:t>
            </a:r>
            <a:r>
              <a:rPr sz="2280" spc="-42" dirty="0">
                <a:latin typeface="Calibri"/>
                <a:cs typeface="Calibri"/>
              </a:rPr>
              <a:t> </a:t>
            </a:r>
            <a:r>
              <a:rPr sz="2280" spc="-12" dirty="0">
                <a:latin typeface="Calibri"/>
                <a:cs typeface="Calibri"/>
              </a:rPr>
              <a:t>control</a:t>
            </a:r>
            <a:r>
              <a:rPr sz="2280" spc="-66" dirty="0">
                <a:latin typeface="Calibri"/>
                <a:cs typeface="Calibri"/>
              </a:rPr>
              <a:t> </a:t>
            </a:r>
            <a:r>
              <a:rPr sz="2280" spc="-12" dirty="0">
                <a:latin typeface="Calibri"/>
                <a:cs typeface="Calibri"/>
              </a:rPr>
              <a:t>system</a:t>
            </a:r>
            <a:r>
              <a:rPr sz="2280" spc="-84" dirty="0">
                <a:latin typeface="Calibri"/>
                <a:cs typeface="Calibri"/>
              </a:rPr>
              <a:t> </a:t>
            </a:r>
            <a:r>
              <a:rPr sz="2280" dirty="0">
                <a:latin typeface="Calibri"/>
                <a:cs typeface="Calibri"/>
              </a:rPr>
              <a:t>and</a:t>
            </a:r>
            <a:r>
              <a:rPr sz="2280" spc="-66" dirty="0">
                <a:latin typeface="Calibri"/>
                <a:cs typeface="Calibri"/>
              </a:rPr>
              <a:t> </a:t>
            </a:r>
            <a:r>
              <a:rPr sz="2280" dirty="0">
                <a:latin typeface="Calibri"/>
                <a:cs typeface="Calibri"/>
              </a:rPr>
              <a:t>tagged</a:t>
            </a:r>
            <a:r>
              <a:rPr sz="2280" spc="-30" dirty="0">
                <a:latin typeface="Calibri"/>
                <a:cs typeface="Calibri"/>
              </a:rPr>
              <a:t> </a:t>
            </a:r>
            <a:r>
              <a:rPr sz="2280" dirty="0">
                <a:latin typeface="Calibri"/>
                <a:cs typeface="Calibri"/>
              </a:rPr>
              <a:t>with</a:t>
            </a:r>
            <a:r>
              <a:rPr sz="2280" spc="-54" dirty="0">
                <a:latin typeface="Calibri"/>
                <a:cs typeface="Calibri"/>
              </a:rPr>
              <a:t> </a:t>
            </a:r>
            <a:r>
              <a:rPr sz="2280" dirty="0">
                <a:latin typeface="Calibri"/>
                <a:cs typeface="Calibri"/>
              </a:rPr>
              <a:t>the</a:t>
            </a:r>
            <a:r>
              <a:rPr sz="2280" spc="-66" dirty="0">
                <a:latin typeface="Calibri"/>
                <a:cs typeface="Calibri"/>
              </a:rPr>
              <a:t> </a:t>
            </a:r>
            <a:r>
              <a:rPr sz="2280" dirty="0">
                <a:latin typeface="Calibri"/>
                <a:cs typeface="Calibri"/>
              </a:rPr>
              <a:t>release</a:t>
            </a:r>
            <a:r>
              <a:rPr sz="2280" spc="-60" dirty="0">
                <a:latin typeface="Calibri"/>
                <a:cs typeface="Calibri"/>
              </a:rPr>
              <a:t> </a:t>
            </a:r>
            <a:r>
              <a:rPr sz="2280" spc="-12" dirty="0">
                <a:latin typeface="Calibri"/>
                <a:cs typeface="Calibri"/>
              </a:rPr>
              <a:t>identifier.</a:t>
            </a:r>
            <a:endParaRPr sz="2280">
              <a:latin typeface="Calibri"/>
              <a:cs typeface="Calibri"/>
            </a:endParaRPr>
          </a:p>
          <a:p>
            <a:pPr marL="745998" marR="7620" lvl="1" indent="-342138">
              <a:spcBef>
                <a:spcPts val="546"/>
              </a:spcBef>
              <a:buClr>
                <a:srgbClr val="000000"/>
              </a:buClr>
              <a:buFont typeface="Calibri"/>
              <a:buAutoNum type="alphaLcPeriod"/>
              <a:tabLst>
                <a:tab pos="1112520" algn="l"/>
              </a:tabLst>
            </a:pPr>
            <a:r>
              <a:rPr sz="2280" b="1" i="1" dirty="0">
                <a:solidFill>
                  <a:srgbClr val="C00000"/>
                </a:solidFill>
                <a:latin typeface="Calibri"/>
                <a:cs typeface="Calibri"/>
              </a:rPr>
              <a:t>Configuration</a:t>
            </a:r>
            <a:r>
              <a:rPr sz="2280" b="1" i="1" spc="312" dirty="0">
                <a:solidFill>
                  <a:srgbClr val="C00000"/>
                </a:solidFill>
                <a:latin typeface="Calibri"/>
                <a:cs typeface="Calibri"/>
              </a:rPr>
              <a:t> </a:t>
            </a:r>
            <a:r>
              <a:rPr sz="2280" b="1" i="1" dirty="0">
                <a:solidFill>
                  <a:srgbClr val="C00000"/>
                </a:solidFill>
                <a:latin typeface="Calibri"/>
                <a:cs typeface="Calibri"/>
              </a:rPr>
              <a:t>descriptions</a:t>
            </a:r>
            <a:r>
              <a:rPr sz="2280" b="1" i="1" spc="305" dirty="0">
                <a:solidFill>
                  <a:srgbClr val="C00000"/>
                </a:solidFill>
                <a:latin typeface="Calibri"/>
                <a:cs typeface="Calibri"/>
              </a:rPr>
              <a:t> </a:t>
            </a:r>
            <a:r>
              <a:rPr sz="2280" dirty="0">
                <a:latin typeface="Calibri"/>
                <a:cs typeface="Calibri"/>
              </a:rPr>
              <a:t>may</a:t>
            </a:r>
            <a:r>
              <a:rPr sz="2280" spc="318" dirty="0">
                <a:latin typeface="Calibri"/>
                <a:cs typeface="Calibri"/>
              </a:rPr>
              <a:t> </a:t>
            </a:r>
            <a:r>
              <a:rPr sz="2280" dirty="0">
                <a:latin typeface="Calibri"/>
                <a:cs typeface="Calibri"/>
              </a:rPr>
              <a:t>have</a:t>
            </a:r>
            <a:r>
              <a:rPr sz="2280" spc="330" dirty="0">
                <a:latin typeface="Calibri"/>
                <a:cs typeface="Calibri"/>
              </a:rPr>
              <a:t> </a:t>
            </a:r>
            <a:r>
              <a:rPr sz="2280" dirty="0">
                <a:latin typeface="Calibri"/>
                <a:cs typeface="Calibri"/>
              </a:rPr>
              <a:t>to</a:t>
            </a:r>
            <a:r>
              <a:rPr sz="2280" spc="300" dirty="0">
                <a:latin typeface="Calibri"/>
                <a:cs typeface="Calibri"/>
              </a:rPr>
              <a:t> </a:t>
            </a:r>
            <a:r>
              <a:rPr sz="2280" dirty="0">
                <a:latin typeface="Calibri"/>
                <a:cs typeface="Calibri"/>
              </a:rPr>
              <a:t>be</a:t>
            </a:r>
            <a:r>
              <a:rPr sz="2280" spc="312" dirty="0">
                <a:latin typeface="Calibri"/>
                <a:cs typeface="Calibri"/>
              </a:rPr>
              <a:t> </a:t>
            </a:r>
            <a:r>
              <a:rPr sz="2280" dirty="0">
                <a:latin typeface="Calibri"/>
                <a:cs typeface="Calibri"/>
              </a:rPr>
              <a:t>written</a:t>
            </a:r>
            <a:r>
              <a:rPr sz="2280" spc="318" dirty="0">
                <a:latin typeface="Calibri"/>
                <a:cs typeface="Calibri"/>
              </a:rPr>
              <a:t> </a:t>
            </a:r>
            <a:r>
              <a:rPr sz="2280" dirty="0">
                <a:latin typeface="Calibri"/>
                <a:cs typeface="Calibri"/>
              </a:rPr>
              <a:t>for</a:t>
            </a:r>
            <a:r>
              <a:rPr sz="2280" spc="305" dirty="0">
                <a:latin typeface="Calibri"/>
                <a:cs typeface="Calibri"/>
              </a:rPr>
              <a:t> </a:t>
            </a:r>
            <a:r>
              <a:rPr sz="2280" dirty="0">
                <a:latin typeface="Calibri"/>
                <a:cs typeface="Calibri"/>
              </a:rPr>
              <a:t>different</a:t>
            </a:r>
            <a:r>
              <a:rPr sz="2280" spc="312" dirty="0">
                <a:latin typeface="Calibri"/>
                <a:cs typeface="Calibri"/>
              </a:rPr>
              <a:t> </a:t>
            </a:r>
            <a:r>
              <a:rPr sz="2280" dirty="0">
                <a:latin typeface="Calibri"/>
                <a:cs typeface="Calibri"/>
              </a:rPr>
              <a:t>hardware</a:t>
            </a:r>
            <a:r>
              <a:rPr sz="2280" spc="318" dirty="0">
                <a:latin typeface="Calibri"/>
                <a:cs typeface="Calibri"/>
              </a:rPr>
              <a:t> </a:t>
            </a:r>
            <a:r>
              <a:rPr sz="2280" spc="-30" dirty="0">
                <a:latin typeface="Calibri"/>
                <a:cs typeface="Calibri"/>
              </a:rPr>
              <a:t>and 	</a:t>
            </a:r>
            <a:r>
              <a:rPr sz="2280" spc="-12" dirty="0">
                <a:latin typeface="Calibri"/>
                <a:cs typeface="Calibri"/>
              </a:rPr>
              <a:t>operating</a:t>
            </a:r>
            <a:r>
              <a:rPr sz="2280" spc="-30" dirty="0">
                <a:latin typeface="Calibri"/>
                <a:cs typeface="Calibri"/>
              </a:rPr>
              <a:t> </a:t>
            </a:r>
            <a:r>
              <a:rPr sz="2280" spc="-12" dirty="0">
                <a:latin typeface="Calibri"/>
                <a:cs typeface="Calibri"/>
              </a:rPr>
              <a:t>systems.</a:t>
            </a:r>
            <a:endParaRPr sz="2280">
              <a:latin typeface="Calibri"/>
              <a:cs typeface="Calibri"/>
            </a:endParaRPr>
          </a:p>
          <a:p>
            <a:pPr marL="726948" marR="8382" lvl="1" indent="-323088">
              <a:spcBef>
                <a:spcPts val="551"/>
              </a:spcBef>
              <a:buClr>
                <a:srgbClr val="000000"/>
              </a:buClr>
              <a:buFont typeface="Calibri"/>
              <a:buAutoNum type="alphaLcPeriod"/>
              <a:tabLst>
                <a:tab pos="1112520" algn="l"/>
              </a:tabLst>
            </a:pPr>
            <a:r>
              <a:rPr sz="2280" b="1" i="1" dirty="0">
                <a:solidFill>
                  <a:srgbClr val="C00000"/>
                </a:solidFill>
                <a:latin typeface="Calibri"/>
                <a:cs typeface="Calibri"/>
              </a:rPr>
              <a:t>Updated</a:t>
            </a:r>
            <a:r>
              <a:rPr sz="2280" b="1" i="1" spc="-60" dirty="0">
                <a:solidFill>
                  <a:srgbClr val="C00000"/>
                </a:solidFill>
                <a:latin typeface="Calibri"/>
                <a:cs typeface="Calibri"/>
              </a:rPr>
              <a:t> </a:t>
            </a:r>
            <a:r>
              <a:rPr sz="2280" b="1" i="1" spc="-12" dirty="0">
                <a:solidFill>
                  <a:srgbClr val="C00000"/>
                </a:solidFill>
                <a:latin typeface="Calibri"/>
                <a:cs typeface="Calibri"/>
              </a:rPr>
              <a:t>instructions</a:t>
            </a:r>
            <a:r>
              <a:rPr sz="2280" b="1" i="1" spc="-42" dirty="0">
                <a:solidFill>
                  <a:srgbClr val="C00000"/>
                </a:solidFill>
                <a:latin typeface="Calibri"/>
                <a:cs typeface="Calibri"/>
              </a:rPr>
              <a:t> </a:t>
            </a:r>
            <a:r>
              <a:rPr sz="2280" dirty="0">
                <a:latin typeface="Calibri"/>
                <a:cs typeface="Calibri"/>
              </a:rPr>
              <a:t>may</a:t>
            </a:r>
            <a:r>
              <a:rPr sz="2280" spc="-54" dirty="0">
                <a:latin typeface="Calibri"/>
                <a:cs typeface="Calibri"/>
              </a:rPr>
              <a:t> </a:t>
            </a:r>
            <a:r>
              <a:rPr sz="2280" dirty="0">
                <a:latin typeface="Calibri"/>
                <a:cs typeface="Calibri"/>
              </a:rPr>
              <a:t>have</a:t>
            </a:r>
            <a:r>
              <a:rPr sz="2280" spc="-48" dirty="0">
                <a:latin typeface="Calibri"/>
                <a:cs typeface="Calibri"/>
              </a:rPr>
              <a:t> </a:t>
            </a:r>
            <a:r>
              <a:rPr sz="2280" dirty="0">
                <a:latin typeface="Calibri"/>
                <a:cs typeface="Calibri"/>
              </a:rPr>
              <a:t>to</a:t>
            </a:r>
            <a:r>
              <a:rPr sz="2280" spc="-66" dirty="0">
                <a:latin typeface="Calibri"/>
                <a:cs typeface="Calibri"/>
              </a:rPr>
              <a:t> </a:t>
            </a:r>
            <a:r>
              <a:rPr sz="2280" dirty="0">
                <a:latin typeface="Calibri"/>
                <a:cs typeface="Calibri"/>
              </a:rPr>
              <a:t>be</a:t>
            </a:r>
            <a:r>
              <a:rPr sz="2280" spc="-48" dirty="0">
                <a:latin typeface="Calibri"/>
                <a:cs typeface="Calibri"/>
              </a:rPr>
              <a:t> </a:t>
            </a:r>
            <a:r>
              <a:rPr sz="2280" dirty="0">
                <a:latin typeface="Calibri"/>
                <a:cs typeface="Calibri"/>
              </a:rPr>
              <a:t>written</a:t>
            </a:r>
            <a:r>
              <a:rPr sz="2280" spc="-48" dirty="0">
                <a:latin typeface="Calibri"/>
                <a:cs typeface="Calibri"/>
              </a:rPr>
              <a:t> </a:t>
            </a:r>
            <a:r>
              <a:rPr sz="2280" dirty="0">
                <a:latin typeface="Calibri"/>
                <a:cs typeface="Calibri"/>
              </a:rPr>
              <a:t>for</a:t>
            </a:r>
            <a:r>
              <a:rPr sz="2280" spc="-60" dirty="0">
                <a:latin typeface="Calibri"/>
                <a:cs typeface="Calibri"/>
              </a:rPr>
              <a:t> </a:t>
            </a:r>
            <a:r>
              <a:rPr sz="2280" spc="-12" dirty="0">
                <a:latin typeface="Calibri"/>
                <a:cs typeface="Calibri"/>
              </a:rPr>
              <a:t>customers</a:t>
            </a:r>
            <a:r>
              <a:rPr sz="2280" spc="-54" dirty="0">
                <a:latin typeface="Calibri"/>
                <a:cs typeface="Calibri"/>
              </a:rPr>
              <a:t> </a:t>
            </a:r>
            <a:r>
              <a:rPr sz="2280" dirty="0">
                <a:latin typeface="Calibri"/>
                <a:cs typeface="Calibri"/>
              </a:rPr>
              <a:t>who</a:t>
            </a:r>
            <a:r>
              <a:rPr sz="2280" spc="-60" dirty="0">
                <a:latin typeface="Calibri"/>
                <a:cs typeface="Calibri"/>
              </a:rPr>
              <a:t> </a:t>
            </a:r>
            <a:r>
              <a:rPr sz="2280" dirty="0">
                <a:latin typeface="Calibri"/>
                <a:cs typeface="Calibri"/>
              </a:rPr>
              <a:t>need</a:t>
            </a:r>
            <a:r>
              <a:rPr sz="2280" spc="-42" dirty="0">
                <a:latin typeface="Calibri"/>
                <a:cs typeface="Calibri"/>
              </a:rPr>
              <a:t> </a:t>
            </a:r>
            <a:r>
              <a:rPr sz="2280" dirty="0">
                <a:latin typeface="Calibri"/>
                <a:cs typeface="Calibri"/>
              </a:rPr>
              <a:t>to</a:t>
            </a:r>
            <a:r>
              <a:rPr sz="2280" spc="-60" dirty="0">
                <a:latin typeface="Calibri"/>
                <a:cs typeface="Calibri"/>
              </a:rPr>
              <a:t> </a:t>
            </a:r>
            <a:r>
              <a:rPr sz="2280" spc="-12" dirty="0">
                <a:latin typeface="Calibri"/>
                <a:cs typeface="Calibri"/>
              </a:rPr>
              <a:t>configure 	</a:t>
            </a:r>
            <a:r>
              <a:rPr sz="2280" dirty="0">
                <a:latin typeface="Calibri"/>
                <a:cs typeface="Calibri"/>
              </a:rPr>
              <a:t>their</a:t>
            </a:r>
            <a:r>
              <a:rPr sz="2280" spc="-48" dirty="0">
                <a:latin typeface="Calibri"/>
                <a:cs typeface="Calibri"/>
              </a:rPr>
              <a:t> </a:t>
            </a:r>
            <a:r>
              <a:rPr sz="2280" dirty="0">
                <a:latin typeface="Calibri"/>
                <a:cs typeface="Calibri"/>
              </a:rPr>
              <a:t>own</a:t>
            </a:r>
            <a:r>
              <a:rPr sz="2280" spc="-42" dirty="0">
                <a:latin typeface="Calibri"/>
                <a:cs typeface="Calibri"/>
              </a:rPr>
              <a:t> </a:t>
            </a:r>
            <a:r>
              <a:rPr sz="2280" spc="-12" dirty="0">
                <a:latin typeface="Calibri"/>
                <a:cs typeface="Calibri"/>
              </a:rPr>
              <a:t>systems.</a:t>
            </a:r>
            <a:endParaRPr sz="2280">
              <a:latin typeface="Calibri"/>
              <a:cs typeface="Calibri"/>
            </a:endParaRPr>
          </a:p>
          <a:p>
            <a:pPr marL="691896" lvl="1" indent="-287274">
              <a:spcBef>
                <a:spcPts val="546"/>
              </a:spcBef>
              <a:buClr>
                <a:srgbClr val="000000"/>
              </a:buClr>
              <a:buFont typeface="Calibri"/>
              <a:buAutoNum type="alphaLcPeriod"/>
              <a:tabLst>
                <a:tab pos="691896" algn="l"/>
              </a:tabLst>
            </a:pPr>
            <a:r>
              <a:rPr sz="2280" b="1" i="1" dirty="0">
                <a:solidFill>
                  <a:srgbClr val="C00000"/>
                </a:solidFill>
                <a:latin typeface="Calibri"/>
                <a:cs typeface="Calibri"/>
              </a:rPr>
              <a:t>Scripts</a:t>
            </a:r>
            <a:r>
              <a:rPr sz="2280" b="1" i="1" spc="-48" dirty="0">
                <a:solidFill>
                  <a:srgbClr val="C00000"/>
                </a:solidFill>
                <a:latin typeface="Calibri"/>
                <a:cs typeface="Calibri"/>
              </a:rPr>
              <a:t> </a:t>
            </a:r>
            <a:r>
              <a:rPr sz="2280" dirty="0">
                <a:latin typeface="Calibri"/>
                <a:cs typeface="Calibri"/>
              </a:rPr>
              <a:t>for</a:t>
            </a:r>
            <a:r>
              <a:rPr sz="2280" spc="-66" dirty="0">
                <a:latin typeface="Calibri"/>
                <a:cs typeface="Calibri"/>
              </a:rPr>
              <a:t> </a:t>
            </a:r>
            <a:r>
              <a:rPr sz="2280" dirty="0">
                <a:latin typeface="Calibri"/>
                <a:cs typeface="Calibri"/>
              </a:rPr>
              <a:t>the</a:t>
            </a:r>
            <a:r>
              <a:rPr sz="2280" spc="-60" dirty="0">
                <a:latin typeface="Calibri"/>
                <a:cs typeface="Calibri"/>
              </a:rPr>
              <a:t> </a:t>
            </a:r>
            <a:r>
              <a:rPr sz="2280" spc="-12" dirty="0">
                <a:latin typeface="Calibri"/>
                <a:cs typeface="Calibri"/>
              </a:rPr>
              <a:t>installation</a:t>
            </a:r>
            <a:r>
              <a:rPr sz="2280" spc="-30" dirty="0">
                <a:latin typeface="Calibri"/>
                <a:cs typeface="Calibri"/>
              </a:rPr>
              <a:t> </a:t>
            </a:r>
            <a:r>
              <a:rPr sz="2280" spc="-12" dirty="0">
                <a:latin typeface="Calibri"/>
                <a:cs typeface="Calibri"/>
              </a:rPr>
              <a:t>program</a:t>
            </a:r>
            <a:r>
              <a:rPr sz="2280" spc="-48" dirty="0">
                <a:latin typeface="Calibri"/>
                <a:cs typeface="Calibri"/>
              </a:rPr>
              <a:t> </a:t>
            </a:r>
            <a:r>
              <a:rPr sz="2280" dirty="0">
                <a:latin typeface="Calibri"/>
                <a:cs typeface="Calibri"/>
              </a:rPr>
              <a:t>may</a:t>
            </a:r>
            <a:r>
              <a:rPr sz="2280" spc="-54" dirty="0">
                <a:latin typeface="Calibri"/>
                <a:cs typeface="Calibri"/>
              </a:rPr>
              <a:t> </a:t>
            </a:r>
            <a:r>
              <a:rPr sz="2280" dirty="0">
                <a:latin typeface="Calibri"/>
                <a:cs typeface="Calibri"/>
              </a:rPr>
              <a:t>have</a:t>
            </a:r>
            <a:r>
              <a:rPr sz="2280" spc="-42" dirty="0">
                <a:latin typeface="Calibri"/>
                <a:cs typeface="Calibri"/>
              </a:rPr>
              <a:t> </a:t>
            </a:r>
            <a:r>
              <a:rPr sz="2280" dirty="0">
                <a:latin typeface="Calibri"/>
                <a:cs typeface="Calibri"/>
              </a:rPr>
              <a:t>to</a:t>
            </a:r>
            <a:r>
              <a:rPr sz="2280" spc="-54" dirty="0">
                <a:latin typeface="Calibri"/>
                <a:cs typeface="Calibri"/>
              </a:rPr>
              <a:t> </a:t>
            </a:r>
            <a:r>
              <a:rPr sz="2280" dirty="0">
                <a:latin typeface="Calibri"/>
                <a:cs typeface="Calibri"/>
              </a:rPr>
              <a:t>be</a:t>
            </a:r>
            <a:r>
              <a:rPr sz="2280" spc="-60" dirty="0">
                <a:latin typeface="Calibri"/>
                <a:cs typeface="Calibri"/>
              </a:rPr>
              <a:t> </a:t>
            </a:r>
            <a:r>
              <a:rPr sz="2280" spc="-12" dirty="0">
                <a:latin typeface="Calibri"/>
                <a:cs typeface="Calibri"/>
              </a:rPr>
              <a:t>written.</a:t>
            </a:r>
            <a:endParaRPr sz="2280">
              <a:latin typeface="Calibri"/>
              <a:cs typeface="Calibri"/>
            </a:endParaRPr>
          </a:p>
          <a:p>
            <a:pPr marL="766572" marR="6096" lvl="1" indent="-362712">
              <a:spcBef>
                <a:spcPts val="546"/>
              </a:spcBef>
              <a:buClr>
                <a:srgbClr val="000000"/>
              </a:buClr>
              <a:buFont typeface="Calibri"/>
              <a:buAutoNum type="alphaLcPeriod"/>
              <a:tabLst>
                <a:tab pos="1112520" algn="l"/>
              </a:tabLst>
            </a:pPr>
            <a:r>
              <a:rPr sz="2280" b="1" i="1" dirty="0">
                <a:solidFill>
                  <a:srgbClr val="C00000"/>
                </a:solidFill>
                <a:latin typeface="Calibri"/>
                <a:cs typeface="Calibri"/>
              </a:rPr>
              <a:t>Web</a:t>
            </a:r>
            <a:r>
              <a:rPr sz="2280" b="1" i="1" spc="576" dirty="0">
                <a:solidFill>
                  <a:srgbClr val="C00000"/>
                </a:solidFill>
                <a:latin typeface="Calibri"/>
                <a:cs typeface="Calibri"/>
              </a:rPr>
              <a:t> </a:t>
            </a:r>
            <a:r>
              <a:rPr sz="2280" b="1" i="1" dirty="0">
                <a:solidFill>
                  <a:srgbClr val="C00000"/>
                </a:solidFill>
                <a:latin typeface="Calibri"/>
                <a:cs typeface="Calibri"/>
              </a:rPr>
              <a:t>pages</a:t>
            </a:r>
            <a:r>
              <a:rPr sz="2280" b="1" i="1" spc="564" dirty="0">
                <a:solidFill>
                  <a:srgbClr val="C00000"/>
                </a:solidFill>
                <a:latin typeface="Calibri"/>
                <a:cs typeface="Calibri"/>
              </a:rPr>
              <a:t> </a:t>
            </a:r>
            <a:r>
              <a:rPr sz="2280" dirty="0">
                <a:latin typeface="Calibri"/>
                <a:cs typeface="Calibri"/>
              </a:rPr>
              <a:t>have</a:t>
            </a:r>
            <a:r>
              <a:rPr sz="2280" spc="576" dirty="0">
                <a:latin typeface="Calibri"/>
                <a:cs typeface="Calibri"/>
              </a:rPr>
              <a:t> </a:t>
            </a:r>
            <a:r>
              <a:rPr sz="2280" dirty="0">
                <a:latin typeface="Calibri"/>
                <a:cs typeface="Calibri"/>
              </a:rPr>
              <a:t>to</a:t>
            </a:r>
            <a:r>
              <a:rPr sz="2280" spc="570" dirty="0">
                <a:latin typeface="Calibri"/>
                <a:cs typeface="Calibri"/>
              </a:rPr>
              <a:t> </a:t>
            </a:r>
            <a:r>
              <a:rPr sz="2280" dirty="0">
                <a:latin typeface="Calibri"/>
                <a:cs typeface="Calibri"/>
              </a:rPr>
              <a:t>be</a:t>
            </a:r>
            <a:r>
              <a:rPr sz="2280" spc="581" dirty="0">
                <a:latin typeface="Calibri"/>
                <a:cs typeface="Calibri"/>
              </a:rPr>
              <a:t> </a:t>
            </a:r>
            <a:r>
              <a:rPr sz="2280" dirty="0">
                <a:latin typeface="Calibri"/>
                <a:cs typeface="Calibri"/>
              </a:rPr>
              <a:t>created</a:t>
            </a:r>
            <a:r>
              <a:rPr sz="2280" spc="581" dirty="0">
                <a:latin typeface="Calibri"/>
                <a:cs typeface="Calibri"/>
              </a:rPr>
              <a:t> </a:t>
            </a:r>
            <a:r>
              <a:rPr sz="2280" dirty="0">
                <a:latin typeface="Calibri"/>
                <a:cs typeface="Calibri"/>
              </a:rPr>
              <a:t>describing</a:t>
            </a:r>
            <a:r>
              <a:rPr sz="2280" spc="570" dirty="0">
                <a:latin typeface="Calibri"/>
                <a:cs typeface="Calibri"/>
              </a:rPr>
              <a:t> </a:t>
            </a:r>
            <a:r>
              <a:rPr sz="2280" dirty="0">
                <a:latin typeface="Calibri"/>
                <a:cs typeface="Calibri"/>
              </a:rPr>
              <a:t>the</a:t>
            </a:r>
            <a:r>
              <a:rPr sz="2280" spc="576" dirty="0">
                <a:latin typeface="Calibri"/>
                <a:cs typeface="Calibri"/>
              </a:rPr>
              <a:t> </a:t>
            </a:r>
            <a:r>
              <a:rPr sz="2280" dirty="0">
                <a:latin typeface="Calibri"/>
                <a:cs typeface="Calibri"/>
              </a:rPr>
              <a:t>release,</a:t>
            </a:r>
            <a:r>
              <a:rPr sz="2280" spc="576" dirty="0">
                <a:latin typeface="Calibri"/>
                <a:cs typeface="Calibri"/>
              </a:rPr>
              <a:t> </a:t>
            </a:r>
            <a:r>
              <a:rPr sz="2280" dirty="0">
                <a:latin typeface="Calibri"/>
                <a:cs typeface="Calibri"/>
              </a:rPr>
              <a:t>with</a:t>
            </a:r>
            <a:r>
              <a:rPr sz="2280" spc="570" dirty="0">
                <a:latin typeface="Calibri"/>
                <a:cs typeface="Calibri"/>
              </a:rPr>
              <a:t> </a:t>
            </a:r>
            <a:r>
              <a:rPr sz="2280" dirty="0">
                <a:latin typeface="Calibri"/>
                <a:cs typeface="Calibri"/>
              </a:rPr>
              <a:t>links</a:t>
            </a:r>
            <a:r>
              <a:rPr sz="2280" spc="564" dirty="0">
                <a:latin typeface="Calibri"/>
                <a:cs typeface="Calibri"/>
              </a:rPr>
              <a:t> </a:t>
            </a:r>
            <a:r>
              <a:rPr sz="2280" dirty="0">
                <a:latin typeface="Calibri"/>
                <a:cs typeface="Calibri"/>
              </a:rPr>
              <a:t>to</a:t>
            </a:r>
            <a:r>
              <a:rPr sz="2280" spc="564" dirty="0">
                <a:latin typeface="Calibri"/>
                <a:cs typeface="Calibri"/>
              </a:rPr>
              <a:t> </a:t>
            </a:r>
            <a:r>
              <a:rPr sz="2280" spc="-12" dirty="0">
                <a:latin typeface="Calibri"/>
                <a:cs typeface="Calibri"/>
              </a:rPr>
              <a:t>system 	documentation.</a:t>
            </a:r>
            <a:endParaRPr sz="2280">
              <a:latin typeface="Calibri"/>
              <a:cs typeface="Calibri"/>
            </a:endParaRPr>
          </a:p>
          <a:p>
            <a:pPr marL="632460" lvl="1" indent="-227838">
              <a:spcBef>
                <a:spcPts val="551"/>
              </a:spcBef>
              <a:buClr>
                <a:srgbClr val="000000"/>
              </a:buClr>
              <a:buFont typeface="Calibri"/>
              <a:buAutoNum type="alphaLcPeriod"/>
              <a:tabLst>
                <a:tab pos="632460" algn="l"/>
              </a:tabLst>
            </a:pPr>
            <a:r>
              <a:rPr sz="2280" b="1" i="1" dirty="0">
                <a:solidFill>
                  <a:srgbClr val="C00000"/>
                </a:solidFill>
                <a:latin typeface="Calibri"/>
                <a:cs typeface="Calibri"/>
              </a:rPr>
              <a:t>Executable</a:t>
            </a:r>
            <a:r>
              <a:rPr sz="2280" b="1" i="1" spc="114" dirty="0">
                <a:solidFill>
                  <a:srgbClr val="C00000"/>
                </a:solidFill>
                <a:latin typeface="Calibri"/>
                <a:cs typeface="Calibri"/>
              </a:rPr>
              <a:t> </a:t>
            </a:r>
            <a:r>
              <a:rPr sz="2280" b="1" i="1" dirty="0">
                <a:solidFill>
                  <a:srgbClr val="C00000"/>
                </a:solidFill>
                <a:latin typeface="Calibri"/>
                <a:cs typeface="Calibri"/>
              </a:rPr>
              <a:t>master</a:t>
            </a:r>
            <a:r>
              <a:rPr sz="2280" b="1" i="1" spc="120" dirty="0">
                <a:solidFill>
                  <a:srgbClr val="C00000"/>
                </a:solidFill>
                <a:latin typeface="Calibri"/>
                <a:cs typeface="Calibri"/>
              </a:rPr>
              <a:t> </a:t>
            </a:r>
            <a:r>
              <a:rPr sz="2280" b="1" i="1" dirty="0">
                <a:solidFill>
                  <a:srgbClr val="C00000"/>
                </a:solidFill>
                <a:latin typeface="Calibri"/>
                <a:cs typeface="Calibri"/>
              </a:rPr>
              <a:t>image</a:t>
            </a:r>
            <a:r>
              <a:rPr sz="2280" b="1" i="1" spc="126" dirty="0">
                <a:solidFill>
                  <a:srgbClr val="C00000"/>
                </a:solidFill>
                <a:latin typeface="Calibri"/>
                <a:cs typeface="Calibri"/>
              </a:rPr>
              <a:t> </a:t>
            </a:r>
            <a:r>
              <a:rPr sz="2280" dirty="0">
                <a:latin typeface="Calibri"/>
                <a:cs typeface="Calibri"/>
              </a:rPr>
              <a:t>of</a:t>
            </a:r>
            <a:r>
              <a:rPr sz="2280" spc="108" dirty="0">
                <a:latin typeface="Calibri"/>
                <a:cs typeface="Calibri"/>
              </a:rPr>
              <a:t> </a:t>
            </a:r>
            <a:r>
              <a:rPr sz="2280" dirty="0">
                <a:latin typeface="Calibri"/>
                <a:cs typeface="Calibri"/>
              </a:rPr>
              <a:t>the</a:t>
            </a:r>
            <a:r>
              <a:rPr sz="2280" spc="108" dirty="0">
                <a:latin typeface="Calibri"/>
                <a:cs typeface="Calibri"/>
              </a:rPr>
              <a:t> </a:t>
            </a:r>
            <a:r>
              <a:rPr sz="2280" dirty="0">
                <a:latin typeface="Calibri"/>
                <a:cs typeface="Calibri"/>
              </a:rPr>
              <a:t>software</a:t>
            </a:r>
            <a:r>
              <a:rPr sz="2280" spc="114" dirty="0">
                <a:latin typeface="Calibri"/>
                <a:cs typeface="Calibri"/>
              </a:rPr>
              <a:t> </a:t>
            </a:r>
            <a:r>
              <a:rPr sz="2280" dirty="0">
                <a:latin typeface="Calibri"/>
                <a:cs typeface="Calibri"/>
              </a:rPr>
              <a:t>must</a:t>
            </a:r>
            <a:r>
              <a:rPr sz="2280" spc="114" dirty="0">
                <a:latin typeface="Calibri"/>
                <a:cs typeface="Calibri"/>
              </a:rPr>
              <a:t> </a:t>
            </a:r>
            <a:r>
              <a:rPr sz="2280" dirty="0">
                <a:latin typeface="Calibri"/>
                <a:cs typeface="Calibri"/>
              </a:rPr>
              <a:t>be</a:t>
            </a:r>
            <a:r>
              <a:rPr sz="2280" spc="114" dirty="0">
                <a:latin typeface="Calibri"/>
                <a:cs typeface="Calibri"/>
              </a:rPr>
              <a:t> </a:t>
            </a:r>
            <a:r>
              <a:rPr sz="2280" dirty="0">
                <a:latin typeface="Calibri"/>
                <a:cs typeface="Calibri"/>
              </a:rPr>
              <a:t>prepared</a:t>
            </a:r>
            <a:r>
              <a:rPr sz="2280" spc="114" dirty="0">
                <a:latin typeface="Calibri"/>
                <a:cs typeface="Calibri"/>
              </a:rPr>
              <a:t> </a:t>
            </a:r>
            <a:r>
              <a:rPr sz="2280" dirty="0">
                <a:latin typeface="Calibri"/>
                <a:cs typeface="Calibri"/>
              </a:rPr>
              <a:t>and</a:t>
            </a:r>
            <a:r>
              <a:rPr sz="2280" spc="114" dirty="0">
                <a:latin typeface="Calibri"/>
                <a:cs typeface="Calibri"/>
              </a:rPr>
              <a:t> </a:t>
            </a:r>
            <a:r>
              <a:rPr sz="2280" dirty="0">
                <a:latin typeface="Calibri"/>
                <a:cs typeface="Calibri"/>
              </a:rPr>
              <a:t>handed</a:t>
            </a:r>
            <a:r>
              <a:rPr sz="2280" spc="114" dirty="0">
                <a:latin typeface="Calibri"/>
                <a:cs typeface="Calibri"/>
              </a:rPr>
              <a:t> </a:t>
            </a:r>
            <a:r>
              <a:rPr sz="2280" dirty="0">
                <a:latin typeface="Calibri"/>
                <a:cs typeface="Calibri"/>
              </a:rPr>
              <a:t>over</a:t>
            </a:r>
            <a:r>
              <a:rPr sz="2280" spc="114" dirty="0">
                <a:latin typeface="Calibri"/>
                <a:cs typeface="Calibri"/>
              </a:rPr>
              <a:t> </a:t>
            </a:r>
            <a:r>
              <a:rPr sz="2280" spc="-30" dirty="0">
                <a:latin typeface="Calibri"/>
                <a:cs typeface="Calibri"/>
              </a:rPr>
              <a:t>for</a:t>
            </a:r>
            <a:endParaRPr sz="2280">
              <a:latin typeface="Calibri"/>
              <a:cs typeface="Calibri"/>
            </a:endParaRPr>
          </a:p>
          <a:p>
            <a:pPr marL="1112520"/>
            <a:r>
              <a:rPr sz="2280" spc="-12" dirty="0">
                <a:latin typeface="Calibri"/>
                <a:cs typeface="Calibri"/>
              </a:rPr>
              <a:t>distribution</a:t>
            </a:r>
            <a:r>
              <a:rPr sz="2280" spc="-6" dirty="0">
                <a:latin typeface="Calibri"/>
                <a:cs typeface="Calibri"/>
              </a:rPr>
              <a:t> </a:t>
            </a:r>
            <a:r>
              <a:rPr sz="2280" dirty="0">
                <a:latin typeface="Calibri"/>
                <a:cs typeface="Calibri"/>
              </a:rPr>
              <a:t>to</a:t>
            </a:r>
            <a:r>
              <a:rPr sz="2280" spc="-48" dirty="0">
                <a:latin typeface="Calibri"/>
                <a:cs typeface="Calibri"/>
              </a:rPr>
              <a:t> </a:t>
            </a:r>
            <a:r>
              <a:rPr sz="2280" spc="-12" dirty="0">
                <a:latin typeface="Calibri"/>
                <a:cs typeface="Calibri"/>
              </a:rPr>
              <a:t>customers</a:t>
            </a:r>
            <a:r>
              <a:rPr sz="2280" spc="-30" dirty="0">
                <a:latin typeface="Calibri"/>
                <a:cs typeface="Calibri"/>
              </a:rPr>
              <a:t> </a:t>
            </a:r>
            <a:r>
              <a:rPr sz="2280" dirty="0">
                <a:latin typeface="Calibri"/>
                <a:cs typeface="Calibri"/>
              </a:rPr>
              <a:t>or</a:t>
            </a:r>
            <a:r>
              <a:rPr sz="2280" spc="-42" dirty="0">
                <a:latin typeface="Calibri"/>
                <a:cs typeface="Calibri"/>
              </a:rPr>
              <a:t> </a:t>
            </a:r>
            <a:r>
              <a:rPr sz="2280" dirty="0">
                <a:latin typeface="Calibri"/>
                <a:cs typeface="Calibri"/>
              </a:rPr>
              <a:t>sales</a:t>
            </a:r>
            <a:r>
              <a:rPr sz="2280" spc="-42" dirty="0">
                <a:latin typeface="Calibri"/>
                <a:cs typeface="Calibri"/>
              </a:rPr>
              <a:t> </a:t>
            </a:r>
            <a:r>
              <a:rPr sz="2280" spc="-12" dirty="0">
                <a:latin typeface="Calibri"/>
                <a:cs typeface="Calibri"/>
              </a:rPr>
              <a:t>outlets.</a:t>
            </a:r>
            <a:endParaRPr sz="2280">
              <a:latin typeface="Calibri"/>
              <a:cs typeface="Calibri"/>
            </a:endParaRPr>
          </a:p>
        </p:txBody>
      </p:sp>
    </p:spTree>
    <p:extLst>
      <p:ext uri="{BB962C8B-B14F-4D97-AF65-F5344CB8AC3E}">
        <p14:creationId xmlns:p14="http://schemas.microsoft.com/office/powerpoint/2010/main" val="8655812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0" y="253288"/>
            <a:ext cx="10442448" cy="4648196"/>
          </a:xfrm>
          <a:prstGeom prst="rect">
            <a:avLst/>
          </a:prstGeom>
        </p:spPr>
        <p:txBody>
          <a:bodyPr vert="horz" wrap="square" lIns="0" tIns="14478" rIns="0" bIns="0" rtlCol="0">
            <a:spAutoFit/>
          </a:bodyPr>
          <a:lstStyle/>
          <a:p>
            <a:pPr marL="425958" indent="-410718">
              <a:spcBef>
                <a:spcPts val="114"/>
              </a:spcBef>
              <a:buFont typeface="Arial MT"/>
              <a:buChar char="•"/>
              <a:tabLst>
                <a:tab pos="425958" algn="l"/>
              </a:tabLst>
            </a:pPr>
            <a:r>
              <a:rPr sz="2280" dirty="0">
                <a:latin typeface="Calibri"/>
                <a:cs typeface="Calibri"/>
              </a:rPr>
              <a:t>When</a:t>
            </a:r>
            <a:r>
              <a:rPr sz="2280" spc="378" dirty="0">
                <a:latin typeface="Calibri"/>
                <a:cs typeface="Calibri"/>
              </a:rPr>
              <a:t> </a:t>
            </a:r>
            <a:r>
              <a:rPr sz="2280" dirty="0">
                <a:latin typeface="Calibri"/>
                <a:cs typeface="Calibri"/>
              </a:rPr>
              <a:t>planning</a:t>
            </a:r>
            <a:r>
              <a:rPr sz="2280" spc="396" dirty="0">
                <a:latin typeface="Calibri"/>
                <a:cs typeface="Calibri"/>
              </a:rPr>
              <a:t> </a:t>
            </a:r>
            <a:r>
              <a:rPr sz="2280" dirty="0">
                <a:latin typeface="Calibri"/>
                <a:cs typeface="Calibri"/>
              </a:rPr>
              <a:t>the</a:t>
            </a:r>
            <a:r>
              <a:rPr sz="2280" spc="378" dirty="0">
                <a:latin typeface="Calibri"/>
                <a:cs typeface="Calibri"/>
              </a:rPr>
              <a:t> </a:t>
            </a:r>
            <a:r>
              <a:rPr sz="2280" dirty="0">
                <a:latin typeface="Calibri"/>
                <a:cs typeface="Calibri"/>
              </a:rPr>
              <a:t>installation</a:t>
            </a:r>
            <a:r>
              <a:rPr sz="2280" spc="390" dirty="0">
                <a:latin typeface="Calibri"/>
                <a:cs typeface="Calibri"/>
              </a:rPr>
              <a:t> </a:t>
            </a:r>
            <a:r>
              <a:rPr sz="2280" dirty="0">
                <a:latin typeface="Calibri"/>
                <a:cs typeface="Calibri"/>
              </a:rPr>
              <a:t>of</a:t>
            </a:r>
            <a:r>
              <a:rPr sz="2280" spc="372" dirty="0">
                <a:latin typeface="Calibri"/>
                <a:cs typeface="Calibri"/>
              </a:rPr>
              <a:t> </a:t>
            </a:r>
            <a:r>
              <a:rPr sz="2280" dirty="0">
                <a:latin typeface="Calibri"/>
                <a:cs typeface="Calibri"/>
              </a:rPr>
              <a:t>new</a:t>
            </a:r>
            <a:r>
              <a:rPr sz="2280" spc="384" dirty="0">
                <a:latin typeface="Calibri"/>
                <a:cs typeface="Calibri"/>
              </a:rPr>
              <a:t> </a:t>
            </a:r>
            <a:r>
              <a:rPr sz="2280" dirty="0">
                <a:latin typeface="Calibri"/>
                <a:cs typeface="Calibri"/>
              </a:rPr>
              <a:t>system</a:t>
            </a:r>
            <a:r>
              <a:rPr sz="2280" spc="378" dirty="0">
                <a:latin typeface="Calibri"/>
                <a:cs typeface="Calibri"/>
              </a:rPr>
              <a:t> </a:t>
            </a:r>
            <a:r>
              <a:rPr sz="2280" dirty="0">
                <a:latin typeface="Calibri"/>
                <a:cs typeface="Calibri"/>
              </a:rPr>
              <a:t>releases,</a:t>
            </a:r>
            <a:r>
              <a:rPr sz="2280" spc="384" dirty="0">
                <a:latin typeface="Calibri"/>
                <a:cs typeface="Calibri"/>
              </a:rPr>
              <a:t> </a:t>
            </a:r>
            <a:r>
              <a:rPr sz="2280" dirty="0">
                <a:latin typeface="Calibri"/>
                <a:cs typeface="Calibri"/>
              </a:rPr>
              <a:t>you</a:t>
            </a:r>
            <a:r>
              <a:rPr sz="2280" spc="384" dirty="0">
                <a:latin typeface="Calibri"/>
                <a:cs typeface="Calibri"/>
              </a:rPr>
              <a:t> </a:t>
            </a:r>
            <a:r>
              <a:rPr sz="2280" dirty="0">
                <a:latin typeface="Calibri"/>
                <a:cs typeface="Calibri"/>
              </a:rPr>
              <a:t>cannot</a:t>
            </a:r>
            <a:r>
              <a:rPr sz="2280" spc="378" dirty="0">
                <a:latin typeface="Calibri"/>
                <a:cs typeface="Calibri"/>
              </a:rPr>
              <a:t> </a:t>
            </a:r>
            <a:r>
              <a:rPr sz="2280" dirty="0">
                <a:latin typeface="Calibri"/>
                <a:cs typeface="Calibri"/>
              </a:rPr>
              <a:t>assume</a:t>
            </a:r>
            <a:r>
              <a:rPr sz="2280" spc="384" dirty="0">
                <a:latin typeface="Calibri"/>
                <a:cs typeface="Calibri"/>
              </a:rPr>
              <a:t> </a:t>
            </a:r>
            <a:r>
              <a:rPr sz="2280" spc="-24" dirty="0">
                <a:latin typeface="Calibri"/>
                <a:cs typeface="Calibri"/>
              </a:rPr>
              <a:t>that</a:t>
            </a:r>
            <a:endParaRPr sz="2280">
              <a:latin typeface="Calibri"/>
              <a:cs typeface="Calibri"/>
            </a:endParaRPr>
          </a:p>
          <a:p>
            <a:pPr marL="426720"/>
            <a:r>
              <a:rPr sz="2280" spc="-12" dirty="0">
                <a:latin typeface="Calibri"/>
                <a:cs typeface="Calibri"/>
              </a:rPr>
              <a:t>customers</a:t>
            </a:r>
            <a:r>
              <a:rPr sz="2280" spc="-66" dirty="0">
                <a:latin typeface="Calibri"/>
                <a:cs typeface="Calibri"/>
              </a:rPr>
              <a:t> </a:t>
            </a:r>
            <a:r>
              <a:rPr sz="2280" dirty="0">
                <a:latin typeface="Calibri"/>
                <a:cs typeface="Calibri"/>
              </a:rPr>
              <a:t>will</a:t>
            </a:r>
            <a:r>
              <a:rPr sz="2280" spc="-60" dirty="0">
                <a:latin typeface="Calibri"/>
                <a:cs typeface="Calibri"/>
              </a:rPr>
              <a:t> </a:t>
            </a:r>
            <a:r>
              <a:rPr sz="2280" spc="-12" dirty="0">
                <a:latin typeface="Calibri"/>
                <a:cs typeface="Calibri"/>
              </a:rPr>
              <a:t>always</a:t>
            </a:r>
            <a:r>
              <a:rPr sz="2280" spc="-72" dirty="0">
                <a:latin typeface="Calibri"/>
                <a:cs typeface="Calibri"/>
              </a:rPr>
              <a:t> </a:t>
            </a:r>
            <a:r>
              <a:rPr sz="2280" dirty="0">
                <a:latin typeface="Calibri"/>
                <a:cs typeface="Calibri"/>
              </a:rPr>
              <a:t>install</a:t>
            </a:r>
            <a:r>
              <a:rPr sz="2280" spc="-54" dirty="0">
                <a:latin typeface="Calibri"/>
                <a:cs typeface="Calibri"/>
              </a:rPr>
              <a:t> </a:t>
            </a:r>
            <a:r>
              <a:rPr sz="2280" dirty="0">
                <a:latin typeface="Calibri"/>
                <a:cs typeface="Calibri"/>
              </a:rPr>
              <a:t>new</a:t>
            </a:r>
            <a:r>
              <a:rPr sz="2280" spc="-60" dirty="0">
                <a:latin typeface="Calibri"/>
                <a:cs typeface="Calibri"/>
              </a:rPr>
              <a:t> </a:t>
            </a:r>
            <a:r>
              <a:rPr sz="2280" spc="-12" dirty="0">
                <a:latin typeface="Calibri"/>
                <a:cs typeface="Calibri"/>
              </a:rPr>
              <a:t>system</a:t>
            </a:r>
            <a:r>
              <a:rPr sz="2280" spc="-84" dirty="0">
                <a:latin typeface="Calibri"/>
                <a:cs typeface="Calibri"/>
              </a:rPr>
              <a:t> </a:t>
            </a:r>
            <a:r>
              <a:rPr sz="2280" spc="-12" dirty="0">
                <a:latin typeface="Calibri"/>
                <a:cs typeface="Calibri"/>
              </a:rPr>
              <a:t>releases.</a:t>
            </a:r>
            <a:endParaRPr sz="2280">
              <a:latin typeface="Calibri"/>
              <a:cs typeface="Calibri"/>
            </a:endParaRPr>
          </a:p>
          <a:p>
            <a:pPr marL="426720" marR="8382" indent="-411480">
              <a:spcBef>
                <a:spcPts val="551"/>
              </a:spcBef>
              <a:buFont typeface="Arial MT"/>
              <a:buChar char="•"/>
              <a:tabLst>
                <a:tab pos="426720" algn="l"/>
              </a:tabLst>
            </a:pPr>
            <a:r>
              <a:rPr sz="2280" dirty="0">
                <a:latin typeface="Calibri"/>
                <a:cs typeface="Calibri"/>
              </a:rPr>
              <a:t>Some</a:t>
            </a:r>
            <a:r>
              <a:rPr sz="2280" spc="174" dirty="0">
                <a:latin typeface="Calibri"/>
                <a:cs typeface="Calibri"/>
              </a:rPr>
              <a:t> </a:t>
            </a:r>
            <a:r>
              <a:rPr sz="2280" dirty="0">
                <a:latin typeface="Calibri"/>
                <a:cs typeface="Calibri"/>
              </a:rPr>
              <a:t>system</a:t>
            </a:r>
            <a:r>
              <a:rPr sz="2280" spc="174" dirty="0">
                <a:latin typeface="Calibri"/>
                <a:cs typeface="Calibri"/>
              </a:rPr>
              <a:t> </a:t>
            </a:r>
            <a:r>
              <a:rPr sz="2280" dirty="0">
                <a:latin typeface="Calibri"/>
                <a:cs typeface="Calibri"/>
              </a:rPr>
              <a:t>users</a:t>
            </a:r>
            <a:r>
              <a:rPr sz="2280" spc="168" dirty="0">
                <a:latin typeface="Calibri"/>
                <a:cs typeface="Calibri"/>
              </a:rPr>
              <a:t> </a:t>
            </a:r>
            <a:r>
              <a:rPr sz="2280" dirty="0">
                <a:latin typeface="Calibri"/>
                <a:cs typeface="Calibri"/>
              </a:rPr>
              <a:t>may</a:t>
            </a:r>
            <a:r>
              <a:rPr sz="2280" spc="180" dirty="0">
                <a:latin typeface="Calibri"/>
                <a:cs typeface="Calibri"/>
              </a:rPr>
              <a:t> </a:t>
            </a:r>
            <a:r>
              <a:rPr sz="2280" dirty="0">
                <a:latin typeface="Calibri"/>
                <a:cs typeface="Calibri"/>
              </a:rPr>
              <a:t>be</a:t>
            </a:r>
            <a:r>
              <a:rPr sz="2280" spc="168" dirty="0">
                <a:latin typeface="Calibri"/>
                <a:cs typeface="Calibri"/>
              </a:rPr>
              <a:t> </a:t>
            </a:r>
            <a:r>
              <a:rPr sz="2280" dirty="0">
                <a:latin typeface="Calibri"/>
                <a:cs typeface="Calibri"/>
              </a:rPr>
              <a:t>happy</a:t>
            </a:r>
            <a:r>
              <a:rPr sz="2280" spc="180" dirty="0">
                <a:latin typeface="Calibri"/>
                <a:cs typeface="Calibri"/>
              </a:rPr>
              <a:t> </a:t>
            </a:r>
            <a:r>
              <a:rPr sz="2280" dirty="0">
                <a:latin typeface="Calibri"/>
                <a:cs typeface="Calibri"/>
              </a:rPr>
              <a:t>with</a:t>
            </a:r>
            <a:r>
              <a:rPr sz="2280" spc="168" dirty="0">
                <a:latin typeface="Calibri"/>
                <a:cs typeface="Calibri"/>
              </a:rPr>
              <a:t> </a:t>
            </a:r>
            <a:r>
              <a:rPr sz="2280" dirty="0">
                <a:latin typeface="Calibri"/>
                <a:cs typeface="Calibri"/>
              </a:rPr>
              <a:t>an</a:t>
            </a:r>
            <a:r>
              <a:rPr sz="2280" spc="180" dirty="0">
                <a:latin typeface="Calibri"/>
                <a:cs typeface="Calibri"/>
              </a:rPr>
              <a:t> </a:t>
            </a:r>
            <a:r>
              <a:rPr sz="2280" dirty="0">
                <a:latin typeface="Calibri"/>
                <a:cs typeface="Calibri"/>
              </a:rPr>
              <a:t>existing</a:t>
            </a:r>
            <a:r>
              <a:rPr sz="2280" spc="168" dirty="0">
                <a:latin typeface="Calibri"/>
                <a:cs typeface="Calibri"/>
              </a:rPr>
              <a:t> </a:t>
            </a:r>
            <a:r>
              <a:rPr sz="2280" dirty="0">
                <a:latin typeface="Calibri"/>
                <a:cs typeface="Calibri"/>
              </a:rPr>
              <a:t>system</a:t>
            </a:r>
            <a:r>
              <a:rPr sz="2280" spc="174" dirty="0">
                <a:latin typeface="Calibri"/>
                <a:cs typeface="Calibri"/>
              </a:rPr>
              <a:t> </a:t>
            </a:r>
            <a:r>
              <a:rPr sz="2280" dirty="0">
                <a:latin typeface="Calibri"/>
                <a:cs typeface="Calibri"/>
              </a:rPr>
              <a:t>and</a:t>
            </a:r>
            <a:r>
              <a:rPr sz="2280" spc="174" dirty="0">
                <a:latin typeface="Calibri"/>
                <a:cs typeface="Calibri"/>
              </a:rPr>
              <a:t> </a:t>
            </a:r>
            <a:r>
              <a:rPr sz="2280" dirty="0">
                <a:latin typeface="Calibri"/>
                <a:cs typeface="Calibri"/>
              </a:rPr>
              <a:t>may</a:t>
            </a:r>
            <a:r>
              <a:rPr sz="2280" spc="180" dirty="0">
                <a:latin typeface="Calibri"/>
                <a:cs typeface="Calibri"/>
              </a:rPr>
              <a:t> </a:t>
            </a:r>
            <a:r>
              <a:rPr sz="2280" dirty="0">
                <a:latin typeface="Calibri"/>
                <a:cs typeface="Calibri"/>
              </a:rPr>
              <a:t>not</a:t>
            </a:r>
            <a:r>
              <a:rPr sz="2280" spc="162" dirty="0">
                <a:latin typeface="Calibri"/>
                <a:cs typeface="Calibri"/>
              </a:rPr>
              <a:t> </a:t>
            </a:r>
            <a:r>
              <a:rPr sz="2280" dirty="0">
                <a:latin typeface="Calibri"/>
                <a:cs typeface="Calibri"/>
              </a:rPr>
              <a:t>consider</a:t>
            </a:r>
            <a:r>
              <a:rPr sz="2280" spc="174" dirty="0">
                <a:latin typeface="Calibri"/>
                <a:cs typeface="Calibri"/>
              </a:rPr>
              <a:t> </a:t>
            </a:r>
            <a:r>
              <a:rPr sz="2280" spc="-30" dirty="0">
                <a:latin typeface="Calibri"/>
                <a:cs typeface="Calibri"/>
              </a:rPr>
              <a:t>it </a:t>
            </a:r>
            <a:r>
              <a:rPr sz="2280" spc="-12" dirty="0">
                <a:latin typeface="Calibri"/>
                <a:cs typeface="Calibri"/>
              </a:rPr>
              <a:t>worthwhile</a:t>
            </a:r>
            <a:r>
              <a:rPr sz="2280" spc="-18" dirty="0">
                <a:latin typeface="Calibri"/>
                <a:cs typeface="Calibri"/>
              </a:rPr>
              <a:t> </a:t>
            </a:r>
            <a:r>
              <a:rPr sz="2280" dirty="0">
                <a:latin typeface="Calibri"/>
                <a:cs typeface="Calibri"/>
              </a:rPr>
              <a:t>to</a:t>
            </a:r>
            <a:r>
              <a:rPr sz="2280" spc="-42" dirty="0">
                <a:latin typeface="Calibri"/>
                <a:cs typeface="Calibri"/>
              </a:rPr>
              <a:t> </a:t>
            </a:r>
            <a:r>
              <a:rPr sz="2280" dirty="0">
                <a:latin typeface="Calibri"/>
                <a:cs typeface="Calibri"/>
              </a:rPr>
              <a:t>absorb</a:t>
            </a:r>
            <a:r>
              <a:rPr sz="2280" spc="-48" dirty="0">
                <a:latin typeface="Calibri"/>
                <a:cs typeface="Calibri"/>
              </a:rPr>
              <a:t> </a:t>
            </a:r>
            <a:r>
              <a:rPr sz="2280" dirty="0">
                <a:latin typeface="Calibri"/>
                <a:cs typeface="Calibri"/>
              </a:rPr>
              <a:t>the</a:t>
            </a:r>
            <a:r>
              <a:rPr sz="2280" spc="-48" dirty="0">
                <a:latin typeface="Calibri"/>
                <a:cs typeface="Calibri"/>
              </a:rPr>
              <a:t> </a:t>
            </a:r>
            <a:r>
              <a:rPr sz="2280" dirty="0">
                <a:latin typeface="Calibri"/>
                <a:cs typeface="Calibri"/>
              </a:rPr>
              <a:t>cost</a:t>
            </a:r>
            <a:r>
              <a:rPr sz="2280" spc="-60" dirty="0">
                <a:latin typeface="Calibri"/>
                <a:cs typeface="Calibri"/>
              </a:rPr>
              <a:t> </a:t>
            </a:r>
            <a:r>
              <a:rPr sz="2280" dirty="0">
                <a:latin typeface="Calibri"/>
                <a:cs typeface="Calibri"/>
              </a:rPr>
              <a:t>of</a:t>
            </a:r>
            <a:r>
              <a:rPr sz="2280" spc="-54" dirty="0">
                <a:latin typeface="Calibri"/>
                <a:cs typeface="Calibri"/>
              </a:rPr>
              <a:t> </a:t>
            </a:r>
            <a:r>
              <a:rPr sz="2280" dirty="0">
                <a:latin typeface="Calibri"/>
                <a:cs typeface="Calibri"/>
              </a:rPr>
              <a:t>changing</a:t>
            </a:r>
            <a:r>
              <a:rPr sz="2280" spc="-30" dirty="0">
                <a:latin typeface="Calibri"/>
                <a:cs typeface="Calibri"/>
              </a:rPr>
              <a:t> </a:t>
            </a:r>
            <a:r>
              <a:rPr sz="2280" dirty="0">
                <a:latin typeface="Calibri"/>
                <a:cs typeface="Calibri"/>
              </a:rPr>
              <a:t>to</a:t>
            </a:r>
            <a:r>
              <a:rPr sz="2280" spc="-36" dirty="0">
                <a:latin typeface="Calibri"/>
                <a:cs typeface="Calibri"/>
              </a:rPr>
              <a:t> </a:t>
            </a:r>
            <a:r>
              <a:rPr sz="2280" dirty="0">
                <a:latin typeface="Calibri"/>
                <a:cs typeface="Calibri"/>
              </a:rPr>
              <a:t>a</a:t>
            </a:r>
            <a:r>
              <a:rPr sz="2280" spc="-66" dirty="0">
                <a:latin typeface="Calibri"/>
                <a:cs typeface="Calibri"/>
              </a:rPr>
              <a:t> </a:t>
            </a:r>
            <a:r>
              <a:rPr sz="2280" dirty="0">
                <a:latin typeface="Calibri"/>
                <a:cs typeface="Calibri"/>
              </a:rPr>
              <a:t>new</a:t>
            </a:r>
            <a:r>
              <a:rPr sz="2280" spc="-36" dirty="0">
                <a:latin typeface="Calibri"/>
                <a:cs typeface="Calibri"/>
              </a:rPr>
              <a:t> </a:t>
            </a:r>
            <a:r>
              <a:rPr sz="2280" spc="-12" dirty="0">
                <a:latin typeface="Calibri"/>
                <a:cs typeface="Calibri"/>
              </a:rPr>
              <a:t>release.</a:t>
            </a:r>
            <a:endParaRPr sz="2280">
              <a:latin typeface="Calibri"/>
              <a:cs typeface="Calibri"/>
            </a:endParaRPr>
          </a:p>
          <a:p>
            <a:pPr marL="426720" marR="8382" indent="-411480">
              <a:spcBef>
                <a:spcPts val="546"/>
              </a:spcBef>
              <a:buFont typeface="Arial MT"/>
              <a:buChar char="•"/>
              <a:tabLst>
                <a:tab pos="426720" algn="l"/>
              </a:tabLst>
            </a:pPr>
            <a:r>
              <a:rPr sz="2280" dirty="0">
                <a:latin typeface="Calibri"/>
                <a:cs typeface="Calibri"/>
              </a:rPr>
              <a:t>New</a:t>
            </a:r>
            <a:r>
              <a:rPr sz="2280" spc="258" dirty="0">
                <a:latin typeface="Calibri"/>
                <a:cs typeface="Calibri"/>
              </a:rPr>
              <a:t> </a:t>
            </a:r>
            <a:r>
              <a:rPr sz="2280" dirty="0">
                <a:latin typeface="Calibri"/>
                <a:cs typeface="Calibri"/>
              </a:rPr>
              <a:t>releases</a:t>
            </a:r>
            <a:r>
              <a:rPr sz="2280" spc="270" dirty="0">
                <a:latin typeface="Calibri"/>
                <a:cs typeface="Calibri"/>
              </a:rPr>
              <a:t> </a:t>
            </a:r>
            <a:r>
              <a:rPr sz="2280" dirty="0">
                <a:latin typeface="Calibri"/>
                <a:cs typeface="Calibri"/>
              </a:rPr>
              <a:t>of</a:t>
            </a:r>
            <a:r>
              <a:rPr sz="2280" spc="252" dirty="0">
                <a:latin typeface="Calibri"/>
                <a:cs typeface="Calibri"/>
              </a:rPr>
              <a:t> </a:t>
            </a:r>
            <a:r>
              <a:rPr sz="2280" dirty="0">
                <a:latin typeface="Calibri"/>
                <a:cs typeface="Calibri"/>
              </a:rPr>
              <a:t>the</a:t>
            </a:r>
            <a:r>
              <a:rPr sz="2280" spc="245" dirty="0">
                <a:latin typeface="Calibri"/>
                <a:cs typeface="Calibri"/>
              </a:rPr>
              <a:t> </a:t>
            </a:r>
            <a:r>
              <a:rPr sz="2280" dirty="0">
                <a:latin typeface="Calibri"/>
                <a:cs typeface="Calibri"/>
              </a:rPr>
              <a:t>system</a:t>
            </a:r>
            <a:r>
              <a:rPr sz="2280" spc="252" dirty="0">
                <a:latin typeface="Calibri"/>
                <a:cs typeface="Calibri"/>
              </a:rPr>
              <a:t> </a:t>
            </a:r>
            <a:r>
              <a:rPr sz="2280" dirty="0">
                <a:latin typeface="Calibri"/>
                <a:cs typeface="Calibri"/>
              </a:rPr>
              <a:t>cannot,</a:t>
            </a:r>
            <a:r>
              <a:rPr sz="2280" spc="252" dirty="0">
                <a:latin typeface="Calibri"/>
                <a:cs typeface="Calibri"/>
              </a:rPr>
              <a:t> </a:t>
            </a:r>
            <a:r>
              <a:rPr sz="2280" dirty="0">
                <a:latin typeface="Calibri"/>
                <a:cs typeface="Calibri"/>
              </a:rPr>
              <a:t>therefore,</a:t>
            </a:r>
            <a:r>
              <a:rPr sz="2280" spc="252" dirty="0">
                <a:latin typeface="Calibri"/>
                <a:cs typeface="Calibri"/>
              </a:rPr>
              <a:t> </a:t>
            </a:r>
            <a:r>
              <a:rPr sz="2280" dirty="0">
                <a:latin typeface="Calibri"/>
                <a:cs typeface="Calibri"/>
              </a:rPr>
              <a:t>rely</a:t>
            </a:r>
            <a:r>
              <a:rPr sz="2280" spc="264" dirty="0">
                <a:latin typeface="Calibri"/>
                <a:cs typeface="Calibri"/>
              </a:rPr>
              <a:t> </a:t>
            </a:r>
            <a:r>
              <a:rPr sz="2280" dirty="0">
                <a:latin typeface="Calibri"/>
                <a:cs typeface="Calibri"/>
              </a:rPr>
              <a:t>on</a:t>
            </a:r>
            <a:r>
              <a:rPr sz="2280" spc="258" dirty="0">
                <a:latin typeface="Calibri"/>
                <a:cs typeface="Calibri"/>
              </a:rPr>
              <a:t> </a:t>
            </a:r>
            <a:r>
              <a:rPr sz="2280" dirty="0">
                <a:latin typeface="Calibri"/>
                <a:cs typeface="Calibri"/>
              </a:rPr>
              <a:t>the</a:t>
            </a:r>
            <a:r>
              <a:rPr sz="2280" spc="264" dirty="0">
                <a:latin typeface="Calibri"/>
                <a:cs typeface="Calibri"/>
              </a:rPr>
              <a:t> </a:t>
            </a:r>
            <a:r>
              <a:rPr sz="2280" dirty="0">
                <a:latin typeface="Calibri"/>
                <a:cs typeface="Calibri"/>
              </a:rPr>
              <a:t>installation</a:t>
            </a:r>
            <a:r>
              <a:rPr sz="2280" spc="258" dirty="0">
                <a:latin typeface="Calibri"/>
                <a:cs typeface="Calibri"/>
              </a:rPr>
              <a:t> </a:t>
            </a:r>
            <a:r>
              <a:rPr sz="2280" dirty="0">
                <a:latin typeface="Calibri"/>
                <a:cs typeface="Calibri"/>
              </a:rPr>
              <a:t>of</a:t>
            </a:r>
            <a:r>
              <a:rPr sz="2280" spc="252" dirty="0">
                <a:latin typeface="Calibri"/>
                <a:cs typeface="Calibri"/>
              </a:rPr>
              <a:t> </a:t>
            </a:r>
            <a:r>
              <a:rPr sz="2280" spc="-12" dirty="0">
                <a:latin typeface="Calibri"/>
                <a:cs typeface="Calibri"/>
              </a:rPr>
              <a:t>previous releases.</a:t>
            </a:r>
            <a:endParaRPr sz="2280">
              <a:latin typeface="Calibri"/>
              <a:cs typeface="Calibri"/>
            </a:endParaRPr>
          </a:p>
          <a:p>
            <a:pPr marL="425958" indent="-410718">
              <a:spcBef>
                <a:spcPts val="546"/>
              </a:spcBef>
              <a:buFont typeface="Arial MT"/>
              <a:buChar char="•"/>
              <a:tabLst>
                <a:tab pos="425958" algn="l"/>
              </a:tabLst>
            </a:pPr>
            <a:r>
              <a:rPr sz="2280" spc="-108" dirty="0">
                <a:latin typeface="Calibri"/>
                <a:cs typeface="Calibri"/>
              </a:rPr>
              <a:t>To</a:t>
            </a:r>
            <a:r>
              <a:rPr sz="2280" spc="-24" dirty="0">
                <a:latin typeface="Calibri"/>
                <a:cs typeface="Calibri"/>
              </a:rPr>
              <a:t> </a:t>
            </a:r>
            <a:r>
              <a:rPr sz="2280" spc="-12" dirty="0">
                <a:latin typeface="Calibri"/>
                <a:cs typeface="Calibri"/>
              </a:rPr>
              <a:t>illustrate</a:t>
            </a:r>
            <a:r>
              <a:rPr sz="2280" spc="-108" dirty="0">
                <a:latin typeface="Calibri"/>
                <a:cs typeface="Calibri"/>
              </a:rPr>
              <a:t> </a:t>
            </a:r>
            <a:r>
              <a:rPr sz="2280" dirty="0">
                <a:latin typeface="Calibri"/>
                <a:cs typeface="Calibri"/>
              </a:rPr>
              <a:t>this</a:t>
            </a:r>
            <a:r>
              <a:rPr sz="2280" spc="-66" dirty="0">
                <a:latin typeface="Calibri"/>
                <a:cs typeface="Calibri"/>
              </a:rPr>
              <a:t> </a:t>
            </a:r>
            <a:r>
              <a:rPr sz="2280" dirty="0">
                <a:latin typeface="Calibri"/>
                <a:cs typeface="Calibri"/>
              </a:rPr>
              <a:t>problem,</a:t>
            </a:r>
            <a:r>
              <a:rPr sz="2280" spc="-48" dirty="0">
                <a:latin typeface="Calibri"/>
                <a:cs typeface="Calibri"/>
              </a:rPr>
              <a:t> </a:t>
            </a:r>
            <a:r>
              <a:rPr sz="2280" dirty="0">
                <a:latin typeface="Calibri"/>
                <a:cs typeface="Calibri"/>
              </a:rPr>
              <a:t>consider</a:t>
            </a:r>
            <a:r>
              <a:rPr sz="2280" spc="-72" dirty="0">
                <a:latin typeface="Calibri"/>
                <a:cs typeface="Calibri"/>
              </a:rPr>
              <a:t> </a:t>
            </a:r>
            <a:r>
              <a:rPr sz="2280" dirty="0">
                <a:latin typeface="Calibri"/>
                <a:cs typeface="Calibri"/>
              </a:rPr>
              <a:t>the</a:t>
            </a:r>
            <a:r>
              <a:rPr sz="2280" spc="-66" dirty="0">
                <a:latin typeface="Calibri"/>
                <a:cs typeface="Calibri"/>
              </a:rPr>
              <a:t> </a:t>
            </a:r>
            <a:r>
              <a:rPr sz="2280" spc="-12" dirty="0">
                <a:latin typeface="Calibri"/>
                <a:cs typeface="Calibri"/>
              </a:rPr>
              <a:t>following</a:t>
            </a:r>
            <a:r>
              <a:rPr sz="2280" spc="-42" dirty="0">
                <a:latin typeface="Calibri"/>
                <a:cs typeface="Calibri"/>
              </a:rPr>
              <a:t> </a:t>
            </a:r>
            <a:r>
              <a:rPr sz="2280" spc="-12" dirty="0">
                <a:latin typeface="Calibri"/>
                <a:cs typeface="Calibri"/>
              </a:rPr>
              <a:t>scenario:</a:t>
            </a:r>
            <a:endParaRPr sz="2280">
              <a:latin typeface="Calibri"/>
              <a:cs typeface="Calibri"/>
            </a:endParaRPr>
          </a:p>
          <a:p>
            <a:pPr marL="1393698" lvl="1" indent="-281178">
              <a:spcBef>
                <a:spcPts val="551"/>
              </a:spcBef>
              <a:buAutoNum type="arabicPeriod"/>
              <a:tabLst>
                <a:tab pos="1393698" algn="l"/>
              </a:tabLst>
            </a:pPr>
            <a:r>
              <a:rPr sz="2280" dirty="0">
                <a:latin typeface="Calibri"/>
                <a:cs typeface="Calibri"/>
              </a:rPr>
              <a:t>Release</a:t>
            </a:r>
            <a:r>
              <a:rPr sz="2280" spc="-24" dirty="0">
                <a:latin typeface="Calibri"/>
                <a:cs typeface="Calibri"/>
              </a:rPr>
              <a:t> </a:t>
            </a:r>
            <a:r>
              <a:rPr sz="2280" dirty="0">
                <a:latin typeface="Calibri"/>
                <a:cs typeface="Calibri"/>
              </a:rPr>
              <a:t>1</a:t>
            </a:r>
            <a:r>
              <a:rPr sz="2280" spc="-60" dirty="0">
                <a:latin typeface="Calibri"/>
                <a:cs typeface="Calibri"/>
              </a:rPr>
              <a:t> </a:t>
            </a:r>
            <a:r>
              <a:rPr sz="2280" dirty="0">
                <a:latin typeface="Calibri"/>
                <a:cs typeface="Calibri"/>
              </a:rPr>
              <a:t>of</a:t>
            </a:r>
            <a:r>
              <a:rPr sz="2280" spc="-48" dirty="0">
                <a:latin typeface="Calibri"/>
                <a:cs typeface="Calibri"/>
              </a:rPr>
              <a:t> </a:t>
            </a:r>
            <a:r>
              <a:rPr sz="2280" dirty="0">
                <a:latin typeface="Calibri"/>
                <a:cs typeface="Calibri"/>
              </a:rPr>
              <a:t>a</a:t>
            </a:r>
            <a:r>
              <a:rPr sz="2280" spc="-42" dirty="0">
                <a:latin typeface="Calibri"/>
                <a:cs typeface="Calibri"/>
              </a:rPr>
              <a:t> </a:t>
            </a:r>
            <a:r>
              <a:rPr sz="2280" spc="-12" dirty="0">
                <a:latin typeface="Calibri"/>
                <a:cs typeface="Calibri"/>
              </a:rPr>
              <a:t>system</a:t>
            </a:r>
            <a:r>
              <a:rPr sz="2280" spc="-66" dirty="0">
                <a:latin typeface="Calibri"/>
                <a:cs typeface="Calibri"/>
              </a:rPr>
              <a:t> </a:t>
            </a:r>
            <a:r>
              <a:rPr sz="2280" dirty="0">
                <a:latin typeface="Calibri"/>
                <a:cs typeface="Calibri"/>
              </a:rPr>
              <a:t>is</a:t>
            </a:r>
            <a:r>
              <a:rPr sz="2280" spc="-42" dirty="0">
                <a:latin typeface="Calibri"/>
                <a:cs typeface="Calibri"/>
              </a:rPr>
              <a:t> </a:t>
            </a:r>
            <a:r>
              <a:rPr sz="2280" spc="-12" dirty="0">
                <a:latin typeface="Calibri"/>
                <a:cs typeface="Calibri"/>
              </a:rPr>
              <a:t>distributed </a:t>
            </a:r>
            <a:r>
              <a:rPr sz="2280" dirty="0">
                <a:latin typeface="Calibri"/>
                <a:cs typeface="Calibri"/>
              </a:rPr>
              <a:t>and</a:t>
            </a:r>
            <a:r>
              <a:rPr sz="2280" spc="-42" dirty="0">
                <a:latin typeface="Calibri"/>
                <a:cs typeface="Calibri"/>
              </a:rPr>
              <a:t> </a:t>
            </a:r>
            <a:r>
              <a:rPr sz="2280" dirty="0">
                <a:latin typeface="Calibri"/>
                <a:cs typeface="Calibri"/>
              </a:rPr>
              <a:t>put</a:t>
            </a:r>
            <a:r>
              <a:rPr sz="2280" spc="-48" dirty="0">
                <a:latin typeface="Calibri"/>
                <a:cs typeface="Calibri"/>
              </a:rPr>
              <a:t> </a:t>
            </a:r>
            <a:r>
              <a:rPr sz="2280" dirty="0">
                <a:latin typeface="Calibri"/>
                <a:cs typeface="Calibri"/>
              </a:rPr>
              <a:t>into</a:t>
            </a:r>
            <a:r>
              <a:rPr sz="2280" spc="-30" dirty="0">
                <a:latin typeface="Calibri"/>
                <a:cs typeface="Calibri"/>
              </a:rPr>
              <a:t> </a:t>
            </a:r>
            <a:r>
              <a:rPr sz="2280" spc="-24" dirty="0">
                <a:latin typeface="Calibri"/>
                <a:cs typeface="Calibri"/>
              </a:rPr>
              <a:t>use.</a:t>
            </a:r>
            <a:endParaRPr sz="2280">
              <a:latin typeface="Calibri"/>
              <a:cs typeface="Calibri"/>
            </a:endParaRPr>
          </a:p>
          <a:p>
            <a:pPr marL="1408938" lvl="1" indent="-296418">
              <a:spcBef>
                <a:spcPts val="546"/>
              </a:spcBef>
              <a:buAutoNum type="arabicPeriod"/>
              <a:tabLst>
                <a:tab pos="1408938" algn="l"/>
              </a:tabLst>
            </a:pPr>
            <a:r>
              <a:rPr sz="2280" dirty="0">
                <a:latin typeface="Calibri"/>
                <a:cs typeface="Calibri"/>
              </a:rPr>
              <a:t>Release</a:t>
            </a:r>
            <a:r>
              <a:rPr sz="2280" spc="24" dirty="0">
                <a:latin typeface="Calibri"/>
                <a:cs typeface="Calibri"/>
              </a:rPr>
              <a:t> </a:t>
            </a:r>
            <a:r>
              <a:rPr sz="2280" dirty="0">
                <a:latin typeface="Calibri"/>
                <a:cs typeface="Calibri"/>
              </a:rPr>
              <a:t>2</a:t>
            </a:r>
            <a:r>
              <a:rPr sz="2280" spc="18" dirty="0">
                <a:latin typeface="Calibri"/>
                <a:cs typeface="Calibri"/>
              </a:rPr>
              <a:t> </a:t>
            </a:r>
            <a:r>
              <a:rPr sz="2280" dirty="0">
                <a:latin typeface="Calibri"/>
                <a:cs typeface="Calibri"/>
              </a:rPr>
              <a:t>requires</a:t>
            </a:r>
            <a:r>
              <a:rPr sz="2280" spc="24" dirty="0">
                <a:latin typeface="Calibri"/>
                <a:cs typeface="Calibri"/>
              </a:rPr>
              <a:t> </a:t>
            </a:r>
            <a:r>
              <a:rPr sz="2280" dirty="0">
                <a:latin typeface="Calibri"/>
                <a:cs typeface="Calibri"/>
              </a:rPr>
              <a:t>the</a:t>
            </a:r>
            <a:r>
              <a:rPr sz="2280" spc="24" dirty="0">
                <a:latin typeface="Calibri"/>
                <a:cs typeface="Calibri"/>
              </a:rPr>
              <a:t> </a:t>
            </a:r>
            <a:r>
              <a:rPr sz="2280" dirty="0">
                <a:latin typeface="Calibri"/>
                <a:cs typeface="Calibri"/>
              </a:rPr>
              <a:t>installation</a:t>
            </a:r>
            <a:r>
              <a:rPr sz="2280" spc="30" dirty="0">
                <a:latin typeface="Calibri"/>
                <a:cs typeface="Calibri"/>
              </a:rPr>
              <a:t> </a:t>
            </a:r>
            <a:r>
              <a:rPr sz="2280" dirty="0">
                <a:latin typeface="Calibri"/>
                <a:cs typeface="Calibri"/>
              </a:rPr>
              <a:t>of</a:t>
            </a:r>
            <a:r>
              <a:rPr sz="2280" spc="18" dirty="0">
                <a:latin typeface="Calibri"/>
                <a:cs typeface="Calibri"/>
              </a:rPr>
              <a:t> </a:t>
            </a:r>
            <a:r>
              <a:rPr sz="2280" dirty="0">
                <a:latin typeface="Calibri"/>
                <a:cs typeface="Calibri"/>
              </a:rPr>
              <a:t>new</a:t>
            </a:r>
            <a:r>
              <a:rPr sz="2280" spc="18" dirty="0">
                <a:latin typeface="Calibri"/>
                <a:cs typeface="Calibri"/>
              </a:rPr>
              <a:t> </a:t>
            </a:r>
            <a:r>
              <a:rPr sz="2280" dirty="0">
                <a:latin typeface="Calibri"/>
                <a:cs typeface="Calibri"/>
              </a:rPr>
              <a:t>data</a:t>
            </a:r>
            <a:r>
              <a:rPr sz="2280" spc="18" dirty="0">
                <a:latin typeface="Calibri"/>
                <a:cs typeface="Calibri"/>
              </a:rPr>
              <a:t> </a:t>
            </a:r>
            <a:r>
              <a:rPr sz="2280" dirty="0">
                <a:latin typeface="Calibri"/>
                <a:cs typeface="Calibri"/>
              </a:rPr>
              <a:t>files,</a:t>
            </a:r>
            <a:r>
              <a:rPr sz="2280" spc="12" dirty="0">
                <a:latin typeface="Calibri"/>
                <a:cs typeface="Calibri"/>
              </a:rPr>
              <a:t> </a:t>
            </a:r>
            <a:r>
              <a:rPr sz="2280" dirty="0">
                <a:latin typeface="Calibri"/>
                <a:cs typeface="Calibri"/>
              </a:rPr>
              <a:t>but</a:t>
            </a:r>
            <a:r>
              <a:rPr sz="2280" spc="18" dirty="0">
                <a:latin typeface="Calibri"/>
                <a:cs typeface="Calibri"/>
              </a:rPr>
              <a:t> </a:t>
            </a:r>
            <a:r>
              <a:rPr sz="2280" dirty="0">
                <a:latin typeface="Calibri"/>
                <a:cs typeface="Calibri"/>
              </a:rPr>
              <a:t>some</a:t>
            </a:r>
            <a:r>
              <a:rPr sz="2280" spc="24" dirty="0">
                <a:latin typeface="Calibri"/>
                <a:cs typeface="Calibri"/>
              </a:rPr>
              <a:t> </a:t>
            </a:r>
            <a:r>
              <a:rPr sz="2280" dirty="0">
                <a:latin typeface="Calibri"/>
                <a:cs typeface="Calibri"/>
              </a:rPr>
              <a:t>customers</a:t>
            </a:r>
            <a:r>
              <a:rPr sz="2280" spc="12" dirty="0">
                <a:latin typeface="Calibri"/>
                <a:cs typeface="Calibri"/>
              </a:rPr>
              <a:t> </a:t>
            </a:r>
            <a:r>
              <a:rPr sz="2280" spc="-30" dirty="0">
                <a:latin typeface="Calibri"/>
                <a:cs typeface="Calibri"/>
              </a:rPr>
              <a:t>do</a:t>
            </a:r>
            <a:endParaRPr sz="2280">
              <a:latin typeface="Calibri"/>
              <a:cs typeface="Calibri"/>
            </a:endParaRPr>
          </a:p>
          <a:p>
            <a:pPr marL="1112520"/>
            <a:r>
              <a:rPr sz="2280" dirty="0">
                <a:latin typeface="Calibri"/>
                <a:cs typeface="Calibri"/>
              </a:rPr>
              <a:t>not</a:t>
            </a:r>
            <a:r>
              <a:rPr sz="2280" spc="-54" dirty="0">
                <a:latin typeface="Calibri"/>
                <a:cs typeface="Calibri"/>
              </a:rPr>
              <a:t> </a:t>
            </a:r>
            <a:r>
              <a:rPr sz="2280" dirty="0">
                <a:latin typeface="Calibri"/>
                <a:cs typeface="Calibri"/>
              </a:rPr>
              <a:t>need</a:t>
            </a:r>
            <a:r>
              <a:rPr sz="2280" spc="-30" dirty="0">
                <a:latin typeface="Calibri"/>
                <a:cs typeface="Calibri"/>
              </a:rPr>
              <a:t> </a:t>
            </a:r>
            <a:r>
              <a:rPr sz="2280" dirty="0">
                <a:latin typeface="Calibri"/>
                <a:cs typeface="Calibri"/>
              </a:rPr>
              <a:t>the</a:t>
            </a:r>
            <a:r>
              <a:rPr sz="2280" spc="-48" dirty="0">
                <a:latin typeface="Calibri"/>
                <a:cs typeface="Calibri"/>
              </a:rPr>
              <a:t> </a:t>
            </a:r>
            <a:r>
              <a:rPr sz="2280" spc="-12" dirty="0">
                <a:latin typeface="Calibri"/>
                <a:cs typeface="Calibri"/>
              </a:rPr>
              <a:t>facilities</a:t>
            </a:r>
            <a:r>
              <a:rPr sz="2280" spc="-36" dirty="0">
                <a:latin typeface="Calibri"/>
                <a:cs typeface="Calibri"/>
              </a:rPr>
              <a:t> </a:t>
            </a:r>
            <a:r>
              <a:rPr sz="2280" dirty="0">
                <a:latin typeface="Calibri"/>
                <a:cs typeface="Calibri"/>
              </a:rPr>
              <a:t>of</a:t>
            </a:r>
            <a:r>
              <a:rPr sz="2280" spc="-54" dirty="0">
                <a:latin typeface="Calibri"/>
                <a:cs typeface="Calibri"/>
              </a:rPr>
              <a:t> </a:t>
            </a:r>
            <a:r>
              <a:rPr sz="2280" dirty="0">
                <a:latin typeface="Calibri"/>
                <a:cs typeface="Calibri"/>
              </a:rPr>
              <a:t>release</a:t>
            </a:r>
            <a:r>
              <a:rPr sz="2280" spc="-36" dirty="0">
                <a:latin typeface="Calibri"/>
                <a:cs typeface="Calibri"/>
              </a:rPr>
              <a:t> </a:t>
            </a:r>
            <a:r>
              <a:rPr sz="2280" dirty="0">
                <a:latin typeface="Calibri"/>
                <a:cs typeface="Calibri"/>
              </a:rPr>
              <a:t>2</a:t>
            </a:r>
            <a:r>
              <a:rPr sz="2280" spc="-48" dirty="0">
                <a:latin typeface="Calibri"/>
                <a:cs typeface="Calibri"/>
              </a:rPr>
              <a:t> </a:t>
            </a:r>
            <a:r>
              <a:rPr sz="2280" dirty="0">
                <a:latin typeface="Calibri"/>
                <a:cs typeface="Calibri"/>
              </a:rPr>
              <a:t>and</a:t>
            </a:r>
            <a:r>
              <a:rPr sz="2280" spc="-36" dirty="0">
                <a:latin typeface="Calibri"/>
                <a:cs typeface="Calibri"/>
              </a:rPr>
              <a:t> </a:t>
            </a:r>
            <a:r>
              <a:rPr sz="2280" dirty="0">
                <a:latin typeface="Calibri"/>
                <a:cs typeface="Calibri"/>
              </a:rPr>
              <a:t>so</a:t>
            </a:r>
            <a:r>
              <a:rPr sz="2280" spc="-66" dirty="0">
                <a:latin typeface="Calibri"/>
                <a:cs typeface="Calibri"/>
              </a:rPr>
              <a:t> </a:t>
            </a:r>
            <a:r>
              <a:rPr sz="2280" dirty="0">
                <a:latin typeface="Calibri"/>
                <a:cs typeface="Calibri"/>
              </a:rPr>
              <a:t>remain</a:t>
            </a:r>
            <a:r>
              <a:rPr sz="2280" spc="-42" dirty="0">
                <a:latin typeface="Calibri"/>
                <a:cs typeface="Calibri"/>
              </a:rPr>
              <a:t> </a:t>
            </a:r>
            <a:r>
              <a:rPr sz="2280" dirty="0">
                <a:latin typeface="Calibri"/>
                <a:cs typeface="Calibri"/>
              </a:rPr>
              <a:t>with</a:t>
            </a:r>
            <a:r>
              <a:rPr sz="2280" spc="-30" dirty="0">
                <a:latin typeface="Calibri"/>
                <a:cs typeface="Calibri"/>
              </a:rPr>
              <a:t> </a:t>
            </a:r>
            <a:r>
              <a:rPr sz="2280" dirty="0">
                <a:latin typeface="Calibri"/>
                <a:cs typeface="Calibri"/>
              </a:rPr>
              <a:t>release</a:t>
            </a:r>
            <a:r>
              <a:rPr sz="2280" spc="-30" dirty="0">
                <a:latin typeface="Calibri"/>
                <a:cs typeface="Calibri"/>
              </a:rPr>
              <a:t> 1.</a:t>
            </a:r>
            <a:endParaRPr sz="2280">
              <a:latin typeface="Calibri"/>
              <a:cs typeface="Calibri"/>
            </a:endParaRPr>
          </a:p>
          <a:p>
            <a:pPr marL="1417320" lvl="1" indent="-304800">
              <a:spcBef>
                <a:spcPts val="551"/>
              </a:spcBef>
              <a:buAutoNum type="arabicPeriod" startAt="3"/>
              <a:tabLst>
                <a:tab pos="1417320" algn="l"/>
              </a:tabLst>
            </a:pPr>
            <a:r>
              <a:rPr sz="2280" dirty="0">
                <a:latin typeface="Calibri"/>
                <a:cs typeface="Calibri"/>
              </a:rPr>
              <a:t>Release</a:t>
            </a:r>
            <a:r>
              <a:rPr sz="2280" spc="114" dirty="0">
                <a:latin typeface="Calibri"/>
                <a:cs typeface="Calibri"/>
              </a:rPr>
              <a:t> </a:t>
            </a:r>
            <a:r>
              <a:rPr sz="2280" dirty="0">
                <a:latin typeface="Calibri"/>
                <a:cs typeface="Calibri"/>
              </a:rPr>
              <a:t>3</a:t>
            </a:r>
            <a:r>
              <a:rPr sz="2280" spc="114" dirty="0">
                <a:latin typeface="Calibri"/>
                <a:cs typeface="Calibri"/>
              </a:rPr>
              <a:t> </a:t>
            </a:r>
            <a:r>
              <a:rPr sz="2280" dirty="0">
                <a:latin typeface="Calibri"/>
                <a:cs typeface="Calibri"/>
              </a:rPr>
              <a:t>requires</a:t>
            </a:r>
            <a:r>
              <a:rPr sz="2280" spc="114" dirty="0">
                <a:latin typeface="Calibri"/>
                <a:cs typeface="Calibri"/>
              </a:rPr>
              <a:t> </a:t>
            </a:r>
            <a:r>
              <a:rPr sz="2280" dirty="0">
                <a:latin typeface="Calibri"/>
                <a:cs typeface="Calibri"/>
              </a:rPr>
              <a:t>the</a:t>
            </a:r>
            <a:r>
              <a:rPr sz="2280" spc="108" dirty="0">
                <a:latin typeface="Calibri"/>
                <a:cs typeface="Calibri"/>
              </a:rPr>
              <a:t> </a:t>
            </a:r>
            <a:r>
              <a:rPr sz="2280" dirty="0">
                <a:latin typeface="Calibri"/>
                <a:cs typeface="Calibri"/>
              </a:rPr>
              <a:t>data</a:t>
            </a:r>
            <a:r>
              <a:rPr sz="2280" spc="108" dirty="0">
                <a:latin typeface="Calibri"/>
                <a:cs typeface="Calibri"/>
              </a:rPr>
              <a:t> </a:t>
            </a:r>
            <a:r>
              <a:rPr sz="2280" dirty="0">
                <a:latin typeface="Calibri"/>
                <a:cs typeface="Calibri"/>
              </a:rPr>
              <a:t>files</a:t>
            </a:r>
            <a:r>
              <a:rPr sz="2280" spc="114" dirty="0">
                <a:latin typeface="Calibri"/>
                <a:cs typeface="Calibri"/>
              </a:rPr>
              <a:t> </a:t>
            </a:r>
            <a:r>
              <a:rPr sz="2280" dirty="0">
                <a:latin typeface="Calibri"/>
                <a:cs typeface="Calibri"/>
              </a:rPr>
              <a:t>installed</a:t>
            </a:r>
            <a:r>
              <a:rPr sz="2280" spc="114" dirty="0">
                <a:latin typeface="Calibri"/>
                <a:cs typeface="Calibri"/>
              </a:rPr>
              <a:t> </a:t>
            </a:r>
            <a:r>
              <a:rPr sz="2280" dirty="0">
                <a:latin typeface="Calibri"/>
                <a:cs typeface="Calibri"/>
              </a:rPr>
              <a:t>in</a:t>
            </a:r>
            <a:r>
              <a:rPr sz="2280" spc="108" dirty="0">
                <a:latin typeface="Calibri"/>
                <a:cs typeface="Calibri"/>
              </a:rPr>
              <a:t> </a:t>
            </a:r>
            <a:r>
              <a:rPr sz="2280" dirty="0">
                <a:latin typeface="Calibri"/>
                <a:cs typeface="Calibri"/>
              </a:rPr>
              <a:t>release</a:t>
            </a:r>
            <a:r>
              <a:rPr sz="2280" spc="120" dirty="0">
                <a:latin typeface="Calibri"/>
                <a:cs typeface="Calibri"/>
              </a:rPr>
              <a:t> </a:t>
            </a:r>
            <a:r>
              <a:rPr sz="2280" dirty="0">
                <a:latin typeface="Calibri"/>
                <a:cs typeface="Calibri"/>
              </a:rPr>
              <a:t>2</a:t>
            </a:r>
            <a:r>
              <a:rPr sz="2280" spc="114" dirty="0">
                <a:latin typeface="Calibri"/>
                <a:cs typeface="Calibri"/>
              </a:rPr>
              <a:t> </a:t>
            </a:r>
            <a:r>
              <a:rPr sz="2280" dirty="0">
                <a:latin typeface="Calibri"/>
                <a:cs typeface="Calibri"/>
              </a:rPr>
              <a:t>and</a:t>
            </a:r>
            <a:r>
              <a:rPr sz="2280" spc="96" dirty="0">
                <a:latin typeface="Calibri"/>
                <a:cs typeface="Calibri"/>
              </a:rPr>
              <a:t> </a:t>
            </a:r>
            <a:r>
              <a:rPr sz="2280" dirty="0">
                <a:latin typeface="Calibri"/>
                <a:cs typeface="Calibri"/>
              </a:rPr>
              <a:t>has</a:t>
            </a:r>
            <a:r>
              <a:rPr sz="2280" spc="102" dirty="0">
                <a:latin typeface="Calibri"/>
                <a:cs typeface="Calibri"/>
              </a:rPr>
              <a:t> </a:t>
            </a:r>
            <a:r>
              <a:rPr sz="2280" dirty="0">
                <a:latin typeface="Calibri"/>
                <a:cs typeface="Calibri"/>
              </a:rPr>
              <a:t>no</a:t>
            </a:r>
            <a:r>
              <a:rPr sz="2280" spc="102" dirty="0">
                <a:latin typeface="Calibri"/>
                <a:cs typeface="Calibri"/>
              </a:rPr>
              <a:t> </a:t>
            </a:r>
            <a:r>
              <a:rPr sz="2280" dirty="0">
                <a:latin typeface="Calibri"/>
                <a:cs typeface="Calibri"/>
              </a:rPr>
              <a:t>new</a:t>
            </a:r>
            <a:r>
              <a:rPr sz="2280" spc="114" dirty="0">
                <a:latin typeface="Calibri"/>
                <a:cs typeface="Calibri"/>
              </a:rPr>
              <a:t> </a:t>
            </a:r>
            <a:r>
              <a:rPr sz="2280" spc="-24" dirty="0">
                <a:latin typeface="Calibri"/>
                <a:cs typeface="Calibri"/>
              </a:rPr>
              <a:t>data</a:t>
            </a:r>
            <a:endParaRPr sz="2280">
              <a:latin typeface="Calibri"/>
              <a:cs typeface="Calibri"/>
            </a:endParaRPr>
          </a:p>
          <a:p>
            <a:pPr marL="1112520"/>
            <a:r>
              <a:rPr sz="2280" dirty="0">
                <a:latin typeface="Calibri"/>
                <a:cs typeface="Calibri"/>
              </a:rPr>
              <a:t>files</a:t>
            </a:r>
            <a:r>
              <a:rPr sz="2280" spc="-24" dirty="0">
                <a:latin typeface="Calibri"/>
                <a:cs typeface="Calibri"/>
              </a:rPr>
              <a:t> </a:t>
            </a:r>
            <a:r>
              <a:rPr sz="2280" dirty="0">
                <a:latin typeface="Calibri"/>
                <a:cs typeface="Calibri"/>
              </a:rPr>
              <a:t>of</a:t>
            </a:r>
            <a:r>
              <a:rPr sz="2280" spc="-30" dirty="0">
                <a:latin typeface="Calibri"/>
                <a:cs typeface="Calibri"/>
              </a:rPr>
              <a:t> </a:t>
            </a:r>
            <a:r>
              <a:rPr sz="2280" dirty="0">
                <a:latin typeface="Calibri"/>
                <a:cs typeface="Calibri"/>
              </a:rPr>
              <a:t>its</a:t>
            </a:r>
            <a:r>
              <a:rPr sz="2280" spc="-42" dirty="0">
                <a:latin typeface="Calibri"/>
                <a:cs typeface="Calibri"/>
              </a:rPr>
              <a:t> </a:t>
            </a:r>
            <a:r>
              <a:rPr sz="2280" spc="-24" dirty="0">
                <a:latin typeface="Calibri"/>
                <a:cs typeface="Calibri"/>
              </a:rPr>
              <a:t>own.</a:t>
            </a:r>
            <a:endParaRPr sz="2280">
              <a:latin typeface="Calibri"/>
              <a:cs typeface="Calibri"/>
            </a:endParaRPr>
          </a:p>
        </p:txBody>
      </p:sp>
    </p:spTree>
    <p:extLst>
      <p:ext uri="{BB962C8B-B14F-4D97-AF65-F5344CB8AC3E}">
        <p14:creationId xmlns:p14="http://schemas.microsoft.com/office/powerpoint/2010/main" val="8532775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Reengineering</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65529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857839" y="25451"/>
            <a:ext cx="10541000" cy="679450"/>
          </a:xfrm>
          <a:prstGeom prst="rect">
            <a:avLst/>
          </a:prstGeom>
          <a:solidFill>
            <a:srgbClr val="F9C090"/>
          </a:solidFill>
          <a:ln w="9525">
            <a:solidFill>
              <a:srgbClr val="4F81BC"/>
            </a:solidFill>
          </a:ln>
        </p:spPr>
        <p:txBody>
          <a:bodyPr vert="horz" wrap="square" lIns="0" tIns="0" rIns="0" bIns="0" rtlCol="0" anchor="b">
            <a:spAutoFit/>
          </a:bodyPr>
          <a:lstStyle/>
          <a:p>
            <a:pPr algn="ctr">
              <a:lnSpc>
                <a:spcPts val="5298"/>
              </a:lnSpc>
            </a:pPr>
            <a:r>
              <a:rPr spc="-12" dirty="0"/>
              <a:t>Reengineering</a:t>
            </a:r>
          </a:p>
        </p:txBody>
      </p:sp>
      <p:sp>
        <p:nvSpPr>
          <p:cNvPr id="3" name="object 3"/>
          <p:cNvSpPr txBox="1"/>
          <p:nvPr/>
        </p:nvSpPr>
        <p:spPr>
          <a:xfrm>
            <a:off x="226242" y="737158"/>
            <a:ext cx="11632677" cy="5758243"/>
          </a:xfrm>
          <a:prstGeom prst="rect">
            <a:avLst/>
          </a:prstGeom>
        </p:spPr>
        <p:txBody>
          <a:bodyPr vert="horz" wrap="square" lIns="0" tIns="14478" rIns="0" bIns="0" rtlCol="0">
            <a:spAutoFit/>
          </a:bodyPr>
          <a:lstStyle/>
          <a:p>
            <a:pPr marL="425958" indent="-410718">
              <a:lnSpc>
                <a:spcPts val="2598"/>
              </a:lnSpc>
              <a:spcBef>
                <a:spcPts val="114"/>
              </a:spcBef>
              <a:buFont typeface="Arial MT"/>
              <a:buChar char="•"/>
              <a:tabLst>
                <a:tab pos="425958" algn="l"/>
                <a:tab pos="1635252" algn="l"/>
                <a:tab pos="3573780" algn="l"/>
                <a:tab pos="3907535" algn="l"/>
                <a:tab pos="4200144" algn="l"/>
                <a:tab pos="5245608" algn="l"/>
                <a:tab pos="6822948" algn="l"/>
                <a:tab pos="8540496" algn="l"/>
                <a:tab pos="9176766" algn="l"/>
                <a:tab pos="9509760" algn="l"/>
                <a:tab pos="10263378" algn="l"/>
              </a:tabLst>
            </a:pPr>
            <a:r>
              <a:rPr sz="2280" spc="-12" dirty="0">
                <a:latin typeface="Calibri"/>
                <a:cs typeface="Calibri"/>
              </a:rPr>
              <a:t>Software</a:t>
            </a:r>
            <a:r>
              <a:rPr sz="2280" dirty="0">
                <a:latin typeface="Calibri"/>
                <a:cs typeface="Calibri"/>
              </a:rPr>
              <a:t>	</a:t>
            </a:r>
            <a:r>
              <a:rPr sz="2280" spc="-30" dirty="0">
                <a:latin typeface="Calibri"/>
                <a:cs typeface="Calibri"/>
              </a:rPr>
              <a:t>Re-</a:t>
            </a:r>
            <a:r>
              <a:rPr sz="2280" spc="-12" dirty="0">
                <a:latin typeface="Calibri"/>
                <a:cs typeface="Calibri"/>
              </a:rPr>
              <a:t>engineering</a:t>
            </a:r>
            <a:r>
              <a:rPr sz="2280" dirty="0">
                <a:latin typeface="Calibri"/>
                <a:cs typeface="Calibri"/>
              </a:rPr>
              <a:t>	</a:t>
            </a:r>
            <a:r>
              <a:rPr sz="2280" spc="-30" dirty="0">
                <a:latin typeface="Calibri"/>
                <a:cs typeface="Calibri"/>
              </a:rPr>
              <a:t>is</a:t>
            </a:r>
            <a:r>
              <a:rPr sz="2280" dirty="0">
                <a:latin typeface="Calibri"/>
                <a:cs typeface="Calibri"/>
              </a:rPr>
              <a:t>	</a:t>
            </a:r>
            <a:r>
              <a:rPr sz="2280" spc="-60" dirty="0">
                <a:latin typeface="Calibri"/>
                <a:cs typeface="Calibri"/>
              </a:rPr>
              <a:t>a</a:t>
            </a:r>
            <a:r>
              <a:rPr sz="2280" dirty="0">
                <a:latin typeface="Calibri"/>
                <a:cs typeface="Calibri"/>
              </a:rPr>
              <a:t>	</a:t>
            </a:r>
            <a:r>
              <a:rPr sz="2280" spc="-12" dirty="0">
                <a:latin typeface="Calibri"/>
                <a:cs typeface="Calibri"/>
              </a:rPr>
              <a:t>process</a:t>
            </a:r>
            <a:r>
              <a:rPr sz="2280" dirty="0">
                <a:latin typeface="Calibri"/>
                <a:cs typeface="Calibri"/>
              </a:rPr>
              <a:t>	of</a:t>
            </a:r>
            <a:r>
              <a:rPr sz="2280" spc="72" dirty="0">
                <a:latin typeface="Calibri"/>
                <a:cs typeface="Calibri"/>
              </a:rPr>
              <a:t>  </a:t>
            </a:r>
            <a:r>
              <a:rPr sz="2280" spc="-12" dirty="0">
                <a:latin typeface="Calibri"/>
                <a:cs typeface="Calibri"/>
              </a:rPr>
              <a:t>software</a:t>
            </a:r>
            <a:r>
              <a:rPr sz="2280" dirty="0">
                <a:latin typeface="Calibri"/>
                <a:cs typeface="Calibri"/>
              </a:rPr>
              <a:t>	</a:t>
            </a:r>
            <a:r>
              <a:rPr sz="2280" spc="-12" dirty="0">
                <a:latin typeface="Calibri"/>
                <a:cs typeface="Calibri"/>
              </a:rPr>
              <a:t>development</a:t>
            </a:r>
            <a:r>
              <a:rPr sz="2280" dirty="0">
                <a:latin typeface="Calibri"/>
                <a:cs typeface="Calibri"/>
              </a:rPr>
              <a:t>	</a:t>
            </a:r>
            <a:r>
              <a:rPr sz="2280" spc="-24" dirty="0">
                <a:latin typeface="Calibri"/>
                <a:cs typeface="Calibri"/>
              </a:rPr>
              <a:t>that</a:t>
            </a:r>
            <a:r>
              <a:rPr sz="2280" dirty="0">
                <a:latin typeface="Calibri"/>
                <a:cs typeface="Calibri"/>
              </a:rPr>
              <a:t>	</a:t>
            </a:r>
            <a:r>
              <a:rPr sz="2280" spc="-30" dirty="0">
                <a:latin typeface="Calibri"/>
                <a:cs typeface="Calibri"/>
              </a:rPr>
              <a:t>is</a:t>
            </a:r>
            <a:r>
              <a:rPr sz="2280" dirty="0">
                <a:latin typeface="Calibri"/>
                <a:cs typeface="Calibri"/>
              </a:rPr>
              <a:t>	</a:t>
            </a:r>
            <a:r>
              <a:rPr sz="2280" spc="-24" dirty="0">
                <a:latin typeface="Calibri"/>
                <a:cs typeface="Calibri"/>
              </a:rPr>
              <a:t>done</a:t>
            </a:r>
            <a:r>
              <a:rPr sz="2280" dirty="0">
                <a:latin typeface="Calibri"/>
                <a:cs typeface="Calibri"/>
              </a:rPr>
              <a:t>	</a:t>
            </a:r>
            <a:r>
              <a:rPr sz="2280" spc="-30" dirty="0">
                <a:latin typeface="Calibri"/>
                <a:cs typeface="Calibri"/>
              </a:rPr>
              <a:t>to</a:t>
            </a:r>
            <a:endParaRPr sz="2280" dirty="0">
              <a:latin typeface="Calibri"/>
              <a:cs typeface="Calibri"/>
            </a:endParaRPr>
          </a:p>
          <a:p>
            <a:pPr marL="425958">
              <a:lnSpc>
                <a:spcPts val="2598"/>
              </a:lnSpc>
            </a:pPr>
            <a:r>
              <a:rPr sz="2280" b="1" i="1" dirty="0">
                <a:solidFill>
                  <a:srgbClr val="6F2F9F"/>
                </a:solidFill>
                <a:latin typeface="Calibri"/>
                <a:cs typeface="Calibri"/>
              </a:rPr>
              <a:t>improve</a:t>
            </a:r>
            <a:r>
              <a:rPr sz="2280" b="1" i="1" spc="-66" dirty="0">
                <a:solidFill>
                  <a:srgbClr val="6F2F9F"/>
                </a:solidFill>
                <a:latin typeface="Calibri"/>
                <a:cs typeface="Calibri"/>
              </a:rPr>
              <a:t> </a:t>
            </a:r>
            <a:r>
              <a:rPr sz="2280" b="1" i="1" dirty="0">
                <a:solidFill>
                  <a:srgbClr val="6F2F9F"/>
                </a:solidFill>
                <a:latin typeface="Calibri"/>
                <a:cs typeface="Calibri"/>
              </a:rPr>
              <a:t>the</a:t>
            </a:r>
            <a:r>
              <a:rPr sz="2280" b="1" i="1" spc="-66" dirty="0">
                <a:solidFill>
                  <a:srgbClr val="6F2F9F"/>
                </a:solidFill>
                <a:latin typeface="Calibri"/>
                <a:cs typeface="Calibri"/>
              </a:rPr>
              <a:t> </a:t>
            </a:r>
            <a:r>
              <a:rPr sz="2280" b="1" i="1" dirty="0">
                <a:solidFill>
                  <a:srgbClr val="6F2F9F"/>
                </a:solidFill>
                <a:latin typeface="Calibri"/>
                <a:cs typeface="Calibri"/>
              </a:rPr>
              <a:t>maintainability</a:t>
            </a:r>
            <a:r>
              <a:rPr sz="2280" b="1" i="1" spc="-72" dirty="0">
                <a:solidFill>
                  <a:srgbClr val="6F2F9F"/>
                </a:solidFill>
                <a:latin typeface="Calibri"/>
                <a:cs typeface="Calibri"/>
              </a:rPr>
              <a:t> </a:t>
            </a:r>
            <a:r>
              <a:rPr sz="2280" b="1" i="1" dirty="0">
                <a:solidFill>
                  <a:srgbClr val="6F2F9F"/>
                </a:solidFill>
                <a:latin typeface="Calibri"/>
                <a:cs typeface="Calibri"/>
              </a:rPr>
              <a:t>of</a:t>
            </a:r>
            <a:r>
              <a:rPr sz="2280" b="1" i="1" spc="-72" dirty="0">
                <a:solidFill>
                  <a:srgbClr val="6F2F9F"/>
                </a:solidFill>
                <a:latin typeface="Calibri"/>
                <a:cs typeface="Calibri"/>
              </a:rPr>
              <a:t> </a:t>
            </a:r>
            <a:r>
              <a:rPr sz="2280" b="1" i="1" dirty="0">
                <a:solidFill>
                  <a:srgbClr val="6F2F9F"/>
                </a:solidFill>
                <a:latin typeface="Calibri"/>
                <a:cs typeface="Calibri"/>
              </a:rPr>
              <a:t>a</a:t>
            </a:r>
            <a:r>
              <a:rPr sz="2280" b="1" i="1" spc="-84" dirty="0">
                <a:solidFill>
                  <a:srgbClr val="6F2F9F"/>
                </a:solidFill>
                <a:latin typeface="Calibri"/>
                <a:cs typeface="Calibri"/>
              </a:rPr>
              <a:t> </a:t>
            </a:r>
            <a:r>
              <a:rPr sz="2280" b="1" i="1" dirty="0">
                <a:solidFill>
                  <a:srgbClr val="6F2F9F"/>
                </a:solidFill>
                <a:latin typeface="Calibri"/>
                <a:cs typeface="Calibri"/>
              </a:rPr>
              <a:t>software</a:t>
            </a:r>
            <a:r>
              <a:rPr sz="2280" b="1" i="1" spc="-48" dirty="0">
                <a:solidFill>
                  <a:srgbClr val="6F2F9F"/>
                </a:solidFill>
                <a:latin typeface="Calibri"/>
                <a:cs typeface="Calibri"/>
              </a:rPr>
              <a:t> </a:t>
            </a:r>
            <a:r>
              <a:rPr sz="2280" b="1" i="1" spc="-12" dirty="0">
                <a:solidFill>
                  <a:srgbClr val="6F2F9F"/>
                </a:solidFill>
                <a:latin typeface="Calibri"/>
                <a:cs typeface="Calibri"/>
              </a:rPr>
              <a:t>system</a:t>
            </a:r>
            <a:r>
              <a:rPr sz="2280" spc="-12" dirty="0">
                <a:latin typeface="Calibri"/>
                <a:cs typeface="Calibri"/>
              </a:rPr>
              <a:t>.</a:t>
            </a:r>
            <a:endParaRPr sz="2280" dirty="0">
              <a:latin typeface="Calibri"/>
              <a:cs typeface="Calibri"/>
            </a:endParaRPr>
          </a:p>
          <a:p>
            <a:pPr marL="425958" indent="-410718">
              <a:spcBef>
                <a:spcPts val="450"/>
              </a:spcBef>
              <a:buFont typeface="Arial MT"/>
              <a:buChar char="•"/>
              <a:tabLst>
                <a:tab pos="425958" algn="l"/>
              </a:tabLst>
            </a:pPr>
            <a:r>
              <a:rPr sz="2280" dirty="0">
                <a:latin typeface="Calibri"/>
                <a:cs typeface="Calibri"/>
              </a:rPr>
              <a:t>Reengineering</a:t>
            </a:r>
            <a:r>
              <a:rPr sz="2280" spc="-72" dirty="0">
                <a:latin typeface="Calibri"/>
                <a:cs typeface="Calibri"/>
              </a:rPr>
              <a:t> </a:t>
            </a:r>
            <a:r>
              <a:rPr sz="2280" dirty="0">
                <a:latin typeface="Calibri"/>
                <a:cs typeface="Calibri"/>
              </a:rPr>
              <a:t>may</a:t>
            </a:r>
            <a:r>
              <a:rPr sz="2280" spc="-120" dirty="0">
                <a:latin typeface="Calibri"/>
                <a:cs typeface="Calibri"/>
              </a:rPr>
              <a:t> </a:t>
            </a:r>
            <a:r>
              <a:rPr sz="2280" spc="-12" dirty="0">
                <a:latin typeface="Calibri"/>
                <a:cs typeface="Calibri"/>
              </a:rPr>
              <a:t>involve</a:t>
            </a:r>
            <a:endParaRPr sz="2280" dirty="0">
              <a:latin typeface="Calibri"/>
              <a:cs typeface="Calibri"/>
            </a:endParaRPr>
          </a:p>
          <a:p>
            <a:pPr marL="907542" lvl="1" indent="-343662">
              <a:spcBef>
                <a:spcPts val="444"/>
              </a:spcBef>
              <a:buFont typeface="Arial MT"/>
              <a:buChar char="–"/>
              <a:tabLst>
                <a:tab pos="907542" algn="l"/>
              </a:tabLst>
            </a:pPr>
            <a:r>
              <a:rPr sz="2280" b="1" i="1" spc="-12" dirty="0">
                <a:solidFill>
                  <a:srgbClr val="006FC0"/>
                </a:solidFill>
                <a:latin typeface="Calibri"/>
                <a:cs typeface="Calibri"/>
              </a:rPr>
              <a:t>redocumenting</a:t>
            </a:r>
            <a:r>
              <a:rPr sz="2280" b="1" i="1" spc="-6" dirty="0">
                <a:solidFill>
                  <a:srgbClr val="006FC0"/>
                </a:solidFill>
                <a:latin typeface="Calibri"/>
                <a:cs typeface="Calibri"/>
              </a:rPr>
              <a:t> </a:t>
            </a:r>
            <a:r>
              <a:rPr sz="2280" b="1" i="1" dirty="0">
                <a:solidFill>
                  <a:srgbClr val="006FC0"/>
                </a:solidFill>
                <a:latin typeface="Calibri"/>
                <a:cs typeface="Calibri"/>
              </a:rPr>
              <a:t>the</a:t>
            </a:r>
            <a:r>
              <a:rPr sz="2280" b="1" i="1" spc="-30" dirty="0">
                <a:solidFill>
                  <a:srgbClr val="006FC0"/>
                </a:solidFill>
                <a:latin typeface="Calibri"/>
                <a:cs typeface="Calibri"/>
              </a:rPr>
              <a:t> </a:t>
            </a:r>
            <a:r>
              <a:rPr sz="2280" b="1" i="1" spc="-12" dirty="0">
                <a:solidFill>
                  <a:srgbClr val="006FC0"/>
                </a:solidFill>
                <a:latin typeface="Calibri"/>
                <a:cs typeface="Calibri"/>
              </a:rPr>
              <a:t>system</a:t>
            </a:r>
            <a:r>
              <a:rPr sz="2280" spc="-12" dirty="0">
                <a:latin typeface="Calibri"/>
                <a:cs typeface="Calibri"/>
              </a:rPr>
              <a:t>,</a:t>
            </a:r>
            <a:endParaRPr sz="2280" dirty="0">
              <a:latin typeface="Calibri"/>
              <a:cs typeface="Calibri"/>
            </a:endParaRPr>
          </a:p>
          <a:p>
            <a:pPr marL="907542" lvl="1" indent="-343662">
              <a:spcBef>
                <a:spcPts val="444"/>
              </a:spcBef>
              <a:buFont typeface="Arial MT"/>
              <a:buChar char="–"/>
              <a:tabLst>
                <a:tab pos="907542" algn="l"/>
              </a:tabLst>
            </a:pPr>
            <a:r>
              <a:rPr sz="2280" b="1" i="1" spc="-12" dirty="0">
                <a:solidFill>
                  <a:srgbClr val="C00000"/>
                </a:solidFill>
                <a:latin typeface="Calibri"/>
                <a:cs typeface="Calibri"/>
              </a:rPr>
              <a:t>refactoring</a:t>
            </a:r>
            <a:r>
              <a:rPr sz="2280" b="1" i="1" spc="-36" dirty="0">
                <a:solidFill>
                  <a:srgbClr val="C00000"/>
                </a:solidFill>
                <a:latin typeface="Calibri"/>
                <a:cs typeface="Calibri"/>
              </a:rPr>
              <a:t> </a:t>
            </a:r>
            <a:r>
              <a:rPr sz="2280" b="1" i="1" dirty="0">
                <a:solidFill>
                  <a:srgbClr val="C00000"/>
                </a:solidFill>
                <a:latin typeface="Calibri"/>
                <a:cs typeface="Calibri"/>
              </a:rPr>
              <a:t>the</a:t>
            </a:r>
            <a:r>
              <a:rPr sz="2280" b="1" i="1" spc="-30" dirty="0">
                <a:solidFill>
                  <a:srgbClr val="C00000"/>
                </a:solidFill>
                <a:latin typeface="Calibri"/>
                <a:cs typeface="Calibri"/>
              </a:rPr>
              <a:t> </a:t>
            </a:r>
            <a:r>
              <a:rPr sz="2280" b="1" i="1" spc="-12" dirty="0">
                <a:solidFill>
                  <a:srgbClr val="C00000"/>
                </a:solidFill>
                <a:latin typeface="Calibri"/>
                <a:cs typeface="Calibri"/>
              </a:rPr>
              <a:t>system</a:t>
            </a:r>
            <a:r>
              <a:rPr sz="2280" b="1" i="1" spc="-42" dirty="0">
                <a:solidFill>
                  <a:srgbClr val="C00000"/>
                </a:solidFill>
                <a:latin typeface="Calibri"/>
                <a:cs typeface="Calibri"/>
              </a:rPr>
              <a:t> </a:t>
            </a:r>
            <a:r>
              <a:rPr sz="2280" b="1" i="1" spc="-12" dirty="0">
                <a:solidFill>
                  <a:srgbClr val="C00000"/>
                </a:solidFill>
                <a:latin typeface="Calibri"/>
                <a:cs typeface="Calibri"/>
              </a:rPr>
              <a:t>architecture</a:t>
            </a:r>
            <a:r>
              <a:rPr sz="2280" spc="-12" dirty="0">
                <a:latin typeface="Calibri"/>
                <a:cs typeface="Calibri"/>
              </a:rPr>
              <a:t>,</a:t>
            </a:r>
            <a:endParaRPr sz="2280" dirty="0">
              <a:latin typeface="Calibri"/>
              <a:cs typeface="Calibri"/>
            </a:endParaRPr>
          </a:p>
          <a:p>
            <a:pPr marL="907542" lvl="1" indent="-343662">
              <a:spcBef>
                <a:spcPts val="450"/>
              </a:spcBef>
              <a:buFont typeface="Arial MT"/>
              <a:buChar char="–"/>
              <a:tabLst>
                <a:tab pos="907542" algn="l"/>
              </a:tabLst>
            </a:pPr>
            <a:r>
              <a:rPr sz="2280" b="1" i="1" dirty="0">
                <a:solidFill>
                  <a:srgbClr val="006FC0"/>
                </a:solidFill>
                <a:latin typeface="Calibri"/>
                <a:cs typeface="Calibri"/>
              </a:rPr>
              <a:t>translating</a:t>
            </a:r>
            <a:r>
              <a:rPr sz="2280" b="1" i="1" spc="-60" dirty="0">
                <a:solidFill>
                  <a:srgbClr val="006FC0"/>
                </a:solidFill>
                <a:latin typeface="Calibri"/>
                <a:cs typeface="Calibri"/>
              </a:rPr>
              <a:t> </a:t>
            </a:r>
            <a:r>
              <a:rPr sz="2280" b="1" i="1" dirty="0">
                <a:solidFill>
                  <a:srgbClr val="006FC0"/>
                </a:solidFill>
                <a:latin typeface="Calibri"/>
                <a:cs typeface="Calibri"/>
              </a:rPr>
              <a:t>programs</a:t>
            </a:r>
            <a:r>
              <a:rPr sz="2280" b="1" i="1" spc="-60" dirty="0">
                <a:solidFill>
                  <a:srgbClr val="006FC0"/>
                </a:solidFill>
                <a:latin typeface="Calibri"/>
                <a:cs typeface="Calibri"/>
              </a:rPr>
              <a:t> </a:t>
            </a:r>
            <a:r>
              <a:rPr sz="2280" b="1" i="1" dirty="0">
                <a:solidFill>
                  <a:srgbClr val="006FC0"/>
                </a:solidFill>
                <a:latin typeface="Calibri"/>
                <a:cs typeface="Calibri"/>
              </a:rPr>
              <a:t>to</a:t>
            </a:r>
            <a:r>
              <a:rPr sz="2280" b="1" i="1" spc="-66" dirty="0">
                <a:solidFill>
                  <a:srgbClr val="006FC0"/>
                </a:solidFill>
                <a:latin typeface="Calibri"/>
                <a:cs typeface="Calibri"/>
              </a:rPr>
              <a:t> </a:t>
            </a:r>
            <a:r>
              <a:rPr sz="2280" b="1" i="1" dirty="0">
                <a:solidFill>
                  <a:srgbClr val="006FC0"/>
                </a:solidFill>
                <a:latin typeface="Calibri"/>
                <a:cs typeface="Calibri"/>
              </a:rPr>
              <a:t>a</a:t>
            </a:r>
            <a:r>
              <a:rPr sz="2280" b="1" i="1" spc="-78" dirty="0">
                <a:solidFill>
                  <a:srgbClr val="006FC0"/>
                </a:solidFill>
                <a:latin typeface="Calibri"/>
                <a:cs typeface="Calibri"/>
              </a:rPr>
              <a:t> </a:t>
            </a:r>
            <a:r>
              <a:rPr sz="2280" b="1" i="1" dirty="0">
                <a:solidFill>
                  <a:srgbClr val="006FC0"/>
                </a:solidFill>
                <a:latin typeface="Calibri"/>
                <a:cs typeface="Calibri"/>
              </a:rPr>
              <a:t>modern</a:t>
            </a:r>
            <a:r>
              <a:rPr sz="2280" b="1" i="1" spc="-60" dirty="0">
                <a:solidFill>
                  <a:srgbClr val="006FC0"/>
                </a:solidFill>
                <a:latin typeface="Calibri"/>
                <a:cs typeface="Calibri"/>
              </a:rPr>
              <a:t> </a:t>
            </a:r>
            <a:r>
              <a:rPr sz="2280" b="1" i="1" dirty="0">
                <a:solidFill>
                  <a:srgbClr val="006FC0"/>
                </a:solidFill>
                <a:latin typeface="Calibri"/>
                <a:cs typeface="Calibri"/>
              </a:rPr>
              <a:t>programming</a:t>
            </a:r>
            <a:r>
              <a:rPr sz="2280" b="1" i="1" spc="-54" dirty="0">
                <a:solidFill>
                  <a:srgbClr val="006FC0"/>
                </a:solidFill>
                <a:latin typeface="Calibri"/>
                <a:cs typeface="Calibri"/>
              </a:rPr>
              <a:t> </a:t>
            </a:r>
            <a:r>
              <a:rPr sz="2280" b="1" i="1" spc="-12" dirty="0">
                <a:solidFill>
                  <a:srgbClr val="006FC0"/>
                </a:solidFill>
                <a:latin typeface="Calibri"/>
                <a:cs typeface="Calibri"/>
              </a:rPr>
              <a:t>language</a:t>
            </a:r>
            <a:r>
              <a:rPr sz="2280" spc="-12" dirty="0">
                <a:latin typeface="Calibri"/>
                <a:cs typeface="Calibri"/>
              </a:rPr>
              <a:t>,</a:t>
            </a:r>
            <a:endParaRPr sz="2280" dirty="0">
              <a:latin typeface="Calibri"/>
              <a:cs typeface="Calibri"/>
            </a:endParaRPr>
          </a:p>
          <a:p>
            <a:pPr marL="907542" lvl="1" indent="-343662">
              <a:spcBef>
                <a:spcPts val="450"/>
              </a:spcBef>
              <a:buFont typeface="Arial MT"/>
              <a:buChar char="–"/>
              <a:tabLst>
                <a:tab pos="907542" algn="l"/>
              </a:tabLst>
            </a:pPr>
            <a:r>
              <a:rPr sz="2280" b="1" i="1" dirty="0">
                <a:solidFill>
                  <a:srgbClr val="C00000"/>
                </a:solidFill>
                <a:latin typeface="Calibri"/>
                <a:cs typeface="Calibri"/>
              </a:rPr>
              <a:t>modifying</a:t>
            </a:r>
            <a:r>
              <a:rPr sz="2280" b="1" i="1" spc="-60" dirty="0">
                <a:solidFill>
                  <a:srgbClr val="C00000"/>
                </a:solidFill>
                <a:latin typeface="Calibri"/>
                <a:cs typeface="Calibri"/>
              </a:rPr>
              <a:t> </a:t>
            </a:r>
            <a:r>
              <a:rPr sz="2280" b="1" i="1" dirty="0">
                <a:solidFill>
                  <a:srgbClr val="C00000"/>
                </a:solidFill>
                <a:latin typeface="Calibri"/>
                <a:cs typeface="Calibri"/>
              </a:rPr>
              <a:t>and</a:t>
            </a:r>
            <a:r>
              <a:rPr sz="2280" b="1" i="1" spc="-60" dirty="0">
                <a:solidFill>
                  <a:srgbClr val="C00000"/>
                </a:solidFill>
                <a:latin typeface="Calibri"/>
                <a:cs typeface="Calibri"/>
              </a:rPr>
              <a:t> </a:t>
            </a:r>
            <a:r>
              <a:rPr sz="2280" b="1" i="1" dirty="0">
                <a:solidFill>
                  <a:srgbClr val="C00000"/>
                </a:solidFill>
                <a:latin typeface="Calibri"/>
                <a:cs typeface="Calibri"/>
              </a:rPr>
              <a:t>updating</a:t>
            </a:r>
            <a:r>
              <a:rPr sz="2280" b="1" i="1" spc="-30" dirty="0">
                <a:solidFill>
                  <a:srgbClr val="C00000"/>
                </a:solidFill>
                <a:latin typeface="Calibri"/>
                <a:cs typeface="Calibri"/>
              </a:rPr>
              <a:t> </a:t>
            </a:r>
            <a:r>
              <a:rPr sz="2280" b="1" i="1" dirty="0">
                <a:solidFill>
                  <a:srgbClr val="C00000"/>
                </a:solidFill>
                <a:latin typeface="Calibri"/>
                <a:cs typeface="Calibri"/>
              </a:rPr>
              <a:t>the</a:t>
            </a:r>
            <a:r>
              <a:rPr sz="2280" b="1" i="1" spc="-48" dirty="0">
                <a:solidFill>
                  <a:srgbClr val="C00000"/>
                </a:solidFill>
                <a:latin typeface="Calibri"/>
                <a:cs typeface="Calibri"/>
              </a:rPr>
              <a:t> </a:t>
            </a:r>
            <a:r>
              <a:rPr sz="2280" b="1" i="1" dirty="0">
                <a:solidFill>
                  <a:srgbClr val="C00000"/>
                </a:solidFill>
                <a:latin typeface="Calibri"/>
                <a:cs typeface="Calibri"/>
              </a:rPr>
              <a:t>structure</a:t>
            </a:r>
            <a:r>
              <a:rPr sz="2280" b="1" i="1" spc="-24" dirty="0">
                <a:solidFill>
                  <a:srgbClr val="C00000"/>
                </a:solidFill>
                <a:latin typeface="Calibri"/>
                <a:cs typeface="Calibri"/>
              </a:rPr>
              <a:t> </a:t>
            </a:r>
            <a:r>
              <a:rPr sz="2280" b="1" i="1" dirty="0">
                <a:solidFill>
                  <a:srgbClr val="C00000"/>
                </a:solidFill>
                <a:latin typeface="Calibri"/>
                <a:cs typeface="Calibri"/>
              </a:rPr>
              <a:t>and</a:t>
            </a:r>
            <a:r>
              <a:rPr sz="2280" b="1" i="1" spc="-42" dirty="0">
                <a:solidFill>
                  <a:srgbClr val="C00000"/>
                </a:solidFill>
                <a:latin typeface="Calibri"/>
                <a:cs typeface="Calibri"/>
              </a:rPr>
              <a:t> </a:t>
            </a:r>
            <a:r>
              <a:rPr sz="2280" b="1" i="1" dirty="0">
                <a:solidFill>
                  <a:srgbClr val="C00000"/>
                </a:solidFill>
                <a:latin typeface="Calibri"/>
                <a:cs typeface="Calibri"/>
              </a:rPr>
              <a:t>values</a:t>
            </a:r>
            <a:r>
              <a:rPr sz="2280" b="1" i="1" spc="-54" dirty="0">
                <a:solidFill>
                  <a:srgbClr val="C00000"/>
                </a:solidFill>
                <a:latin typeface="Calibri"/>
                <a:cs typeface="Calibri"/>
              </a:rPr>
              <a:t> </a:t>
            </a:r>
            <a:r>
              <a:rPr sz="2280" b="1" i="1" dirty="0">
                <a:solidFill>
                  <a:srgbClr val="C00000"/>
                </a:solidFill>
                <a:latin typeface="Calibri"/>
                <a:cs typeface="Calibri"/>
              </a:rPr>
              <a:t>of</a:t>
            </a:r>
            <a:r>
              <a:rPr sz="2280" b="1" i="1" spc="-60" dirty="0">
                <a:solidFill>
                  <a:srgbClr val="C00000"/>
                </a:solidFill>
                <a:latin typeface="Calibri"/>
                <a:cs typeface="Calibri"/>
              </a:rPr>
              <a:t> </a:t>
            </a:r>
            <a:r>
              <a:rPr sz="2280" b="1" i="1" dirty="0">
                <a:solidFill>
                  <a:srgbClr val="C00000"/>
                </a:solidFill>
                <a:latin typeface="Calibri"/>
                <a:cs typeface="Calibri"/>
              </a:rPr>
              <a:t>the</a:t>
            </a:r>
            <a:r>
              <a:rPr sz="2280" b="1" i="1" spc="-36" dirty="0">
                <a:solidFill>
                  <a:srgbClr val="C00000"/>
                </a:solidFill>
                <a:latin typeface="Calibri"/>
                <a:cs typeface="Calibri"/>
              </a:rPr>
              <a:t> </a:t>
            </a:r>
            <a:r>
              <a:rPr sz="2280" b="1" i="1" spc="-24" dirty="0">
                <a:solidFill>
                  <a:srgbClr val="C00000"/>
                </a:solidFill>
                <a:latin typeface="Calibri"/>
                <a:cs typeface="Calibri"/>
              </a:rPr>
              <a:t>system’s</a:t>
            </a:r>
            <a:r>
              <a:rPr sz="2280" b="1" i="1" spc="-54" dirty="0">
                <a:solidFill>
                  <a:srgbClr val="C00000"/>
                </a:solidFill>
                <a:latin typeface="Calibri"/>
                <a:cs typeface="Calibri"/>
              </a:rPr>
              <a:t> </a:t>
            </a:r>
            <a:r>
              <a:rPr sz="2280" b="1" i="1" spc="-12" dirty="0">
                <a:solidFill>
                  <a:srgbClr val="C00000"/>
                </a:solidFill>
                <a:latin typeface="Calibri"/>
                <a:cs typeface="Calibri"/>
              </a:rPr>
              <a:t>data</a:t>
            </a:r>
            <a:r>
              <a:rPr sz="2280" spc="-12" dirty="0">
                <a:latin typeface="Calibri"/>
                <a:cs typeface="Calibri"/>
              </a:rPr>
              <a:t>.</a:t>
            </a:r>
            <a:endParaRPr sz="2280" dirty="0">
              <a:latin typeface="Calibri"/>
              <a:cs typeface="Calibri"/>
            </a:endParaRPr>
          </a:p>
          <a:p>
            <a:pPr marL="425958" indent="-410718">
              <a:spcBef>
                <a:spcPts val="444"/>
              </a:spcBef>
              <a:buFont typeface="Arial MT"/>
              <a:buChar char="•"/>
              <a:tabLst>
                <a:tab pos="425958" algn="l"/>
              </a:tabLst>
            </a:pPr>
            <a:r>
              <a:rPr sz="2280" dirty="0">
                <a:latin typeface="Calibri"/>
                <a:cs typeface="Calibri"/>
              </a:rPr>
              <a:t>Reengineering</a:t>
            </a:r>
            <a:r>
              <a:rPr sz="2280" spc="-24" dirty="0">
                <a:latin typeface="Calibri"/>
                <a:cs typeface="Calibri"/>
              </a:rPr>
              <a:t> </a:t>
            </a:r>
            <a:r>
              <a:rPr sz="2280" dirty="0">
                <a:latin typeface="Calibri"/>
                <a:cs typeface="Calibri"/>
              </a:rPr>
              <a:t>has</a:t>
            </a:r>
            <a:r>
              <a:rPr sz="2280" spc="-90" dirty="0">
                <a:latin typeface="Calibri"/>
                <a:cs typeface="Calibri"/>
              </a:rPr>
              <a:t> </a:t>
            </a:r>
            <a:r>
              <a:rPr sz="2280" dirty="0">
                <a:latin typeface="Calibri"/>
                <a:cs typeface="Calibri"/>
              </a:rPr>
              <a:t>two</a:t>
            </a:r>
            <a:r>
              <a:rPr sz="2280" spc="-90" dirty="0">
                <a:latin typeface="Calibri"/>
                <a:cs typeface="Calibri"/>
              </a:rPr>
              <a:t> </a:t>
            </a:r>
            <a:r>
              <a:rPr sz="2280" spc="-12" dirty="0">
                <a:latin typeface="Calibri"/>
                <a:cs typeface="Calibri"/>
              </a:rPr>
              <a:t>important</a:t>
            </a:r>
            <a:r>
              <a:rPr sz="2280" spc="-66" dirty="0">
                <a:latin typeface="Calibri"/>
                <a:cs typeface="Calibri"/>
              </a:rPr>
              <a:t> </a:t>
            </a:r>
            <a:r>
              <a:rPr sz="2280" spc="-12" dirty="0">
                <a:latin typeface="Calibri"/>
                <a:cs typeface="Calibri"/>
              </a:rPr>
              <a:t>advantages</a:t>
            </a:r>
            <a:r>
              <a:rPr sz="2280" spc="-66" dirty="0">
                <a:latin typeface="Calibri"/>
                <a:cs typeface="Calibri"/>
              </a:rPr>
              <a:t> </a:t>
            </a:r>
            <a:r>
              <a:rPr sz="2280" dirty="0">
                <a:latin typeface="Calibri"/>
                <a:cs typeface="Calibri"/>
              </a:rPr>
              <a:t>over</a:t>
            </a:r>
            <a:r>
              <a:rPr sz="2280" spc="-54" dirty="0">
                <a:latin typeface="Calibri"/>
                <a:cs typeface="Calibri"/>
              </a:rPr>
              <a:t> </a:t>
            </a:r>
            <a:r>
              <a:rPr sz="2280" spc="-12" dirty="0">
                <a:latin typeface="Calibri"/>
                <a:cs typeface="Calibri"/>
              </a:rPr>
              <a:t>replacement:</a:t>
            </a:r>
            <a:endParaRPr sz="2280" dirty="0">
              <a:latin typeface="Calibri"/>
              <a:cs typeface="Calibri"/>
            </a:endParaRPr>
          </a:p>
          <a:p>
            <a:pPr marL="715518" indent="-310895">
              <a:spcBef>
                <a:spcPts val="450"/>
              </a:spcBef>
              <a:buAutoNum type="romanLcParenBoth"/>
              <a:tabLst>
                <a:tab pos="715518" algn="l"/>
              </a:tabLst>
            </a:pPr>
            <a:r>
              <a:rPr sz="2280" b="1" dirty="0">
                <a:latin typeface="Calibri"/>
                <a:cs typeface="Calibri"/>
              </a:rPr>
              <a:t>Reduced</a:t>
            </a:r>
            <a:r>
              <a:rPr sz="2280" b="1" spc="-78" dirty="0">
                <a:latin typeface="Calibri"/>
                <a:cs typeface="Calibri"/>
              </a:rPr>
              <a:t> </a:t>
            </a:r>
            <a:r>
              <a:rPr sz="2280" b="1" spc="-24" dirty="0">
                <a:latin typeface="Calibri"/>
                <a:cs typeface="Calibri"/>
              </a:rPr>
              <a:t>risk</a:t>
            </a:r>
            <a:endParaRPr sz="2280" dirty="0">
              <a:latin typeface="Calibri"/>
              <a:cs typeface="Calibri"/>
            </a:endParaRPr>
          </a:p>
          <a:p>
            <a:pPr marL="905256" marR="6096" lvl="1" indent="-342138" algn="just">
              <a:lnSpc>
                <a:spcPts val="2460"/>
              </a:lnSpc>
              <a:spcBef>
                <a:spcPts val="756"/>
              </a:spcBef>
              <a:buFont typeface="Arial MT"/>
              <a:buChar char="–"/>
              <a:tabLst>
                <a:tab pos="907542" algn="l"/>
              </a:tabLst>
            </a:pPr>
            <a:r>
              <a:rPr sz="2280" dirty="0">
                <a:latin typeface="Calibri"/>
                <a:cs typeface="Calibri"/>
              </a:rPr>
              <a:t>Redeveloping</a:t>
            </a:r>
            <a:r>
              <a:rPr sz="2280" spc="318" dirty="0">
                <a:latin typeface="Calibri"/>
                <a:cs typeface="Calibri"/>
              </a:rPr>
              <a:t> </a:t>
            </a:r>
            <a:r>
              <a:rPr sz="2280" spc="-12" dirty="0">
                <a:latin typeface="Calibri"/>
                <a:cs typeface="Calibri"/>
              </a:rPr>
              <a:t>business-</a:t>
            </a:r>
            <a:r>
              <a:rPr sz="2280" dirty="0">
                <a:latin typeface="Calibri"/>
                <a:cs typeface="Calibri"/>
              </a:rPr>
              <a:t>critical</a:t>
            </a:r>
            <a:r>
              <a:rPr sz="2280" spc="324" dirty="0">
                <a:latin typeface="Calibri"/>
                <a:cs typeface="Calibri"/>
              </a:rPr>
              <a:t> </a:t>
            </a:r>
            <a:r>
              <a:rPr sz="2280" dirty="0">
                <a:latin typeface="Calibri"/>
                <a:cs typeface="Calibri"/>
              </a:rPr>
              <a:t>software</a:t>
            </a:r>
            <a:r>
              <a:rPr sz="2280" spc="324" dirty="0">
                <a:latin typeface="Calibri"/>
                <a:cs typeface="Calibri"/>
              </a:rPr>
              <a:t> </a:t>
            </a:r>
            <a:r>
              <a:rPr sz="2280" dirty="0">
                <a:latin typeface="Calibri"/>
                <a:cs typeface="Calibri"/>
              </a:rPr>
              <a:t>poses</a:t>
            </a:r>
            <a:r>
              <a:rPr sz="2280" spc="342" dirty="0">
                <a:latin typeface="Calibri"/>
                <a:cs typeface="Calibri"/>
              </a:rPr>
              <a:t> </a:t>
            </a:r>
            <a:r>
              <a:rPr sz="2280" dirty="0">
                <a:latin typeface="Calibri"/>
                <a:cs typeface="Calibri"/>
              </a:rPr>
              <a:t>significant</a:t>
            </a:r>
            <a:r>
              <a:rPr sz="2280" spc="336" dirty="0">
                <a:latin typeface="Calibri"/>
                <a:cs typeface="Calibri"/>
              </a:rPr>
              <a:t> </a:t>
            </a:r>
            <a:r>
              <a:rPr sz="2280" dirty="0">
                <a:latin typeface="Calibri"/>
                <a:cs typeface="Calibri"/>
              </a:rPr>
              <a:t>risks</a:t>
            </a:r>
            <a:r>
              <a:rPr sz="2280" spc="330" dirty="0">
                <a:latin typeface="Calibri"/>
                <a:cs typeface="Calibri"/>
              </a:rPr>
              <a:t> </a:t>
            </a:r>
            <a:r>
              <a:rPr sz="2280" dirty="0">
                <a:latin typeface="Calibri"/>
                <a:cs typeface="Calibri"/>
              </a:rPr>
              <a:t>due</a:t>
            </a:r>
            <a:r>
              <a:rPr sz="2280" spc="330" dirty="0">
                <a:latin typeface="Calibri"/>
                <a:cs typeface="Calibri"/>
              </a:rPr>
              <a:t> </a:t>
            </a:r>
            <a:r>
              <a:rPr sz="2280" dirty="0">
                <a:latin typeface="Calibri"/>
                <a:cs typeface="Calibri"/>
              </a:rPr>
              <a:t>to</a:t>
            </a:r>
            <a:r>
              <a:rPr sz="2280" spc="330" dirty="0">
                <a:latin typeface="Calibri"/>
                <a:cs typeface="Calibri"/>
              </a:rPr>
              <a:t> </a:t>
            </a:r>
            <a:r>
              <a:rPr sz="2280" spc="-12" dirty="0">
                <a:latin typeface="Calibri"/>
                <a:cs typeface="Calibri"/>
              </a:rPr>
              <a:t>potential 	</a:t>
            </a:r>
            <a:r>
              <a:rPr sz="2280" dirty="0">
                <a:latin typeface="Calibri"/>
                <a:cs typeface="Calibri"/>
              </a:rPr>
              <a:t>errors</a:t>
            </a:r>
            <a:r>
              <a:rPr sz="2280" spc="114" dirty="0">
                <a:latin typeface="Calibri"/>
                <a:cs typeface="Calibri"/>
              </a:rPr>
              <a:t>  </a:t>
            </a:r>
            <a:r>
              <a:rPr sz="2280" dirty="0">
                <a:latin typeface="Calibri"/>
                <a:cs typeface="Calibri"/>
              </a:rPr>
              <a:t>in</a:t>
            </a:r>
            <a:r>
              <a:rPr sz="2280" spc="114" dirty="0">
                <a:latin typeface="Calibri"/>
                <a:cs typeface="Calibri"/>
              </a:rPr>
              <a:t>  </a:t>
            </a:r>
            <a:r>
              <a:rPr sz="2280" dirty="0">
                <a:latin typeface="Calibri"/>
                <a:cs typeface="Calibri"/>
              </a:rPr>
              <a:t>system</a:t>
            </a:r>
            <a:r>
              <a:rPr sz="2280" spc="108" dirty="0">
                <a:latin typeface="Calibri"/>
                <a:cs typeface="Calibri"/>
              </a:rPr>
              <a:t>  </a:t>
            </a:r>
            <a:r>
              <a:rPr sz="2280" dirty="0">
                <a:latin typeface="Calibri"/>
                <a:cs typeface="Calibri"/>
              </a:rPr>
              <a:t>specification</a:t>
            </a:r>
            <a:r>
              <a:rPr sz="2280" spc="114" dirty="0">
                <a:latin typeface="Calibri"/>
                <a:cs typeface="Calibri"/>
              </a:rPr>
              <a:t>  </a:t>
            </a:r>
            <a:r>
              <a:rPr sz="2280" dirty="0">
                <a:latin typeface="Calibri"/>
                <a:cs typeface="Calibri"/>
              </a:rPr>
              <a:t>and</a:t>
            </a:r>
            <a:r>
              <a:rPr sz="2280" spc="114" dirty="0">
                <a:latin typeface="Calibri"/>
                <a:cs typeface="Calibri"/>
              </a:rPr>
              <a:t>  </a:t>
            </a:r>
            <a:r>
              <a:rPr sz="2280" dirty="0">
                <a:latin typeface="Calibri"/>
                <a:cs typeface="Calibri"/>
              </a:rPr>
              <a:t>development,</a:t>
            </a:r>
            <a:r>
              <a:rPr sz="2280" spc="108" dirty="0">
                <a:latin typeface="Calibri"/>
                <a:cs typeface="Calibri"/>
              </a:rPr>
              <a:t>  </a:t>
            </a:r>
            <a:r>
              <a:rPr sz="2280" dirty="0">
                <a:latin typeface="Calibri"/>
                <a:cs typeface="Calibri"/>
              </a:rPr>
              <a:t>leading</a:t>
            </a:r>
            <a:r>
              <a:rPr sz="2280" spc="114" dirty="0">
                <a:latin typeface="Calibri"/>
                <a:cs typeface="Calibri"/>
              </a:rPr>
              <a:t>  </a:t>
            </a:r>
            <a:r>
              <a:rPr sz="2280" dirty="0">
                <a:latin typeface="Calibri"/>
                <a:cs typeface="Calibri"/>
              </a:rPr>
              <a:t>to</a:t>
            </a:r>
            <a:r>
              <a:rPr sz="2280" spc="114" dirty="0">
                <a:latin typeface="Calibri"/>
                <a:cs typeface="Calibri"/>
              </a:rPr>
              <a:t>  </a:t>
            </a:r>
            <a:r>
              <a:rPr sz="2280" dirty="0">
                <a:latin typeface="Calibri"/>
                <a:cs typeface="Calibri"/>
              </a:rPr>
              <a:t>delays,</a:t>
            </a:r>
            <a:r>
              <a:rPr sz="2280" spc="108" dirty="0">
                <a:latin typeface="Calibri"/>
                <a:cs typeface="Calibri"/>
              </a:rPr>
              <a:t>  </a:t>
            </a:r>
            <a:r>
              <a:rPr sz="2280" dirty="0">
                <a:latin typeface="Calibri"/>
                <a:cs typeface="Calibri"/>
              </a:rPr>
              <a:t>loss</a:t>
            </a:r>
            <a:r>
              <a:rPr sz="2280" spc="114" dirty="0">
                <a:latin typeface="Calibri"/>
                <a:cs typeface="Calibri"/>
              </a:rPr>
              <a:t>  </a:t>
            </a:r>
            <a:r>
              <a:rPr sz="2280" spc="-30" dirty="0">
                <a:latin typeface="Calibri"/>
                <a:cs typeface="Calibri"/>
              </a:rPr>
              <a:t>of 	</a:t>
            </a:r>
            <a:r>
              <a:rPr sz="2280" dirty="0">
                <a:latin typeface="Calibri"/>
                <a:cs typeface="Calibri"/>
              </a:rPr>
              <a:t>business,</a:t>
            </a:r>
            <a:r>
              <a:rPr sz="2280" spc="-84" dirty="0">
                <a:latin typeface="Calibri"/>
                <a:cs typeface="Calibri"/>
              </a:rPr>
              <a:t> </a:t>
            </a:r>
            <a:r>
              <a:rPr sz="2280" dirty="0">
                <a:latin typeface="Calibri"/>
                <a:cs typeface="Calibri"/>
              </a:rPr>
              <a:t>and</a:t>
            </a:r>
            <a:r>
              <a:rPr sz="2280" spc="-72" dirty="0">
                <a:latin typeface="Calibri"/>
                <a:cs typeface="Calibri"/>
              </a:rPr>
              <a:t> </a:t>
            </a:r>
            <a:r>
              <a:rPr sz="2280" dirty="0">
                <a:latin typeface="Calibri"/>
                <a:cs typeface="Calibri"/>
              </a:rPr>
              <a:t>additional</a:t>
            </a:r>
            <a:r>
              <a:rPr sz="2280" spc="-72" dirty="0">
                <a:latin typeface="Calibri"/>
                <a:cs typeface="Calibri"/>
              </a:rPr>
              <a:t> </a:t>
            </a:r>
            <a:r>
              <a:rPr sz="2280" spc="-12" dirty="0">
                <a:latin typeface="Calibri"/>
                <a:cs typeface="Calibri"/>
              </a:rPr>
              <a:t>costs.</a:t>
            </a:r>
            <a:endParaRPr sz="2280" dirty="0">
              <a:latin typeface="Calibri"/>
              <a:cs typeface="Calibri"/>
            </a:endParaRPr>
          </a:p>
          <a:p>
            <a:pPr marL="851154" indent="-382524" algn="just">
              <a:spcBef>
                <a:spcPts val="420"/>
              </a:spcBef>
              <a:buAutoNum type="romanLcParenBoth"/>
              <a:tabLst>
                <a:tab pos="851154" algn="l"/>
              </a:tabLst>
            </a:pPr>
            <a:r>
              <a:rPr sz="2280" b="1" dirty="0">
                <a:latin typeface="Calibri"/>
                <a:cs typeface="Calibri"/>
              </a:rPr>
              <a:t>Reduced</a:t>
            </a:r>
            <a:r>
              <a:rPr sz="2280" b="1" spc="-78" dirty="0">
                <a:latin typeface="Calibri"/>
                <a:cs typeface="Calibri"/>
              </a:rPr>
              <a:t> </a:t>
            </a:r>
            <a:r>
              <a:rPr sz="2280" b="1" spc="-24" dirty="0">
                <a:latin typeface="Calibri"/>
                <a:cs typeface="Calibri"/>
              </a:rPr>
              <a:t>cost</a:t>
            </a:r>
            <a:endParaRPr sz="2280" dirty="0">
              <a:latin typeface="Calibri"/>
              <a:cs typeface="Calibri"/>
            </a:endParaRPr>
          </a:p>
          <a:p>
            <a:pPr marL="905256" marR="7620" lvl="1" indent="-342138" algn="just">
              <a:lnSpc>
                <a:spcPts val="2460"/>
              </a:lnSpc>
              <a:spcBef>
                <a:spcPts val="762"/>
              </a:spcBef>
              <a:buFont typeface="Arial MT"/>
              <a:buChar char="–"/>
              <a:tabLst>
                <a:tab pos="907542" algn="l"/>
              </a:tabLst>
            </a:pPr>
            <a:r>
              <a:rPr sz="2280" dirty="0">
                <a:latin typeface="Calibri"/>
                <a:cs typeface="Calibri"/>
              </a:rPr>
              <a:t>The</a:t>
            </a:r>
            <a:r>
              <a:rPr sz="2280" spc="240" dirty="0">
                <a:latin typeface="Calibri"/>
                <a:cs typeface="Calibri"/>
              </a:rPr>
              <a:t> </a:t>
            </a:r>
            <a:r>
              <a:rPr sz="2280" dirty="0">
                <a:latin typeface="Calibri"/>
                <a:cs typeface="Calibri"/>
              </a:rPr>
              <a:t>cost</a:t>
            </a:r>
            <a:r>
              <a:rPr sz="2280" spc="228" dirty="0">
                <a:latin typeface="Calibri"/>
                <a:cs typeface="Calibri"/>
              </a:rPr>
              <a:t> </a:t>
            </a:r>
            <a:r>
              <a:rPr sz="2280" dirty="0">
                <a:latin typeface="Calibri"/>
                <a:cs typeface="Calibri"/>
              </a:rPr>
              <a:t>of</a:t>
            </a:r>
            <a:r>
              <a:rPr sz="2280" spc="234" dirty="0">
                <a:latin typeface="Calibri"/>
                <a:cs typeface="Calibri"/>
              </a:rPr>
              <a:t> </a:t>
            </a:r>
            <a:r>
              <a:rPr sz="2280" dirty="0">
                <a:latin typeface="Calibri"/>
                <a:cs typeface="Calibri"/>
              </a:rPr>
              <a:t>reengineering</a:t>
            </a:r>
            <a:r>
              <a:rPr sz="2280" spc="240" dirty="0">
                <a:latin typeface="Calibri"/>
                <a:cs typeface="Calibri"/>
              </a:rPr>
              <a:t> </a:t>
            </a:r>
            <a:r>
              <a:rPr sz="2280" dirty="0">
                <a:latin typeface="Calibri"/>
                <a:cs typeface="Calibri"/>
              </a:rPr>
              <a:t>may</a:t>
            </a:r>
            <a:r>
              <a:rPr sz="2280" spc="258" dirty="0">
                <a:latin typeface="Calibri"/>
                <a:cs typeface="Calibri"/>
              </a:rPr>
              <a:t> </a:t>
            </a:r>
            <a:r>
              <a:rPr sz="2280" dirty="0">
                <a:latin typeface="Calibri"/>
                <a:cs typeface="Calibri"/>
              </a:rPr>
              <a:t>be</a:t>
            </a:r>
            <a:r>
              <a:rPr sz="2280" spc="228" dirty="0">
                <a:latin typeface="Calibri"/>
                <a:cs typeface="Calibri"/>
              </a:rPr>
              <a:t> </a:t>
            </a:r>
            <a:r>
              <a:rPr sz="2280" dirty="0">
                <a:latin typeface="Calibri"/>
                <a:cs typeface="Calibri"/>
              </a:rPr>
              <a:t>significantly</a:t>
            </a:r>
            <a:r>
              <a:rPr sz="2280" spc="245" dirty="0">
                <a:latin typeface="Calibri"/>
                <a:cs typeface="Calibri"/>
              </a:rPr>
              <a:t> </a:t>
            </a:r>
            <a:r>
              <a:rPr sz="2280" dirty="0">
                <a:latin typeface="Calibri"/>
                <a:cs typeface="Calibri"/>
              </a:rPr>
              <a:t>less</a:t>
            </a:r>
            <a:r>
              <a:rPr sz="2280" spc="234" dirty="0">
                <a:latin typeface="Calibri"/>
                <a:cs typeface="Calibri"/>
              </a:rPr>
              <a:t> </a:t>
            </a:r>
            <a:r>
              <a:rPr sz="2280" dirty="0">
                <a:latin typeface="Calibri"/>
                <a:cs typeface="Calibri"/>
              </a:rPr>
              <a:t>than</a:t>
            </a:r>
            <a:r>
              <a:rPr sz="2280" spc="252" dirty="0">
                <a:latin typeface="Calibri"/>
                <a:cs typeface="Calibri"/>
              </a:rPr>
              <a:t> </a:t>
            </a:r>
            <a:r>
              <a:rPr sz="2280" dirty="0">
                <a:latin typeface="Calibri"/>
                <a:cs typeface="Calibri"/>
              </a:rPr>
              <a:t>the</a:t>
            </a:r>
            <a:r>
              <a:rPr sz="2280" spc="216" dirty="0">
                <a:latin typeface="Calibri"/>
                <a:cs typeface="Calibri"/>
              </a:rPr>
              <a:t> </a:t>
            </a:r>
            <a:r>
              <a:rPr sz="2280" dirty="0">
                <a:latin typeface="Calibri"/>
                <a:cs typeface="Calibri"/>
              </a:rPr>
              <a:t>cost</a:t>
            </a:r>
            <a:r>
              <a:rPr sz="2280" spc="240" dirty="0">
                <a:latin typeface="Calibri"/>
                <a:cs typeface="Calibri"/>
              </a:rPr>
              <a:t> </a:t>
            </a:r>
            <a:r>
              <a:rPr sz="2280" dirty="0">
                <a:latin typeface="Calibri"/>
                <a:cs typeface="Calibri"/>
              </a:rPr>
              <a:t>of</a:t>
            </a:r>
            <a:r>
              <a:rPr sz="2280" spc="228" dirty="0">
                <a:latin typeface="Calibri"/>
                <a:cs typeface="Calibri"/>
              </a:rPr>
              <a:t> </a:t>
            </a:r>
            <a:r>
              <a:rPr sz="2280" spc="-12" dirty="0">
                <a:latin typeface="Calibri"/>
                <a:cs typeface="Calibri"/>
              </a:rPr>
              <a:t>developing 	</a:t>
            </a:r>
            <a:r>
              <a:rPr sz="2280" dirty="0">
                <a:latin typeface="Calibri"/>
                <a:cs typeface="Calibri"/>
              </a:rPr>
              <a:t>new</a:t>
            </a:r>
            <a:r>
              <a:rPr sz="2280" spc="-42" dirty="0">
                <a:latin typeface="Calibri"/>
                <a:cs typeface="Calibri"/>
              </a:rPr>
              <a:t> </a:t>
            </a:r>
            <a:r>
              <a:rPr sz="2280" spc="-12" dirty="0">
                <a:latin typeface="Calibri"/>
                <a:cs typeface="Calibri"/>
              </a:rPr>
              <a:t>software.</a:t>
            </a:r>
            <a:endParaRPr sz="2280" dirty="0">
              <a:latin typeface="Calibri"/>
              <a:cs typeface="Calibri"/>
            </a:endParaRPr>
          </a:p>
        </p:txBody>
      </p:sp>
    </p:spTree>
    <p:extLst>
      <p:ext uri="{BB962C8B-B14F-4D97-AF65-F5344CB8AC3E}">
        <p14:creationId xmlns:p14="http://schemas.microsoft.com/office/powerpoint/2010/main" val="35631257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0" y="80254"/>
            <a:ext cx="4809744" cy="365485"/>
          </a:xfrm>
          <a:prstGeom prst="rect">
            <a:avLst/>
          </a:prstGeom>
        </p:spPr>
        <p:txBody>
          <a:bodyPr vert="horz" wrap="square" lIns="0" tIns="14478" rIns="0" bIns="0" rtlCol="0">
            <a:spAutoFit/>
          </a:bodyPr>
          <a:lstStyle/>
          <a:p>
            <a:pPr marL="425958" indent="-410718">
              <a:spcBef>
                <a:spcPts val="114"/>
              </a:spcBef>
              <a:buFont typeface="Arial MT"/>
              <a:buChar char="•"/>
              <a:tabLst>
                <a:tab pos="425958" algn="l"/>
              </a:tabLst>
            </a:pPr>
            <a:r>
              <a:rPr sz="2280" dirty="0">
                <a:latin typeface="Calibri"/>
                <a:cs typeface="Calibri"/>
              </a:rPr>
              <a:t>Reengineering</a:t>
            </a:r>
            <a:r>
              <a:rPr sz="2280" spc="-42" dirty="0">
                <a:latin typeface="Calibri"/>
                <a:cs typeface="Calibri"/>
              </a:rPr>
              <a:t> </a:t>
            </a:r>
            <a:r>
              <a:rPr sz="2280" dirty="0">
                <a:latin typeface="Calibri"/>
                <a:cs typeface="Calibri"/>
              </a:rPr>
              <a:t>is</a:t>
            </a:r>
            <a:r>
              <a:rPr sz="2280" spc="-102" dirty="0">
                <a:latin typeface="Calibri"/>
                <a:cs typeface="Calibri"/>
              </a:rPr>
              <a:t> </a:t>
            </a:r>
            <a:r>
              <a:rPr sz="2280" dirty="0">
                <a:latin typeface="Calibri"/>
                <a:cs typeface="Calibri"/>
              </a:rPr>
              <a:t>a</a:t>
            </a:r>
            <a:r>
              <a:rPr sz="2280" spc="-90" dirty="0">
                <a:latin typeface="Calibri"/>
                <a:cs typeface="Calibri"/>
              </a:rPr>
              <a:t> </a:t>
            </a:r>
            <a:r>
              <a:rPr sz="2280" dirty="0">
                <a:latin typeface="Calibri"/>
                <a:cs typeface="Calibri"/>
              </a:rPr>
              <a:t>rebuilding</a:t>
            </a:r>
            <a:r>
              <a:rPr sz="2280" spc="-54" dirty="0">
                <a:latin typeface="Calibri"/>
                <a:cs typeface="Calibri"/>
              </a:rPr>
              <a:t> </a:t>
            </a:r>
            <a:r>
              <a:rPr sz="2280" spc="-12" dirty="0">
                <a:latin typeface="Calibri"/>
                <a:cs typeface="Calibri"/>
              </a:rPr>
              <a:t>activity.</a:t>
            </a:r>
            <a:endParaRPr sz="2280">
              <a:latin typeface="Calibri"/>
              <a:cs typeface="Calibri"/>
            </a:endParaRPr>
          </a:p>
        </p:txBody>
      </p:sp>
      <p:sp>
        <p:nvSpPr>
          <p:cNvPr id="3" name="object 3"/>
          <p:cNvSpPr txBox="1"/>
          <p:nvPr/>
        </p:nvSpPr>
        <p:spPr>
          <a:xfrm>
            <a:off x="738605" y="577443"/>
            <a:ext cx="10715244" cy="1628906"/>
          </a:xfrm>
          <a:prstGeom prst="rect">
            <a:avLst/>
          </a:prstGeom>
          <a:solidFill>
            <a:srgbClr val="FCEADA"/>
          </a:solidFill>
          <a:ln w="9525">
            <a:solidFill>
              <a:srgbClr val="4F81BC"/>
            </a:solidFill>
          </a:ln>
        </p:spPr>
        <p:txBody>
          <a:bodyPr vert="horz" wrap="square" lIns="0" tIns="35813" rIns="0" bIns="0" rtlCol="0">
            <a:spAutoFit/>
          </a:bodyPr>
          <a:lstStyle/>
          <a:p>
            <a:pPr marL="109728" algn="just">
              <a:spcBef>
                <a:spcPts val="281"/>
              </a:spcBef>
            </a:pPr>
            <a:r>
              <a:rPr sz="2400" dirty="0">
                <a:latin typeface="Calibri"/>
                <a:cs typeface="Calibri"/>
              </a:rPr>
              <a:t>Consider</a:t>
            </a:r>
            <a:r>
              <a:rPr sz="2400" spc="-54" dirty="0">
                <a:latin typeface="Calibri"/>
                <a:cs typeface="Calibri"/>
              </a:rPr>
              <a:t> </a:t>
            </a:r>
            <a:r>
              <a:rPr sz="2400" dirty="0">
                <a:latin typeface="Calibri"/>
                <a:cs typeface="Calibri"/>
              </a:rPr>
              <a:t>an</a:t>
            </a:r>
            <a:r>
              <a:rPr sz="2400" spc="-30" dirty="0">
                <a:latin typeface="Calibri"/>
                <a:cs typeface="Calibri"/>
              </a:rPr>
              <a:t> </a:t>
            </a:r>
            <a:r>
              <a:rPr sz="2400" dirty="0">
                <a:latin typeface="Calibri"/>
                <a:cs typeface="Calibri"/>
              </a:rPr>
              <a:t>analogous</a:t>
            </a:r>
            <a:r>
              <a:rPr sz="2400" spc="-54" dirty="0">
                <a:latin typeface="Calibri"/>
                <a:cs typeface="Calibri"/>
              </a:rPr>
              <a:t> </a:t>
            </a:r>
            <a:r>
              <a:rPr sz="2400" dirty="0">
                <a:latin typeface="Calibri"/>
                <a:cs typeface="Calibri"/>
              </a:rPr>
              <a:t>activity:</a:t>
            </a:r>
            <a:r>
              <a:rPr sz="2400" spc="-30" dirty="0">
                <a:latin typeface="Calibri"/>
                <a:cs typeface="Calibri"/>
              </a:rPr>
              <a:t> </a:t>
            </a:r>
            <a:r>
              <a:rPr sz="2400" b="1" u="sng" dirty="0">
                <a:solidFill>
                  <a:srgbClr val="6F2F9F"/>
                </a:solidFill>
                <a:uFill>
                  <a:solidFill>
                    <a:srgbClr val="6F2F9F"/>
                  </a:solidFill>
                </a:uFill>
                <a:latin typeface="Calibri"/>
                <a:cs typeface="Calibri"/>
              </a:rPr>
              <a:t>Rebuilding</a:t>
            </a:r>
            <a:r>
              <a:rPr sz="2400" b="1" u="sng" spc="-72" dirty="0">
                <a:solidFill>
                  <a:srgbClr val="6F2F9F"/>
                </a:solidFill>
                <a:uFill>
                  <a:solidFill>
                    <a:srgbClr val="6F2F9F"/>
                  </a:solidFill>
                </a:uFill>
                <a:latin typeface="Calibri"/>
                <a:cs typeface="Calibri"/>
              </a:rPr>
              <a:t> </a:t>
            </a:r>
            <a:r>
              <a:rPr sz="2400" b="1" u="sng" dirty="0">
                <a:solidFill>
                  <a:srgbClr val="6F2F9F"/>
                </a:solidFill>
                <a:uFill>
                  <a:solidFill>
                    <a:srgbClr val="6F2F9F"/>
                  </a:solidFill>
                </a:uFill>
                <a:latin typeface="Calibri"/>
                <a:cs typeface="Calibri"/>
              </a:rPr>
              <a:t>of</a:t>
            </a:r>
            <a:r>
              <a:rPr sz="2400" b="1" u="sng" spc="-42" dirty="0">
                <a:solidFill>
                  <a:srgbClr val="6F2F9F"/>
                </a:solidFill>
                <a:uFill>
                  <a:solidFill>
                    <a:srgbClr val="6F2F9F"/>
                  </a:solidFill>
                </a:uFill>
                <a:latin typeface="Calibri"/>
                <a:cs typeface="Calibri"/>
              </a:rPr>
              <a:t> </a:t>
            </a:r>
            <a:r>
              <a:rPr sz="2400" b="1" u="sng" dirty="0">
                <a:solidFill>
                  <a:srgbClr val="6F2F9F"/>
                </a:solidFill>
                <a:uFill>
                  <a:solidFill>
                    <a:srgbClr val="6F2F9F"/>
                  </a:solidFill>
                </a:uFill>
                <a:latin typeface="Calibri"/>
                <a:cs typeface="Calibri"/>
              </a:rPr>
              <a:t>a</a:t>
            </a:r>
            <a:r>
              <a:rPr sz="2400" b="1" u="sng" spc="-42" dirty="0">
                <a:solidFill>
                  <a:srgbClr val="6F2F9F"/>
                </a:solidFill>
                <a:uFill>
                  <a:solidFill>
                    <a:srgbClr val="6F2F9F"/>
                  </a:solidFill>
                </a:uFill>
                <a:latin typeface="Calibri"/>
                <a:cs typeface="Calibri"/>
              </a:rPr>
              <a:t> </a:t>
            </a:r>
            <a:r>
              <a:rPr sz="2400" b="1" u="sng" spc="-12" dirty="0">
                <a:solidFill>
                  <a:srgbClr val="6F2F9F"/>
                </a:solidFill>
                <a:uFill>
                  <a:solidFill>
                    <a:srgbClr val="6F2F9F"/>
                  </a:solidFill>
                </a:uFill>
                <a:latin typeface="Calibri"/>
                <a:cs typeface="Calibri"/>
              </a:rPr>
              <a:t>house</a:t>
            </a:r>
            <a:endParaRPr sz="2400">
              <a:latin typeface="Calibri"/>
              <a:cs typeface="Calibri"/>
            </a:endParaRPr>
          </a:p>
          <a:p>
            <a:pPr marL="109728" marR="100584" algn="just">
              <a:spcBef>
                <a:spcPts val="864"/>
              </a:spcBef>
            </a:pPr>
            <a:r>
              <a:rPr sz="2400" b="1" i="1" dirty="0">
                <a:latin typeface="Calibri"/>
                <a:cs typeface="Calibri"/>
              </a:rPr>
              <a:t>You’ve</a:t>
            </a:r>
            <a:r>
              <a:rPr sz="2400" b="1" i="1" spc="114" dirty="0">
                <a:latin typeface="Calibri"/>
                <a:cs typeface="Calibri"/>
              </a:rPr>
              <a:t>  </a:t>
            </a:r>
            <a:r>
              <a:rPr sz="2400" b="1" i="1" dirty="0">
                <a:latin typeface="Calibri"/>
                <a:cs typeface="Calibri"/>
              </a:rPr>
              <a:t>purchased</a:t>
            </a:r>
            <a:r>
              <a:rPr sz="2400" b="1" i="1" spc="120" dirty="0">
                <a:latin typeface="Calibri"/>
                <a:cs typeface="Calibri"/>
              </a:rPr>
              <a:t>  </a:t>
            </a:r>
            <a:r>
              <a:rPr sz="2400" b="1" i="1" dirty="0">
                <a:latin typeface="Calibri"/>
                <a:cs typeface="Calibri"/>
              </a:rPr>
              <a:t>a</a:t>
            </a:r>
            <a:r>
              <a:rPr sz="2400" b="1" i="1" spc="114" dirty="0">
                <a:latin typeface="Calibri"/>
                <a:cs typeface="Calibri"/>
              </a:rPr>
              <a:t>  </a:t>
            </a:r>
            <a:r>
              <a:rPr sz="2400" b="1" i="1" dirty="0">
                <a:latin typeface="Calibri"/>
                <a:cs typeface="Calibri"/>
              </a:rPr>
              <a:t>house</a:t>
            </a:r>
            <a:r>
              <a:rPr sz="2400" b="1" i="1" spc="120" dirty="0">
                <a:latin typeface="Calibri"/>
                <a:cs typeface="Calibri"/>
              </a:rPr>
              <a:t>  </a:t>
            </a:r>
            <a:r>
              <a:rPr sz="2400" b="1" i="1" dirty="0">
                <a:latin typeface="Calibri"/>
                <a:cs typeface="Calibri"/>
              </a:rPr>
              <a:t>in</a:t>
            </a:r>
            <a:r>
              <a:rPr sz="2400" b="1" i="1" spc="126" dirty="0">
                <a:latin typeface="Calibri"/>
                <a:cs typeface="Calibri"/>
              </a:rPr>
              <a:t>  </a:t>
            </a:r>
            <a:r>
              <a:rPr sz="2400" b="1" i="1" dirty="0">
                <a:latin typeface="Calibri"/>
                <a:cs typeface="Calibri"/>
              </a:rPr>
              <a:t>another</a:t>
            </a:r>
            <a:r>
              <a:rPr sz="2400" b="1" i="1" spc="114" dirty="0">
                <a:latin typeface="Calibri"/>
                <a:cs typeface="Calibri"/>
              </a:rPr>
              <a:t>  </a:t>
            </a:r>
            <a:r>
              <a:rPr sz="2400" b="1" i="1" dirty="0">
                <a:latin typeface="Calibri"/>
                <a:cs typeface="Calibri"/>
              </a:rPr>
              <a:t>state.</a:t>
            </a:r>
            <a:r>
              <a:rPr sz="2400" b="1" i="1" spc="126" dirty="0">
                <a:latin typeface="Calibri"/>
                <a:cs typeface="Calibri"/>
              </a:rPr>
              <a:t>  </a:t>
            </a:r>
            <a:r>
              <a:rPr sz="2400" b="1" i="1" dirty="0">
                <a:latin typeface="Calibri"/>
                <a:cs typeface="Calibri"/>
              </a:rPr>
              <a:t>You’ve</a:t>
            </a:r>
            <a:r>
              <a:rPr sz="2400" b="1" i="1" spc="114" dirty="0">
                <a:latin typeface="Calibri"/>
                <a:cs typeface="Calibri"/>
              </a:rPr>
              <a:t>  </a:t>
            </a:r>
            <a:r>
              <a:rPr sz="2400" b="1" i="1" dirty="0">
                <a:latin typeface="Calibri"/>
                <a:cs typeface="Calibri"/>
              </a:rPr>
              <a:t>never</a:t>
            </a:r>
            <a:r>
              <a:rPr sz="2400" b="1" i="1" spc="120" dirty="0">
                <a:latin typeface="Calibri"/>
                <a:cs typeface="Calibri"/>
              </a:rPr>
              <a:t>  </a:t>
            </a:r>
            <a:r>
              <a:rPr sz="2400" b="1" i="1" dirty="0">
                <a:latin typeface="Calibri"/>
                <a:cs typeface="Calibri"/>
              </a:rPr>
              <a:t>actually</a:t>
            </a:r>
            <a:r>
              <a:rPr sz="2400" b="1" i="1" spc="114" dirty="0">
                <a:latin typeface="Calibri"/>
                <a:cs typeface="Calibri"/>
              </a:rPr>
              <a:t>  </a:t>
            </a:r>
            <a:r>
              <a:rPr sz="2400" b="1" i="1" dirty="0">
                <a:latin typeface="Calibri"/>
                <a:cs typeface="Calibri"/>
              </a:rPr>
              <a:t>seen</a:t>
            </a:r>
            <a:r>
              <a:rPr sz="2400" b="1" i="1" spc="126" dirty="0">
                <a:latin typeface="Calibri"/>
                <a:cs typeface="Calibri"/>
              </a:rPr>
              <a:t>  </a:t>
            </a:r>
            <a:r>
              <a:rPr sz="2400" b="1" i="1" spc="-30" dirty="0">
                <a:latin typeface="Calibri"/>
                <a:cs typeface="Calibri"/>
              </a:rPr>
              <a:t>the </a:t>
            </a:r>
            <a:r>
              <a:rPr sz="2400" b="1" i="1" dirty="0">
                <a:latin typeface="Calibri"/>
                <a:cs typeface="Calibri"/>
              </a:rPr>
              <a:t>property,</a:t>
            </a:r>
            <a:r>
              <a:rPr sz="2400" b="1" i="1" spc="198" dirty="0">
                <a:latin typeface="Calibri"/>
                <a:cs typeface="Calibri"/>
              </a:rPr>
              <a:t> </a:t>
            </a:r>
            <a:r>
              <a:rPr sz="2400" b="1" i="1" dirty="0">
                <a:latin typeface="Calibri"/>
                <a:cs typeface="Calibri"/>
              </a:rPr>
              <a:t>but</a:t>
            </a:r>
            <a:r>
              <a:rPr sz="2400" b="1" i="1" spc="180" dirty="0">
                <a:latin typeface="Calibri"/>
                <a:cs typeface="Calibri"/>
              </a:rPr>
              <a:t> </a:t>
            </a:r>
            <a:r>
              <a:rPr sz="2400" b="1" i="1" dirty="0">
                <a:latin typeface="Calibri"/>
                <a:cs typeface="Calibri"/>
              </a:rPr>
              <a:t>you</a:t>
            </a:r>
            <a:r>
              <a:rPr sz="2400" b="1" i="1" spc="192" dirty="0">
                <a:latin typeface="Calibri"/>
                <a:cs typeface="Calibri"/>
              </a:rPr>
              <a:t> </a:t>
            </a:r>
            <a:r>
              <a:rPr sz="2400" b="1" i="1" dirty="0">
                <a:latin typeface="Calibri"/>
                <a:cs typeface="Calibri"/>
              </a:rPr>
              <a:t>acquired</a:t>
            </a:r>
            <a:r>
              <a:rPr sz="2400" b="1" i="1" spc="186" dirty="0">
                <a:latin typeface="Calibri"/>
                <a:cs typeface="Calibri"/>
              </a:rPr>
              <a:t> </a:t>
            </a:r>
            <a:r>
              <a:rPr sz="2400" b="1" i="1" dirty="0">
                <a:latin typeface="Calibri"/>
                <a:cs typeface="Calibri"/>
              </a:rPr>
              <a:t>it</a:t>
            </a:r>
            <a:r>
              <a:rPr sz="2400" b="1" i="1" spc="210" dirty="0">
                <a:latin typeface="Calibri"/>
                <a:cs typeface="Calibri"/>
              </a:rPr>
              <a:t> </a:t>
            </a:r>
            <a:r>
              <a:rPr sz="2400" b="1" i="1" dirty="0">
                <a:latin typeface="Calibri"/>
                <a:cs typeface="Calibri"/>
              </a:rPr>
              <a:t>at</a:t>
            </a:r>
            <a:r>
              <a:rPr sz="2400" b="1" i="1" spc="192" dirty="0">
                <a:latin typeface="Calibri"/>
                <a:cs typeface="Calibri"/>
              </a:rPr>
              <a:t> </a:t>
            </a:r>
            <a:r>
              <a:rPr sz="2400" b="1" i="1" dirty="0">
                <a:latin typeface="Calibri"/>
                <a:cs typeface="Calibri"/>
              </a:rPr>
              <a:t>an</a:t>
            </a:r>
            <a:r>
              <a:rPr sz="2400" b="1" i="1" spc="192" dirty="0">
                <a:latin typeface="Calibri"/>
                <a:cs typeface="Calibri"/>
              </a:rPr>
              <a:t> </a:t>
            </a:r>
            <a:r>
              <a:rPr sz="2400" b="1" i="1" dirty="0">
                <a:latin typeface="Calibri"/>
                <a:cs typeface="Calibri"/>
              </a:rPr>
              <a:t>amazingly</a:t>
            </a:r>
            <a:r>
              <a:rPr sz="2400" b="1" i="1" spc="192" dirty="0">
                <a:latin typeface="Calibri"/>
                <a:cs typeface="Calibri"/>
              </a:rPr>
              <a:t> </a:t>
            </a:r>
            <a:r>
              <a:rPr sz="2400" b="1" i="1" dirty="0">
                <a:latin typeface="Calibri"/>
                <a:cs typeface="Calibri"/>
              </a:rPr>
              <a:t>low</a:t>
            </a:r>
            <a:r>
              <a:rPr sz="2400" b="1" i="1" spc="192" dirty="0">
                <a:latin typeface="Calibri"/>
                <a:cs typeface="Calibri"/>
              </a:rPr>
              <a:t> </a:t>
            </a:r>
            <a:r>
              <a:rPr sz="2400" b="1" i="1" dirty="0">
                <a:latin typeface="Calibri"/>
                <a:cs typeface="Calibri"/>
              </a:rPr>
              <a:t>price,</a:t>
            </a:r>
            <a:r>
              <a:rPr sz="2400" b="1" i="1" spc="204" dirty="0">
                <a:latin typeface="Calibri"/>
                <a:cs typeface="Calibri"/>
              </a:rPr>
              <a:t> </a:t>
            </a:r>
            <a:r>
              <a:rPr sz="2400" b="1" i="1" dirty="0">
                <a:latin typeface="Calibri"/>
                <a:cs typeface="Calibri"/>
              </a:rPr>
              <a:t>with</a:t>
            </a:r>
            <a:r>
              <a:rPr sz="2400" b="1" i="1" spc="192" dirty="0">
                <a:latin typeface="Calibri"/>
                <a:cs typeface="Calibri"/>
              </a:rPr>
              <a:t> </a:t>
            </a:r>
            <a:r>
              <a:rPr sz="2400" b="1" i="1" dirty="0">
                <a:latin typeface="Calibri"/>
                <a:cs typeface="Calibri"/>
              </a:rPr>
              <a:t>the</a:t>
            </a:r>
            <a:r>
              <a:rPr sz="2400" b="1" i="1" spc="210" dirty="0">
                <a:latin typeface="Calibri"/>
                <a:cs typeface="Calibri"/>
              </a:rPr>
              <a:t> </a:t>
            </a:r>
            <a:r>
              <a:rPr sz="2400" b="1" i="1" dirty="0">
                <a:latin typeface="Calibri"/>
                <a:cs typeface="Calibri"/>
              </a:rPr>
              <a:t>warning</a:t>
            </a:r>
            <a:r>
              <a:rPr sz="2400" b="1" i="1" spc="192" dirty="0">
                <a:latin typeface="Calibri"/>
                <a:cs typeface="Calibri"/>
              </a:rPr>
              <a:t> </a:t>
            </a:r>
            <a:r>
              <a:rPr sz="2400" b="1" i="1" dirty="0">
                <a:latin typeface="Calibri"/>
                <a:cs typeface="Calibri"/>
              </a:rPr>
              <a:t>that</a:t>
            </a:r>
            <a:r>
              <a:rPr sz="2400" b="1" i="1" spc="192" dirty="0">
                <a:latin typeface="Calibri"/>
                <a:cs typeface="Calibri"/>
              </a:rPr>
              <a:t> </a:t>
            </a:r>
            <a:r>
              <a:rPr sz="2400" b="1" i="1" spc="-30" dirty="0">
                <a:latin typeface="Calibri"/>
                <a:cs typeface="Calibri"/>
              </a:rPr>
              <a:t>it </a:t>
            </a:r>
            <a:r>
              <a:rPr sz="2400" b="1" i="1" dirty="0">
                <a:latin typeface="Calibri"/>
                <a:cs typeface="Calibri"/>
              </a:rPr>
              <a:t>might</a:t>
            </a:r>
            <a:r>
              <a:rPr sz="2400" b="1" i="1" spc="-54" dirty="0">
                <a:latin typeface="Calibri"/>
                <a:cs typeface="Calibri"/>
              </a:rPr>
              <a:t> </a:t>
            </a:r>
            <a:r>
              <a:rPr sz="2400" b="1" i="1" dirty="0">
                <a:latin typeface="Calibri"/>
                <a:cs typeface="Calibri"/>
              </a:rPr>
              <a:t>have</a:t>
            </a:r>
            <a:r>
              <a:rPr sz="2400" b="1" i="1" spc="-30" dirty="0">
                <a:latin typeface="Calibri"/>
                <a:cs typeface="Calibri"/>
              </a:rPr>
              <a:t> </a:t>
            </a:r>
            <a:r>
              <a:rPr sz="2400" b="1" i="1" dirty="0">
                <a:latin typeface="Calibri"/>
                <a:cs typeface="Calibri"/>
              </a:rPr>
              <a:t>to</a:t>
            </a:r>
            <a:r>
              <a:rPr sz="2400" b="1" i="1" spc="-30" dirty="0">
                <a:latin typeface="Calibri"/>
                <a:cs typeface="Calibri"/>
              </a:rPr>
              <a:t> </a:t>
            </a:r>
            <a:r>
              <a:rPr sz="2400" b="1" i="1" dirty="0">
                <a:latin typeface="Calibri"/>
                <a:cs typeface="Calibri"/>
              </a:rPr>
              <a:t>be</a:t>
            </a:r>
            <a:r>
              <a:rPr sz="2400" b="1" i="1" spc="-36" dirty="0">
                <a:latin typeface="Calibri"/>
                <a:cs typeface="Calibri"/>
              </a:rPr>
              <a:t> </a:t>
            </a:r>
            <a:r>
              <a:rPr sz="2400" b="1" i="1" spc="-12" dirty="0">
                <a:latin typeface="Calibri"/>
                <a:cs typeface="Calibri"/>
              </a:rPr>
              <a:t>completely</a:t>
            </a:r>
            <a:r>
              <a:rPr sz="2400" b="1" i="1" spc="-54" dirty="0">
                <a:latin typeface="Calibri"/>
                <a:cs typeface="Calibri"/>
              </a:rPr>
              <a:t> </a:t>
            </a:r>
            <a:r>
              <a:rPr sz="2400" b="1" i="1" dirty="0">
                <a:latin typeface="Calibri"/>
                <a:cs typeface="Calibri"/>
              </a:rPr>
              <a:t>rebuilt.</a:t>
            </a:r>
            <a:r>
              <a:rPr sz="2400" b="1" i="1" spc="-66" dirty="0">
                <a:latin typeface="Calibri"/>
                <a:cs typeface="Calibri"/>
              </a:rPr>
              <a:t> </a:t>
            </a:r>
            <a:r>
              <a:rPr sz="2400" b="1" i="1" dirty="0">
                <a:latin typeface="Calibri"/>
                <a:cs typeface="Calibri"/>
              </a:rPr>
              <a:t>How</a:t>
            </a:r>
            <a:r>
              <a:rPr sz="2400" b="1" i="1" spc="-24" dirty="0">
                <a:latin typeface="Calibri"/>
                <a:cs typeface="Calibri"/>
              </a:rPr>
              <a:t> </a:t>
            </a:r>
            <a:r>
              <a:rPr sz="2400" b="1" i="1" dirty="0">
                <a:latin typeface="Calibri"/>
                <a:cs typeface="Calibri"/>
              </a:rPr>
              <a:t>would</a:t>
            </a:r>
            <a:r>
              <a:rPr sz="2400" b="1" i="1" spc="-66" dirty="0">
                <a:latin typeface="Calibri"/>
                <a:cs typeface="Calibri"/>
              </a:rPr>
              <a:t> </a:t>
            </a:r>
            <a:r>
              <a:rPr sz="2400" b="1" i="1" dirty="0">
                <a:latin typeface="Calibri"/>
                <a:cs typeface="Calibri"/>
              </a:rPr>
              <a:t>you</a:t>
            </a:r>
            <a:r>
              <a:rPr sz="2400" b="1" i="1" spc="-42" dirty="0">
                <a:latin typeface="Calibri"/>
                <a:cs typeface="Calibri"/>
              </a:rPr>
              <a:t> </a:t>
            </a:r>
            <a:r>
              <a:rPr sz="2400" b="1" i="1" spc="-12" dirty="0">
                <a:latin typeface="Calibri"/>
                <a:cs typeface="Calibri"/>
              </a:rPr>
              <a:t>proceed?</a:t>
            </a:r>
            <a:endParaRPr sz="2400">
              <a:latin typeface="Calibri"/>
              <a:cs typeface="Calibri"/>
            </a:endParaRPr>
          </a:p>
        </p:txBody>
      </p:sp>
      <p:sp>
        <p:nvSpPr>
          <p:cNvPr id="4" name="object 4"/>
          <p:cNvSpPr txBox="1"/>
          <p:nvPr/>
        </p:nvSpPr>
        <p:spPr>
          <a:xfrm>
            <a:off x="833201" y="2414169"/>
            <a:ext cx="10443972" cy="4336572"/>
          </a:xfrm>
          <a:prstGeom prst="rect">
            <a:avLst/>
          </a:prstGeom>
        </p:spPr>
        <p:txBody>
          <a:bodyPr vert="horz" wrap="square" lIns="0" tIns="15240" rIns="0" bIns="0" rtlCol="0">
            <a:spAutoFit/>
          </a:bodyPr>
          <a:lstStyle/>
          <a:p>
            <a:pPr marL="358902" marR="7620" indent="-344424" algn="just">
              <a:spcBef>
                <a:spcPts val="120"/>
              </a:spcBef>
              <a:buFont typeface="Arial MT"/>
              <a:buChar char="•"/>
              <a:tabLst>
                <a:tab pos="358902" algn="l"/>
              </a:tabLst>
            </a:pPr>
            <a:r>
              <a:rPr sz="2160" dirty="0">
                <a:latin typeface="Calibri"/>
                <a:cs typeface="Calibri"/>
              </a:rPr>
              <a:t>Before</a:t>
            </a:r>
            <a:r>
              <a:rPr sz="2160" spc="486" dirty="0">
                <a:latin typeface="Calibri"/>
                <a:cs typeface="Calibri"/>
              </a:rPr>
              <a:t> </a:t>
            </a:r>
            <a:r>
              <a:rPr sz="2160" dirty="0">
                <a:latin typeface="Calibri"/>
                <a:cs typeface="Calibri"/>
              </a:rPr>
              <a:t>you</a:t>
            </a:r>
            <a:r>
              <a:rPr sz="2160" spc="491" dirty="0">
                <a:latin typeface="Calibri"/>
                <a:cs typeface="Calibri"/>
              </a:rPr>
              <a:t> </a:t>
            </a:r>
            <a:r>
              <a:rPr sz="2160" dirty="0">
                <a:latin typeface="Calibri"/>
                <a:cs typeface="Calibri"/>
              </a:rPr>
              <a:t>can</a:t>
            </a:r>
            <a:r>
              <a:rPr sz="2160" spc="510" dirty="0">
                <a:latin typeface="Calibri"/>
                <a:cs typeface="Calibri"/>
              </a:rPr>
              <a:t> </a:t>
            </a:r>
            <a:r>
              <a:rPr sz="2160" dirty="0">
                <a:latin typeface="Calibri"/>
                <a:cs typeface="Calibri"/>
              </a:rPr>
              <a:t>start</a:t>
            </a:r>
            <a:r>
              <a:rPr sz="2160" spc="486" dirty="0">
                <a:latin typeface="Calibri"/>
                <a:cs typeface="Calibri"/>
              </a:rPr>
              <a:t> </a:t>
            </a:r>
            <a:r>
              <a:rPr sz="2160" dirty="0">
                <a:latin typeface="Calibri"/>
                <a:cs typeface="Calibri"/>
              </a:rPr>
              <a:t>rebuilding,</a:t>
            </a:r>
            <a:r>
              <a:rPr sz="2160" spc="491" dirty="0">
                <a:latin typeface="Calibri"/>
                <a:cs typeface="Calibri"/>
              </a:rPr>
              <a:t> </a:t>
            </a:r>
            <a:r>
              <a:rPr sz="2160" dirty="0">
                <a:latin typeface="Calibri"/>
                <a:cs typeface="Calibri"/>
              </a:rPr>
              <a:t>it</a:t>
            </a:r>
            <a:r>
              <a:rPr sz="2160" spc="504" dirty="0">
                <a:latin typeface="Calibri"/>
                <a:cs typeface="Calibri"/>
              </a:rPr>
              <a:t> </a:t>
            </a:r>
            <a:r>
              <a:rPr sz="2160" dirty="0">
                <a:latin typeface="Calibri"/>
                <a:cs typeface="Calibri"/>
              </a:rPr>
              <a:t>would</a:t>
            </a:r>
            <a:r>
              <a:rPr sz="2160" spc="504" dirty="0">
                <a:latin typeface="Calibri"/>
                <a:cs typeface="Calibri"/>
              </a:rPr>
              <a:t> </a:t>
            </a:r>
            <a:r>
              <a:rPr sz="2160" dirty="0">
                <a:latin typeface="Calibri"/>
                <a:cs typeface="Calibri"/>
              </a:rPr>
              <a:t>seem</a:t>
            </a:r>
            <a:r>
              <a:rPr sz="2160" spc="491" dirty="0">
                <a:latin typeface="Calibri"/>
                <a:cs typeface="Calibri"/>
              </a:rPr>
              <a:t> </a:t>
            </a:r>
            <a:r>
              <a:rPr sz="2160" dirty="0">
                <a:latin typeface="Calibri"/>
                <a:cs typeface="Calibri"/>
              </a:rPr>
              <a:t>reasonable</a:t>
            </a:r>
            <a:r>
              <a:rPr sz="2160" spc="498" dirty="0">
                <a:latin typeface="Calibri"/>
                <a:cs typeface="Calibri"/>
              </a:rPr>
              <a:t> </a:t>
            </a:r>
            <a:r>
              <a:rPr sz="2160" dirty="0">
                <a:latin typeface="Calibri"/>
                <a:cs typeface="Calibri"/>
              </a:rPr>
              <a:t>to</a:t>
            </a:r>
            <a:r>
              <a:rPr sz="2160" spc="486" dirty="0">
                <a:latin typeface="Calibri"/>
                <a:cs typeface="Calibri"/>
              </a:rPr>
              <a:t> </a:t>
            </a:r>
            <a:r>
              <a:rPr sz="2160" b="1" i="1" dirty="0">
                <a:solidFill>
                  <a:srgbClr val="C00000"/>
                </a:solidFill>
                <a:latin typeface="Calibri"/>
                <a:cs typeface="Calibri"/>
              </a:rPr>
              <a:t>inspect</a:t>
            </a:r>
            <a:r>
              <a:rPr sz="2160" b="1" i="1" spc="491" dirty="0">
                <a:solidFill>
                  <a:srgbClr val="C00000"/>
                </a:solidFill>
                <a:latin typeface="Calibri"/>
                <a:cs typeface="Calibri"/>
              </a:rPr>
              <a:t> </a:t>
            </a:r>
            <a:r>
              <a:rPr sz="2160" b="1" i="1" dirty="0">
                <a:solidFill>
                  <a:srgbClr val="C00000"/>
                </a:solidFill>
                <a:latin typeface="Calibri"/>
                <a:cs typeface="Calibri"/>
              </a:rPr>
              <a:t>the</a:t>
            </a:r>
            <a:r>
              <a:rPr sz="2160" b="1" i="1" spc="510" dirty="0">
                <a:solidFill>
                  <a:srgbClr val="C00000"/>
                </a:solidFill>
                <a:latin typeface="Calibri"/>
                <a:cs typeface="Calibri"/>
              </a:rPr>
              <a:t> </a:t>
            </a:r>
            <a:r>
              <a:rPr sz="2160" b="1" i="1" dirty="0">
                <a:solidFill>
                  <a:srgbClr val="C00000"/>
                </a:solidFill>
                <a:latin typeface="Calibri"/>
                <a:cs typeface="Calibri"/>
              </a:rPr>
              <a:t>house</a:t>
            </a:r>
            <a:r>
              <a:rPr sz="2160" dirty="0">
                <a:latin typeface="Calibri"/>
                <a:cs typeface="Calibri"/>
              </a:rPr>
              <a:t>.</a:t>
            </a:r>
            <a:r>
              <a:rPr sz="2160" spc="486" dirty="0">
                <a:latin typeface="Calibri"/>
                <a:cs typeface="Calibri"/>
              </a:rPr>
              <a:t> </a:t>
            </a:r>
            <a:r>
              <a:rPr sz="2160" spc="-30" dirty="0">
                <a:latin typeface="Calibri"/>
                <a:cs typeface="Calibri"/>
              </a:rPr>
              <a:t>To </a:t>
            </a:r>
            <a:r>
              <a:rPr sz="2160" dirty="0">
                <a:latin typeface="Calibri"/>
                <a:cs typeface="Calibri"/>
              </a:rPr>
              <a:t>determine</a:t>
            </a:r>
            <a:r>
              <a:rPr sz="2160" spc="305" dirty="0">
                <a:latin typeface="Calibri"/>
                <a:cs typeface="Calibri"/>
              </a:rPr>
              <a:t> </a:t>
            </a:r>
            <a:r>
              <a:rPr sz="2160" dirty="0">
                <a:latin typeface="Calibri"/>
                <a:cs typeface="Calibri"/>
              </a:rPr>
              <a:t>whether</a:t>
            </a:r>
            <a:r>
              <a:rPr sz="2160" spc="288" dirty="0">
                <a:latin typeface="Calibri"/>
                <a:cs typeface="Calibri"/>
              </a:rPr>
              <a:t> </a:t>
            </a:r>
            <a:r>
              <a:rPr sz="2160" dirty="0">
                <a:latin typeface="Calibri"/>
                <a:cs typeface="Calibri"/>
              </a:rPr>
              <a:t>it</a:t>
            </a:r>
            <a:r>
              <a:rPr sz="2160" spc="318" dirty="0">
                <a:latin typeface="Calibri"/>
                <a:cs typeface="Calibri"/>
              </a:rPr>
              <a:t> </a:t>
            </a:r>
            <a:r>
              <a:rPr sz="2160" dirty="0">
                <a:latin typeface="Calibri"/>
                <a:cs typeface="Calibri"/>
              </a:rPr>
              <a:t>is</a:t>
            </a:r>
            <a:r>
              <a:rPr sz="2160" spc="294" dirty="0">
                <a:latin typeface="Calibri"/>
                <a:cs typeface="Calibri"/>
              </a:rPr>
              <a:t> </a:t>
            </a:r>
            <a:r>
              <a:rPr sz="2160" dirty="0">
                <a:latin typeface="Calibri"/>
                <a:cs typeface="Calibri"/>
              </a:rPr>
              <a:t>in</a:t>
            </a:r>
            <a:r>
              <a:rPr sz="2160" spc="305" dirty="0">
                <a:latin typeface="Calibri"/>
                <a:cs typeface="Calibri"/>
              </a:rPr>
              <a:t> </a:t>
            </a:r>
            <a:r>
              <a:rPr sz="2160" dirty="0">
                <a:latin typeface="Calibri"/>
                <a:cs typeface="Calibri"/>
              </a:rPr>
              <a:t>need</a:t>
            </a:r>
            <a:r>
              <a:rPr sz="2160" spc="300" dirty="0">
                <a:latin typeface="Calibri"/>
                <a:cs typeface="Calibri"/>
              </a:rPr>
              <a:t> </a:t>
            </a:r>
            <a:r>
              <a:rPr sz="2160" dirty="0">
                <a:latin typeface="Calibri"/>
                <a:cs typeface="Calibri"/>
              </a:rPr>
              <a:t>of</a:t>
            </a:r>
            <a:r>
              <a:rPr sz="2160" spc="305" dirty="0">
                <a:latin typeface="Calibri"/>
                <a:cs typeface="Calibri"/>
              </a:rPr>
              <a:t> </a:t>
            </a:r>
            <a:r>
              <a:rPr sz="2160" dirty="0">
                <a:latin typeface="Calibri"/>
                <a:cs typeface="Calibri"/>
              </a:rPr>
              <a:t>rebuilding,</a:t>
            </a:r>
            <a:r>
              <a:rPr sz="2160" spc="300" dirty="0">
                <a:latin typeface="Calibri"/>
                <a:cs typeface="Calibri"/>
              </a:rPr>
              <a:t> </a:t>
            </a:r>
            <a:r>
              <a:rPr sz="2160" dirty="0">
                <a:latin typeface="Calibri"/>
                <a:cs typeface="Calibri"/>
              </a:rPr>
              <a:t>you</a:t>
            </a:r>
            <a:r>
              <a:rPr sz="2160" spc="324" dirty="0">
                <a:latin typeface="Calibri"/>
                <a:cs typeface="Calibri"/>
              </a:rPr>
              <a:t> </a:t>
            </a:r>
            <a:r>
              <a:rPr sz="2160" dirty="0">
                <a:latin typeface="Calibri"/>
                <a:cs typeface="Calibri"/>
              </a:rPr>
              <a:t>(or</a:t>
            </a:r>
            <a:r>
              <a:rPr sz="2160" spc="300" dirty="0">
                <a:latin typeface="Calibri"/>
                <a:cs typeface="Calibri"/>
              </a:rPr>
              <a:t> </a:t>
            </a:r>
            <a:r>
              <a:rPr sz="2160" dirty="0">
                <a:latin typeface="Calibri"/>
                <a:cs typeface="Calibri"/>
              </a:rPr>
              <a:t>a</a:t>
            </a:r>
            <a:r>
              <a:rPr sz="2160" spc="305" dirty="0">
                <a:latin typeface="Calibri"/>
                <a:cs typeface="Calibri"/>
              </a:rPr>
              <a:t> </a:t>
            </a:r>
            <a:r>
              <a:rPr sz="2160" dirty="0">
                <a:latin typeface="Calibri"/>
                <a:cs typeface="Calibri"/>
              </a:rPr>
              <a:t>professional</a:t>
            </a:r>
            <a:r>
              <a:rPr sz="2160" spc="275" dirty="0">
                <a:latin typeface="Calibri"/>
                <a:cs typeface="Calibri"/>
              </a:rPr>
              <a:t> </a:t>
            </a:r>
            <a:r>
              <a:rPr sz="2160" dirty="0">
                <a:latin typeface="Calibri"/>
                <a:cs typeface="Calibri"/>
              </a:rPr>
              <a:t>inspector)</a:t>
            </a:r>
            <a:r>
              <a:rPr sz="2160" spc="300" dirty="0">
                <a:latin typeface="Calibri"/>
                <a:cs typeface="Calibri"/>
              </a:rPr>
              <a:t> </a:t>
            </a:r>
            <a:r>
              <a:rPr sz="2160" spc="-12" dirty="0">
                <a:latin typeface="Calibri"/>
                <a:cs typeface="Calibri"/>
              </a:rPr>
              <a:t>would </a:t>
            </a:r>
            <a:r>
              <a:rPr sz="2160" dirty="0">
                <a:latin typeface="Calibri"/>
                <a:cs typeface="Calibri"/>
              </a:rPr>
              <a:t>create</a:t>
            </a:r>
            <a:r>
              <a:rPr sz="2160" spc="-36" dirty="0">
                <a:latin typeface="Calibri"/>
                <a:cs typeface="Calibri"/>
              </a:rPr>
              <a:t> </a:t>
            </a:r>
            <a:r>
              <a:rPr sz="2160" dirty="0">
                <a:latin typeface="Calibri"/>
                <a:cs typeface="Calibri"/>
              </a:rPr>
              <a:t>a</a:t>
            </a:r>
            <a:r>
              <a:rPr sz="2160" spc="-48" dirty="0">
                <a:latin typeface="Calibri"/>
                <a:cs typeface="Calibri"/>
              </a:rPr>
              <a:t> </a:t>
            </a:r>
            <a:r>
              <a:rPr sz="2160" dirty="0">
                <a:latin typeface="Calibri"/>
                <a:cs typeface="Calibri"/>
              </a:rPr>
              <a:t>list</a:t>
            </a:r>
            <a:r>
              <a:rPr sz="2160" spc="-36" dirty="0">
                <a:latin typeface="Calibri"/>
                <a:cs typeface="Calibri"/>
              </a:rPr>
              <a:t> </a:t>
            </a:r>
            <a:r>
              <a:rPr sz="2160" dirty="0">
                <a:latin typeface="Calibri"/>
                <a:cs typeface="Calibri"/>
              </a:rPr>
              <a:t>of</a:t>
            </a:r>
            <a:r>
              <a:rPr sz="2160" spc="-48" dirty="0">
                <a:latin typeface="Calibri"/>
                <a:cs typeface="Calibri"/>
              </a:rPr>
              <a:t> </a:t>
            </a:r>
            <a:r>
              <a:rPr sz="2160" dirty="0">
                <a:latin typeface="Calibri"/>
                <a:cs typeface="Calibri"/>
              </a:rPr>
              <a:t>criteria</a:t>
            </a:r>
            <a:r>
              <a:rPr sz="2160" spc="-24" dirty="0">
                <a:latin typeface="Calibri"/>
                <a:cs typeface="Calibri"/>
              </a:rPr>
              <a:t> </a:t>
            </a:r>
            <a:r>
              <a:rPr sz="2160" dirty="0">
                <a:latin typeface="Calibri"/>
                <a:cs typeface="Calibri"/>
              </a:rPr>
              <a:t>so</a:t>
            </a:r>
            <a:r>
              <a:rPr sz="2160" spc="-54" dirty="0">
                <a:latin typeface="Calibri"/>
                <a:cs typeface="Calibri"/>
              </a:rPr>
              <a:t> </a:t>
            </a:r>
            <a:r>
              <a:rPr sz="2160" dirty="0">
                <a:latin typeface="Calibri"/>
                <a:cs typeface="Calibri"/>
              </a:rPr>
              <a:t>that</a:t>
            </a:r>
            <a:r>
              <a:rPr sz="2160" spc="-54" dirty="0">
                <a:latin typeface="Calibri"/>
                <a:cs typeface="Calibri"/>
              </a:rPr>
              <a:t> </a:t>
            </a:r>
            <a:r>
              <a:rPr sz="2160" dirty="0">
                <a:latin typeface="Calibri"/>
                <a:cs typeface="Calibri"/>
              </a:rPr>
              <a:t>your</a:t>
            </a:r>
            <a:r>
              <a:rPr sz="2160" spc="-42" dirty="0">
                <a:latin typeface="Calibri"/>
                <a:cs typeface="Calibri"/>
              </a:rPr>
              <a:t> </a:t>
            </a:r>
            <a:r>
              <a:rPr sz="2160" dirty="0">
                <a:latin typeface="Calibri"/>
                <a:cs typeface="Calibri"/>
              </a:rPr>
              <a:t>inspection</a:t>
            </a:r>
            <a:r>
              <a:rPr sz="2160" spc="-18" dirty="0">
                <a:latin typeface="Calibri"/>
                <a:cs typeface="Calibri"/>
              </a:rPr>
              <a:t> </a:t>
            </a:r>
            <a:r>
              <a:rPr sz="2160" dirty="0">
                <a:latin typeface="Calibri"/>
                <a:cs typeface="Calibri"/>
              </a:rPr>
              <a:t>would</a:t>
            </a:r>
            <a:r>
              <a:rPr sz="2160" spc="-36" dirty="0">
                <a:latin typeface="Calibri"/>
                <a:cs typeface="Calibri"/>
              </a:rPr>
              <a:t> </a:t>
            </a:r>
            <a:r>
              <a:rPr sz="2160" dirty="0">
                <a:latin typeface="Calibri"/>
                <a:cs typeface="Calibri"/>
              </a:rPr>
              <a:t>be</a:t>
            </a:r>
            <a:r>
              <a:rPr sz="2160" spc="-48" dirty="0">
                <a:latin typeface="Calibri"/>
                <a:cs typeface="Calibri"/>
              </a:rPr>
              <a:t> </a:t>
            </a:r>
            <a:r>
              <a:rPr sz="2160" spc="-12" dirty="0">
                <a:latin typeface="Calibri"/>
                <a:cs typeface="Calibri"/>
              </a:rPr>
              <a:t>systematic.</a:t>
            </a:r>
            <a:endParaRPr sz="2160">
              <a:latin typeface="Calibri"/>
              <a:cs typeface="Calibri"/>
            </a:endParaRPr>
          </a:p>
          <a:p>
            <a:pPr marL="358902" marR="6096" indent="-344424" algn="just">
              <a:buFont typeface="Arial MT"/>
              <a:buChar char="•"/>
              <a:tabLst>
                <a:tab pos="358902" algn="l"/>
              </a:tabLst>
            </a:pPr>
            <a:r>
              <a:rPr sz="2160" dirty="0">
                <a:latin typeface="Calibri"/>
                <a:cs typeface="Calibri"/>
              </a:rPr>
              <a:t>Before</a:t>
            </a:r>
            <a:r>
              <a:rPr sz="2160" spc="30" dirty="0">
                <a:latin typeface="Calibri"/>
                <a:cs typeface="Calibri"/>
              </a:rPr>
              <a:t> </a:t>
            </a:r>
            <a:r>
              <a:rPr sz="2160" dirty="0">
                <a:latin typeface="Calibri"/>
                <a:cs typeface="Calibri"/>
              </a:rPr>
              <a:t>you</a:t>
            </a:r>
            <a:r>
              <a:rPr sz="2160" spc="30" dirty="0">
                <a:latin typeface="Calibri"/>
                <a:cs typeface="Calibri"/>
              </a:rPr>
              <a:t> </a:t>
            </a:r>
            <a:r>
              <a:rPr sz="2160" dirty="0">
                <a:latin typeface="Calibri"/>
                <a:cs typeface="Calibri"/>
              </a:rPr>
              <a:t>tear</a:t>
            </a:r>
            <a:r>
              <a:rPr sz="2160" spc="48" dirty="0">
                <a:latin typeface="Calibri"/>
                <a:cs typeface="Calibri"/>
              </a:rPr>
              <a:t> </a:t>
            </a:r>
            <a:r>
              <a:rPr sz="2160" dirty="0">
                <a:latin typeface="Calibri"/>
                <a:cs typeface="Calibri"/>
              </a:rPr>
              <a:t>down</a:t>
            </a:r>
            <a:r>
              <a:rPr sz="2160" spc="36" dirty="0">
                <a:latin typeface="Calibri"/>
                <a:cs typeface="Calibri"/>
              </a:rPr>
              <a:t> </a:t>
            </a:r>
            <a:r>
              <a:rPr sz="2160" dirty="0">
                <a:latin typeface="Calibri"/>
                <a:cs typeface="Calibri"/>
              </a:rPr>
              <a:t>and</a:t>
            </a:r>
            <a:r>
              <a:rPr sz="2160" spc="48" dirty="0">
                <a:latin typeface="Calibri"/>
                <a:cs typeface="Calibri"/>
              </a:rPr>
              <a:t> </a:t>
            </a:r>
            <a:r>
              <a:rPr sz="2160" dirty="0">
                <a:latin typeface="Calibri"/>
                <a:cs typeface="Calibri"/>
              </a:rPr>
              <a:t>rebuild</a:t>
            </a:r>
            <a:r>
              <a:rPr sz="2160" spc="42" dirty="0">
                <a:latin typeface="Calibri"/>
                <a:cs typeface="Calibri"/>
              </a:rPr>
              <a:t> </a:t>
            </a:r>
            <a:r>
              <a:rPr sz="2160" dirty="0">
                <a:latin typeface="Calibri"/>
                <a:cs typeface="Calibri"/>
              </a:rPr>
              <a:t>the</a:t>
            </a:r>
            <a:r>
              <a:rPr sz="2160" spc="30" dirty="0">
                <a:latin typeface="Calibri"/>
                <a:cs typeface="Calibri"/>
              </a:rPr>
              <a:t> </a:t>
            </a:r>
            <a:r>
              <a:rPr sz="2160" dirty="0">
                <a:latin typeface="Calibri"/>
                <a:cs typeface="Calibri"/>
              </a:rPr>
              <a:t>entire</a:t>
            </a:r>
            <a:r>
              <a:rPr sz="2160" spc="42" dirty="0">
                <a:latin typeface="Calibri"/>
                <a:cs typeface="Calibri"/>
              </a:rPr>
              <a:t> </a:t>
            </a:r>
            <a:r>
              <a:rPr sz="2160" dirty="0">
                <a:latin typeface="Calibri"/>
                <a:cs typeface="Calibri"/>
              </a:rPr>
              <a:t>house,</a:t>
            </a:r>
            <a:r>
              <a:rPr sz="2160" spc="30" dirty="0">
                <a:latin typeface="Calibri"/>
                <a:cs typeface="Calibri"/>
              </a:rPr>
              <a:t> </a:t>
            </a:r>
            <a:r>
              <a:rPr sz="2160" b="1" i="1" dirty="0">
                <a:solidFill>
                  <a:srgbClr val="C00000"/>
                </a:solidFill>
                <a:latin typeface="Calibri"/>
                <a:cs typeface="Calibri"/>
              </a:rPr>
              <a:t>be</a:t>
            </a:r>
            <a:r>
              <a:rPr sz="2160" b="1" i="1" spc="36" dirty="0">
                <a:solidFill>
                  <a:srgbClr val="C00000"/>
                </a:solidFill>
                <a:latin typeface="Calibri"/>
                <a:cs typeface="Calibri"/>
              </a:rPr>
              <a:t> </a:t>
            </a:r>
            <a:r>
              <a:rPr sz="2160" b="1" i="1" dirty="0">
                <a:solidFill>
                  <a:srgbClr val="C00000"/>
                </a:solidFill>
                <a:latin typeface="Calibri"/>
                <a:cs typeface="Calibri"/>
              </a:rPr>
              <a:t>sure</a:t>
            </a:r>
            <a:r>
              <a:rPr sz="2160" b="1" i="1" spc="36" dirty="0">
                <a:solidFill>
                  <a:srgbClr val="C00000"/>
                </a:solidFill>
                <a:latin typeface="Calibri"/>
                <a:cs typeface="Calibri"/>
              </a:rPr>
              <a:t> </a:t>
            </a:r>
            <a:r>
              <a:rPr sz="2160" b="1" i="1" dirty="0">
                <a:solidFill>
                  <a:srgbClr val="C00000"/>
                </a:solidFill>
                <a:latin typeface="Calibri"/>
                <a:cs typeface="Calibri"/>
              </a:rPr>
              <a:t>that</a:t>
            </a:r>
            <a:r>
              <a:rPr sz="2160" b="1" i="1" spc="42" dirty="0">
                <a:solidFill>
                  <a:srgbClr val="C00000"/>
                </a:solidFill>
                <a:latin typeface="Calibri"/>
                <a:cs typeface="Calibri"/>
              </a:rPr>
              <a:t> </a:t>
            </a:r>
            <a:r>
              <a:rPr sz="2160" b="1" i="1" dirty="0">
                <a:solidFill>
                  <a:srgbClr val="C00000"/>
                </a:solidFill>
                <a:latin typeface="Calibri"/>
                <a:cs typeface="Calibri"/>
              </a:rPr>
              <a:t>the</a:t>
            </a:r>
            <a:r>
              <a:rPr sz="2160" b="1" i="1" spc="36" dirty="0">
                <a:solidFill>
                  <a:srgbClr val="C00000"/>
                </a:solidFill>
                <a:latin typeface="Calibri"/>
                <a:cs typeface="Calibri"/>
              </a:rPr>
              <a:t> </a:t>
            </a:r>
            <a:r>
              <a:rPr sz="2160" b="1" i="1" dirty="0">
                <a:solidFill>
                  <a:srgbClr val="C00000"/>
                </a:solidFill>
                <a:latin typeface="Calibri"/>
                <a:cs typeface="Calibri"/>
              </a:rPr>
              <a:t>structure</a:t>
            </a:r>
            <a:r>
              <a:rPr sz="2160" b="1" i="1" spc="42" dirty="0">
                <a:solidFill>
                  <a:srgbClr val="C00000"/>
                </a:solidFill>
                <a:latin typeface="Calibri"/>
                <a:cs typeface="Calibri"/>
              </a:rPr>
              <a:t> </a:t>
            </a:r>
            <a:r>
              <a:rPr sz="2160" b="1" i="1" dirty="0">
                <a:solidFill>
                  <a:srgbClr val="C00000"/>
                </a:solidFill>
                <a:latin typeface="Calibri"/>
                <a:cs typeface="Calibri"/>
              </a:rPr>
              <a:t>is</a:t>
            </a:r>
            <a:r>
              <a:rPr sz="2160" b="1" i="1" spc="42" dirty="0">
                <a:solidFill>
                  <a:srgbClr val="C00000"/>
                </a:solidFill>
                <a:latin typeface="Calibri"/>
                <a:cs typeface="Calibri"/>
              </a:rPr>
              <a:t> </a:t>
            </a:r>
            <a:r>
              <a:rPr sz="2160" b="1" i="1" dirty="0">
                <a:solidFill>
                  <a:srgbClr val="C00000"/>
                </a:solidFill>
                <a:latin typeface="Calibri"/>
                <a:cs typeface="Calibri"/>
              </a:rPr>
              <a:t>weak</a:t>
            </a:r>
            <a:r>
              <a:rPr sz="2160" dirty="0">
                <a:latin typeface="Calibri"/>
                <a:cs typeface="Calibri"/>
              </a:rPr>
              <a:t>.</a:t>
            </a:r>
            <a:r>
              <a:rPr sz="2160" spc="24" dirty="0">
                <a:latin typeface="Calibri"/>
                <a:cs typeface="Calibri"/>
              </a:rPr>
              <a:t> </a:t>
            </a:r>
            <a:r>
              <a:rPr sz="2160" spc="-30" dirty="0">
                <a:latin typeface="Calibri"/>
                <a:cs typeface="Calibri"/>
              </a:rPr>
              <a:t>If </a:t>
            </a:r>
            <a:r>
              <a:rPr sz="2160" dirty="0">
                <a:latin typeface="Calibri"/>
                <a:cs typeface="Calibri"/>
              </a:rPr>
              <a:t>the</a:t>
            </a:r>
            <a:r>
              <a:rPr sz="2160" spc="240" dirty="0">
                <a:latin typeface="Calibri"/>
                <a:cs typeface="Calibri"/>
              </a:rPr>
              <a:t> </a:t>
            </a:r>
            <a:r>
              <a:rPr sz="2160" dirty="0">
                <a:latin typeface="Calibri"/>
                <a:cs typeface="Calibri"/>
              </a:rPr>
              <a:t>house</a:t>
            </a:r>
            <a:r>
              <a:rPr sz="2160" spc="252" dirty="0">
                <a:latin typeface="Calibri"/>
                <a:cs typeface="Calibri"/>
              </a:rPr>
              <a:t> </a:t>
            </a:r>
            <a:r>
              <a:rPr sz="2160" dirty="0">
                <a:latin typeface="Calibri"/>
                <a:cs typeface="Calibri"/>
              </a:rPr>
              <a:t>is</a:t>
            </a:r>
            <a:r>
              <a:rPr sz="2160" spc="252" dirty="0">
                <a:latin typeface="Calibri"/>
                <a:cs typeface="Calibri"/>
              </a:rPr>
              <a:t> </a:t>
            </a:r>
            <a:r>
              <a:rPr sz="2160" dirty="0">
                <a:latin typeface="Calibri"/>
                <a:cs typeface="Calibri"/>
              </a:rPr>
              <a:t>structurally</a:t>
            </a:r>
            <a:r>
              <a:rPr sz="2160" spc="245" dirty="0">
                <a:latin typeface="Calibri"/>
                <a:cs typeface="Calibri"/>
              </a:rPr>
              <a:t> </a:t>
            </a:r>
            <a:r>
              <a:rPr sz="2160" dirty="0">
                <a:latin typeface="Calibri"/>
                <a:cs typeface="Calibri"/>
              </a:rPr>
              <a:t>sound,</a:t>
            </a:r>
            <a:r>
              <a:rPr sz="2160" spc="258" dirty="0">
                <a:latin typeface="Calibri"/>
                <a:cs typeface="Calibri"/>
              </a:rPr>
              <a:t> </a:t>
            </a:r>
            <a:r>
              <a:rPr sz="2160" dirty="0">
                <a:latin typeface="Calibri"/>
                <a:cs typeface="Calibri"/>
              </a:rPr>
              <a:t>it</a:t>
            </a:r>
            <a:r>
              <a:rPr sz="2160" spc="240" dirty="0">
                <a:latin typeface="Calibri"/>
                <a:cs typeface="Calibri"/>
              </a:rPr>
              <a:t> </a:t>
            </a:r>
            <a:r>
              <a:rPr sz="2160" dirty="0">
                <a:latin typeface="Calibri"/>
                <a:cs typeface="Calibri"/>
              </a:rPr>
              <a:t>may</a:t>
            </a:r>
            <a:r>
              <a:rPr sz="2160" spc="245" dirty="0">
                <a:latin typeface="Calibri"/>
                <a:cs typeface="Calibri"/>
              </a:rPr>
              <a:t> </a:t>
            </a:r>
            <a:r>
              <a:rPr sz="2160" dirty="0">
                <a:latin typeface="Calibri"/>
                <a:cs typeface="Calibri"/>
              </a:rPr>
              <a:t>be</a:t>
            </a:r>
            <a:r>
              <a:rPr sz="2160" spc="245" dirty="0">
                <a:latin typeface="Calibri"/>
                <a:cs typeface="Calibri"/>
              </a:rPr>
              <a:t> </a:t>
            </a:r>
            <a:r>
              <a:rPr sz="2160" dirty="0">
                <a:latin typeface="Calibri"/>
                <a:cs typeface="Calibri"/>
              </a:rPr>
              <a:t>possible</a:t>
            </a:r>
            <a:r>
              <a:rPr sz="2160" spc="245" dirty="0">
                <a:latin typeface="Calibri"/>
                <a:cs typeface="Calibri"/>
              </a:rPr>
              <a:t> </a:t>
            </a:r>
            <a:r>
              <a:rPr sz="2160" dirty="0">
                <a:latin typeface="Calibri"/>
                <a:cs typeface="Calibri"/>
              </a:rPr>
              <a:t>to</a:t>
            </a:r>
            <a:r>
              <a:rPr sz="2160" spc="245" dirty="0">
                <a:latin typeface="Calibri"/>
                <a:cs typeface="Calibri"/>
              </a:rPr>
              <a:t> </a:t>
            </a:r>
            <a:r>
              <a:rPr sz="2160" dirty="0">
                <a:latin typeface="Calibri"/>
                <a:cs typeface="Calibri"/>
              </a:rPr>
              <a:t>“remodel”</a:t>
            </a:r>
            <a:r>
              <a:rPr sz="2160" spc="258" dirty="0">
                <a:latin typeface="Calibri"/>
                <a:cs typeface="Calibri"/>
              </a:rPr>
              <a:t> </a:t>
            </a:r>
            <a:r>
              <a:rPr sz="2160" dirty="0">
                <a:latin typeface="Calibri"/>
                <a:cs typeface="Calibri"/>
              </a:rPr>
              <a:t>without</a:t>
            </a:r>
            <a:r>
              <a:rPr sz="2160" spc="245" dirty="0">
                <a:latin typeface="Calibri"/>
                <a:cs typeface="Calibri"/>
              </a:rPr>
              <a:t> </a:t>
            </a:r>
            <a:r>
              <a:rPr sz="2160" dirty="0">
                <a:latin typeface="Calibri"/>
                <a:cs typeface="Calibri"/>
              </a:rPr>
              <a:t>rebuilding</a:t>
            </a:r>
            <a:r>
              <a:rPr sz="2160" spc="270" dirty="0">
                <a:latin typeface="Calibri"/>
                <a:cs typeface="Calibri"/>
              </a:rPr>
              <a:t> </a:t>
            </a:r>
            <a:r>
              <a:rPr sz="2160" spc="-30" dirty="0">
                <a:latin typeface="Calibri"/>
                <a:cs typeface="Calibri"/>
              </a:rPr>
              <a:t>(at </a:t>
            </a:r>
            <a:r>
              <a:rPr sz="2160" dirty="0">
                <a:latin typeface="Calibri"/>
                <a:cs typeface="Calibri"/>
              </a:rPr>
              <a:t>much</a:t>
            </a:r>
            <a:r>
              <a:rPr sz="2160" spc="-42" dirty="0">
                <a:latin typeface="Calibri"/>
                <a:cs typeface="Calibri"/>
              </a:rPr>
              <a:t> </a:t>
            </a:r>
            <a:r>
              <a:rPr sz="2160" dirty="0">
                <a:latin typeface="Calibri"/>
                <a:cs typeface="Calibri"/>
              </a:rPr>
              <a:t>lower</a:t>
            </a:r>
            <a:r>
              <a:rPr sz="2160" spc="-42" dirty="0">
                <a:latin typeface="Calibri"/>
                <a:cs typeface="Calibri"/>
              </a:rPr>
              <a:t> </a:t>
            </a:r>
            <a:r>
              <a:rPr sz="2160" dirty="0">
                <a:latin typeface="Calibri"/>
                <a:cs typeface="Calibri"/>
              </a:rPr>
              <a:t>cost</a:t>
            </a:r>
            <a:r>
              <a:rPr sz="2160" spc="-48" dirty="0">
                <a:latin typeface="Calibri"/>
                <a:cs typeface="Calibri"/>
              </a:rPr>
              <a:t> </a:t>
            </a:r>
            <a:r>
              <a:rPr sz="2160" dirty="0">
                <a:latin typeface="Calibri"/>
                <a:cs typeface="Calibri"/>
              </a:rPr>
              <a:t>and</a:t>
            </a:r>
            <a:r>
              <a:rPr sz="2160" spc="-30" dirty="0">
                <a:latin typeface="Calibri"/>
                <a:cs typeface="Calibri"/>
              </a:rPr>
              <a:t> </a:t>
            </a:r>
            <a:r>
              <a:rPr sz="2160" dirty="0">
                <a:latin typeface="Calibri"/>
                <a:cs typeface="Calibri"/>
              </a:rPr>
              <a:t>in</a:t>
            </a:r>
            <a:r>
              <a:rPr sz="2160" spc="-48" dirty="0">
                <a:latin typeface="Calibri"/>
                <a:cs typeface="Calibri"/>
              </a:rPr>
              <a:t> </a:t>
            </a:r>
            <a:r>
              <a:rPr sz="2160" dirty="0">
                <a:latin typeface="Calibri"/>
                <a:cs typeface="Calibri"/>
              </a:rPr>
              <a:t>much</a:t>
            </a:r>
            <a:r>
              <a:rPr sz="2160" spc="-36" dirty="0">
                <a:latin typeface="Calibri"/>
                <a:cs typeface="Calibri"/>
              </a:rPr>
              <a:t> </a:t>
            </a:r>
            <a:r>
              <a:rPr sz="2160" dirty="0">
                <a:latin typeface="Calibri"/>
                <a:cs typeface="Calibri"/>
              </a:rPr>
              <a:t>less</a:t>
            </a:r>
            <a:r>
              <a:rPr sz="2160" spc="-48" dirty="0">
                <a:latin typeface="Calibri"/>
                <a:cs typeface="Calibri"/>
              </a:rPr>
              <a:t> </a:t>
            </a:r>
            <a:r>
              <a:rPr sz="2160" spc="-12" dirty="0">
                <a:latin typeface="Calibri"/>
                <a:cs typeface="Calibri"/>
              </a:rPr>
              <a:t>time).</a:t>
            </a:r>
            <a:endParaRPr sz="2160">
              <a:latin typeface="Calibri"/>
              <a:cs typeface="Calibri"/>
            </a:endParaRPr>
          </a:p>
          <a:p>
            <a:pPr marL="358140" indent="-342900" algn="just">
              <a:spcBef>
                <a:spcPts val="6"/>
              </a:spcBef>
              <a:buFont typeface="Arial MT"/>
              <a:buChar char="•"/>
              <a:tabLst>
                <a:tab pos="358140" algn="l"/>
              </a:tabLst>
            </a:pPr>
            <a:r>
              <a:rPr sz="2160" dirty="0">
                <a:latin typeface="Calibri"/>
                <a:cs typeface="Calibri"/>
              </a:rPr>
              <a:t>Before</a:t>
            </a:r>
            <a:r>
              <a:rPr sz="2160" spc="216" dirty="0">
                <a:latin typeface="Calibri"/>
                <a:cs typeface="Calibri"/>
              </a:rPr>
              <a:t> </a:t>
            </a:r>
            <a:r>
              <a:rPr sz="2160" dirty="0">
                <a:latin typeface="Calibri"/>
                <a:cs typeface="Calibri"/>
              </a:rPr>
              <a:t>you</a:t>
            </a:r>
            <a:r>
              <a:rPr sz="2160" spc="228" dirty="0">
                <a:latin typeface="Calibri"/>
                <a:cs typeface="Calibri"/>
              </a:rPr>
              <a:t> </a:t>
            </a:r>
            <a:r>
              <a:rPr sz="2160" dirty="0">
                <a:latin typeface="Calibri"/>
                <a:cs typeface="Calibri"/>
              </a:rPr>
              <a:t>start</a:t>
            </a:r>
            <a:r>
              <a:rPr sz="2160" spc="216" dirty="0">
                <a:latin typeface="Calibri"/>
                <a:cs typeface="Calibri"/>
              </a:rPr>
              <a:t> </a:t>
            </a:r>
            <a:r>
              <a:rPr sz="2160" dirty="0">
                <a:latin typeface="Calibri"/>
                <a:cs typeface="Calibri"/>
              </a:rPr>
              <a:t>rebuilding</a:t>
            </a:r>
            <a:r>
              <a:rPr sz="2160" spc="228" dirty="0">
                <a:latin typeface="Calibri"/>
                <a:cs typeface="Calibri"/>
              </a:rPr>
              <a:t> </a:t>
            </a:r>
            <a:r>
              <a:rPr sz="2160" dirty="0">
                <a:latin typeface="Calibri"/>
                <a:cs typeface="Calibri"/>
              </a:rPr>
              <a:t>be</a:t>
            </a:r>
            <a:r>
              <a:rPr sz="2160" spc="240" dirty="0">
                <a:latin typeface="Calibri"/>
                <a:cs typeface="Calibri"/>
              </a:rPr>
              <a:t> </a:t>
            </a:r>
            <a:r>
              <a:rPr sz="2160" dirty="0">
                <a:latin typeface="Calibri"/>
                <a:cs typeface="Calibri"/>
              </a:rPr>
              <a:t>sure</a:t>
            </a:r>
            <a:r>
              <a:rPr sz="2160" spc="222" dirty="0">
                <a:latin typeface="Calibri"/>
                <a:cs typeface="Calibri"/>
              </a:rPr>
              <a:t> </a:t>
            </a:r>
            <a:r>
              <a:rPr sz="2160" dirty="0">
                <a:latin typeface="Calibri"/>
                <a:cs typeface="Calibri"/>
              </a:rPr>
              <a:t>you</a:t>
            </a:r>
            <a:r>
              <a:rPr sz="2160" spc="234" dirty="0">
                <a:latin typeface="Calibri"/>
                <a:cs typeface="Calibri"/>
              </a:rPr>
              <a:t> </a:t>
            </a:r>
            <a:r>
              <a:rPr sz="2160" b="1" i="1" dirty="0">
                <a:solidFill>
                  <a:srgbClr val="C00000"/>
                </a:solidFill>
                <a:latin typeface="Calibri"/>
                <a:cs typeface="Calibri"/>
              </a:rPr>
              <a:t>understand</a:t>
            </a:r>
            <a:r>
              <a:rPr sz="2160" b="1" i="1" spc="222" dirty="0">
                <a:solidFill>
                  <a:srgbClr val="C00000"/>
                </a:solidFill>
                <a:latin typeface="Calibri"/>
                <a:cs typeface="Calibri"/>
              </a:rPr>
              <a:t> </a:t>
            </a:r>
            <a:r>
              <a:rPr sz="2160" b="1" i="1" dirty="0">
                <a:solidFill>
                  <a:srgbClr val="C00000"/>
                </a:solidFill>
                <a:latin typeface="Calibri"/>
                <a:cs typeface="Calibri"/>
              </a:rPr>
              <a:t>how</a:t>
            </a:r>
            <a:r>
              <a:rPr sz="2160" b="1" i="1" spc="228" dirty="0">
                <a:solidFill>
                  <a:srgbClr val="C00000"/>
                </a:solidFill>
                <a:latin typeface="Calibri"/>
                <a:cs typeface="Calibri"/>
              </a:rPr>
              <a:t> </a:t>
            </a:r>
            <a:r>
              <a:rPr sz="2160" b="1" i="1" dirty="0">
                <a:solidFill>
                  <a:srgbClr val="C00000"/>
                </a:solidFill>
                <a:latin typeface="Calibri"/>
                <a:cs typeface="Calibri"/>
              </a:rPr>
              <a:t>the</a:t>
            </a:r>
            <a:r>
              <a:rPr sz="2160" b="1" i="1" spc="234" dirty="0">
                <a:solidFill>
                  <a:srgbClr val="C00000"/>
                </a:solidFill>
                <a:latin typeface="Calibri"/>
                <a:cs typeface="Calibri"/>
              </a:rPr>
              <a:t> </a:t>
            </a:r>
            <a:r>
              <a:rPr sz="2160" b="1" i="1" dirty="0">
                <a:solidFill>
                  <a:srgbClr val="C00000"/>
                </a:solidFill>
                <a:latin typeface="Calibri"/>
                <a:cs typeface="Calibri"/>
              </a:rPr>
              <a:t>original</a:t>
            </a:r>
            <a:r>
              <a:rPr sz="2160" b="1" i="1" spc="228" dirty="0">
                <a:solidFill>
                  <a:srgbClr val="C00000"/>
                </a:solidFill>
                <a:latin typeface="Calibri"/>
                <a:cs typeface="Calibri"/>
              </a:rPr>
              <a:t> </a:t>
            </a:r>
            <a:r>
              <a:rPr sz="2160" b="1" i="1" dirty="0">
                <a:solidFill>
                  <a:srgbClr val="C00000"/>
                </a:solidFill>
                <a:latin typeface="Calibri"/>
                <a:cs typeface="Calibri"/>
              </a:rPr>
              <a:t>was</a:t>
            </a:r>
            <a:r>
              <a:rPr sz="2160" b="1" i="1" spc="216" dirty="0">
                <a:solidFill>
                  <a:srgbClr val="C00000"/>
                </a:solidFill>
                <a:latin typeface="Calibri"/>
                <a:cs typeface="Calibri"/>
              </a:rPr>
              <a:t> </a:t>
            </a:r>
            <a:r>
              <a:rPr sz="2160" b="1" i="1" dirty="0">
                <a:solidFill>
                  <a:srgbClr val="C00000"/>
                </a:solidFill>
                <a:latin typeface="Calibri"/>
                <a:cs typeface="Calibri"/>
              </a:rPr>
              <a:t>built</a:t>
            </a:r>
            <a:r>
              <a:rPr sz="2160" dirty="0">
                <a:latin typeface="Calibri"/>
                <a:cs typeface="Calibri"/>
              </a:rPr>
              <a:t>.</a:t>
            </a:r>
            <a:r>
              <a:rPr sz="2160" spc="222" dirty="0">
                <a:latin typeface="Calibri"/>
                <a:cs typeface="Calibri"/>
              </a:rPr>
              <a:t> </a:t>
            </a:r>
            <a:r>
              <a:rPr sz="2160" dirty="0">
                <a:latin typeface="Calibri"/>
                <a:cs typeface="Calibri"/>
              </a:rPr>
              <a:t>Take</a:t>
            </a:r>
            <a:r>
              <a:rPr sz="2160" spc="228" dirty="0">
                <a:latin typeface="Calibri"/>
                <a:cs typeface="Calibri"/>
              </a:rPr>
              <a:t> </a:t>
            </a:r>
            <a:r>
              <a:rPr sz="2160" spc="-60" dirty="0">
                <a:latin typeface="Calibri"/>
                <a:cs typeface="Calibri"/>
              </a:rPr>
              <a:t>a</a:t>
            </a:r>
            <a:endParaRPr sz="2160">
              <a:latin typeface="Calibri"/>
              <a:cs typeface="Calibri"/>
            </a:endParaRPr>
          </a:p>
          <a:p>
            <a:pPr marL="358902" algn="just"/>
            <a:r>
              <a:rPr sz="2160" dirty="0">
                <a:latin typeface="Calibri"/>
                <a:cs typeface="Calibri"/>
              </a:rPr>
              <a:t>peek</a:t>
            </a:r>
            <a:r>
              <a:rPr sz="2160" spc="-54" dirty="0">
                <a:latin typeface="Calibri"/>
                <a:cs typeface="Calibri"/>
              </a:rPr>
              <a:t> </a:t>
            </a:r>
            <a:r>
              <a:rPr sz="2160" dirty="0">
                <a:latin typeface="Calibri"/>
                <a:cs typeface="Calibri"/>
              </a:rPr>
              <a:t>behind</a:t>
            </a:r>
            <a:r>
              <a:rPr sz="2160" spc="-12" dirty="0">
                <a:latin typeface="Calibri"/>
                <a:cs typeface="Calibri"/>
              </a:rPr>
              <a:t> </a:t>
            </a:r>
            <a:r>
              <a:rPr sz="2160" dirty="0">
                <a:latin typeface="Calibri"/>
                <a:cs typeface="Calibri"/>
              </a:rPr>
              <a:t>the</a:t>
            </a:r>
            <a:r>
              <a:rPr sz="2160" spc="-42" dirty="0">
                <a:latin typeface="Calibri"/>
                <a:cs typeface="Calibri"/>
              </a:rPr>
              <a:t> </a:t>
            </a:r>
            <a:r>
              <a:rPr sz="2160" dirty="0">
                <a:latin typeface="Calibri"/>
                <a:cs typeface="Calibri"/>
              </a:rPr>
              <a:t>walls.</a:t>
            </a:r>
            <a:r>
              <a:rPr sz="2160" spc="-36" dirty="0">
                <a:latin typeface="Calibri"/>
                <a:cs typeface="Calibri"/>
              </a:rPr>
              <a:t> </a:t>
            </a:r>
            <a:r>
              <a:rPr sz="2160" spc="-12" dirty="0">
                <a:latin typeface="Calibri"/>
                <a:cs typeface="Calibri"/>
              </a:rPr>
              <a:t>Understand</a:t>
            </a:r>
            <a:r>
              <a:rPr sz="2160" spc="-18" dirty="0">
                <a:latin typeface="Calibri"/>
                <a:cs typeface="Calibri"/>
              </a:rPr>
              <a:t> </a:t>
            </a:r>
            <a:r>
              <a:rPr sz="2160" dirty="0">
                <a:latin typeface="Calibri"/>
                <a:cs typeface="Calibri"/>
              </a:rPr>
              <a:t>the</a:t>
            </a:r>
            <a:r>
              <a:rPr sz="2160" spc="-48" dirty="0">
                <a:latin typeface="Calibri"/>
                <a:cs typeface="Calibri"/>
              </a:rPr>
              <a:t> </a:t>
            </a:r>
            <a:r>
              <a:rPr sz="2160" dirty="0">
                <a:latin typeface="Calibri"/>
                <a:cs typeface="Calibri"/>
              </a:rPr>
              <a:t>wiring,</a:t>
            </a:r>
            <a:r>
              <a:rPr sz="2160" spc="-24" dirty="0">
                <a:latin typeface="Calibri"/>
                <a:cs typeface="Calibri"/>
              </a:rPr>
              <a:t> </a:t>
            </a:r>
            <a:r>
              <a:rPr sz="2160" dirty="0">
                <a:latin typeface="Calibri"/>
                <a:cs typeface="Calibri"/>
              </a:rPr>
              <a:t>the</a:t>
            </a:r>
            <a:r>
              <a:rPr sz="2160" spc="-24" dirty="0">
                <a:latin typeface="Calibri"/>
                <a:cs typeface="Calibri"/>
              </a:rPr>
              <a:t> </a:t>
            </a:r>
            <a:r>
              <a:rPr sz="2160" dirty="0">
                <a:latin typeface="Calibri"/>
                <a:cs typeface="Calibri"/>
              </a:rPr>
              <a:t>plumbing,</a:t>
            </a:r>
            <a:r>
              <a:rPr sz="2160" spc="-42" dirty="0">
                <a:latin typeface="Calibri"/>
                <a:cs typeface="Calibri"/>
              </a:rPr>
              <a:t> </a:t>
            </a:r>
            <a:r>
              <a:rPr sz="2160" dirty="0">
                <a:latin typeface="Calibri"/>
                <a:cs typeface="Calibri"/>
              </a:rPr>
              <a:t>and</a:t>
            </a:r>
            <a:r>
              <a:rPr sz="2160" spc="-18" dirty="0">
                <a:latin typeface="Calibri"/>
                <a:cs typeface="Calibri"/>
              </a:rPr>
              <a:t> </a:t>
            </a:r>
            <a:r>
              <a:rPr sz="2160" dirty="0">
                <a:latin typeface="Calibri"/>
                <a:cs typeface="Calibri"/>
              </a:rPr>
              <a:t>the</a:t>
            </a:r>
            <a:r>
              <a:rPr sz="2160" spc="-48" dirty="0">
                <a:latin typeface="Calibri"/>
                <a:cs typeface="Calibri"/>
              </a:rPr>
              <a:t> </a:t>
            </a:r>
            <a:r>
              <a:rPr sz="2160" spc="-12" dirty="0">
                <a:latin typeface="Calibri"/>
                <a:cs typeface="Calibri"/>
              </a:rPr>
              <a:t>structural</a:t>
            </a:r>
            <a:r>
              <a:rPr sz="2160" spc="-36" dirty="0">
                <a:latin typeface="Calibri"/>
                <a:cs typeface="Calibri"/>
              </a:rPr>
              <a:t> </a:t>
            </a:r>
            <a:r>
              <a:rPr sz="2160" spc="-12" dirty="0">
                <a:latin typeface="Calibri"/>
                <a:cs typeface="Calibri"/>
              </a:rPr>
              <a:t>internals.</a:t>
            </a:r>
            <a:endParaRPr sz="2160">
              <a:latin typeface="Calibri"/>
              <a:cs typeface="Calibri"/>
            </a:endParaRPr>
          </a:p>
          <a:p>
            <a:pPr marL="358902" marR="8382" indent="-344424" algn="just">
              <a:buFont typeface="Arial MT"/>
              <a:buChar char="•"/>
              <a:tabLst>
                <a:tab pos="358902" algn="l"/>
              </a:tabLst>
            </a:pPr>
            <a:r>
              <a:rPr sz="2160" dirty="0">
                <a:latin typeface="Calibri"/>
                <a:cs typeface="Calibri"/>
              </a:rPr>
              <a:t>If</a:t>
            </a:r>
            <a:r>
              <a:rPr sz="2160" spc="-6" dirty="0">
                <a:latin typeface="Calibri"/>
                <a:cs typeface="Calibri"/>
              </a:rPr>
              <a:t> </a:t>
            </a:r>
            <a:r>
              <a:rPr sz="2160" dirty="0">
                <a:latin typeface="Calibri"/>
                <a:cs typeface="Calibri"/>
              </a:rPr>
              <a:t>you</a:t>
            </a:r>
            <a:r>
              <a:rPr sz="2160" spc="-6" dirty="0">
                <a:latin typeface="Calibri"/>
                <a:cs typeface="Calibri"/>
              </a:rPr>
              <a:t> </a:t>
            </a:r>
            <a:r>
              <a:rPr sz="2160" dirty="0">
                <a:latin typeface="Calibri"/>
                <a:cs typeface="Calibri"/>
              </a:rPr>
              <a:t>begin to</a:t>
            </a:r>
            <a:r>
              <a:rPr sz="2160" spc="-6" dirty="0">
                <a:latin typeface="Calibri"/>
                <a:cs typeface="Calibri"/>
              </a:rPr>
              <a:t> </a:t>
            </a:r>
            <a:r>
              <a:rPr sz="2160" dirty="0">
                <a:latin typeface="Calibri"/>
                <a:cs typeface="Calibri"/>
              </a:rPr>
              <a:t>rebuild,</a:t>
            </a:r>
            <a:r>
              <a:rPr sz="2160" spc="-12" dirty="0">
                <a:latin typeface="Calibri"/>
                <a:cs typeface="Calibri"/>
              </a:rPr>
              <a:t> </a:t>
            </a:r>
            <a:r>
              <a:rPr sz="2160" b="1" i="1" dirty="0">
                <a:solidFill>
                  <a:srgbClr val="C00000"/>
                </a:solidFill>
                <a:latin typeface="Calibri"/>
                <a:cs typeface="Calibri"/>
              </a:rPr>
              <a:t>use</a:t>
            </a:r>
            <a:r>
              <a:rPr sz="2160" b="1" i="1" spc="12" dirty="0">
                <a:solidFill>
                  <a:srgbClr val="C00000"/>
                </a:solidFill>
                <a:latin typeface="Calibri"/>
                <a:cs typeface="Calibri"/>
              </a:rPr>
              <a:t> </a:t>
            </a:r>
            <a:r>
              <a:rPr sz="2160" b="1" i="1" dirty="0">
                <a:solidFill>
                  <a:srgbClr val="C00000"/>
                </a:solidFill>
                <a:latin typeface="Calibri"/>
                <a:cs typeface="Calibri"/>
              </a:rPr>
              <a:t>only</a:t>
            </a:r>
            <a:r>
              <a:rPr sz="2160" b="1" i="1" spc="6" dirty="0">
                <a:solidFill>
                  <a:srgbClr val="C00000"/>
                </a:solidFill>
                <a:latin typeface="Calibri"/>
                <a:cs typeface="Calibri"/>
              </a:rPr>
              <a:t> </a:t>
            </a:r>
            <a:r>
              <a:rPr sz="2160" b="1" i="1" dirty="0">
                <a:solidFill>
                  <a:srgbClr val="C00000"/>
                </a:solidFill>
                <a:latin typeface="Calibri"/>
                <a:cs typeface="Calibri"/>
              </a:rPr>
              <a:t>the</a:t>
            </a:r>
            <a:r>
              <a:rPr sz="2160" b="1" i="1" spc="-6" dirty="0">
                <a:solidFill>
                  <a:srgbClr val="C00000"/>
                </a:solidFill>
                <a:latin typeface="Calibri"/>
                <a:cs typeface="Calibri"/>
              </a:rPr>
              <a:t> </a:t>
            </a:r>
            <a:r>
              <a:rPr sz="2160" b="1" i="1" dirty="0">
                <a:solidFill>
                  <a:srgbClr val="C00000"/>
                </a:solidFill>
                <a:latin typeface="Calibri"/>
                <a:cs typeface="Calibri"/>
              </a:rPr>
              <a:t>most</a:t>
            </a:r>
            <a:r>
              <a:rPr sz="2160" b="1" i="1" spc="-6" dirty="0">
                <a:solidFill>
                  <a:srgbClr val="C00000"/>
                </a:solidFill>
                <a:latin typeface="Calibri"/>
                <a:cs typeface="Calibri"/>
              </a:rPr>
              <a:t> </a:t>
            </a:r>
            <a:r>
              <a:rPr sz="2160" b="1" i="1" dirty="0">
                <a:solidFill>
                  <a:srgbClr val="C00000"/>
                </a:solidFill>
                <a:latin typeface="Calibri"/>
                <a:cs typeface="Calibri"/>
              </a:rPr>
              <a:t>modern,</a:t>
            </a:r>
            <a:r>
              <a:rPr sz="2160" b="1" i="1" spc="6" dirty="0">
                <a:solidFill>
                  <a:srgbClr val="C00000"/>
                </a:solidFill>
                <a:latin typeface="Calibri"/>
                <a:cs typeface="Calibri"/>
              </a:rPr>
              <a:t> </a:t>
            </a:r>
            <a:r>
              <a:rPr sz="2160" b="1" i="1" spc="-12" dirty="0">
                <a:solidFill>
                  <a:srgbClr val="C00000"/>
                </a:solidFill>
                <a:latin typeface="Calibri"/>
                <a:cs typeface="Calibri"/>
              </a:rPr>
              <a:t>long-</a:t>
            </a:r>
            <a:r>
              <a:rPr sz="2160" b="1" i="1" dirty="0">
                <a:solidFill>
                  <a:srgbClr val="C00000"/>
                </a:solidFill>
                <a:latin typeface="Calibri"/>
                <a:cs typeface="Calibri"/>
              </a:rPr>
              <a:t>lasting</a:t>
            </a:r>
            <a:r>
              <a:rPr sz="2160" b="1" i="1" spc="-6" dirty="0">
                <a:solidFill>
                  <a:srgbClr val="C00000"/>
                </a:solidFill>
                <a:latin typeface="Calibri"/>
                <a:cs typeface="Calibri"/>
              </a:rPr>
              <a:t> </a:t>
            </a:r>
            <a:r>
              <a:rPr sz="2160" b="1" i="1" dirty="0">
                <a:solidFill>
                  <a:srgbClr val="C00000"/>
                </a:solidFill>
                <a:latin typeface="Calibri"/>
                <a:cs typeface="Calibri"/>
              </a:rPr>
              <a:t>materials</a:t>
            </a:r>
            <a:r>
              <a:rPr sz="2160" dirty="0">
                <a:latin typeface="Calibri"/>
                <a:cs typeface="Calibri"/>
              </a:rPr>
              <a:t>.</a:t>
            </a:r>
            <a:r>
              <a:rPr sz="2160" spc="-6" dirty="0">
                <a:latin typeface="Calibri"/>
                <a:cs typeface="Calibri"/>
              </a:rPr>
              <a:t> </a:t>
            </a:r>
            <a:r>
              <a:rPr sz="2160" dirty="0">
                <a:latin typeface="Calibri"/>
                <a:cs typeface="Calibri"/>
              </a:rPr>
              <a:t>This</a:t>
            </a:r>
            <a:r>
              <a:rPr sz="2160" spc="-18" dirty="0">
                <a:latin typeface="Calibri"/>
                <a:cs typeface="Calibri"/>
              </a:rPr>
              <a:t> </a:t>
            </a:r>
            <a:r>
              <a:rPr sz="2160" dirty="0">
                <a:latin typeface="Calibri"/>
                <a:cs typeface="Calibri"/>
              </a:rPr>
              <a:t>may</a:t>
            </a:r>
            <a:r>
              <a:rPr sz="2160" spc="-12" dirty="0">
                <a:latin typeface="Calibri"/>
                <a:cs typeface="Calibri"/>
              </a:rPr>
              <a:t> </a:t>
            </a:r>
            <a:r>
              <a:rPr sz="2160" dirty="0">
                <a:latin typeface="Calibri"/>
                <a:cs typeface="Calibri"/>
              </a:rPr>
              <a:t>cost</a:t>
            </a:r>
            <a:r>
              <a:rPr sz="2160" spc="-12" dirty="0">
                <a:latin typeface="Calibri"/>
                <a:cs typeface="Calibri"/>
              </a:rPr>
              <a:t> </a:t>
            </a:r>
            <a:r>
              <a:rPr sz="2160" spc="-60" dirty="0">
                <a:latin typeface="Calibri"/>
                <a:cs typeface="Calibri"/>
              </a:rPr>
              <a:t>a </a:t>
            </a:r>
            <a:r>
              <a:rPr sz="2160" dirty="0">
                <a:latin typeface="Calibri"/>
                <a:cs typeface="Calibri"/>
              </a:rPr>
              <a:t>bit</a:t>
            </a:r>
            <a:r>
              <a:rPr sz="2160" spc="162" dirty="0">
                <a:latin typeface="Calibri"/>
                <a:cs typeface="Calibri"/>
              </a:rPr>
              <a:t> </a:t>
            </a:r>
            <a:r>
              <a:rPr sz="2160" dirty="0">
                <a:latin typeface="Calibri"/>
                <a:cs typeface="Calibri"/>
              </a:rPr>
              <a:t>more</a:t>
            </a:r>
            <a:r>
              <a:rPr sz="2160" spc="192" dirty="0">
                <a:latin typeface="Calibri"/>
                <a:cs typeface="Calibri"/>
              </a:rPr>
              <a:t> </a:t>
            </a:r>
            <a:r>
              <a:rPr sz="2160" dirty="0">
                <a:latin typeface="Calibri"/>
                <a:cs typeface="Calibri"/>
              </a:rPr>
              <a:t>now,</a:t>
            </a:r>
            <a:r>
              <a:rPr sz="2160" spc="186" dirty="0">
                <a:latin typeface="Calibri"/>
                <a:cs typeface="Calibri"/>
              </a:rPr>
              <a:t> </a:t>
            </a:r>
            <a:r>
              <a:rPr sz="2160" dirty="0">
                <a:latin typeface="Calibri"/>
                <a:cs typeface="Calibri"/>
              </a:rPr>
              <a:t>but</a:t>
            </a:r>
            <a:r>
              <a:rPr sz="2160" spc="168" dirty="0">
                <a:latin typeface="Calibri"/>
                <a:cs typeface="Calibri"/>
              </a:rPr>
              <a:t> </a:t>
            </a:r>
            <a:r>
              <a:rPr sz="2160" dirty="0">
                <a:latin typeface="Calibri"/>
                <a:cs typeface="Calibri"/>
              </a:rPr>
              <a:t>it</a:t>
            </a:r>
            <a:r>
              <a:rPr sz="2160" spc="180" dirty="0">
                <a:latin typeface="Calibri"/>
                <a:cs typeface="Calibri"/>
              </a:rPr>
              <a:t> </a:t>
            </a:r>
            <a:r>
              <a:rPr sz="2160" dirty="0">
                <a:latin typeface="Calibri"/>
                <a:cs typeface="Calibri"/>
              </a:rPr>
              <a:t>will</a:t>
            </a:r>
            <a:r>
              <a:rPr sz="2160" spc="180" dirty="0">
                <a:latin typeface="Calibri"/>
                <a:cs typeface="Calibri"/>
              </a:rPr>
              <a:t> </a:t>
            </a:r>
            <a:r>
              <a:rPr sz="2160" dirty="0">
                <a:latin typeface="Calibri"/>
                <a:cs typeface="Calibri"/>
              </a:rPr>
              <a:t>help</a:t>
            </a:r>
            <a:r>
              <a:rPr sz="2160" spc="192" dirty="0">
                <a:latin typeface="Calibri"/>
                <a:cs typeface="Calibri"/>
              </a:rPr>
              <a:t> </a:t>
            </a:r>
            <a:r>
              <a:rPr sz="2160" dirty="0">
                <a:latin typeface="Calibri"/>
                <a:cs typeface="Calibri"/>
              </a:rPr>
              <a:t>you</a:t>
            </a:r>
            <a:r>
              <a:rPr sz="2160" spc="168" dirty="0">
                <a:latin typeface="Calibri"/>
                <a:cs typeface="Calibri"/>
              </a:rPr>
              <a:t> </a:t>
            </a:r>
            <a:r>
              <a:rPr sz="2160" dirty="0">
                <a:latin typeface="Calibri"/>
                <a:cs typeface="Calibri"/>
              </a:rPr>
              <a:t>to</a:t>
            </a:r>
            <a:r>
              <a:rPr sz="2160" spc="174" dirty="0">
                <a:latin typeface="Calibri"/>
                <a:cs typeface="Calibri"/>
              </a:rPr>
              <a:t> </a:t>
            </a:r>
            <a:r>
              <a:rPr sz="2160" dirty="0">
                <a:latin typeface="Calibri"/>
                <a:cs typeface="Calibri"/>
              </a:rPr>
              <a:t>avoid</a:t>
            </a:r>
            <a:r>
              <a:rPr sz="2160" spc="168" dirty="0">
                <a:latin typeface="Calibri"/>
                <a:cs typeface="Calibri"/>
              </a:rPr>
              <a:t> </a:t>
            </a:r>
            <a:r>
              <a:rPr sz="2160" dirty="0">
                <a:latin typeface="Calibri"/>
                <a:cs typeface="Calibri"/>
              </a:rPr>
              <a:t>expensive</a:t>
            </a:r>
            <a:r>
              <a:rPr sz="2160" spc="186" dirty="0">
                <a:latin typeface="Calibri"/>
                <a:cs typeface="Calibri"/>
              </a:rPr>
              <a:t> </a:t>
            </a:r>
            <a:r>
              <a:rPr sz="2160" dirty="0">
                <a:latin typeface="Calibri"/>
                <a:cs typeface="Calibri"/>
              </a:rPr>
              <a:t>and</a:t>
            </a:r>
            <a:r>
              <a:rPr sz="2160" spc="180" dirty="0">
                <a:latin typeface="Calibri"/>
                <a:cs typeface="Calibri"/>
              </a:rPr>
              <a:t> </a:t>
            </a:r>
            <a:r>
              <a:rPr sz="2160" spc="-12" dirty="0">
                <a:latin typeface="Calibri"/>
                <a:cs typeface="Calibri"/>
              </a:rPr>
              <a:t>time-</a:t>
            </a:r>
            <a:r>
              <a:rPr sz="2160" dirty="0">
                <a:latin typeface="Calibri"/>
                <a:cs typeface="Calibri"/>
              </a:rPr>
              <a:t>consuming</a:t>
            </a:r>
            <a:r>
              <a:rPr sz="2160" spc="180" dirty="0">
                <a:latin typeface="Calibri"/>
                <a:cs typeface="Calibri"/>
              </a:rPr>
              <a:t> </a:t>
            </a:r>
            <a:r>
              <a:rPr sz="2160" spc="-12" dirty="0">
                <a:latin typeface="Calibri"/>
                <a:cs typeface="Calibri"/>
              </a:rPr>
              <a:t>maintenance later.</a:t>
            </a:r>
            <a:endParaRPr sz="2160">
              <a:latin typeface="Calibri"/>
              <a:cs typeface="Calibri"/>
            </a:endParaRPr>
          </a:p>
          <a:p>
            <a:pPr marL="358902" marR="10668" indent="-344424" algn="just">
              <a:buFont typeface="Arial MT"/>
              <a:buChar char="•"/>
              <a:tabLst>
                <a:tab pos="358902" algn="l"/>
              </a:tabLst>
            </a:pPr>
            <a:r>
              <a:rPr sz="2160" dirty="0">
                <a:latin typeface="Calibri"/>
                <a:cs typeface="Calibri"/>
              </a:rPr>
              <a:t>If</a:t>
            </a:r>
            <a:r>
              <a:rPr sz="2160" spc="378" dirty="0">
                <a:latin typeface="Calibri"/>
                <a:cs typeface="Calibri"/>
              </a:rPr>
              <a:t> </a:t>
            </a:r>
            <a:r>
              <a:rPr sz="2160" dirty="0">
                <a:latin typeface="Calibri"/>
                <a:cs typeface="Calibri"/>
              </a:rPr>
              <a:t>you</a:t>
            </a:r>
            <a:r>
              <a:rPr sz="2160" spc="372" dirty="0">
                <a:latin typeface="Calibri"/>
                <a:cs typeface="Calibri"/>
              </a:rPr>
              <a:t> </a:t>
            </a:r>
            <a:r>
              <a:rPr sz="2160" dirty="0">
                <a:latin typeface="Calibri"/>
                <a:cs typeface="Calibri"/>
              </a:rPr>
              <a:t>decide</a:t>
            </a:r>
            <a:r>
              <a:rPr sz="2160" spc="378" dirty="0">
                <a:latin typeface="Calibri"/>
                <a:cs typeface="Calibri"/>
              </a:rPr>
              <a:t> </a:t>
            </a:r>
            <a:r>
              <a:rPr sz="2160" dirty="0">
                <a:latin typeface="Calibri"/>
                <a:cs typeface="Calibri"/>
              </a:rPr>
              <a:t>to</a:t>
            </a:r>
            <a:r>
              <a:rPr sz="2160" spc="378" dirty="0">
                <a:latin typeface="Calibri"/>
                <a:cs typeface="Calibri"/>
              </a:rPr>
              <a:t> </a:t>
            </a:r>
            <a:r>
              <a:rPr sz="2160" dirty="0">
                <a:latin typeface="Calibri"/>
                <a:cs typeface="Calibri"/>
              </a:rPr>
              <a:t>rebuild,</a:t>
            </a:r>
            <a:r>
              <a:rPr sz="2160" spc="372" dirty="0">
                <a:latin typeface="Calibri"/>
                <a:cs typeface="Calibri"/>
              </a:rPr>
              <a:t> </a:t>
            </a:r>
            <a:r>
              <a:rPr sz="2160" b="1" i="1" dirty="0">
                <a:solidFill>
                  <a:srgbClr val="C00000"/>
                </a:solidFill>
                <a:latin typeface="Calibri"/>
                <a:cs typeface="Calibri"/>
              </a:rPr>
              <a:t>be</a:t>
            </a:r>
            <a:r>
              <a:rPr sz="2160" b="1" i="1" spc="378" dirty="0">
                <a:solidFill>
                  <a:srgbClr val="C00000"/>
                </a:solidFill>
                <a:latin typeface="Calibri"/>
                <a:cs typeface="Calibri"/>
              </a:rPr>
              <a:t> </a:t>
            </a:r>
            <a:r>
              <a:rPr sz="2160" b="1" i="1" dirty="0">
                <a:solidFill>
                  <a:srgbClr val="C00000"/>
                </a:solidFill>
                <a:latin typeface="Calibri"/>
                <a:cs typeface="Calibri"/>
              </a:rPr>
              <a:t>disciplined</a:t>
            </a:r>
            <a:r>
              <a:rPr sz="2160" b="1" i="1" spc="378" dirty="0">
                <a:solidFill>
                  <a:srgbClr val="C00000"/>
                </a:solidFill>
                <a:latin typeface="Calibri"/>
                <a:cs typeface="Calibri"/>
              </a:rPr>
              <a:t> </a:t>
            </a:r>
            <a:r>
              <a:rPr sz="2160" dirty="0">
                <a:latin typeface="Calibri"/>
                <a:cs typeface="Calibri"/>
              </a:rPr>
              <a:t>about</a:t>
            </a:r>
            <a:r>
              <a:rPr sz="2160" spc="378" dirty="0">
                <a:latin typeface="Calibri"/>
                <a:cs typeface="Calibri"/>
              </a:rPr>
              <a:t> </a:t>
            </a:r>
            <a:r>
              <a:rPr sz="2160" dirty="0">
                <a:latin typeface="Calibri"/>
                <a:cs typeface="Calibri"/>
              </a:rPr>
              <a:t>it.</a:t>
            </a:r>
            <a:r>
              <a:rPr sz="2160" spc="378" dirty="0">
                <a:latin typeface="Calibri"/>
                <a:cs typeface="Calibri"/>
              </a:rPr>
              <a:t> </a:t>
            </a:r>
            <a:r>
              <a:rPr sz="2160" dirty="0">
                <a:latin typeface="Calibri"/>
                <a:cs typeface="Calibri"/>
              </a:rPr>
              <a:t>Use</a:t>
            </a:r>
            <a:r>
              <a:rPr sz="2160" spc="378" dirty="0">
                <a:latin typeface="Calibri"/>
                <a:cs typeface="Calibri"/>
              </a:rPr>
              <a:t> </a:t>
            </a:r>
            <a:r>
              <a:rPr sz="2160" dirty="0">
                <a:latin typeface="Calibri"/>
                <a:cs typeface="Calibri"/>
              </a:rPr>
              <a:t>practices</a:t>
            </a:r>
            <a:r>
              <a:rPr sz="2160" spc="384" dirty="0">
                <a:latin typeface="Calibri"/>
                <a:cs typeface="Calibri"/>
              </a:rPr>
              <a:t> </a:t>
            </a:r>
            <a:r>
              <a:rPr sz="2160" dirty="0">
                <a:latin typeface="Calibri"/>
                <a:cs typeface="Calibri"/>
              </a:rPr>
              <a:t>that</a:t>
            </a:r>
            <a:r>
              <a:rPr sz="2160" spc="378" dirty="0">
                <a:latin typeface="Calibri"/>
                <a:cs typeface="Calibri"/>
              </a:rPr>
              <a:t> </a:t>
            </a:r>
            <a:r>
              <a:rPr sz="2160" dirty="0">
                <a:latin typeface="Calibri"/>
                <a:cs typeface="Calibri"/>
              </a:rPr>
              <a:t>will</a:t>
            </a:r>
            <a:r>
              <a:rPr sz="2160" spc="366" dirty="0">
                <a:latin typeface="Calibri"/>
                <a:cs typeface="Calibri"/>
              </a:rPr>
              <a:t> </a:t>
            </a:r>
            <a:r>
              <a:rPr sz="2160" dirty="0">
                <a:latin typeface="Calibri"/>
                <a:cs typeface="Calibri"/>
              </a:rPr>
              <a:t>result</a:t>
            </a:r>
            <a:r>
              <a:rPr sz="2160" spc="372" dirty="0">
                <a:latin typeface="Calibri"/>
                <a:cs typeface="Calibri"/>
              </a:rPr>
              <a:t> </a:t>
            </a:r>
            <a:r>
              <a:rPr sz="2160" dirty="0">
                <a:latin typeface="Calibri"/>
                <a:cs typeface="Calibri"/>
              </a:rPr>
              <a:t>in</a:t>
            </a:r>
            <a:r>
              <a:rPr sz="2160" spc="384" dirty="0">
                <a:latin typeface="Calibri"/>
                <a:cs typeface="Calibri"/>
              </a:rPr>
              <a:t> </a:t>
            </a:r>
            <a:r>
              <a:rPr sz="2160" spc="-24" dirty="0">
                <a:latin typeface="Calibri"/>
                <a:cs typeface="Calibri"/>
              </a:rPr>
              <a:t>high </a:t>
            </a:r>
            <a:r>
              <a:rPr sz="2160" spc="-12" dirty="0">
                <a:latin typeface="Calibri"/>
                <a:cs typeface="Calibri"/>
              </a:rPr>
              <a:t>quality—</a:t>
            </a:r>
            <a:r>
              <a:rPr sz="2160" dirty="0">
                <a:latin typeface="Calibri"/>
                <a:cs typeface="Calibri"/>
              </a:rPr>
              <a:t>today</a:t>
            </a:r>
            <a:r>
              <a:rPr sz="2160" spc="-36" dirty="0">
                <a:latin typeface="Calibri"/>
                <a:cs typeface="Calibri"/>
              </a:rPr>
              <a:t> </a:t>
            </a:r>
            <a:r>
              <a:rPr sz="2160" dirty="0">
                <a:latin typeface="Calibri"/>
                <a:cs typeface="Calibri"/>
              </a:rPr>
              <a:t>and</a:t>
            </a:r>
            <a:r>
              <a:rPr sz="2160" spc="-18" dirty="0">
                <a:latin typeface="Calibri"/>
                <a:cs typeface="Calibri"/>
              </a:rPr>
              <a:t> </a:t>
            </a:r>
            <a:r>
              <a:rPr sz="2160" dirty="0">
                <a:latin typeface="Calibri"/>
                <a:cs typeface="Calibri"/>
              </a:rPr>
              <a:t>in</a:t>
            </a:r>
            <a:r>
              <a:rPr sz="2160" spc="-18" dirty="0">
                <a:latin typeface="Calibri"/>
                <a:cs typeface="Calibri"/>
              </a:rPr>
              <a:t> </a:t>
            </a:r>
            <a:r>
              <a:rPr sz="2160" dirty="0">
                <a:latin typeface="Calibri"/>
                <a:cs typeface="Calibri"/>
              </a:rPr>
              <a:t>the</a:t>
            </a:r>
            <a:r>
              <a:rPr sz="2160" spc="-36" dirty="0">
                <a:latin typeface="Calibri"/>
                <a:cs typeface="Calibri"/>
              </a:rPr>
              <a:t> </a:t>
            </a:r>
            <a:r>
              <a:rPr sz="2160" spc="-12" dirty="0">
                <a:latin typeface="Calibri"/>
                <a:cs typeface="Calibri"/>
              </a:rPr>
              <a:t>future</a:t>
            </a:r>
            <a:endParaRPr sz="2160">
              <a:latin typeface="Calibri"/>
              <a:cs typeface="Calibri"/>
            </a:endParaRPr>
          </a:p>
        </p:txBody>
      </p:sp>
    </p:spTree>
    <p:extLst>
      <p:ext uri="{BB962C8B-B14F-4D97-AF65-F5344CB8AC3E}">
        <p14:creationId xmlns:p14="http://schemas.microsoft.com/office/powerpoint/2010/main" val="28626602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83180"/>
            <a:ext cx="5561814" cy="447045"/>
          </a:xfrm>
          <a:prstGeom prst="rect">
            <a:avLst/>
          </a:prstGeom>
        </p:spPr>
        <p:txBody>
          <a:bodyPr vert="horz" wrap="square" lIns="0" tIns="16002" rIns="0" bIns="0" rtlCol="0" anchor="b">
            <a:spAutoFit/>
          </a:bodyPr>
          <a:lstStyle/>
          <a:p>
            <a:pPr marL="15240">
              <a:lnSpc>
                <a:spcPct val="100000"/>
              </a:lnSpc>
              <a:spcBef>
                <a:spcPts val="126"/>
              </a:spcBef>
            </a:pPr>
            <a:r>
              <a:rPr sz="2800" b="1" dirty="0"/>
              <a:t>Reengineering</a:t>
            </a:r>
            <a:r>
              <a:rPr sz="2800" b="1" spc="-96" dirty="0"/>
              <a:t> </a:t>
            </a:r>
            <a:r>
              <a:rPr sz="2800" b="1" dirty="0"/>
              <a:t>Process</a:t>
            </a:r>
            <a:r>
              <a:rPr sz="2800" b="1" spc="-84" dirty="0"/>
              <a:t> </a:t>
            </a:r>
            <a:r>
              <a:rPr sz="2800" b="1" spc="-12" dirty="0"/>
              <a:t>Model</a:t>
            </a:r>
            <a:endParaRPr sz="2800" b="1" dirty="0"/>
          </a:p>
        </p:txBody>
      </p:sp>
      <p:grpSp>
        <p:nvGrpSpPr>
          <p:cNvPr id="3" name="object 3"/>
          <p:cNvGrpSpPr/>
          <p:nvPr/>
        </p:nvGrpSpPr>
        <p:grpSpPr>
          <a:xfrm>
            <a:off x="3837965" y="652501"/>
            <a:ext cx="7651242" cy="3518154"/>
            <a:chOff x="2690304" y="543750"/>
            <a:chExt cx="6376035" cy="2931795"/>
          </a:xfrm>
        </p:grpSpPr>
        <p:pic>
          <p:nvPicPr>
            <p:cNvPr id="4" name="object 4"/>
            <p:cNvPicPr/>
            <p:nvPr/>
          </p:nvPicPr>
          <p:blipFill>
            <a:blip r:embed="rId2" cstate="print"/>
            <a:stretch>
              <a:fillRect/>
            </a:stretch>
          </p:blipFill>
          <p:spPr>
            <a:xfrm>
              <a:off x="2699766" y="634969"/>
              <a:ext cx="6285066" cy="2820640"/>
            </a:xfrm>
            <a:prstGeom prst="rect">
              <a:avLst/>
            </a:prstGeom>
          </p:spPr>
        </p:pic>
        <p:sp>
          <p:nvSpPr>
            <p:cNvPr id="5" name="object 5"/>
            <p:cNvSpPr/>
            <p:nvPr/>
          </p:nvSpPr>
          <p:spPr>
            <a:xfrm>
              <a:off x="2695067" y="548512"/>
              <a:ext cx="6366510" cy="2922270"/>
            </a:xfrm>
            <a:custGeom>
              <a:avLst/>
              <a:gdLst/>
              <a:ahLst/>
              <a:cxnLst/>
              <a:rect l="l" t="t" r="r" b="b"/>
              <a:pathLst>
                <a:path w="6366509" h="2922270">
                  <a:moveTo>
                    <a:pt x="0" y="2922143"/>
                  </a:moveTo>
                  <a:lnTo>
                    <a:pt x="6366129" y="2922143"/>
                  </a:lnTo>
                  <a:lnTo>
                    <a:pt x="6366129" y="0"/>
                  </a:lnTo>
                  <a:lnTo>
                    <a:pt x="0" y="0"/>
                  </a:lnTo>
                  <a:lnTo>
                    <a:pt x="0" y="2922143"/>
                  </a:lnTo>
                  <a:close/>
                </a:path>
              </a:pathLst>
            </a:custGeom>
            <a:ln w="9525">
              <a:solidFill>
                <a:srgbClr val="000000"/>
              </a:solidFill>
            </a:ln>
          </p:spPr>
          <p:txBody>
            <a:bodyPr wrap="square" lIns="0" tIns="0" rIns="0" bIns="0" rtlCol="0"/>
            <a:lstStyle/>
            <a:p>
              <a:endParaRPr sz="2160"/>
            </a:p>
          </p:txBody>
        </p:sp>
      </p:grpSp>
      <p:sp>
        <p:nvSpPr>
          <p:cNvPr id="6" name="object 6"/>
          <p:cNvSpPr txBox="1"/>
          <p:nvPr/>
        </p:nvSpPr>
        <p:spPr>
          <a:xfrm>
            <a:off x="833201" y="685496"/>
            <a:ext cx="2835402" cy="680186"/>
          </a:xfrm>
          <a:prstGeom prst="rect">
            <a:avLst/>
          </a:prstGeom>
        </p:spPr>
        <p:txBody>
          <a:bodyPr vert="horz" wrap="square" lIns="0" tIns="15240" rIns="0" bIns="0" rtlCol="0">
            <a:spAutoFit/>
          </a:bodyPr>
          <a:lstStyle/>
          <a:p>
            <a:pPr marL="358902" marR="6096" indent="-344424">
              <a:spcBef>
                <a:spcPts val="120"/>
              </a:spcBef>
              <a:buFont typeface="Arial MT"/>
              <a:buChar char="•"/>
              <a:tabLst>
                <a:tab pos="358902" algn="l"/>
                <a:tab pos="1051560" algn="l"/>
                <a:tab pos="1399032" algn="l"/>
                <a:tab pos="1761744" algn="l"/>
                <a:tab pos="1935480" algn="l"/>
                <a:tab pos="2085594" algn="l"/>
                <a:tab pos="2446020" algn="l"/>
              </a:tabLst>
            </a:pPr>
            <a:r>
              <a:rPr sz="2160" spc="-30" dirty="0">
                <a:latin typeface="Calibri"/>
                <a:cs typeface="Calibri"/>
              </a:rPr>
              <a:t>The</a:t>
            </a:r>
            <a:r>
              <a:rPr sz="2160" dirty="0">
                <a:latin typeface="Calibri"/>
                <a:cs typeface="Calibri"/>
              </a:rPr>
              <a:t>	</a:t>
            </a:r>
            <a:r>
              <a:rPr sz="2160" b="1" spc="-24" dirty="0">
                <a:solidFill>
                  <a:srgbClr val="C00000"/>
                </a:solidFill>
                <a:latin typeface="Calibri"/>
                <a:cs typeface="Calibri"/>
              </a:rPr>
              <a:t>input</a:t>
            </a:r>
            <a:r>
              <a:rPr sz="2160" b="1" dirty="0">
                <a:solidFill>
                  <a:srgbClr val="C00000"/>
                </a:solidFill>
                <a:latin typeface="Calibri"/>
                <a:cs typeface="Calibri"/>
              </a:rPr>
              <a:t>		</a:t>
            </a:r>
            <a:r>
              <a:rPr sz="2160" spc="-30" dirty="0">
                <a:latin typeface="Calibri"/>
                <a:cs typeface="Calibri"/>
              </a:rPr>
              <a:t>to</a:t>
            </a:r>
            <a:r>
              <a:rPr sz="2160" dirty="0">
                <a:latin typeface="Calibri"/>
                <a:cs typeface="Calibri"/>
              </a:rPr>
              <a:t>	</a:t>
            </a:r>
            <a:r>
              <a:rPr sz="2160" spc="-30" dirty="0">
                <a:latin typeface="Calibri"/>
                <a:cs typeface="Calibri"/>
              </a:rPr>
              <a:t>the </a:t>
            </a:r>
            <a:r>
              <a:rPr sz="2160" spc="-12" dirty="0">
                <a:latin typeface="Calibri"/>
                <a:cs typeface="Calibri"/>
              </a:rPr>
              <a:t>process</a:t>
            </a:r>
            <a:r>
              <a:rPr sz="2160" dirty="0">
                <a:latin typeface="Calibri"/>
                <a:cs typeface="Calibri"/>
              </a:rPr>
              <a:t>	</a:t>
            </a:r>
            <a:r>
              <a:rPr sz="2160" spc="-30" dirty="0">
                <a:latin typeface="Calibri"/>
                <a:cs typeface="Calibri"/>
              </a:rPr>
              <a:t>is</a:t>
            </a:r>
            <a:r>
              <a:rPr sz="2160" dirty="0">
                <a:latin typeface="Calibri"/>
                <a:cs typeface="Calibri"/>
              </a:rPr>
              <a:t>	</a:t>
            </a:r>
            <a:r>
              <a:rPr sz="2160" spc="-60" dirty="0">
                <a:latin typeface="Calibri"/>
                <a:cs typeface="Calibri"/>
              </a:rPr>
              <a:t>a</a:t>
            </a:r>
            <a:r>
              <a:rPr sz="2160" dirty="0">
                <a:latin typeface="Calibri"/>
                <a:cs typeface="Calibri"/>
              </a:rPr>
              <a:t>		</a:t>
            </a:r>
            <a:r>
              <a:rPr sz="2160" b="1" i="1" spc="-12" dirty="0">
                <a:solidFill>
                  <a:srgbClr val="006FC0"/>
                </a:solidFill>
                <a:latin typeface="Calibri"/>
                <a:cs typeface="Calibri"/>
              </a:rPr>
              <a:t>legacy</a:t>
            </a:r>
            <a:endParaRPr sz="2160" dirty="0">
              <a:latin typeface="Calibri"/>
              <a:cs typeface="Calibri"/>
            </a:endParaRPr>
          </a:p>
        </p:txBody>
      </p:sp>
      <p:sp>
        <p:nvSpPr>
          <p:cNvPr id="7" name="object 7"/>
          <p:cNvSpPr txBox="1"/>
          <p:nvPr/>
        </p:nvSpPr>
        <p:spPr>
          <a:xfrm>
            <a:off x="1177016" y="1343863"/>
            <a:ext cx="1114043" cy="1012585"/>
          </a:xfrm>
          <a:prstGeom prst="rect">
            <a:avLst/>
          </a:prstGeom>
        </p:spPr>
        <p:txBody>
          <a:bodyPr vert="horz" wrap="square" lIns="0" tIns="15240" rIns="0" bIns="0" rtlCol="0">
            <a:spAutoFit/>
          </a:bodyPr>
          <a:lstStyle/>
          <a:p>
            <a:pPr marL="15240" marR="6096">
              <a:spcBef>
                <a:spcPts val="120"/>
              </a:spcBef>
            </a:pPr>
            <a:r>
              <a:rPr sz="2160" b="1" i="1" spc="-12" dirty="0">
                <a:solidFill>
                  <a:srgbClr val="006FC0"/>
                </a:solidFill>
                <a:latin typeface="Calibri"/>
                <a:cs typeface="Calibri"/>
              </a:rPr>
              <a:t>program</a:t>
            </a:r>
            <a:r>
              <a:rPr sz="2160" spc="-12" dirty="0">
                <a:latin typeface="Calibri"/>
                <a:cs typeface="Calibri"/>
              </a:rPr>
              <a:t>, </a:t>
            </a:r>
            <a:r>
              <a:rPr sz="2160" b="1" spc="-12" dirty="0">
                <a:solidFill>
                  <a:srgbClr val="C00000"/>
                </a:solidFill>
                <a:latin typeface="Calibri"/>
                <a:cs typeface="Calibri"/>
              </a:rPr>
              <a:t>output </a:t>
            </a:r>
            <a:r>
              <a:rPr sz="2160" b="1" i="1" spc="-12" dirty="0">
                <a:solidFill>
                  <a:srgbClr val="006FC0"/>
                </a:solidFill>
                <a:latin typeface="Calibri"/>
                <a:cs typeface="Calibri"/>
              </a:rPr>
              <a:t>improved</a:t>
            </a:r>
            <a:endParaRPr sz="2160" dirty="0">
              <a:latin typeface="Calibri"/>
              <a:cs typeface="Calibri"/>
            </a:endParaRPr>
          </a:p>
        </p:txBody>
      </p:sp>
      <p:sp>
        <p:nvSpPr>
          <p:cNvPr id="8" name="object 8"/>
          <p:cNvSpPr txBox="1"/>
          <p:nvPr/>
        </p:nvSpPr>
        <p:spPr>
          <a:xfrm>
            <a:off x="2539899" y="1343863"/>
            <a:ext cx="1130046" cy="1012585"/>
          </a:xfrm>
          <a:prstGeom prst="rect">
            <a:avLst/>
          </a:prstGeom>
        </p:spPr>
        <p:txBody>
          <a:bodyPr vert="horz" wrap="square" lIns="0" tIns="15240" rIns="0" bIns="0" rtlCol="0">
            <a:spAutoFit/>
          </a:bodyPr>
          <a:lstStyle/>
          <a:p>
            <a:pPr marR="6096" algn="r">
              <a:spcBef>
                <a:spcPts val="120"/>
              </a:spcBef>
              <a:tabLst>
                <a:tab pos="725424" algn="l"/>
              </a:tabLst>
            </a:pPr>
            <a:r>
              <a:rPr sz="2160" spc="-30" dirty="0">
                <a:latin typeface="Calibri"/>
                <a:cs typeface="Calibri"/>
              </a:rPr>
              <a:t>and</a:t>
            </a:r>
            <a:r>
              <a:rPr sz="2160" dirty="0">
                <a:latin typeface="Calibri"/>
                <a:cs typeface="Calibri"/>
              </a:rPr>
              <a:t>	</a:t>
            </a:r>
            <a:r>
              <a:rPr sz="2160" spc="-30" dirty="0">
                <a:latin typeface="Calibri"/>
                <a:cs typeface="Calibri"/>
              </a:rPr>
              <a:t>the</a:t>
            </a:r>
            <a:endParaRPr sz="2160" dirty="0">
              <a:latin typeface="Calibri"/>
              <a:cs typeface="Calibri"/>
            </a:endParaRPr>
          </a:p>
          <a:p>
            <a:pPr marR="7620" algn="r">
              <a:tabLst>
                <a:tab pos="785622" algn="l"/>
              </a:tabLst>
            </a:pPr>
            <a:r>
              <a:rPr sz="2160" spc="-30" dirty="0">
                <a:latin typeface="Calibri"/>
                <a:cs typeface="Calibri"/>
              </a:rPr>
              <a:t>is</a:t>
            </a:r>
            <a:r>
              <a:rPr sz="2160" dirty="0">
                <a:latin typeface="Calibri"/>
                <a:cs typeface="Calibri"/>
              </a:rPr>
              <a:t>	</a:t>
            </a:r>
            <a:r>
              <a:rPr sz="2160" spc="-30" dirty="0">
                <a:latin typeface="Calibri"/>
                <a:cs typeface="Calibri"/>
              </a:rPr>
              <a:t>an</a:t>
            </a:r>
            <a:endParaRPr sz="2160" dirty="0">
              <a:latin typeface="Calibri"/>
              <a:cs typeface="Calibri"/>
            </a:endParaRPr>
          </a:p>
          <a:p>
            <a:pPr marR="6096" algn="r"/>
            <a:r>
              <a:rPr sz="2160" b="1" i="1" spc="-30" dirty="0">
                <a:solidFill>
                  <a:srgbClr val="006FC0"/>
                </a:solidFill>
                <a:latin typeface="Calibri"/>
                <a:cs typeface="Calibri"/>
              </a:rPr>
              <a:t>and</a:t>
            </a:r>
            <a:endParaRPr sz="2160" dirty="0">
              <a:latin typeface="Calibri"/>
              <a:cs typeface="Calibri"/>
            </a:endParaRPr>
          </a:p>
        </p:txBody>
      </p:sp>
      <p:sp>
        <p:nvSpPr>
          <p:cNvPr id="9" name="object 9"/>
          <p:cNvSpPr txBox="1"/>
          <p:nvPr/>
        </p:nvSpPr>
        <p:spPr>
          <a:xfrm>
            <a:off x="833201" y="2331872"/>
            <a:ext cx="10552176" cy="4324774"/>
          </a:xfrm>
          <a:prstGeom prst="rect">
            <a:avLst/>
          </a:prstGeom>
        </p:spPr>
        <p:txBody>
          <a:bodyPr vert="horz" wrap="square" lIns="0" tIns="15240" rIns="0" bIns="0" rtlCol="0">
            <a:spAutoFit/>
          </a:bodyPr>
          <a:lstStyle/>
          <a:p>
            <a:pPr marR="7721346" algn="r">
              <a:spcBef>
                <a:spcPts val="120"/>
              </a:spcBef>
              <a:tabLst>
                <a:tab pos="1635252" algn="l"/>
              </a:tabLst>
            </a:pPr>
            <a:r>
              <a:rPr sz="2160" b="1" i="1" spc="-12" dirty="0">
                <a:solidFill>
                  <a:srgbClr val="006FC0"/>
                </a:solidFill>
                <a:latin typeface="Calibri"/>
                <a:cs typeface="Calibri"/>
              </a:rPr>
              <a:t>restructured</a:t>
            </a:r>
            <a:r>
              <a:rPr sz="2160" b="1" i="1" dirty="0">
                <a:solidFill>
                  <a:srgbClr val="006FC0"/>
                </a:solidFill>
                <a:latin typeface="Calibri"/>
                <a:cs typeface="Calibri"/>
              </a:rPr>
              <a:t>	</a:t>
            </a:r>
            <a:r>
              <a:rPr sz="2160" b="1" i="1" spc="-12" dirty="0">
                <a:solidFill>
                  <a:srgbClr val="006FC0"/>
                </a:solidFill>
                <a:latin typeface="Calibri"/>
                <a:cs typeface="Calibri"/>
              </a:rPr>
              <a:t>version</a:t>
            </a:r>
            <a:endParaRPr sz="2160" dirty="0">
              <a:latin typeface="Calibri"/>
              <a:cs typeface="Calibri"/>
            </a:endParaRPr>
          </a:p>
          <a:p>
            <a:pPr marR="7777734" algn="r"/>
            <a:r>
              <a:rPr sz="2160" dirty="0">
                <a:latin typeface="Calibri"/>
                <a:cs typeface="Calibri"/>
              </a:rPr>
              <a:t>of</a:t>
            </a:r>
            <a:r>
              <a:rPr sz="2160" spc="-30" dirty="0">
                <a:latin typeface="Calibri"/>
                <a:cs typeface="Calibri"/>
              </a:rPr>
              <a:t> </a:t>
            </a:r>
            <a:r>
              <a:rPr sz="2160" dirty="0">
                <a:latin typeface="Calibri"/>
                <a:cs typeface="Calibri"/>
              </a:rPr>
              <a:t>the</a:t>
            </a:r>
            <a:r>
              <a:rPr sz="2160" spc="-12" dirty="0">
                <a:latin typeface="Calibri"/>
                <a:cs typeface="Calibri"/>
              </a:rPr>
              <a:t> </a:t>
            </a:r>
            <a:r>
              <a:rPr sz="2160" dirty="0">
                <a:latin typeface="Calibri"/>
                <a:cs typeface="Calibri"/>
              </a:rPr>
              <a:t>same</a:t>
            </a:r>
            <a:r>
              <a:rPr sz="2160" spc="-30" dirty="0">
                <a:latin typeface="Calibri"/>
                <a:cs typeface="Calibri"/>
              </a:rPr>
              <a:t> </a:t>
            </a:r>
            <a:r>
              <a:rPr sz="2160" spc="-12" dirty="0">
                <a:latin typeface="Calibri"/>
                <a:cs typeface="Calibri"/>
              </a:rPr>
              <a:t>program.</a:t>
            </a:r>
            <a:endParaRPr sz="2160" dirty="0">
              <a:latin typeface="Calibri"/>
              <a:cs typeface="Calibri"/>
            </a:endParaRPr>
          </a:p>
          <a:p>
            <a:pPr marL="343662" marR="7721346" indent="-343662" algn="r">
              <a:buFont typeface="Arial MT"/>
              <a:buChar char="•"/>
              <a:tabLst>
                <a:tab pos="343662" algn="l"/>
              </a:tabLst>
            </a:pPr>
            <a:r>
              <a:rPr sz="2160" dirty="0">
                <a:latin typeface="Calibri"/>
                <a:cs typeface="Calibri"/>
              </a:rPr>
              <a:t>The</a:t>
            </a:r>
            <a:r>
              <a:rPr sz="2160" spc="72" dirty="0">
                <a:latin typeface="Calibri"/>
                <a:cs typeface="Calibri"/>
              </a:rPr>
              <a:t>  </a:t>
            </a:r>
            <a:r>
              <a:rPr sz="2160" dirty="0">
                <a:latin typeface="Calibri"/>
                <a:cs typeface="Calibri"/>
              </a:rPr>
              <a:t>activities</a:t>
            </a:r>
            <a:r>
              <a:rPr sz="2160" spc="78" dirty="0">
                <a:latin typeface="Calibri"/>
                <a:cs typeface="Calibri"/>
              </a:rPr>
              <a:t>  </a:t>
            </a:r>
            <a:r>
              <a:rPr sz="2160" dirty="0">
                <a:latin typeface="Calibri"/>
                <a:cs typeface="Calibri"/>
              </a:rPr>
              <a:t>in</a:t>
            </a:r>
            <a:r>
              <a:rPr sz="2160" spc="78" dirty="0">
                <a:latin typeface="Calibri"/>
                <a:cs typeface="Calibri"/>
              </a:rPr>
              <a:t>  </a:t>
            </a:r>
            <a:r>
              <a:rPr sz="2160" spc="-24" dirty="0">
                <a:latin typeface="Calibri"/>
                <a:cs typeface="Calibri"/>
              </a:rPr>
              <a:t>this</a:t>
            </a:r>
            <a:endParaRPr sz="2160" dirty="0">
              <a:latin typeface="Calibri"/>
              <a:cs typeface="Calibri"/>
            </a:endParaRPr>
          </a:p>
          <a:p>
            <a:pPr marL="358902" marR="8631936"/>
            <a:r>
              <a:rPr sz="2160" spc="-12" dirty="0">
                <a:latin typeface="Calibri"/>
                <a:cs typeface="Calibri"/>
              </a:rPr>
              <a:t>reengineering </a:t>
            </a:r>
            <a:r>
              <a:rPr sz="2160" dirty="0">
                <a:latin typeface="Calibri"/>
                <a:cs typeface="Calibri"/>
              </a:rPr>
              <a:t>process</a:t>
            </a:r>
            <a:r>
              <a:rPr sz="2160" spc="-96" dirty="0">
                <a:latin typeface="Calibri"/>
                <a:cs typeface="Calibri"/>
              </a:rPr>
              <a:t> </a:t>
            </a:r>
            <a:r>
              <a:rPr sz="2160" spc="-24" dirty="0">
                <a:latin typeface="Calibri"/>
                <a:cs typeface="Calibri"/>
              </a:rPr>
              <a:t>are:</a:t>
            </a:r>
            <a:endParaRPr sz="2160" dirty="0">
              <a:latin typeface="Calibri"/>
              <a:cs typeface="Calibri"/>
            </a:endParaRPr>
          </a:p>
          <a:p>
            <a:pPr marL="337566" indent="-274320">
              <a:spcBef>
                <a:spcPts val="2514"/>
              </a:spcBef>
              <a:buFont typeface="Calibri"/>
              <a:buAutoNum type="arabicPeriod"/>
              <a:tabLst>
                <a:tab pos="337566" algn="l"/>
              </a:tabLst>
            </a:pPr>
            <a:r>
              <a:rPr sz="2160" b="1" i="1" dirty="0">
                <a:solidFill>
                  <a:srgbClr val="001F5F"/>
                </a:solidFill>
                <a:latin typeface="Calibri"/>
                <a:cs typeface="Calibri"/>
              </a:rPr>
              <a:t>Source</a:t>
            </a:r>
            <a:r>
              <a:rPr sz="2160" b="1" i="1" spc="-66" dirty="0">
                <a:solidFill>
                  <a:srgbClr val="001F5F"/>
                </a:solidFill>
                <a:latin typeface="Calibri"/>
                <a:cs typeface="Calibri"/>
              </a:rPr>
              <a:t> </a:t>
            </a:r>
            <a:r>
              <a:rPr sz="2160" b="1" i="1" dirty="0">
                <a:solidFill>
                  <a:srgbClr val="001F5F"/>
                </a:solidFill>
                <a:latin typeface="Calibri"/>
                <a:cs typeface="Calibri"/>
              </a:rPr>
              <a:t>Code</a:t>
            </a:r>
            <a:r>
              <a:rPr sz="2160" b="1" i="1" spc="-48" dirty="0">
                <a:solidFill>
                  <a:srgbClr val="001F5F"/>
                </a:solidFill>
                <a:latin typeface="Calibri"/>
                <a:cs typeface="Calibri"/>
              </a:rPr>
              <a:t> </a:t>
            </a:r>
            <a:r>
              <a:rPr sz="2160" b="1" i="1" spc="-12" dirty="0">
                <a:solidFill>
                  <a:srgbClr val="001F5F"/>
                </a:solidFill>
                <a:latin typeface="Calibri"/>
                <a:cs typeface="Calibri"/>
              </a:rPr>
              <a:t>Translation</a:t>
            </a:r>
            <a:endParaRPr sz="2160" dirty="0">
              <a:latin typeface="Calibri"/>
              <a:cs typeface="Calibri"/>
            </a:endParaRPr>
          </a:p>
          <a:p>
            <a:pPr marL="407670" marR="6096" lvl="1" indent="-344424">
              <a:spcBef>
                <a:spcPts val="6"/>
              </a:spcBef>
              <a:buFont typeface="Arial MT"/>
              <a:buChar char="•"/>
              <a:tabLst>
                <a:tab pos="407670" algn="l"/>
              </a:tabLst>
            </a:pPr>
            <a:r>
              <a:rPr sz="2160" dirty="0">
                <a:latin typeface="Calibri"/>
                <a:cs typeface="Calibri"/>
              </a:rPr>
              <a:t>Using</a:t>
            </a:r>
            <a:r>
              <a:rPr sz="2160" spc="48" dirty="0">
                <a:latin typeface="Calibri"/>
                <a:cs typeface="Calibri"/>
              </a:rPr>
              <a:t> </a:t>
            </a:r>
            <a:r>
              <a:rPr sz="2160" dirty="0">
                <a:latin typeface="Calibri"/>
                <a:cs typeface="Calibri"/>
              </a:rPr>
              <a:t>a</a:t>
            </a:r>
            <a:r>
              <a:rPr sz="2160" spc="42" dirty="0">
                <a:latin typeface="Calibri"/>
                <a:cs typeface="Calibri"/>
              </a:rPr>
              <a:t> </a:t>
            </a:r>
            <a:r>
              <a:rPr sz="2160" dirty="0">
                <a:latin typeface="Calibri"/>
                <a:cs typeface="Calibri"/>
              </a:rPr>
              <a:t>translation</a:t>
            </a:r>
            <a:r>
              <a:rPr sz="2160" spc="60" dirty="0">
                <a:latin typeface="Calibri"/>
                <a:cs typeface="Calibri"/>
              </a:rPr>
              <a:t> </a:t>
            </a:r>
            <a:r>
              <a:rPr sz="2160" dirty="0">
                <a:latin typeface="Calibri"/>
                <a:cs typeface="Calibri"/>
              </a:rPr>
              <a:t>tool,</a:t>
            </a:r>
            <a:r>
              <a:rPr sz="2160" spc="54" dirty="0">
                <a:latin typeface="Calibri"/>
                <a:cs typeface="Calibri"/>
              </a:rPr>
              <a:t> </a:t>
            </a:r>
            <a:r>
              <a:rPr sz="2160" dirty="0">
                <a:latin typeface="Calibri"/>
                <a:cs typeface="Calibri"/>
              </a:rPr>
              <a:t>you</a:t>
            </a:r>
            <a:r>
              <a:rPr sz="2160" spc="60" dirty="0">
                <a:latin typeface="Calibri"/>
                <a:cs typeface="Calibri"/>
              </a:rPr>
              <a:t> </a:t>
            </a:r>
            <a:r>
              <a:rPr sz="2160" dirty="0">
                <a:latin typeface="Calibri"/>
                <a:cs typeface="Calibri"/>
              </a:rPr>
              <a:t>can</a:t>
            </a:r>
            <a:r>
              <a:rPr sz="2160" spc="66" dirty="0">
                <a:latin typeface="Calibri"/>
                <a:cs typeface="Calibri"/>
              </a:rPr>
              <a:t> </a:t>
            </a:r>
            <a:r>
              <a:rPr sz="2160" dirty="0">
                <a:latin typeface="Calibri"/>
                <a:cs typeface="Calibri"/>
              </a:rPr>
              <a:t>convert</a:t>
            </a:r>
            <a:r>
              <a:rPr sz="2160" spc="42" dirty="0">
                <a:latin typeface="Calibri"/>
                <a:cs typeface="Calibri"/>
              </a:rPr>
              <a:t> </a:t>
            </a:r>
            <a:r>
              <a:rPr sz="2160" dirty="0">
                <a:latin typeface="Calibri"/>
                <a:cs typeface="Calibri"/>
              </a:rPr>
              <a:t>the</a:t>
            </a:r>
            <a:r>
              <a:rPr sz="2160" spc="60" dirty="0">
                <a:latin typeface="Calibri"/>
                <a:cs typeface="Calibri"/>
              </a:rPr>
              <a:t> </a:t>
            </a:r>
            <a:r>
              <a:rPr sz="2160" dirty="0">
                <a:latin typeface="Calibri"/>
                <a:cs typeface="Calibri"/>
              </a:rPr>
              <a:t>program</a:t>
            </a:r>
            <a:r>
              <a:rPr sz="2160" spc="54" dirty="0">
                <a:latin typeface="Calibri"/>
                <a:cs typeface="Calibri"/>
              </a:rPr>
              <a:t> </a:t>
            </a:r>
            <a:r>
              <a:rPr sz="2160" dirty="0">
                <a:latin typeface="Calibri"/>
                <a:cs typeface="Calibri"/>
              </a:rPr>
              <a:t>from</a:t>
            </a:r>
            <a:r>
              <a:rPr sz="2160" spc="42" dirty="0">
                <a:latin typeface="Calibri"/>
                <a:cs typeface="Calibri"/>
              </a:rPr>
              <a:t> </a:t>
            </a:r>
            <a:r>
              <a:rPr sz="2160" dirty="0">
                <a:latin typeface="Calibri"/>
                <a:cs typeface="Calibri"/>
              </a:rPr>
              <a:t>an</a:t>
            </a:r>
            <a:r>
              <a:rPr sz="2160" spc="54" dirty="0">
                <a:latin typeface="Calibri"/>
                <a:cs typeface="Calibri"/>
              </a:rPr>
              <a:t> </a:t>
            </a:r>
            <a:r>
              <a:rPr sz="2160" dirty="0">
                <a:latin typeface="Calibri"/>
                <a:cs typeface="Calibri"/>
              </a:rPr>
              <a:t>old</a:t>
            </a:r>
            <a:r>
              <a:rPr sz="2160" spc="48" dirty="0">
                <a:latin typeface="Calibri"/>
                <a:cs typeface="Calibri"/>
              </a:rPr>
              <a:t> </a:t>
            </a:r>
            <a:r>
              <a:rPr sz="2160" dirty="0">
                <a:latin typeface="Calibri"/>
                <a:cs typeface="Calibri"/>
              </a:rPr>
              <a:t>programming</a:t>
            </a:r>
            <a:r>
              <a:rPr sz="2160" spc="54" dirty="0">
                <a:latin typeface="Calibri"/>
                <a:cs typeface="Calibri"/>
              </a:rPr>
              <a:t> </a:t>
            </a:r>
            <a:r>
              <a:rPr sz="2160" spc="-12" dirty="0">
                <a:latin typeface="Calibri"/>
                <a:cs typeface="Calibri"/>
              </a:rPr>
              <a:t>language </a:t>
            </a:r>
            <a:r>
              <a:rPr sz="2160" dirty="0">
                <a:latin typeface="Calibri"/>
                <a:cs typeface="Calibri"/>
              </a:rPr>
              <a:t>to</a:t>
            </a:r>
            <a:r>
              <a:rPr sz="2160" spc="-42" dirty="0">
                <a:latin typeface="Calibri"/>
                <a:cs typeface="Calibri"/>
              </a:rPr>
              <a:t> </a:t>
            </a:r>
            <a:r>
              <a:rPr sz="2160" dirty="0">
                <a:latin typeface="Calibri"/>
                <a:cs typeface="Calibri"/>
              </a:rPr>
              <a:t>a</a:t>
            </a:r>
            <a:r>
              <a:rPr sz="2160" spc="-36" dirty="0">
                <a:latin typeface="Calibri"/>
                <a:cs typeface="Calibri"/>
              </a:rPr>
              <a:t> </a:t>
            </a:r>
            <a:r>
              <a:rPr sz="2160" dirty="0">
                <a:latin typeface="Calibri"/>
                <a:cs typeface="Calibri"/>
              </a:rPr>
              <a:t>more</a:t>
            </a:r>
            <a:r>
              <a:rPr sz="2160" spc="-30" dirty="0">
                <a:latin typeface="Calibri"/>
                <a:cs typeface="Calibri"/>
              </a:rPr>
              <a:t> </a:t>
            </a:r>
            <a:r>
              <a:rPr sz="2160" dirty="0">
                <a:latin typeface="Calibri"/>
                <a:cs typeface="Calibri"/>
              </a:rPr>
              <a:t>modern</a:t>
            </a:r>
            <a:r>
              <a:rPr sz="2160" spc="-24" dirty="0">
                <a:latin typeface="Calibri"/>
                <a:cs typeface="Calibri"/>
              </a:rPr>
              <a:t> </a:t>
            </a:r>
            <a:r>
              <a:rPr sz="2160" spc="-12" dirty="0">
                <a:latin typeface="Calibri"/>
                <a:cs typeface="Calibri"/>
              </a:rPr>
              <a:t>version</a:t>
            </a:r>
            <a:r>
              <a:rPr sz="2160" spc="-30" dirty="0">
                <a:latin typeface="Calibri"/>
                <a:cs typeface="Calibri"/>
              </a:rPr>
              <a:t> </a:t>
            </a:r>
            <a:r>
              <a:rPr sz="2160" dirty="0">
                <a:latin typeface="Calibri"/>
                <a:cs typeface="Calibri"/>
              </a:rPr>
              <a:t>of</a:t>
            </a:r>
            <a:r>
              <a:rPr sz="2160" spc="-42" dirty="0">
                <a:latin typeface="Calibri"/>
                <a:cs typeface="Calibri"/>
              </a:rPr>
              <a:t> </a:t>
            </a:r>
            <a:r>
              <a:rPr sz="2160" dirty="0">
                <a:latin typeface="Calibri"/>
                <a:cs typeface="Calibri"/>
              </a:rPr>
              <a:t>the</a:t>
            </a:r>
            <a:r>
              <a:rPr sz="2160" spc="-18" dirty="0">
                <a:latin typeface="Calibri"/>
                <a:cs typeface="Calibri"/>
              </a:rPr>
              <a:t> </a:t>
            </a:r>
            <a:r>
              <a:rPr sz="2160" dirty="0">
                <a:latin typeface="Calibri"/>
                <a:cs typeface="Calibri"/>
              </a:rPr>
              <a:t>same</a:t>
            </a:r>
            <a:r>
              <a:rPr sz="2160" spc="-48" dirty="0">
                <a:latin typeface="Calibri"/>
                <a:cs typeface="Calibri"/>
              </a:rPr>
              <a:t> </a:t>
            </a:r>
            <a:r>
              <a:rPr sz="2160" dirty="0">
                <a:latin typeface="Calibri"/>
                <a:cs typeface="Calibri"/>
              </a:rPr>
              <a:t>language</a:t>
            </a:r>
            <a:r>
              <a:rPr sz="2160" spc="-36" dirty="0">
                <a:latin typeface="Calibri"/>
                <a:cs typeface="Calibri"/>
              </a:rPr>
              <a:t> </a:t>
            </a:r>
            <a:r>
              <a:rPr sz="2160" dirty="0">
                <a:latin typeface="Calibri"/>
                <a:cs typeface="Calibri"/>
              </a:rPr>
              <a:t>or</a:t>
            </a:r>
            <a:r>
              <a:rPr sz="2160" spc="-36" dirty="0">
                <a:latin typeface="Calibri"/>
                <a:cs typeface="Calibri"/>
              </a:rPr>
              <a:t> </a:t>
            </a:r>
            <a:r>
              <a:rPr sz="2160" dirty="0">
                <a:latin typeface="Calibri"/>
                <a:cs typeface="Calibri"/>
              </a:rPr>
              <a:t>to</a:t>
            </a:r>
            <a:r>
              <a:rPr sz="2160" spc="-36" dirty="0">
                <a:latin typeface="Calibri"/>
                <a:cs typeface="Calibri"/>
              </a:rPr>
              <a:t> </a:t>
            </a:r>
            <a:r>
              <a:rPr sz="2160" dirty="0">
                <a:latin typeface="Calibri"/>
                <a:cs typeface="Calibri"/>
              </a:rPr>
              <a:t>a</a:t>
            </a:r>
            <a:r>
              <a:rPr sz="2160" spc="-36" dirty="0">
                <a:latin typeface="Calibri"/>
                <a:cs typeface="Calibri"/>
              </a:rPr>
              <a:t> </a:t>
            </a:r>
            <a:r>
              <a:rPr sz="2160" spc="-12" dirty="0">
                <a:latin typeface="Calibri"/>
                <a:cs typeface="Calibri"/>
              </a:rPr>
              <a:t>different</a:t>
            </a:r>
            <a:r>
              <a:rPr sz="2160" spc="-24" dirty="0">
                <a:latin typeface="Calibri"/>
                <a:cs typeface="Calibri"/>
              </a:rPr>
              <a:t> </a:t>
            </a:r>
            <a:r>
              <a:rPr sz="2160" spc="-12" dirty="0">
                <a:latin typeface="Calibri"/>
                <a:cs typeface="Calibri"/>
              </a:rPr>
              <a:t>language.</a:t>
            </a:r>
            <a:endParaRPr sz="2160" dirty="0">
              <a:latin typeface="Calibri"/>
              <a:cs typeface="Calibri"/>
            </a:endParaRPr>
          </a:p>
          <a:p>
            <a:pPr marL="337566" indent="-274320">
              <a:buFont typeface="Calibri"/>
              <a:buAutoNum type="arabicPeriod" startAt="2"/>
              <a:tabLst>
                <a:tab pos="337566" algn="l"/>
              </a:tabLst>
            </a:pPr>
            <a:r>
              <a:rPr sz="2160" b="1" i="1" dirty="0">
                <a:solidFill>
                  <a:srgbClr val="001F5F"/>
                </a:solidFill>
                <a:latin typeface="Calibri"/>
                <a:cs typeface="Calibri"/>
              </a:rPr>
              <a:t>Reverse</a:t>
            </a:r>
            <a:r>
              <a:rPr sz="2160" b="1" i="1" spc="-114" dirty="0">
                <a:solidFill>
                  <a:srgbClr val="001F5F"/>
                </a:solidFill>
                <a:latin typeface="Calibri"/>
                <a:cs typeface="Calibri"/>
              </a:rPr>
              <a:t> </a:t>
            </a:r>
            <a:r>
              <a:rPr sz="2160" b="1" i="1" spc="-12" dirty="0">
                <a:solidFill>
                  <a:srgbClr val="001F5F"/>
                </a:solidFill>
                <a:latin typeface="Calibri"/>
                <a:cs typeface="Calibri"/>
              </a:rPr>
              <a:t>engineering</a:t>
            </a:r>
            <a:endParaRPr sz="2160" dirty="0">
              <a:latin typeface="Calibri"/>
              <a:cs typeface="Calibri"/>
            </a:endParaRPr>
          </a:p>
          <a:p>
            <a:pPr marL="406908" lvl="1" indent="-343662">
              <a:buFont typeface="Arial MT"/>
              <a:buChar char="•"/>
              <a:tabLst>
                <a:tab pos="406908" algn="l"/>
              </a:tabLst>
            </a:pPr>
            <a:r>
              <a:rPr sz="2160" dirty="0">
                <a:latin typeface="Calibri"/>
                <a:cs typeface="Calibri"/>
              </a:rPr>
              <a:t>The</a:t>
            </a:r>
            <a:r>
              <a:rPr sz="2160" spc="-42" dirty="0">
                <a:latin typeface="Calibri"/>
                <a:cs typeface="Calibri"/>
              </a:rPr>
              <a:t> </a:t>
            </a:r>
            <a:r>
              <a:rPr sz="2160" spc="-12" dirty="0">
                <a:latin typeface="Calibri"/>
                <a:cs typeface="Calibri"/>
              </a:rPr>
              <a:t>program</a:t>
            </a:r>
            <a:r>
              <a:rPr sz="2160" spc="-48" dirty="0">
                <a:latin typeface="Calibri"/>
                <a:cs typeface="Calibri"/>
              </a:rPr>
              <a:t> </a:t>
            </a:r>
            <a:r>
              <a:rPr sz="2160" dirty="0">
                <a:latin typeface="Calibri"/>
                <a:cs typeface="Calibri"/>
              </a:rPr>
              <a:t>is</a:t>
            </a:r>
            <a:r>
              <a:rPr sz="2160" spc="-42" dirty="0">
                <a:latin typeface="Calibri"/>
                <a:cs typeface="Calibri"/>
              </a:rPr>
              <a:t> </a:t>
            </a:r>
            <a:r>
              <a:rPr sz="2160" dirty="0">
                <a:latin typeface="Calibri"/>
                <a:cs typeface="Calibri"/>
              </a:rPr>
              <a:t>analyzed</a:t>
            </a:r>
            <a:r>
              <a:rPr sz="2160" spc="-24" dirty="0">
                <a:latin typeface="Calibri"/>
                <a:cs typeface="Calibri"/>
              </a:rPr>
              <a:t> </a:t>
            </a:r>
            <a:r>
              <a:rPr sz="2160" dirty="0">
                <a:latin typeface="Calibri"/>
                <a:cs typeface="Calibri"/>
              </a:rPr>
              <a:t>and</a:t>
            </a:r>
            <a:r>
              <a:rPr sz="2160" spc="-42" dirty="0">
                <a:latin typeface="Calibri"/>
                <a:cs typeface="Calibri"/>
              </a:rPr>
              <a:t> </a:t>
            </a:r>
            <a:r>
              <a:rPr sz="2160" spc="-12" dirty="0">
                <a:latin typeface="Calibri"/>
                <a:cs typeface="Calibri"/>
              </a:rPr>
              <a:t>information</a:t>
            </a:r>
            <a:r>
              <a:rPr sz="2160" spc="-36" dirty="0">
                <a:latin typeface="Calibri"/>
                <a:cs typeface="Calibri"/>
              </a:rPr>
              <a:t> </a:t>
            </a:r>
            <a:r>
              <a:rPr sz="2160" spc="-12" dirty="0">
                <a:latin typeface="Calibri"/>
                <a:cs typeface="Calibri"/>
              </a:rPr>
              <a:t>extracted</a:t>
            </a:r>
            <a:r>
              <a:rPr sz="2160" spc="-30" dirty="0">
                <a:latin typeface="Calibri"/>
                <a:cs typeface="Calibri"/>
              </a:rPr>
              <a:t> </a:t>
            </a:r>
            <a:r>
              <a:rPr sz="2160" dirty="0">
                <a:latin typeface="Calibri"/>
                <a:cs typeface="Calibri"/>
              </a:rPr>
              <a:t>from</a:t>
            </a:r>
            <a:r>
              <a:rPr sz="2160" spc="-48" dirty="0">
                <a:latin typeface="Calibri"/>
                <a:cs typeface="Calibri"/>
              </a:rPr>
              <a:t> </a:t>
            </a:r>
            <a:r>
              <a:rPr sz="2160" spc="-30" dirty="0">
                <a:latin typeface="Calibri"/>
                <a:cs typeface="Calibri"/>
              </a:rPr>
              <a:t>it.</a:t>
            </a:r>
            <a:endParaRPr sz="2160" dirty="0">
              <a:latin typeface="Calibri"/>
              <a:cs typeface="Calibri"/>
            </a:endParaRPr>
          </a:p>
          <a:p>
            <a:pPr marL="406908" lvl="1" indent="-343662">
              <a:buFont typeface="Arial MT"/>
              <a:buChar char="•"/>
              <a:tabLst>
                <a:tab pos="406908" algn="l"/>
              </a:tabLst>
            </a:pPr>
            <a:r>
              <a:rPr sz="2160" dirty="0">
                <a:latin typeface="Calibri"/>
                <a:cs typeface="Calibri"/>
              </a:rPr>
              <a:t>This</a:t>
            </a:r>
            <a:r>
              <a:rPr sz="2160" spc="-48" dirty="0">
                <a:latin typeface="Calibri"/>
                <a:cs typeface="Calibri"/>
              </a:rPr>
              <a:t> </a:t>
            </a:r>
            <a:r>
              <a:rPr sz="2160" dirty="0">
                <a:latin typeface="Calibri"/>
                <a:cs typeface="Calibri"/>
              </a:rPr>
              <a:t>helps</a:t>
            </a:r>
            <a:r>
              <a:rPr sz="2160" spc="-30" dirty="0">
                <a:latin typeface="Calibri"/>
                <a:cs typeface="Calibri"/>
              </a:rPr>
              <a:t> </a:t>
            </a:r>
            <a:r>
              <a:rPr sz="2160" dirty="0">
                <a:latin typeface="Calibri"/>
                <a:cs typeface="Calibri"/>
              </a:rPr>
              <a:t>to</a:t>
            </a:r>
            <a:r>
              <a:rPr sz="2160" spc="-42" dirty="0">
                <a:latin typeface="Calibri"/>
                <a:cs typeface="Calibri"/>
              </a:rPr>
              <a:t> </a:t>
            </a:r>
            <a:r>
              <a:rPr sz="2160" dirty="0">
                <a:latin typeface="Calibri"/>
                <a:cs typeface="Calibri"/>
              </a:rPr>
              <a:t>document</a:t>
            </a:r>
            <a:r>
              <a:rPr sz="2160" spc="-42" dirty="0">
                <a:latin typeface="Calibri"/>
                <a:cs typeface="Calibri"/>
              </a:rPr>
              <a:t> </a:t>
            </a:r>
            <a:r>
              <a:rPr sz="2160" dirty="0">
                <a:latin typeface="Calibri"/>
                <a:cs typeface="Calibri"/>
              </a:rPr>
              <a:t>its</a:t>
            </a:r>
            <a:r>
              <a:rPr sz="2160" spc="-42" dirty="0">
                <a:latin typeface="Calibri"/>
                <a:cs typeface="Calibri"/>
              </a:rPr>
              <a:t> </a:t>
            </a:r>
            <a:r>
              <a:rPr sz="2160" spc="-12" dirty="0">
                <a:latin typeface="Calibri"/>
                <a:cs typeface="Calibri"/>
              </a:rPr>
              <a:t>organization</a:t>
            </a:r>
            <a:r>
              <a:rPr sz="2160" spc="-30" dirty="0">
                <a:latin typeface="Calibri"/>
                <a:cs typeface="Calibri"/>
              </a:rPr>
              <a:t> </a:t>
            </a:r>
            <a:r>
              <a:rPr sz="2160" dirty="0">
                <a:latin typeface="Calibri"/>
                <a:cs typeface="Calibri"/>
              </a:rPr>
              <a:t>and</a:t>
            </a:r>
            <a:r>
              <a:rPr sz="2160" spc="-24" dirty="0">
                <a:latin typeface="Calibri"/>
                <a:cs typeface="Calibri"/>
              </a:rPr>
              <a:t> </a:t>
            </a:r>
            <a:r>
              <a:rPr sz="2160" spc="-12" dirty="0">
                <a:latin typeface="Calibri"/>
                <a:cs typeface="Calibri"/>
              </a:rPr>
              <a:t>functionality.</a:t>
            </a:r>
            <a:endParaRPr sz="2160" dirty="0">
              <a:latin typeface="Calibri"/>
              <a:cs typeface="Calibri"/>
            </a:endParaRPr>
          </a:p>
          <a:p>
            <a:pPr marL="406908" lvl="1" indent="-343662">
              <a:buFont typeface="Arial MT"/>
              <a:buChar char="•"/>
              <a:tabLst>
                <a:tab pos="406908" algn="l"/>
              </a:tabLst>
            </a:pPr>
            <a:r>
              <a:rPr sz="2160" dirty="0">
                <a:latin typeface="Calibri"/>
                <a:cs typeface="Calibri"/>
              </a:rPr>
              <a:t>Again,</a:t>
            </a:r>
            <a:r>
              <a:rPr sz="2160" spc="-54" dirty="0">
                <a:latin typeface="Calibri"/>
                <a:cs typeface="Calibri"/>
              </a:rPr>
              <a:t> </a:t>
            </a:r>
            <a:r>
              <a:rPr sz="2160" dirty="0">
                <a:latin typeface="Calibri"/>
                <a:cs typeface="Calibri"/>
              </a:rPr>
              <a:t>this</a:t>
            </a:r>
            <a:r>
              <a:rPr sz="2160" spc="-60" dirty="0">
                <a:latin typeface="Calibri"/>
                <a:cs typeface="Calibri"/>
              </a:rPr>
              <a:t> </a:t>
            </a:r>
            <a:r>
              <a:rPr sz="2160" dirty="0">
                <a:latin typeface="Calibri"/>
                <a:cs typeface="Calibri"/>
              </a:rPr>
              <a:t>process</a:t>
            </a:r>
            <a:r>
              <a:rPr sz="2160" spc="-48" dirty="0">
                <a:latin typeface="Calibri"/>
                <a:cs typeface="Calibri"/>
              </a:rPr>
              <a:t> </a:t>
            </a:r>
            <a:r>
              <a:rPr sz="2160" dirty="0">
                <a:latin typeface="Calibri"/>
                <a:cs typeface="Calibri"/>
              </a:rPr>
              <a:t>is</a:t>
            </a:r>
            <a:r>
              <a:rPr sz="2160" spc="-54" dirty="0">
                <a:latin typeface="Calibri"/>
                <a:cs typeface="Calibri"/>
              </a:rPr>
              <a:t> </a:t>
            </a:r>
            <a:r>
              <a:rPr sz="2160" dirty="0">
                <a:latin typeface="Calibri"/>
                <a:cs typeface="Calibri"/>
              </a:rPr>
              <a:t>usually</a:t>
            </a:r>
            <a:r>
              <a:rPr sz="2160" spc="-54" dirty="0">
                <a:latin typeface="Calibri"/>
                <a:cs typeface="Calibri"/>
              </a:rPr>
              <a:t> </a:t>
            </a:r>
            <a:r>
              <a:rPr sz="2160" spc="-12" dirty="0">
                <a:latin typeface="Calibri"/>
                <a:cs typeface="Calibri"/>
              </a:rPr>
              <a:t>completely</a:t>
            </a:r>
            <a:r>
              <a:rPr sz="2160" spc="-30" dirty="0">
                <a:latin typeface="Calibri"/>
                <a:cs typeface="Calibri"/>
              </a:rPr>
              <a:t> </a:t>
            </a:r>
            <a:r>
              <a:rPr sz="2160" spc="-12" dirty="0">
                <a:latin typeface="Calibri"/>
                <a:cs typeface="Calibri"/>
              </a:rPr>
              <a:t>automated.</a:t>
            </a:r>
            <a:endParaRPr sz="2160" dirty="0">
              <a:latin typeface="Calibri"/>
              <a:cs typeface="Calibri"/>
            </a:endParaRPr>
          </a:p>
        </p:txBody>
      </p:sp>
    </p:spTree>
    <p:extLst>
      <p:ext uri="{BB962C8B-B14F-4D97-AF65-F5344CB8AC3E}">
        <p14:creationId xmlns:p14="http://schemas.microsoft.com/office/powerpoint/2010/main" val="18768986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0" y="135057"/>
            <a:ext cx="10443972" cy="6306598"/>
          </a:xfrm>
          <a:prstGeom prst="rect">
            <a:avLst/>
          </a:prstGeom>
        </p:spPr>
        <p:txBody>
          <a:bodyPr vert="horz" wrap="square" lIns="0" tIns="46482" rIns="0" bIns="0" rtlCol="0">
            <a:spAutoFit/>
          </a:bodyPr>
          <a:lstStyle/>
          <a:p>
            <a:pPr marL="302514" indent="-287274">
              <a:spcBef>
                <a:spcPts val="366"/>
              </a:spcBef>
              <a:buFont typeface="Calibri"/>
              <a:buAutoNum type="arabicPeriod" startAt="3"/>
              <a:tabLst>
                <a:tab pos="302514" algn="l"/>
              </a:tabLst>
            </a:pPr>
            <a:r>
              <a:rPr sz="2280" b="1" i="1" dirty="0">
                <a:solidFill>
                  <a:srgbClr val="001F5F"/>
                </a:solidFill>
                <a:latin typeface="Calibri"/>
                <a:cs typeface="Calibri"/>
              </a:rPr>
              <a:t>Program</a:t>
            </a:r>
            <a:r>
              <a:rPr sz="2280" b="1" i="1" spc="-78" dirty="0">
                <a:solidFill>
                  <a:srgbClr val="001F5F"/>
                </a:solidFill>
                <a:latin typeface="Calibri"/>
                <a:cs typeface="Calibri"/>
              </a:rPr>
              <a:t> </a:t>
            </a:r>
            <a:r>
              <a:rPr sz="2280" b="1" i="1" dirty="0">
                <a:solidFill>
                  <a:srgbClr val="001F5F"/>
                </a:solidFill>
                <a:latin typeface="Calibri"/>
                <a:cs typeface="Calibri"/>
              </a:rPr>
              <a:t>Structure</a:t>
            </a:r>
            <a:r>
              <a:rPr sz="2280" b="1" i="1" spc="-78" dirty="0">
                <a:solidFill>
                  <a:srgbClr val="001F5F"/>
                </a:solidFill>
                <a:latin typeface="Calibri"/>
                <a:cs typeface="Calibri"/>
              </a:rPr>
              <a:t> </a:t>
            </a:r>
            <a:r>
              <a:rPr sz="2280" b="1" i="1" spc="-12" dirty="0">
                <a:solidFill>
                  <a:srgbClr val="001F5F"/>
                </a:solidFill>
                <a:latin typeface="Calibri"/>
                <a:cs typeface="Calibri"/>
              </a:rPr>
              <a:t>Improvement</a:t>
            </a:r>
            <a:endParaRPr sz="2280" dirty="0">
              <a:latin typeface="Calibri"/>
              <a:cs typeface="Calibri"/>
            </a:endParaRPr>
          </a:p>
          <a:p>
            <a:pPr marL="425958" lvl="1" indent="-410718">
              <a:spcBef>
                <a:spcPts val="240"/>
              </a:spcBef>
              <a:buFont typeface="Arial MT"/>
              <a:buChar char="•"/>
              <a:tabLst>
                <a:tab pos="425958" algn="l"/>
              </a:tabLst>
            </a:pPr>
            <a:r>
              <a:rPr sz="2280" dirty="0">
                <a:latin typeface="Calibri"/>
                <a:cs typeface="Calibri"/>
              </a:rPr>
              <a:t>The</a:t>
            </a:r>
            <a:r>
              <a:rPr sz="2280" spc="120" dirty="0">
                <a:latin typeface="Calibri"/>
                <a:cs typeface="Calibri"/>
              </a:rPr>
              <a:t> </a:t>
            </a:r>
            <a:r>
              <a:rPr sz="2280" b="1" i="1" dirty="0">
                <a:solidFill>
                  <a:srgbClr val="006FC0"/>
                </a:solidFill>
                <a:latin typeface="Calibri"/>
                <a:cs typeface="Calibri"/>
              </a:rPr>
              <a:t>control</a:t>
            </a:r>
            <a:r>
              <a:rPr sz="2280" b="1" i="1" spc="114" dirty="0">
                <a:solidFill>
                  <a:srgbClr val="006FC0"/>
                </a:solidFill>
                <a:latin typeface="Calibri"/>
                <a:cs typeface="Calibri"/>
              </a:rPr>
              <a:t> </a:t>
            </a:r>
            <a:r>
              <a:rPr sz="2280" b="1" i="1" dirty="0">
                <a:solidFill>
                  <a:srgbClr val="006FC0"/>
                </a:solidFill>
                <a:latin typeface="Calibri"/>
                <a:cs typeface="Calibri"/>
              </a:rPr>
              <a:t>structure</a:t>
            </a:r>
            <a:r>
              <a:rPr sz="2280" b="1" i="1" spc="137" dirty="0">
                <a:solidFill>
                  <a:srgbClr val="006FC0"/>
                </a:solidFill>
                <a:latin typeface="Calibri"/>
                <a:cs typeface="Calibri"/>
              </a:rPr>
              <a:t> </a:t>
            </a:r>
            <a:r>
              <a:rPr sz="2280" b="1" i="1" dirty="0">
                <a:solidFill>
                  <a:srgbClr val="006FC0"/>
                </a:solidFill>
                <a:latin typeface="Calibri"/>
                <a:cs typeface="Calibri"/>
              </a:rPr>
              <a:t>of</a:t>
            </a:r>
            <a:r>
              <a:rPr sz="2280" b="1" i="1" spc="114" dirty="0">
                <a:solidFill>
                  <a:srgbClr val="006FC0"/>
                </a:solidFill>
                <a:latin typeface="Calibri"/>
                <a:cs typeface="Calibri"/>
              </a:rPr>
              <a:t> </a:t>
            </a:r>
            <a:r>
              <a:rPr sz="2280" b="1" i="1" dirty="0">
                <a:solidFill>
                  <a:srgbClr val="006FC0"/>
                </a:solidFill>
                <a:latin typeface="Calibri"/>
                <a:cs typeface="Calibri"/>
              </a:rPr>
              <a:t>the</a:t>
            </a:r>
            <a:r>
              <a:rPr sz="2280" b="1" i="1" spc="120" dirty="0">
                <a:solidFill>
                  <a:srgbClr val="006FC0"/>
                </a:solidFill>
                <a:latin typeface="Calibri"/>
                <a:cs typeface="Calibri"/>
              </a:rPr>
              <a:t> </a:t>
            </a:r>
            <a:r>
              <a:rPr sz="2280" b="1" i="1" dirty="0">
                <a:solidFill>
                  <a:srgbClr val="006FC0"/>
                </a:solidFill>
                <a:latin typeface="Calibri"/>
                <a:cs typeface="Calibri"/>
              </a:rPr>
              <a:t>program</a:t>
            </a:r>
            <a:r>
              <a:rPr sz="2280" b="1" i="1" spc="120" dirty="0">
                <a:solidFill>
                  <a:srgbClr val="006FC0"/>
                </a:solidFill>
                <a:latin typeface="Calibri"/>
                <a:cs typeface="Calibri"/>
              </a:rPr>
              <a:t> </a:t>
            </a:r>
            <a:r>
              <a:rPr sz="2280" dirty="0">
                <a:latin typeface="Calibri"/>
                <a:cs typeface="Calibri"/>
              </a:rPr>
              <a:t>is</a:t>
            </a:r>
            <a:r>
              <a:rPr sz="2280" spc="108" dirty="0">
                <a:latin typeface="Calibri"/>
                <a:cs typeface="Calibri"/>
              </a:rPr>
              <a:t> </a:t>
            </a:r>
            <a:r>
              <a:rPr sz="2280" dirty="0">
                <a:latin typeface="Calibri"/>
                <a:cs typeface="Calibri"/>
              </a:rPr>
              <a:t>analyzed</a:t>
            </a:r>
            <a:r>
              <a:rPr sz="2280" spc="126" dirty="0">
                <a:latin typeface="Calibri"/>
                <a:cs typeface="Calibri"/>
              </a:rPr>
              <a:t> </a:t>
            </a:r>
            <a:r>
              <a:rPr sz="2280" dirty="0">
                <a:latin typeface="Calibri"/>
                <a:cs typeface="Calibri"/>
              </a:rPr>
              <a:t>and</a:t>
            </a:r>
            <a:r>
              <a:rPr sz="2280" spc="120" dirty="0">
                <a:latin typeface="Calibri"/>
                <a:cs typeface="Calibri"/>
              </a:rPr>
              <a:t> </a:t>
            </a:r>
            <a:r>
              <a:rPr sz="2280" dirty="0">
                <a:latin typeface="Calibri"/>
                <a:cs typeface="Calibri"/>
              </a:rPr>
              <a:t>modified</a:t>
            </a:r>
            <a:r>
              <a:rPr sz="2280" spc="126" dirty="0">
                <a:latin typeface="Calibri"/>
                <a:cs typeface="Calibri"/>
              </a:rPr>
              <a:t> </a:t>
            </a:r>
            <a:r>
              <a:rPr sz="2280" dirty="0">
                <a:latin typeface="Calibri"/>
                <a:cs typeface="Calibri"/>
              </a:rPr>
              <a:t>to</a:t>
            </a:r>
            <a:r>
              <a:rPr sz="2280" spc="120" dirty="0">
                <a:latin typeface="Calibri"/>
                <a:cs typeface="Calibri"/>
              </a:rPr>
              <a:t> </a:t>
            </a:r>
            <a:r>
              <a:rPr sz="2280" dirty="0">
                <a:latin typeface="Calibri"/>
                <a:cs typeface="Calibri"/>
              </a:rPr>
              <a:t>make</a:t>
            </a:r>
            <a:r>
              <a:rPr sz="2280" spc="120" dirty="0">
                <a:latin typeface="Calibri"/>
                <a:cs typeface="Calibri"/>
              </a:rPr>
              <a:t> </a:t>
            </a:r>
            <a:r>
              <a:rPr sz="2280" dirty="0">
                <a:latin typeface="Calibri"/>
                <a:cs typeface="Calibri"/>
              </a:rPr>
              <a:t>it</a:t>
            </a:r>
            <a:r>
              <a:rPr sz="2280" spc="96" dirty="0">
                <a:latin typeface="Calibri"/>
                <a:cs typeface="Calibri"/>
              </a:rPr>
              <a:t> </a:t>
            </a:r>
            <a:r>
              <a:rPr sz="2280" dirty="0">
                <a:latin typeface="Calibri"/>
                <a:cs typeface="Calibri"/>
              </a:rPr>
              <a:t>easier</a:t>
            </a:r>
            <a:r>
              <a:rPr sz="2280" spc="126" dirty="0">
                <a:latin typeface="Calibri"/>
                <a:cs typeface="Calibri"/>
              </a:rPr>
              <a:t> </a:t>
            </a:r>
            <a:r>
              <a:rPr sz="2280" spc="-30" dirty="0">
                <a:latin typeface="Calibri"/>
                <a:cs typeface="Calibri"/>
              </a:rPr>
              <a:t>to</a:t>
            </a:r>
            <a:endParaRPr sz="2280" dirty="0">
              <a:latin typeface="Calibri"/>
              <a:cs typeface="Calibri"/>
            </a:endParaRPr>
          </a:p>
          <a:p>
            <a:pPr marL="426720">
              <a:spcBef>
                <a:spcPts val="6"/>
              </a:spcBef>
            </a:pPr>
            <a:r>
              <a:rPr sz="2280" dirty="0">
                <a:latin typeface="Calibri"/>
                <a:cs typeface="Calibri"/>
              </a:rPr>
              <a:t>read</a:t>
            </a:r>
            <a:r>
              <a:rPr sz="2280" spc="-60" dirty="0">
                <a:latin typeface="Calibri"/>
                <a:cs typeface="Calibri"/>
              </a:rPr>
              <a:t> </a:t>
            </a:r>
            <a:r>
              <a:rPr sz="2280" dirty="0">
                <a:latin typeface="Calibri"/>
                <a:cs typeface="Calibri"/>
              </a:rPr>
              <a:t>and</a:t>
            </a:r>
            <a:r>
              <a:rPr sz="2280" spc="-66" dirty="0">
                <a:latin typeface="Calibri"/>
                <a:cs typeface="Calibri"/>
              </a:rPr>
              <a:t> </a:t>
            </a:r>
            <a:r>
              <a:rPr sz="2280" spc="-12" dirty="0">
                <a:latin typeface="Calibri"/>
                <a:cs typeface="Calibri"/>
              </a:rPr>
              <a:t>understand.</a:t>
            </a:r>
            <a:endParaRPr sz="2280" dirty="0">
              <a:latin typeface="Calibri"/>
              <a:cs typeface="Calibri"/>
            </a:endParaRPr>
          </a:p>
          <a:p>
            <a:pPr marL="425958" lvl="1" indent="-410718">
              <a:spcBef>
                <a:spcPts val="245"/>
              </a:spcBef>
              <a:buFont typeface="Arial MT"/>
              <a:buChar char="•"/>
              <a:tabLst>
                <a:tab pos="425958" algn="l"/>
              </a:tabLst>
            </a:pPr>
            <a:r>
              <a:rPr sz="2280" dirty="0">
                <a:latin typeface="Calibri"/>
                <a:cs typeface="Calibri"/>
              </a:rPr>
              <a:t>This</a:t>
            </a:r>
            <a:r>
              <a:rPr sz="2280" spc="-54" dirty="0">
                <a:latin typeface="Calibri"/>
                <a:cs typeface="Calibri"/>
              </a:rPr>
              <a:t> </a:t>
            </a:r>
            <a:r>
              <a:rPr sz="2280" dirty="0">
                <a:latin typeface="Calibri"/>
                <a:cs typeface="Calibri"/>
              </a:rPr>
              <a:t>can</a:t>
            </a:r>
            <a:r>
              <a:rPr sz="2280" spc="-60" dirty="0">
                <a:latin typeface="Calibri"/>
                <a:cs typeface="Calibri"/>
              </a:rPr>
              <a:t> </a:t>
            </a:r>
            <a:r>
              <a:rPr sz="2280" dirty="0">
                <a:latin typeface="Calibri"/>
                <a:cs typeface="Calibri"/>
              </a:rPr>
              <a:t>be</a:t>
            </a:r>
            <a:r>
              <a:rPr sz="2280" spc="-42" dirty="0">
                <a:latin typeface="Calibri"/>
                <a:cs typeface="Calibri"/>
              </a:rPr>
              <a:t> </a:t>
            </a:r>
            <a:r>
              <a:rPr sz="2280" dirty="0">
                <a:latin typeface="Calibri"/>
                <a:cs typeface="Calibri"/>
              </a:rPr>
              <a:t>partially</a:t>
            </a:r>
            <a:r>
              <a:rPr sz="2280" spc="-42" dirty="0">
                <a:latin typeface="Calibri"/>
                <a:cs typeface="Calibri"/>
              </a:rPr>
              <a:t> </a:t>
            </a:r>
            <a:r>
              <a:rPr sz="2280" spc="-12" dirty="0">
                <a:latin typeface="Calibri"/>
                <a:cs typeface="Calibri"/>
              </a:rPr>
              <a:t>automated,</a:t>
            </a:r>
            <a:r>
              <a:rPr sz="2280" spc="-30" dirty="0">
                <a:latin typeface="Calibri"/>
                <a:cs typeface="Calibri"/>
              </a:rPr>
              <a:t> </a:t>
            </a:r>
            <a:r>
              <a:rPr sz="2280" dirty="0">
                <a:latin typeface="Calibri"/>
                <a:cs typeface="Calibri"/>
              </a:rPr>
              <a:t>but</a:t>
            </a:r>
            <a:r>
              <a:rPr sz="2280" spc="-48" dirty="0">
                <a:latin typeface="Calibri"/>
                <a:cs typeface="Calibri"/>
              </a:rPr>
              <a:t> </a:t>
            </a:r>
            <a:r>
              <a:rPr sz="2280" dirty="0">
                <a:latin typeface="Calibri"/>
                <a:cs typeface="Calibri"/>
              </a:rPr>
              <a:t>some</a:t>
            </a:r>
            <a:r>
              <a:rPr sz="2280" spc="-48" dirty="0">
                <a:latin typeface="Calibri"/>
                <a:cs typeface="Calibri"/>
              </a:rPr>
              <a:t> </a:t>
            </a:r>
            <a:r>
              <a:rPr sz="2280" dirty="0">
                <a:latin typeface="Calibri"/>
                <a:cs typeface="Calibri"/>
              </a:rPr>
              <a:t>manual</a:t>
            </a:r>
            <a:r>
              <a:rPr sz="2280" spc="-54" dirty="0">
                <a:latin typeface="Calibri"/>
                <a:cs typeface="Calibri"/>
              </a:rPr>
              <a:t> </a:t>
            </a:r>
            <a:r>
              <a:rPr sz="2280" spc="-12" dirty="0">
                <a:latin typeface="Calibri"/>
                <a:cs typeface="Calibri"/>
              </a:rPr>
              <a:t>intervention</a:t>
            </a:r>
            <a:r>
              <a:rPr sz="2280" spc="12" dirty="0">
                <a:latin typeface="Calibri"/>
                <a:cs typeface="Calibri"/>
              </a:rPr>
              <a:t> </a:t>
            </a:r>
            <a:r>
              <a:rPr sz="2280" dirty="0">
                <a:latin typeface="Calibri"/>
                <a:cs typeface="Calibri"/>
              </a:rPr>
              <a:t>is</a:t>
            </a:r>
            <a:r>
              <a:rPr sz="2280" spc="-60" dirty="0">
                <a:latin typeface="Calibri"/>
                <a:cs typeface="Calibri"/>
              </a:rPr>
              <a:t> </a:t>
            </a:r>
            <a:r>
              <a:rPr sz="2280" dirty="0">
                <a:latin typeface="Calibri"/>
                <a:cs typeface="Calibri"/>
              </a:rPr>
              <a:t>usually</a:t>
            </a:r>
            <a:r>
              <a:rPr sz="2280" spc="-30" dirty="0">
                <a:latin typeface="Calibri"/>
                <a:cs typeface="Calibri"/>
              </a:rPr>
              <a:t> </a:t>
            </a:r>
            <a:r>
              <a:rPr sz="2280" spc="-12" dirty="0">
                <a:latin typeface="Calibri"/>
                <a:cs typeface="Calibri"/>
              </a:rPr>
              <a:t>required.</a:t>
            </a:r>
            <a:endParaRPr sz="2280" dirty="0">
              <a:latin typeface="Calibri"/>
              <a:cs typeface="Calibri"/>
            </a:endParaRPr>
          </a:p>
          <a:p>
            <a:pPr marL="15240">
              <a:spcBef>
                <a:spcPts val="228"/>
              </a:spcBef>
            </a:pPr>
            <a:r>
              <a:rPr sz="2280" b="1" dirty="0">
                <a:solidFill>
                  <a:srgbClr val="001F5F"/>
                </a:solidFill>
                <a:latin typeface="Calibri"/>
                <a:cs typeface="Calibri"/>
              </a:rPr>
              <a:t>4.</a:t>
            </a:r>
            <a:r>
              <a:rPr sz="2280" b="1" spc="-60" dirty="0">
                <a:solidFill>
                  <a:srgbClr val="001F5F"/>
                </a:solidFill>
                <a:latin typeface="Calibri"/>
                <a:cs typeface="Calibri"/>
              </a:rPr>
              <a:t> </a:t>
            </a:r>
            <a:r>
              <a:rPr sz="2280" b="1" i="1" dirty="0">
                <a:solidFill>
                  <a:srgbClr val="001F5F"/>
                </a:solidFill>
                <a:latin typeface="Calibri"/>
                <a:cs typeface="Calibri"/>
              </a:rPr>
              <a:t>Program</a:t>
            </a:r>
            <a:r>
              <a:rPr sz="2280" b="1" i="1" spc="-30" dirty="0">
                <a:solidFill>
                  <a:srgbClr val="001F5F"/>
                </a:solidFill>
                <a:latin typeface="Calibri"/>
                <a:cs typeface="Calibri"/>
              </a:rPr>
              <a:t> </a:t>
            </a:r>
            <a:r>
              <a:rPr sz="2280" b="1" i="1" spc="-12" dirty="0">
                <a:solidFill>
                  <a:srgbClr val="001F5F"/>
                </a:solidFill>
                <a:latin typeface="Calibri"/>
                <a:cs typeface="Calibri"/>
              </a:rPr>
              <a:t>Modularization</a:t>
            </a:r>
            <a:endParaRPr sz="2280" dirty="0">
              <a:latin typeface="Calibri"/>
              <a:cs typeface="Calibri"/>
            </a:endParaRPr>
          </a:p>
          <a:p>
            <a:pPr marL="425958" indent="-410718">
              <a:spcBef>
                <a:spcPts val="245"/>
              </a:spcBef>
              <a:buFont typeface="Arial MT"/>
              <a:buChar char="•"/>
              <a:tabLst>
                <a:tab pos="425958" algn="l"/>
                <a:tab pos="1488948" algn="l"/>
                <a:tab pos="2262377" algn="l"/>
                <a:tab pos="2673858" algn="l"/>
                <a:tab pos="3239262" algn="l"/>
                <a:tab pos="4413504" algn="l"/>
                <a:tab pos="4965954" algn="l"/>
                <a:tab pos="6124194" algn="l"/>
                <a:tab pos="7360158" algn="l"/>
                <a:tab pos="8048244" algn="l"/>
                <a:tab pos="8966454" algn="l"/>
              </a:tabLst>
            </a:pPr>
            <a:r>
              <a:rPr sz="2280" spc="-12" dirty="0">
                <a:latin typeface="Calibri"/>
                <a:cs typeface="Calibri"/>
              </a:rPr>
              <a:t>Related</a:t>
            </a:r>
            <a:r>
              <a:rPr sz="2280" dirty="0">
                <a:latin typeface="Calibri"/>
                <a:cs typeface="Calibri"/>
              </a:rPr>
              <a:t>	</a:t>
            </a:r>
            <a:r>
              <a:rPr sz="2280" spc="-12" dirty="0">
                <a:latin typeface="Calibri"/>
                <a:cs typeface="Calibri"/>
              </a:rPr>
              <a:t>parts</a:t>
            </a:r>
            <a:r>
              <a:rPr sz="2280" dirty="0">
                <a:latin typeface="Calibri"/>
                <a:cs typeface="Calibri"/>
              </a:rPr>
              <a:t>	</a:t>
            </a:r>
            <a:r>
              <a:rPr sz="2280" spc="-30" dirty="0">
                <a:latin typeface="Calibri"/>
                <a:cs typeface="Calibri"/>
              </a:rPr>
              <a:t>of</a:t>
            </a:r>
            <a:r>
              <a:rPr sz="2280" dirty="0">
                <a:latin typeface="Calibri"/>
                <a:cs typeface="Calibri"/>
              </a:rPr>
              <a:t>	</a:t>
            </a:r>
            <a:r>
              <a:rPr sz="2280" spc="-30" dirty="0">
                <a:latin typeface="Calibri"/>
                <a:cs typeface="Calibri"/>
              </a:rPr>
              <a:t>the</a:t>
            </a:r>
            <a:r>
              <a:rPr sz="2280" dirty="0">
                <a:latin typeface="Calibri"/>
                <a:cs typeface="Calibri"/>
              </a:rPr>
              <a:t>	</a:t>
            </a:r>
            <a:r>
              <a:rPr sz="2280" spc="-12" dirty="0">
                <a:latin typeface="Calibri"/>
                <a:cs typeface="Calibri"/>
              </a:rPr>
              <a:t>program</a:t>
            </a:r>
            <a:r>
              <a:rPr sz="2280" dirty="0">
                <a:latin typeface="Calibri"/>
                <a:cs typeface="Calibri"/>
              </a:rPr>
              <a:t>	</a:t>
            </a:r>
            <a:r>
              <a:rPr sz="2280" spc="-30" dirty="0">
                <a:latin typeface="Calibri"/>
                <a:cs typeface="Calibri"/>
              </a:rPr>
              <a:t>are</a:t>
            </a:r>
            <a:r>
              <a:rPr sz="2280" dirty="0">
                <a:latin typeface="Calibri"/>
                <a:cs typeface="Calibri"/>
              </a:rPr>
              <a:t>	</a:t>
            </a:r>
            <a:r>
              <a:rPr sz="2280" spc="-12" dirty="0">
                <a:latin typeface="Calibri"/>
                <a:cs typeface="Calibri"/>
              </a:rPr>
              <a:t>grouped</a:t>
            </a:r>
            <a:r>
              <a:rPr sz="2280" dirty="0">
                <a:latin typeface="Calibri"/>
                <a:cs typeface="Calibri"/>
              </a:rPr>
              <a:t>	</a:t>
            </a:r>
            <a:r>
              <a:rPr sz="2280" spc="-12" dirty="0">
                <a:latin typeface="Calibri"/>
                <a:cs typeface="Calibri"/>
              </a:rPr>
              <a:t>together,</a:t>
            </a:r>
            <a:r>
              <a:rPr sz="2280" dirty="0">
                <a:latin typeface="Calibri"/>
                <a:cs typeface="Calibri"/>
              </a:rPr>
              <a:t>	</a:t>
            </a:r>
            <a:r>
              <a:rPr sz="2280" spc="-24" dirty="0">
                <a:latin typeface="Calibri"/>
                <a:cs typeface="Calibri"/>
              </a:rPr>
              <a:t>and,</a:t>
            </a:r>
            <a:r>
              <a:rPr sz="2280" dirty="0">
                <a:latin typeface="Calibri"/>
                <a:cs typeface="Calibri"/>
              </a:rPr>
              <a:t>	</a:t>
            </a:r>
            <a:r>
              <a:rPr sz="2280" spc="-12" dirty="0">
                <a:latin typeface="Calibri"/>
                <a:cs typeface="Calibri"/>
              </a:rPr>
              <a:t>where</a:t>
            </a:r>
            <a:r>
              <a:rPr sz="2280" dirty="0">
                <a:latin typeface="Calibri"/>
                <a:cs typeface="Calibri"/>
              </a:rPr>
              <a:t>	</a:t>
            </a:r>
            <a:r>
              <a:rPr sz="2280" spc="-12" dirty="0">
                <a:latin typeface="Calibri"/>
                <a:cs typeface="Calibri"/>
              </a:rPr>
              <a:t>appropriate,</a:t>
            </a:r>
            <a:endParaRPr sz="2280" dirty="0">
              <a:latin typeface="Calibri"/>
              <a:cs typeface="Calibri"/>
            </a:endParaRPr>
          </a:p>
          <a:p>
            <a:pPr marL="426720"/>
            <a:r>
              <a:rPr sz="2280" spc="-12" dirty="0">
                <a:latin typeface="Calibri"/>
                <a:cs typeface="Calibri"/>
              </a:rPr>
              <a:t>redundancy</a:t>
            </a:r>
            <a:r>
              <a:rPr sz="2280" dirty="0">
                <a:latin typeface="Calibri"/>
                <a:cs typeface="Calibri"/>
              </a:rPr>
              <a:t> is</a:t>
            </a:r>
            <a:r>
              <a:rPr sz="2280" spc="-30" dirty="0">
                <a:latin typeface="Calibri"/>
                <a:cs typeface="Calibri"/>
              </a:rPr>
              <a:t> </a:t>
            </a:r>
            <a:r>
              <a:rPr sz="2280" spc="-12" dirty="0">
                <a:latin typeface="Calibri"/>
                <a:cs typeface="Calibri"/>
              </a:rPr>
              <a:t>removed.</a:t>
            </a:r>
            <a:endParaRPr sz="2280" dirty="0">
              <a:latin typeface="Calibri"/>
              <a:cs typeface="Calibri"/>
            </a:endParaRPr>
          </a:p>
          <a:p>
            <a:pPr marL="423672" marR="6096" indent="-408432" algn="just">
              <a:spcBef>
                <a:spcPts val="245"/>
              </a:spcBef>
              <a:buFont typeface="Arial MT"/>
              <a:buChar char="•"/>
              <a:tabLst>
                <a:tab pos="426720" algn="l"/>
              </a:tabLst>
            </a:pPr>
            <a:r>
              <a:rPr sz="2280" dirty="0">
                <a:latin typeface="Calibri"/>
                <a:cs typeface="Calibri"/>
              </a:rPr>
              <a:t>In</a:t>
            </a:r>
            <a:r>
              <a:rPr sz="2280" spc="198" dirty="0">
                <a:latin typeface="Calibri"/>
                <a:cs typeface="Calibri"/>
              </a:rPr>
              <a:t> </a:t>
            </a:r>
            <a:r>
              <a:rPr sz="2280" dirty="0">
                <a:latin typeface="Calibri"/>
                <a:cs typeface="Calibri"/>
              </a:rPr>
              <a:t>some</a:t>
            </a:r>
            <a:r>
              <a:rPr sz="2280" spc="204" dirty="0">
                <a:latin typeface="Calibri"/>
                <a:cs typeface="Calibri"/>
              </a:rPr>
              <a:t> </a:t>
            </a:r>
            <a:r>
              <a:rPr sz="2280" dirty="0">
                <a:latin typeface="Calibri"/>
                <a:cs typeface="Calibri"/>
              </a:rPr>
              <a:t>cases,</a:t>
            </a:r>
            <a:r>
              <a:rPr sz="2280" spc="210" dirty="0">
                <a:latin typeface="Calibri"/>
                <a:cs typeface="Calibri"/>
              </a:rPr>
              <a:t> </a:t>
            </a:r>
            <a:r>
              <a:rPr sz="2280" dirty="0">
                <a:latin typeface="Calibri"/>
                <a:cs typeface="Calibri"/>
              </a:rPr>
              <a:t>this</a:t>
            </a:r>
            <a:r>
              <a:rPr sz="2280" spc="204" dirty="0">
                <a:latin typeface="Calibri"/>
                <a:cs typeface="Calibri"/>
              </a:rPr>
              <a:t> </a:t>
            </a:r>
            <a:r>
              <a:rPr sz="2280" dirty="0">
                <a:latin typeface="Calibri"/>
                <a:cs typeface="Calibri"/>
              </a:rPr>
              <a:t>stage</a:t>
            </a:r>
            <a:r>
              <a:rPr sz="2280" spc="216" dirty="0">
                <a:latin typeface="Calibri"/>
                <a:cs typeface="Calibri"/>
              </a:rPr>
              <a:t> </a:t>
            </a:r>
            <a:r>
              <a:rPr sz="2280" dirty="0">
                <a:latin typeface="Calibri"/>
                <a:cs typeface="Calibri"/>
              </a:rPr>
              <a:t>may</a:t>
            </a:r>
            <a:r>
              <a:rPr sz="2280" spc="210" dirty="0">
                <a:latin typeface="Calibri"/>
                <a:cs typeface="Calibri"/>
              </a:rPr>
              <a:t> </a:t>
            </a:r>
            <a:r>
              <a:rPr sz="2280" dirty="0">
                <a:latin typeface="Calibri"/>
                <a:cs typeface="Calibri"/>
              </a:rPr>
              <a:t>involve</a:t>
            </a:r>
            <a:r>
              <a:rPr sz="2280" spc="216" dirty="0">
                <a:latin typeface="Calibri"/>
                <a:cs typeface="Calibri"/>
              </a:rPr>
              <a:t> </a:t>
            </a:r>
            <a:r>
              <a:rPr sz="2280" dirty="0">
                <a:latin typeface="Calibri"/>
                <a:cs typeface="Calibri"/>
              </a:rPr>
              <a:t>architectural</a:t>
            </a:r>
            <a:r>
              <a:rPr sz="2280" spc="222" dirty="0">
                <a:latin typeface="Calibri"/>
                <a:cs typeface="Calibri"/>
              </a:rPr>
              <a:t> </a:t>
            </a:r>
            <a:r>
              <a:rPr sz="2280" dirty="0">
                <a:latin typeface="Calibri"/>
                <a:cs typeface="Calibri"/>
              </a:rPr>
              <a:t>refactoring</a:t>
            </a:r>
            <a:r>
              <a:rPr sz="2280" spc="210" dirty="0">
                <a:latin typeface="Calibri"/>
                <a:cs typeface="Calibri"/>
              </a:rPr>
              <a:t> </a:t>
            </a:r>
            <a:r>
              <a:rPr sz="2280" dirty="0">
                <a:latin typeface="Calibri"/>
                <a:cs typeface="Calibri"/>
              </a:rPr>
              <a:t>(e.g.,</a:t>
            </a:r>
            <a:r>
              <a:rPr sz="2280" spc="210" dirty="0">
                <a:latin typeface="Calibri"/>
                <a:cs typeface="Calibri"/>
              </a:rPr>
              <a:t> </a:t>
            </a:r>
            <a:r>
              <a:rPr sz="2280" dirty="0">
                <a:latin typeface="Calibri"/>
                <a:cs typeface="Calibri"/>
              </a:rPr>
              <a:t>a</a:t>
            </a:r>
            <a:r>
              <a:rPr sz="2280" spc="198" dirty="0">
                <a:latin typeface="Calibri"/>
                <a:cs typeface="Calibri"/>
              </a:rPr>
              <a:t> </a:t>
            </a:r>
            <a:r>
              <a:rPr sz="2280" dirty="0">
                <a:latin typeface="Calibri"/>
                <a:cs typeface="Calibri"/>
              </a:rPr>
              <a:t>system</a:t>
            </a:r>
            <a:r>
              <a:rPr sz="2280" spc="222" dirty="0">
                <a:latin typeface="Calibri"/>
                <a:cs typeface="Calibri"/>
              </a:rPr>
              <a:t> </a:t>
            </a:r>
            <a:r>
              <a:rPr sz="2280" spc="-24" dirty="0">
                <a:latin typeface="Calibri"/>
                <a:cs typeface="Calibri"/>
              </a:rPr>
              <a:t>that 	</a:t>
            </a:r>
            <a:r>
              <a:rPr sz="2280" dirty="0">
                <a:latin typeface="Calibri"/>
                <a:cs typeface="Calibri"/>
              </a:rPr>
              <a:t>uses</a:t>
            </a:r>
            <a:r>
              <a:rPr sz="2280" spc="30" dirty="0">
                <a:latin typeface="Calibri"/>
                <a:cs typeface="Calibri"/>
              </a:rPr>
              <a:t> </a:t>
            </a:r>
            <a:r>
              <a:rPr sz="2280" dirty="0">
                <a:latin typeface="Calibri"/>
                <a:cs typeface="Calibri"/>
              </a:rPr>
              <a:t>several</a:t>
            </a:r>
            <a:r>
              <a:rPr sz="2280" spc="30" dirty="0">
                <a:latin typeface="Calibri"/>
                <a:cs typeface="Calibri"/>
              </a:rPr>
              <a:t> </a:t>
            </a:r>
            <a:r>
              <a:rPr sz="2280" dirty="0">
                <a:latin typeface="Calibri"/>
                <a:cs typeface="Calibri"/>
              </a:rPr>
              <a:t>different</a:t>
            </a:r>
            <a:r>
              <a:rPr sz="2280" spc="42" dirty="0">
                <a:latin typeface="Calibri"/>
                <a:cs typeface="Calibri"/>
              </a:rPr>
              <a:t> </a:t>
            </a:r>
            <a:r>
              <a:rPr sz="2280" dirty="0">
                <a:latin typeface="Calibri"/>
                <a:cs typeface="Calibri"/>
              </a:rPr>
              <a:t>data</a:t>
            </a:r>
            <a:r>
              <a:rPr sz="2280" spc="42" dirty="0">
                <a:latin typeface="Calibri"/>
                <a:cs typeface="Calibri"/>
              </a:rPr>
              <a:t> </a:t>
            </a:r>
            <a:r>
              <a:rPr sz="2280" dirty="0">
                <a:latin typeface="Calibri"/>
                <a:cs typeface="Calibri"/>
              </a:rPr>
              <a:t>stores</a:t>
            </a:r>
            <a:r>
              <a:rPr sz="2280" spc="42" dirty="0">
                <a:latin typeface="Calibri"/>
                <a:cs typeface="Calibri"/>
              </a:rPr>
              <a:t> </a:t>
            </a:r>
            <a:r>
              <a:rPr sz="2280" dirty="0">
                <a:latin typeface="Calibri"/>
                <a:cs typeface="Calibri"/>
              </a:rPr>
              <a:t>may</a:t>
            </a:r>
            <a:r>
              <a:rPr sz="2280" spc="36" dirty="0">
                <a:latin typeface="Calibri"/>
                <a:cs typeface="Calibri"/>
              </a:rPr>
              <a:t> </a:t>
            </a:r>
            <a:r>
              <a:rPr sz="2280" dirty="0">
                <a:latin typeface="Calibri"/>
                <a:cs typeface="Calibri"/>
              </a:rPr>
              <a:t>be</a:t>
            </a:r>
            <a:r>
              <a:rPr sz="2280" spc="42" dirty="0">
                <a:latin typeface="Calibri"/>
                <a:cs typeface="Calibri"/>
              </a:rPr>
              <a:t> </a:t>
            </a:r>
            <a:r>
              <a:rPr sz="2280" dirty="0">
                <a:latin typeface="Calibri"/>
                <a:cs typeface="Calibri"/>
              </a:rPr>
              <a:t>refactored</a:t>
            </a:r>
            <a:r>
              <a:rPr sz="2280" spc="54" dirty="0">
                <a:latin typeface="Calibri"/>
                <a:cs typeface="Calibri"/>
              </a:rPr>
              <a:t> </a:t>
            </a:r>
            <a:r>
              <a:rPr sz="2280" dirty="0">
                <a:latin typeface="Calibri"/>
                <a:cs typeface="Calibri"/>
              </a:rPr>
              <a:t>to</a:t>
            </a:r>
            <a:r>
              <a:rPr sz="2280" spc="30" dirty="0">
                <a:latin typeface="Calibri"/>
                <a:cs typeface="Calibri"/>
              </a:rPr>
              <a:t> </a:t>
            </a:r>
            <a:r>
              <a:rPr sz="2280" dirty="0">
                <a:latin typeface="Calibri"/>
                <a:cs typeface="Calibri"/>
              </a:rPr>
              <a:t>use</a:t>
            </a:r>
            <a:r>
              <a:rPr sz="2280" spc="36" dirty="0">
                <a:latin typeface="Calibri"/>
                <a:cs typeface="Calibri"/>
              </a:rPr>
              <a:t> </a:t>
            </a:r>
            <a:r>
              <a:rPr sz="2280" dirty="0">
                <a:latin typeface="Calibri"/>
                <a:cs typeface="Calibri"/>
              </a:rPr>
              <a:t>a</a:t>
            </a:r>
            <a:r>
              <a:rPr sz="2280" spc="54" dirty="0">
                <a:latin typeface="Calibri"/>
                <a:cs typeface="Calibri"/>
              </a:rPr>
              <a:t> </a:t>
            </a:r>
            <a:r>
              <a:rPr sz="2280" dirty="0">
                <a:latin typeface="Calibri"/>
                <a:cs typeface="Calibri"/>
              </a:rPr>
              <a:t>single</a:t>
            </a:r>
            <a:r>
              <a:rPr sz="2280" spc="36" dirty="0">
                <a:latin typeface="Calibri"/>
                <a:cs typeface="Calibri"/>
              </a:rPr>
              <a:t> </a:t>
            </a:r>
            <a:r>
              <a:rPr sz="2280" dirty="0">
                <a:latin typeface="Calibri"/>
                <a:cs typeface="Calibri"/>
              </a:rPr>
              <a:t>repository).</a:t>
            </a:r>
            <a:r>
              <a:rPr sz="2280" spc="36" dirty="0">
                <a:latin typeface="Calibri"/>
                <a:cs typeface="Calibri"/>
              </a:rPr>
              <a:t> </a:t>
            </a:r>
            <a:r>
              <a:rPr sz="2280" spc="-24" dirty="0">
                <a:latin typeface="Calibri"/>
                <a:cs typeface="Calibri"/>
              </a:rPr>
              <a:t>This 	</a:t>
            </a:r>
            <a:r>
              <a:rPr sz="2280" dirty="0">
                <a:latin typeface="Calibri"/>
                <a:cs typeface="Calibri"/>
              </a:rPr>
              <a:t>is</a:t>
            </a:r>
            <a:r>
              <a:rPr sz="2280" spc="-42" dirty="0">
                <a:latin typeface="Calibri"/>
                <a:cs typeface="Calibri"/>
              </a:rPr>
              <a:t> </a:t>
            </a:r>
            <a:r>
              <a:rPr sz="2280" dirty="0">
                <a:latin typeface="Calibri"/>
                <a:cs typeface="Calibri"/>
              </a:rPr>
              <a:t>a</a:t>
            </a:r>
            <a:r>
              <a:rPr sz="2280" spc="-24" dirty="0">
                <a:latin typeface="Calibri"/>
                <a:cs typeface="Calibri"/>
              </a:rPr>
              <a:t> </a:t>
            </a:r>
            <a:r>
              <a:rPr sz="2280" dirty="0">
                <a:latin typeface="Calibri"/>
                <a:cs typeface="Calibri"/>
              </a:rPr>
              <a:t>manual</a:t>
            </a:r>
            <a:r>
              <a:rPr sz="2280" spc="-42" dirty="0">
                <a:latin typeface="Calibri"/>
                <a:cs typeface="Calibri"/>
              </a:rPr>
              <a:t> </a:t>
            </a:r>
            <a:r>
              <a:rPr sz="2280" spc="-12" dirty="0">
                <a:latin typeface="Calibri"/>
                <a:cs typeface="Calibri"/>
              </a:rPr>
              <a:t>process.</a:t>
            </a:r>
            <a:endParaRPr sz="2280" dirty="0">
              <a:latin typeface="Calibri"/>
              <a:cs typeface="Calibri"/>
            </a:endParaRPr>
          </a:p>
          <a:p>
            <a:pPr marL="302514" indent="-287274" algn="just">
              <a:spcBef>
                <a:spcPts val="234"/>
              </a:spcBef>
              <a:buFont typeface="Calibri"/>
              <a:buAutoNum type="arabicPeriod" startAt="5"/>
              <a:tabLst>
                <a:tab pos="302514" algn="l"/>
              </a:tabLst>
            </a:pPr>
            <a:r>
              <a:rPr sz="2280" b="1" i="1" dirty="0">
                <a:solidFill>
                  <a:srgbClr val="001F5F"/>
                </a:solidFill>
                <a:latin typeface="Calibri"/>
                <a:cs typeface="Calibri"/>
              </a:rPr>
              <a:t>Data</a:t>
            </a:r>
            <a:r>
              <a:rPr sz="2280" b="1" i="1" spc="-60" dirty="0">
                <a:solidFill>
                  <a:srgbClr val="001F5F"/>
                </a:solidFill>
                <a:latin typeface="Calibri"/>
                <a:cs typeface="Calibri"/>
              </a:rPr>
              <a:t> </a:t>
            </a:r>
            <a:r>
              <a:rPr sz="2280" b="1" i="1" spc="-12" dirty="0">
                <a:solidFill>
                  <a:srgbClr val="001F5F"/>
                </a:solidFill>
                <a:latin typeface="Calibri"/>
                <a:cs typeface="Calibri"/>
              </a:rPr>
              <a:t>reengineering</a:t>
            </a:r>
            <a:endParaRPr sz="2280" dirty="0">
              <a:latin typeface="Calibri"/>
              <a:cs typeface="Calibri"/>
            </a:endParaRPr>
          </a:p>
          <a:p>
            <a:pPr marL="423672" lvl="1" indent="-408432" algn="just">
              <a:spcBef>
                <a:spcPts val="245"/>
              </a:spcBef>
              <a:buFont typeface="Arial MT"/>
              <a:buChar char="•"/>
              <a:tabLst>
                <a:tab pos="423672" algn="l"/>
              </a:tabLst>
            </a:pPr>
            <a:r>
              <a:rPr sz="2280" dirty="0">
                <a:latin typeface="Calibri"/>
                <a:cs typeface="Calibri"/>
              </a:rPr>
              <a:t>The</a:t>
            </a:r>
            <a:r>
              <a:rPr sz="2280" spc="-66" dirty="0">
                <a:latin typeface="Calibri"/>
                <a:cs typeface="Calibri"/>
              </a:rPr>
              <a:t> </a:t>
            </a:r>
            <a:r>
              <a:rPr sz="2280" dirty="0">
                <a:latin typeface="Calibri"/>
                <a:cs typeface="Calibri"/>
              </a:rPr>
              <a:t>data</a:t>
            </a:r>
            <a:r>
              <a:rPr sz="2280" spc="-66" dirty="0">
                <a:latin typeface="Calibri"/>
                <a:cs typeface="Calibri"/>
              </a:rPr>
              <a:t> </a:t>
            </a:r>
            <a:r>
              <a:rPr sz="2280" dirty="0">
                <a:latin typeface="Calibri"/>
                <a:cs typeface="Calibri"/>
              </a:rPr>
              <a:t>processed</a:t>
            </a:r>
            <a:r>
              <a:rPr sz="2280" spc="-60" dirty="0">
                <a:latin typeface="Calibri"/>
                <a:cs typeface="Calibri"/>
              </a:rPr>
              <a:t> </a:t>
            </a:r>
            <a:r>
              <a:rPr sz="2280" dirty="0">
                <a:latin typeface="Calibri"/>
                <a:cs typeface="Calibri"/>
              </a:rPr>
              <a:t>by</a:t>
            </a:r>
            <a:r>
              <a:rPr sz="2280" spc="-72" dirty="0">
                <a:latin typeface="Calibri"/>
                <a:cs typeface="Calibri"/>
              </a:rPr>
              <a:t> </a:t>
            </a:r>
            <a:r>
              <a:rPr sz="2280" dirty="0">
                <a:latin typeface="Calibri"/>
                <a:cs typeface="Calibri"/>
              </a:rPr>
              <a:t>the</a:t>
            </a:r>
            <a:r>
              <a:rPr sz="2280" spc="-72" dirty="0">
                <a:latin typeface="Calibri"/>
                <a:cs typeface="Calibri"/>
              </a:rPr>
              <a:t> </a:t>
            </a:r>
            <a:r>
              <a:rPr sz="2280" spc="-12" dirty="0">
                <a:latin typeface="Calibri"/>
                <a:cs typeface="Calibri"/>
              </a:rPr>
              <a:t>program</a:t>
            </a:r>
            <a:r>
              <a:rPr sz="2280" spc="-42" dirty="0">
                <a:latin typeface="Calibri"/>
                <a:cs typeface="Calibri"/>
              </a:rPr>
              <a:t> </a:t>
            </a:r>
            <a:r>
              <a:rPr sz="2280" dirty="0">
                <a:latin typeface="Calibri"/>
                <a:cs typeface="Calibri"/>
              </a:rPr>
              <a:t>is</a:t>
            </a:r>
            <a:r>
              <a:rPr sz="2280" spc="-66" dirty="0">
                <a:latin typeface="Calibri"/>
                <a:cs typeface="Calibri"/>
              </a:rPr>
              <a:t> </a:t>
            </a:r>
            <a:r>
              <a:rPr sz="2280" dirty="0">
                <a:latin typeface="Calibri"/>
                <a:cs typeface="Calibri"/>
              </a:rPr>
              <a:t>changed</a:t>
            </a:r>
            <a:r>
              <a:rPr sz="2280" spc="-48" dirty="0">
                <a:latin typeface="Calibri"/>
                <a:cs typeface="Calibri"/>
              </a:rPr>
              <a:t> </a:t>
            </a:r>
            <a:r>
              <a:rPr sz="2280" dirty="0">
                <a:latin typeface="Calibri"/>
                <a:cs typeface="Calibri"/>
              </a:rPr>
              <a:t>to</a:t>
            </a:r>
            <a:r>
              <a:rPr sz="2280" spc="-78" dirty="0">
                <a:latin typeface="Calibri"/>
                <a:cs typeface="Calibri"/>
              </a:rPr>
              <a:t> </a:t>
            </a:r>
            <a:r>
              <a:rPr sz="2280" dirty="0">
                <a:latin typeface="Calibri"/>
                <a:cs typeface="Calibri"/>
              </a:rPr>
              <a:t>reflect</a:t>
            </a:r>
            <a:r>
              <a:rPr sz="2280" spc="-66" dirty="0">
                <a:latin typeface="Calibri"/>
                <a:cs typeface="Calibri"/>
              </a:rPr>
              <a:t> </a:t>
            </a:r>
            <a:r>
              <a:rPr sz="2280" spc="-12" dirty="0">
                <a:latin typeface="Calibri"/>
                <a:cs typeface="Calibri"/>
              </a:rPr>
              <a:t>program</a:t>
            </a:r>
            <a:r>
              <a:rPr sz="2280" spc="-54" dirty="0">
                <a:latin typeface="Calibri"/>
                <a:cs typeface="Calibri"/>
              </a:rPr>
              <a:t> </a:t>
            </a:r>
            <a:r>
              <a:rPr sz="2280" spc="-12" dirty="0">
                <a:latin typeface="Calibri"/>
                <a:cs typeface="Calibri"/>
              </a:rPr>
              <a:t>changes.</a:t>
            </a:r>
            <a:endParaRPr sz="2280" dirty="0">
              <a:latin typeface="Calibri"/>
              <a:cs typeface="Calibri"/>
            </a:endParaRPr>
          </a:p>
          <a:p>
            <a:pPr marL="423672" lvl="1" indent="-408432" algn="just">
              <a:spcBef>
                <a:spcPts val="245"/>
              </a:spcBef>
              <a:buFont typeface="Arial MT"/>
              <a:buChar char="•"/>
              <a:tabLst>
                <a:tab pos="423672" algn="l"/>
              </a:tabLst>
            </a:pPr>
            <a:r>
              <a:rPr sz="2280" dirty="0">
                <a:latin typeface="Calibri"/>
                <a:cs typeface="Calibri"/>
              </a:rPr>
              <a:t>This</a:t>
            </a:r>
            <a:r>
              <a:rPr sz="2280" spc="228" dirty="0">
                <a:latin typeface="Calibri"/>
                <a:cs typeface="Calibri"/>
              </a:rPr>
              <a:t> </a:t>
            </a:r>
            <a:r>
              <a:rPr sz="2280" dirty="0">
                <a:latin typeface="Calibri"/>
                <a:cs typeface="Calibri"/>
              </a:rPr>
              <a:t>may</a:t>
            </a:r>
            <a:r>
              <a:rPr sz="2280" spc="234" dirty="0">
                <a:latin typeface="Calibri"/>
                <a:cs typeface="Calibri"/>
              </a:rPr>
              <a:t> </a:t>
            </a:r>
            <a:r>
              <a:rPr sz="2280" dirty="0">
                <a:latin typeface="Calibri"/>
                <a:cs typeface="Calibri"/>
              </a:rPr>
              <a:t>mean</a:t>
            </a:r>
            <a:r>
              <a:rPr sz="2280" spc="216" dirty="0">
                <a:latin typeface="Calibri"/>
                <a:cs typeface="Calibri"/>
              </a:rPr>
              <a:t> </a:t>
            </a:r>
            <a:r>
              <a:rPr sz="2280" dirty="0">
                <a:latin typeface="Calibri"/>
                <a:cs typeface="Calibri"/>
              </a:rPr>
              <a:t>redefining</a:t>
            </a:r>
            <a:r>
              <a:rPr sz="2280" spc="228" dirty="0">
                <a:latin typeface="Calibri"/>
                <a:cs typeface="Calibri"/>
              </a:rPr>
              <a:t> </a:t>
            </a:r>
            <a:r>
              <a:rPr sz="2280" dirty="0">
                <a:latin typeface="Calibri"/>
                <a:cs typeface="Calibri"/>
              </a:rPr>
              <a:t>database</a:t>
            </a:r>
            <a:r>
              <a:rPr sz="2280" spc="234" dirty="0">
                <a:latin typeface="Calibri"/>
                <a:cs typeface="Calibri"/>
              </a:rPr>
              <a:t> </a:t>
            </a:r>
            <a:r>
              <a:rPr sz="2280" dirty="0">
                <a:latin typeface="Calibri"/>
                <a:cs typeface="Calibri"/>
              </a:rPr>
              <a:t>schemas</a:t>
            </a:r>
            <a:r>
              <a:rPr sz="2280" spc="216" dirty="0">
                <a:latin typeface="Calibri"/>
                <a:cs typeface="Calibri"/>
              </a:rPr>
              <a:t> </a:t>
            </a:r>
            <a:r>
              <a:rPr sz="2280" dirty="0">
                <a:latin typeface="Calibri"/>
                <a:cs typeface="Calibri"/>
              </a:rPr>
              <a:t>and</a:t>
            </a:r>
            <a:r>
              <a:rPr sz="2280" spc="222" dirty="0">
                <a:latin typeface="Calibri"/>
                <a:cs typeface="Calibri"/>
              </a:rPr>
              <a:t> </a:t>
            </a:r>
            <a:r>
              <a:rPr sz="2280" dirty="0">
                <a:latin typeface="Calibri"/>
                <a:cs typeface="Calibri"/>
              </a:rPr>
              <a:t>converting</a:t>
            </a:r>
            <a:r>
              <a:rPr sz="2280" spc="228" dirty="0">
                <a:latin typeface="Calibri"/>
                <a:cs typeface="Calibri"/>
              </a:rPr>
              <a:t> </a:t>
            </a:r>
            <a:r>
              <a:rPr sz="2280" dirty="0">
                <a:latin typeface="Calibri"/>
                <a:cs typeface="Calibri"/>
              </a:rPr>
              <a:t>existing</a:t>
            </a:r>
            <a:r>
              <a:rPr sz="2280" spc="222" dirty="0">
                <a:latin typeface="Calibri"/>
                <a:cs typeface="Calibri"/>
              </a:rPr>
              <a:t> </a:t>
            </a:r>
            <a:r>
              <a:rPr sz="2280" dirty="0">
                <a:latin typeface="Calibri"/>
                <a:cs typeface="Calibri"/>
              </a:rPr>
              <a:t>databases</a:t>
            </a:r>
            <a:r>
              <a:rPr sz="2280" spc="234" dirty="0">
                <a:latin typeface="Calibri"/>
                <a:cs typeface="Calibri"/>
              </a:rPr>
              <a:t> </a:t>
            </a:r>
            <a:r>
              <a:rPr sz="2280" spc="-30" dirty="0">
                <a:latin typeface="Calibri"/>
                <a:cs typeface="Calibri"/>
              </a:rPr>
              <a:t>to</a:t>
            </a:r>
            <a:endParaRPr sz="2280" dirty="0">
              <a:latin typeface="Calibri"/>
              <a:cs typeface="Calibri"/>
            </a:endParaRPr>
          </a:p>
          <a:p>
            <a:pPr marL="426720" algn="just"/>
            <a:r>
              <a:rPr sz="2280" dirty="0">
                <a:latin typeface="Calibri"/>
                <a:cs typeface="Calibri"/>
              </a:rPr>
              <a:t>the</a:t>
            </a:r>
            <a:r>
              <a:rPr sz="2280" spc="-36" dirty="0">
                <a:latin typeface="Calibri"/>
                <a:cs typeface="Calibri"/>
              </a:rPr>
              <a:t> </a:t>
            </a:r>
            <a:r>
              <a:rPr sz="2280" dirty="0">
                <a:latin typeface="Calibri"/>
                <a:cs typeface="Calibri"/>
              </a:rPr>
              <a:t>new</a:t>
            </a:r>
            <a:r>
              <a:rPr sz="2280" spc="-30" dirty="0">
                <a:latin typeface="Calibri"/>
                <a:cs typeface="Calibri"/>
              </a:rPr>
              <a:t> </a:t>
            </a:r>
            <a:r>
              <a:rPr sz="2280" spc="-12" dirty="0">
                <a:latin typeface="Calibri"/>
                <a:cs typeface="Calibri"/>
              </a:rPr>
              <a:t>structure.</a:t>
            </a:r>
            <a:endParaRPr sz="2280" dirty="0">
              <a:latin typeface="Calibri"/>
              <a:cs typeface="Calibri"/>
            </a:endParaRPr>
          </a:p>
          <a:p>
            <a:pPr marL="425958" lvl="1" indent="-410718">
              <a:spcBef>
                <a:spcPts val="234"/>
              </a:spcBef>
              <a:buFont typeface="Arial MT"/>
              <a:buChar char="•"/>
              <a:tabLst>
                <a:tab pos="425958" algn="l"/>
              </a:tabLst>
            </a:pPr>
            <a:r>
              <a:rPr sz="2280" spc="-48" dirty="0">
                <a:latin typeface="Calibri"/>
                <a:cs typeface="Calibri"/>
              </a:rPr>
              <a:t>You</a:t>
            </a:r>
            <a:r>
              <a:rPr sz="2280" spc="-60" dirty="0">
                <a:latin typeface="Calibri"/>
                <a:cs typeface="Calibri"/>
              </a:rPr>
              <a:t> </a:t>
            </a:r>
            <a:r>
              <a:rPr sz="2280" dirty="0">
                <a:latin typeface="Calibri"/>
                <a:cs typeface="Calibri"/>
              </a:rPr>
              <a:t>should</a:t>
            </a:r>
            <a:r>
              <a:rPr sz="2280" spc="-54" dirty="0">
                <a:latin typeface="Calibri"/>
                <a:cs typeface="Calibri"/>
              </a:rPr>
              <a:t> </a:t>
            </a:r>
            <a:r>
              <a:rPr sz="2280" dirty="0">
                <a:latin typeface="Calibri"/>
                <a:cs typeface="Calibri"/>
              </a:rPr>
              <a:t>usually</a:t>
            </a:r>
            <a:r>
              <a:rPr sz="2280" spc="-54" dirty="0">
                <a:latin typeface="Calibri"/>
                <a:cs typeface="Calibri"/>
              </a:rPr>
              <a:t> </a:t>
            </a:r>
            <a:r>
              <a:rPr sz="2280" dirty="0">
                <a:latin typeface="Calibri"/>
                <a:cs typeface="Calibri"/>
              </a:rPr>
              <a:t>also</a:t>
            </a:r>
            <a:r>
              <a:rPr sz="2280" spc="-54" dirty="0">
                <a:latin typeface="Calibri"/>
                <a:cs typeface="Calibri"/>
              </a:rPr>
              <a:t> </a:t>
            </a:r>
            <a:r>
              <a:rPr sz="2280" dirty="0">
                <a:latin typeface="Calibri"/>
                <a:cs typeface="Calibri"/>
              </a:rPr>
              <a:t>clean</a:t>
            </a:r>
            <a:r>
              <a:rPr sz="2280" spc="-48" dirty="0">
                <a:latin typeface="Calibri"/>
                <a:cs typeface="Calibri"/>
              </a:rPr>
              <a:t> </a:t>
            </a:r>
            <a:r>
              <a:rPr sz="2280" dirty="0">
                <a:latin typeface="Calibri"/>
                <a:cs typeface="Calibri"/>
              </a:rPr>
              <a:t>up</a:t>
            </a:r>
            <a:r>
              <a:rPr sz="2280" spc="-60" dirty="0">
                <a:latin typeface="Calibri"/>
                <a:cs typeface="Calibri"/>
              </a:rPr>
              <a:t> </a:t>
            </a:r>
            <a:r>
              <a:rPr sz="2280" dirty="0">
                <a:latin typeface="Calibri"/>
                <a:cs typeface="Calibri"/>
              </a:rPr>
              <a:t>the</a:t>
            </a:r>
            <a:r>
              <a:rPr sz="2280" spc="-60" dirty="0">
                <a:latin typeface="Calibri"/>
                <a:cs typeface="Calibri"/>
              </a:rPr>
              <a:t> </a:t>
            </a:r>
            <a:r>
              <a:rPr sz="2280" spc="-12" dirty="0">
                <a:latin typeface="Calibri"/>
                <a:cs typeface="Calibri"/>
              </a:rPr>
              <a:t>data.</a:t>
            </a:r>
            <a:endParaRPr sz="2280" dirty="0">
              <a:latin typeface="Calibri"/>
              <a:cs typeface="Calibri"/>
            </a:endParaRPr>
          </a:p>
          <a:p>
            <a:pPr marL="425958" lvl="1" indent="-410718">
              <a:spcBef>
                <a:spcPts val="240"/>
              </a:spcBef>
              <a:buFont typeface="Arial MT"/>
              <a:buChar char="•"/>
              <a:tabLst>
                <a:tab pos="425958" algn="l"/>
              </a:tabLst>
            </a:pPr>
            <a:r>
              <a:rPr sz="2280" dirty="0">
                <a:latin typeface="Calibri"/>
                <a:cs typeface="Calibri"/>
              </a:rPr>
              <a:t>This</a:t>
            </a:r>
            <a:r>
              <a:rPr sz="2280" spc="-78" dirty="0">
                <a:latin typeface="Calibri"/>
                <a:cs typeface="Calibri"/>
              </a:rPr>
              <a:t> </a:t>
            </a:r>
            <a:r>
              <a:rPr sz="2280" spc="-12" dirty="0">
                <a:latin typeface="Calibri"/>
                <a:cs typeface="Calibri"/>
              </a:rPr>
              <a:t>involves</a:t>
            </a:r>
            <a:r>
              <a:rPr sz="2280" spc="-48" dirty="0">
                <a:latin typeface="Calibri"/>
                <a:cs typeface="Calibri"/>
              </a:rPr>
              <a:t> </a:t>
            </a:r>
            <a:r>
              <a:rPr sz="2280" dirty="0">
                <a:latin typeface="Calibri"/>
                <a:cs typeface="Calibri"/>
              </a:rPr>
              <a:t>finding</a:t>
            </a:r>
            <a:r>
              <a:rPr sz="2280" spc="-48" dirty="0">
                <a:latin typeface="Calibri"/>
                <a:cs typeface="Calibri"/>
              </a:rPr>
              <a:t> </a:t>
            </a:r>
            <a:r>
              <a:rPr sz="2280" dirty="0">
                <a:latin typeface="Calibri"/>
                <a:cs typeface="Calibri"/>
              </a:rPr>
              <a:t>and</a:t>
            </a:r>
            <a:r>
              <a:rPr sz="2280" spc="-72" dirty="0">
                <a:latin typeface="Calibri"/>
                <a:cs typeface="Calibri"/>
              </a:rPr>
              <a:t> </a:t>
            </a:r>
            <a:r>
              <a:rPr sz="2280" dirty="0">
                <a:latin typeface="Calibri"/>
                <a:cs typeface="Calibri"/>
              </a:rPr>
              <a:t>correcting</a:t>
            </a:r>
            <a:r>
              <a:rPr sz="2280" spc="-66" dirty="0">
                <a:latin typeface="Calibri"/>
                <a:cs typeface="Calibri"/>
              </a:rPr>
              <a:t> </a:t>
            </a:r>
            <a:r>
              <a:rPr sz="2280" spc="-12" dirty="0">
                <a:latin typeface="Calibri"/>
                <a:cs typeface="Calibri"/>
              </a:rPr>
              <a:t>mistakes,</a:t>
            </a:r>
            <a:r>
              <a:rPr sz="2280" spc="-78" dirty="0">
                <a:latin typeface="Calibri"/>
                <a:cs typeface="Calibri"/>
              </a:rPr>
              <a:t> </a:t>
            </a:r>
            <a:r>
              <a:rPr sz="2280" spc="-12" dirty="0">
                <a:latin typeface="Calibri"/>
                <a:cs typeface="Calibri"/>
              </a:rPr>
              <a:t>removing</a:t>
            </a:r>
            <a:r>
              <a:rPr sz="2280" spc="-36" dirty="0">
                <a:latin typeface="Calibri"/>
                <a:cs typeface="Calibri"/>
              </a:rPr>
              <a:t> </a:t>
            </a:r>
            <a:r>
              <a:rPr sz="2280" dirty="0">
                <a:latin typeface="Calibri"/>
                <a:cs typeface="Calibri"/>
              </a:rPr>
              <a:t>duplicate</a:t>
            </a:r>
            <a:r>
              <a:rPr sz="2280" spc="-66" dirty="0">
                <a:latin typeface="Calibri"/>
                <a:cs typeface="Calibri"/>
              </a:rPr>
              <a:t> </a:t>
            </a:r>
            <a:r>
              <a:rPr sz="2280" spc="-12" dirty="0">
                <a:latin typeface="Calibri"/>
                <a:cs typeface="Calibri"/>
              </a:rPr>
              <a:t>records,</a:t>
            </a:r>
            <a:r>
              <a:rPr sz="2280" spc="-84" dirty="0">
                <a:latin typeface="Calibri"/>
                <a:cs typeface="Calibri"/>
              </a:rPr>
              <a:t> </a:t>
            </a:r>
            <a:r>
              <a:rPr sz="2280" dirty="0">
                <a:latin typeface="Calibri"/>
                <a:cs typeface="Calibri"/>
              </a:rPr>
              <a:t>and</a:t>
            </a:r>
            <a:r>
              <a:rPr sz="2280" spc="-66" dirty="0">
                <a:latin typeface="Calibri"/>
                <a:cs typeface="Calibri"/>
              </a:rPr>
              <a:t> </a:t>
            </a:r>
            <a:r>
              <a:rPr sz="2280" dirty="0">
                <a:latin typeface="Calibri"/>
                <a:cs typeface="Calibri"/>
              </a:rPr>
              <a:t>so</a:t>
            </a:r>
            <a:r>
              <a:rPr sz="2280" spc="-90" dirty="0">
                <a:latin typeface="Calibri"/>
                <a:cs typeface="Calibri"/>
              </a:rPr>
              <a:t> </a:t>
            </a:r>
            <a:r>
              <a:rPr sz="2280" spc="-30" dirty="0">
                <a:latin typeface="Calibri"/>
                <a:cs typeface="Calibri"/>
              </a:rPr>
              <a:t>on.</a:t>
            </a:r>
            <a:endParaRPr sz="2280" dirty="0">
              <a:latin typeface="Calibri"/>
              <a:cs typeface="Calibri"/>
            </a:endParaRPr>
          </a:p>
          <a:p>
            <a:pPr marL="425958" lvl="1" indent="-410718">
              <a:spcBef>
                <a:spcPts val="251"/>
              </a:spcBef>
              <a:buFont typeface="Arial MT"/>
              <a:buChar char="•"/>
              <a:tabLst>
                <a:tab pos="425958" algn="l"/>
              </a:tabLst>
            </a:pPr>
            <a:r>
              <a:rPr sz="2280" dirty="0">
                <a:latin typeface="Calibri"/>
                <a:cs typeface="Calibri"/>
              </a:rPr>
              <a:t>This</a:t>
            </a:r>
            <a:r>
              <a:rPr sz="2280" spc="-48" dirty="0">
                <a:latin typeface="Calibri"/>
                <a:cs typeface="Calibri"/>
              </a:rPr>
              <a:t> </a:t>
            </a:r>
            <a:r>
              <a:rPr sz="2280" dirty="0">
                <a:latin typeface="Calibri"/>
                <a:cs typeface="Calibri"/>
              </a:rPr>
              <a:t>can</a:t>
            </a:r>
            <a:r>
              <a:rPr sz="2280" spc="-60" dirty="0">
                <a:latin typeface="Calibri"/>
                <a:cs typeface="Calibri"/>
              </a:rPr>
              <a:t> </a:t>
            </a:r>
            <a:r>
              <a:rPr sz="2280" dirty="0">
                <a:latin typeface="Calibri"/>
                <a:cs typeface="Calibri"/>
              </a:rPr>
              <a:t>be</a:t>
            </a:r>
            <a:r>
              <a:rPr sz="2280" spc="-42" dirty="0">
                <a:latin typeface="Calibri"/>
                <a:cs typeface="Calibri"/>
              </a:rPr>
              <a:t> </a:t>
            </a:r>
            <a:r>
              <a:rPr sz="2280" dirty="0">
                <a:latin typeface="Calibri"/>
                <a:cs typeface="Calibri"/>
              </a:rPr>
              <a:t>a</a:t>
            </a:r>
            <a:r>
              <a:rPr sz="2280" spc="-60" dirty="0">
                <a:latin typeface="Calibri"/>
                <a:cs typeface="Calibri"/>
              </a:rPr>
              <a:t> </a:t>
            </a:r>
            <a:r>
              <a:rPr sz="2280" dirty="0">
                <a:latin typeface="Calibri"/>
                <a:cs typeface="Calibri"/>
              </a:rPr>
              <a:t>very</a:t>
            </a:r>
            <a:r>
              <a:rPr sz="2280" spc="-24" dirty="0">
                <a:latin typeface="Calibri"/>
                <a:cs typeface="Calibri"/>
              </a:rPr>
              <a:t> </a:t>
            </a:r>
            <a:r>
              <a:rPr sz="2280" spc="-12" dirty="0">
                <a:latin typeface="Calibri"/>
                <a:cs typeface="Calibri"/>
              </a:rPr>
              <a:t>expensive</a:t>
            </a:r>
            <a:r>
              <a:rPr sz="2280" spc="-18" dirty="0">
                <a:latin typeface="Calibri"/>
                <a:cs typeface="Calibri"/>
              </a:rPr>
              <a:t> </a:t>
            </a:r>
            <a:r>
              <a:rPr sz="2280" dirty="0">
                <a:latin typeface="Calibri"/>
                <a:cs typeface="Calibri"/>
              </a:rPr>
              <a:t>and</a:t>
            </a:r>
            <a:r>
              <a:rPr sz="2280" spc="-42" dirty="0">
                <a:latin typeface="Calibri"/>
                <a:cs typeface="Calibri"/>
              </a:rPr>
              <a:t> </a:t>
            </a:r>
            <a:r>
              <a:rPr sz="2280" spc="-12" dirty="0">
                <a:latin typeface="Calibri"/>
                <a:cs typeface="Calibri"/>
              </a:rPr>
              <a:t>prolonged process.</a:t>
            </a:r>
            <a:endParaRPr sz="2280" dirty="0">
              <a:latin typeface="Calibri"/>
              <a:cs typeface="Calibri"/>
            </a:endParaRPr>
          </a:p>
        </p:txBody>
      </p:sp>
    </p:spTree>
    <p:extLst>
      <p:ext uri="{BB962C8B-B14F-4D97-AF65-F5344CB8AC3E}">
        <p14:creationId xmlns:p14="http://schemas.microsoft.com/office/powerpoint/2010/main" val="22644230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201" y="80253"/>
            <a:ext cx="10525506" cy="1144159"/>
          </a:xfrm>
          <a:prstGeom prst="rect">
            <a:avLst/>
          </a:prstGeom>
        </p:spPr>
        <p:txBody>
          <a:bodyPr vert="horz" wrap="square" lIns="0" tIns="14478" rIns="0" bIns="0" rtlCol="0">
            <a:spAutoFit/>
          </a:bodyPr>
          <a:lstStyle/>
          <a:p>
            <a:pPr marL="425958" indent="-410718">
              <a:spcBef>
                <a:spcPts val="114"/>
              </a:spcBef>
              <a:buFont typeface="Arial MT"/>
              <a:buChar char="•"/>
              <a:tabLst>
                <a:tab pos="425958" algn="l"/>
              </a:tabLst>
            </a:pPr>
            <a:r>
              <a:rPr sz="2280" dirty="0">
                <a:latin typeface="Calibri"/>
                <a:cs typeface="Calibri"/>
              </a:rPr>
              <a:t>The</a:t>
            </a:r>
            <a:r>
              <a:rPr sz="2280" spc="-36" dirty="0">
                <a:latin typeface="Calibri"/>
                <a:cs typeface="Calibri"/>
              </a:rPr>
              <a:t> </a:t>
            </a:r>
            <a:r>
              <a:rPr sz="2280" b="1" dirty="0">
                <a:latin typeface="Calibri"/>
                <a:cs typeface="Calibri"/>
              </a:rPr>
              <a:t>costs</a:t>
            </a:r>
            <a:r>
              <a:rPr sz="2280" b="1" spc="-24" dirty="0">
                <a:latin typeface="Calibri"/>
                <a:cs typeface="Calibri"/>
              </a:rPr>
              <a:t> </a:t>
            </a:r>
            <a:r>
              <a:rPr sz="2280" b="1" dirty="0">
                <a:latin typeface="Calibri"/>
                <a:cs typeface="Calibri"/>
              </a:rPr>
              <a:t>of</a:t>
            </a:r>
            <a:r>
              <a:rPr sz="2280" b="1" spc="-30" dirty="0">
                <a:latin typeface="Calibri"/>
                <a:cs typeface="Calibri"/>
              </a:rPr>
              <a:t> </a:t>
            </a:r>
            <a:r>
              <a:rPr sz="2280" b="1" spc="-12" dirty="0">
                <a:latin typeface="Calibri"/>
                <a:cs typeface="Calibri"/>
              </a:rPr>
              <a:t>reengineering</a:t>
            </a:r>
            <a:r>
              <a:rPr sz="2280" b="1" spc="-18" dirty="0">
                <a:latin typeface="Calibri"/>
                <a:cs typeface="Calibri"/>
              </a:rPr>
              <a:t> </a:t>
            </a:r>
            <a:r>
              <a:rPr sz="2280" dirty="0">
                <a:latin typeface="Calibri"/>
                <a:cs typeface="Calibri"/>
              </a:rPr>
              <a:t>obviously</a:t>
            </a:r>
            <a:r>
              <a:rPr sz="2280" spc="-24" dirty="0">
                <a:latin typeface="Calibri"/>
                <a:cs typeface="Calibri"/>
              </a:rPr>
              <a:t> </a:t>
            </a:r>
            <a:r>
              <a:rPr sz="2280" dirty="0">
                <a:latin typeface="Calibri"/>
                <a:cs typeface="Calibri"/>
              </a:rPr>
              <a:t>depend</a:t>
            </a:r>
            <a:r>
              <a:rPr sz="2280" spc="-24" dirty="0">
                <a:latin typeface="Calibri"/>
                <a:cs typeface="Calibri"/>
              </a:rPr>
              <a:t> </a:t>
            </a:r>
            <a:r>
              <a:rPr sz="2280" dirty="0">
                <a:latin typeface="Calibri"/>
                <a:cs typeface="Calibri"/>
              </a:rPr>
              <a:t>on</a:t>
            </a:r>
            <a:r>
              <a:rPr sz="2280" spc="-24" dirty="0">
                <a:latin typeface="Calibri"/>
                <a:cs typeface="Calibri"/>
              </a:rPr>
              <a:t> </a:t>
            </a:r>
            <a:r>
              <a:rPr sz="2280" dirty="0">
                <a:latin typeface="Calibri"/>
                <a:cs typeface="Calibri"/>
              </a:rPr>
              <a:t>the</a:t>
            </a:r>
            <a:r>
              <a:rPr sz="2280" spc="-30" dirty="0">
                <a:latin typeface="Calibri"/>
                <a:cs typeface="Calibri"/>
              </a:rPr>
              <a:t> </a:t>
            </a:r>
            <a:r>
              <a:rPr sz="2280" dirty="0">
                <a:latin typeface="Calibri"/>
                <a:cs typeface="Calibri"/>
              </a:rPr>
              <a:t>extent</a:t>
            </a:r>
            <a:r>
              <a:rPr sz="2280" spc="-30" dirty="0">
                <a:latin typeface="Calibri"/>
                <a:cs typeface="Calibri"/>
              </a:rPr>
              <a:t> </a:t>
            </a:r>
            <a:r>
              <a:rPr sz="2280" dirty="0">
                <a:latin typeface="Calibri"/>
                <a:cs typeface="Calibri"/>
              </a:rPr>
              <a:t>of</a:t>
            </a:r>
            <a:r>
              <a:rPr sz="2280" spc="-30" dirty="0">
                <a:latin typeface="Calibri"/>
                <a:cs typeface="Calibri"/>
              </a:rPr>
              <a:t> </a:t>
            </a:r>
            <a:r>
              <a:rPr sz="2280" dirty="0">
                <a:latin typeface="Calibri"/>
                <a:cs typeface="Calibri"/>
              </a:rPr>
              <a:t>the</a:t>
            </a:r>
            <a:r>
              <a:rPr sz="2280" spc="-36" dirty="0">
                <a:latin typeface="Calibri"/>
                <a:cs typeface="Calibri"/>
              </a:rPr>
              <a:t> </a:t>
            </a:r>
            <a:r>
              <a:rPr sz="2280" dirty="0">
                <a:latin typeface="Calibri"/>
                <a:cs typeface="Calibri"/>
              </a:rPr>
              <a:t>work</a:t>
            </a:r>
            <a:r>
              <a:rPr sz="2280" spc="-24" dirty="0">
                <a:latin typeface="Calibri"/>
                <a:cs typeface="Calibri"/>
              </a:rPr>
              <a:t> </a:t>
            </a:r>
            <a:r>
              <a:rPr sz="2280" dirty="0">
                <a:latin typeface="Calibri"/>
                <a:cs typeface="Calibri"/>
              </a:rPr>
              <a:t>that</a:t>
            </a:r>
            <a:r>
              <a:rPr sz="2280" spc="-36" dirty="0">
                <a:latin typeface="Calibri"/>
                <a:cs typeface="Calibri"/>
              </a:rPr>
              <a:t> </a:t>
            </a:r>
            <a:r>
              <a:rPr sz="2280" dirty="0">
                <a:latin typeface="Calibri"/>
                <a:cs typeface="Calibri"/>
              </a:rPr>
              <a:t>is</a:t>
            </a:r>
            <a:r>
              <a:rPr sz="2280" spc="-24" dirty="0">
                <a:latin typeface="Calibri"/>
                <a:cs typeface="Calibri"/>
              </a:rPr>
              <a:t> </a:t>
            </a:r>
            <a:r>
              <a:rPr sz="2280" spc="-12" dirty="0">
                <a:latin typeface="Calibri"/>
                <a:cs typeface="Calibri"/>
              </a:rPr>
              <a:t>carried</a:t>
            </a:r>
            <a:endParaRPr sz="2280">
              <a:latin typeface="Calibri"/>
              <a:cs typeface="Calibri"/>
            </a:endParaRPr>
          </a:p>
          <a:p>
            <a:pPr marL="425958"/>
            <a:r>
              <a:rPr sz="2280" spc="-24" dirty="0">
                <a:latin typeface="Calibri"/>
                <a:cs typeface="Calibri"/>
              </a:rPr>
              <a:t>out.</a:t>
            </a:r>
            <a:endParaRPr sz="2280">
              <a:latin typeface="Calibri"/>
              <a:cs typeface="Calibri"/>
            </a:endParaRPr>
          </a:p>
          <a:p>
            <a:pPr marL="425958" indent="-410718">
              <a:spcBef>
                <a:spcPts val="551"/>
              </a:spcBef>
              <a:buFont typeface="Arial MT"/>
              <a:buChar char="•"/>
              <a:tabLst>
                <a:tab pos="425958" algn="l"/>
              </a:tabLst>
            </a:pPr>
            <a:r>
              <a:rPr sz="2280" dirty="0">
                <a:latin typeface="Calibri"/>
                <a:cs typeface="Calibri"/>
              </a:rPr>
              <a:t>There</a:t>
            </a:r>
            <a:r>
              <a:rPr sz="2280" spc="-42" dirty="0">
                <a:latin typeface="Calibri"/>
                <a:cs typeface="Calibri"/>
              </a:rPr>
              <a:t> </a:t>
            </a:r>
            <a:r>
              <a:rPr sz="2280" dirty="0">
                <a:latin typeface="Calibri"/>
                <a:cs typeface="Calibri"/>
              </a:rPr>
              <a:t>is</a:t>
            </a:r>
            <a:r>
              <a:rPr sz="2280" spc="-36" dirty="0">
                <a:latin typeface="Calibri"/>
                <a:cs typeface="Calibri"/>
              </a:rPr>
              <a:t> </a:t>
            </a:r>
            <a:r>
              <a:rPr sz="2280" dirty="0">
                <a:latin typeface="Calibri"/>
                <a:cs typeface="Calibri"/>
              </a:rPr>
              <a:t>a</a:t>
            </a:r>
            <a:r>
              <a:rPr sz="2280" spc="-48" dirty="0">
                <a:latin typeface="Calibri"/>
                <a:cs typeface="Calibri"/>
              </a:rPr>
              <a:t> </a:t>
            </a:r>
            <a:r>
              <a:rPr sz="2280" dirty="0">
                <a:latin typeface="Calibri"/>
                <a:cs typeface="Calibri"/>
              </a:rPr>
              <a:t>spectrum</a:t>
            </a:r>
            <a:r>
              <a:rPr sz="2280" spc="-48" dirty="0">
                <a:latin typeface="Calibri"/>
                <a:cs typeface="Calibri"/>
              </a:rPr>
              <a:t> </a:t>
            </a:r>
            <a:r>
              <a:rPr sz="2280" dirty="0">
                <a:latin typeface="Calibri"/>
                <a:cs typeface="Calibri"/>
              </a:rPr>
              <a:t>of</a:t>
            </a:r>
            <a:r>
              <a:rPr sz="2280" spc="-48" dirty="0">
                <a:latin typeface="Calibri"/>
                <a:cs typeface="Calibri"/>
              </a:rPr>
              <a:t> </a:t>
            </a:r>
            <a:r>
              <a:rPr sz="2280" dirty="0">
                <a:latin typeface="Calibri"/>
                <a:cs typeface="Calibri"/>
              </a:rPr>
              <a:t>possible</a:t>
            </a:r>
            <a:r>
              <a:rPr sz="2280" spc="-42" dirty="0">
                <a:latin typeface="Calibri"/>
                <a:cs typeface="Calibri"/>
              </a:rPr>
              <a:t> </a:t>
            </a:r>
            <a:r>
              <a:rPr sz="2280" spc="-12" dirty="0">
                <a:latin typeface="Calibri"/>
                <a:cs typeface="Calibri"/>
              </a:rPr>
              <a:t>approaches</a:t>
            </a:r>
            <a:r>
              <a:rPr sz="2280" spc="-36" dirty="0">
                <a:latin typeface="Calibri"/>
                <a:cs typeface="Calibri"/>
              </a:rPr>
              <a:t> </a:t>
            </a:r>
            <a:r>
              <a:rPr sz="2280" dirty="0">
                <a:latin typeface="Calibri"/>
                <a:cs typeface="Calibri"/>
              </a:rPr>
              <a:t>to</a:t>
            </a:r>
            <a:r>
              <a:rPr sz="2280" spc="-48" dirty="0">
                <a:latin typeface="Calibri"/>
                <a:cs typeface="Calibri"/>
              </a:rPr>
              <a:t> </a:t>
            </a:r>
            <a:r>
              <a:rPr sz="2280" spc="-12" dirty="0">
                <a:latin typeface="Calibri"/>
                <a:cs typeface="Calibri"/>
              </a:rPr>
              <a:t>reengineering</a:t>
            </a:r>
            <a:endParaRPr sz="2280">
              <a:latin typeface="Calibri"/>
              <a:cs typeface="Calibri"/>
            </a:endParaRPr>
          </a:p>
        </p:txBody>
      </p:sp>
      <p:grpSp>
        <p:nvGrpSpPr>
          <p:cNvPr id="3" name="object 3"/>
          <p:cNvGrpSpPr/>
          <p:nvPr/>
        </p:nvGrpSpPr>
        <p:grpSpPr>
          <a:xfrm>
            <a:off x="2455392" y="1430197"/>
            <a:ext cx="6704076" cy="2624328"/>
            <a:chOff x="1538160" y="1191831"/>
            <a:chExt cx="5586730" cy="2186940"/>
          </a:xfrm>
        </p:grpSpPr>
        <p:pic>
          <p:nvPicPr>
            <p:cNvPr id="4" name="object 4"/>
            <p:cNvPicPr/>
            <p:nvPr/>
          </p:nvPicPr>
          <p:blipFill>
            <a:blip r:embed="rId2" cstate="print"/>
            <a:stretch>
              <a:fillRect/>
            </a:stretch>
          </p:blipFill>
          <p:spPr>
            <a:xfrm>
              <a:off x="1642384" y="1343560"/>
              <a:ext cx="5342237" cy="1883355"/>
            </a:xfrm>
            <a:prstGeom prst="rect">
              <a:avLst/>
            </a:prstGeom>
          </p:spPr>
        </p:pic>
        <p:sp>
          <p:nvSpPr>
            <p:cNvPr id="5" name="object 5"/>
            <p:cNvSpPr/>
            <p:nvPr/>
          </p:nvSpPr>
          <p:spPr>
            <a:xfrm>
              <a:off x="1542922" y="1196594"/>
              <a:ext cx="5577205" cy="2177415"/>
            </a:xfrm>
            <a:custGeom>
              <a:avLst/>
              <a:gdLst/>
              <a:ahLst/>
              <a:cxnLst/>
              <a:rect l="l" t="t" r="r" b="b"/>
              <a:pathLst>
                <a:path w="5577205" h="2177415">
                  <a:moveTo>
                    <a:pt x="0" y="2177160"/>
                  </a:moveTo>
                  <a:lnTo>
                    <a:pt x="5576824" y="2177160"/>
                  </a:lnTo>
                  <a:lnTo>
                    <a:pt x="5576824" y="0"/>
                  </a:lnTo>
                  <a:lnTo>
                    <a:pt x="0" y="0"/>
                  </a:lnTo>
                  <a:lnTo>
                    <a:pt x="0" y="2177160"/>
                  </a:lnTo>
                  <a:close/>
                </a:path>
              </a:pathLst>
            </a:custGeom>
            <a:ln w="9525">
              <a:solidFill>
                <a:srgbClr val="000000"/>
              </a:solidFill>
            </a:ln>
          </p:spPr>
          <p:txBody>
            <a:bodyPr wrap="square" lIns="0" tIns="0" rIns="0" bIns="0" rtlCol="0"/>
            <a:lstStyle/>
            <a:p>
              <a:endParaRPr sz="2160"/>
            </a:p>
          </p:txBody>
        </p:sp>
      </p:grpSp>
      <p:sp>
        <p:nvSpPr>
          <p:cNvPr id="6" name="object 6"/>
          <p:cNvSpPr txBox="1"/>
          <p:nvPr/>
        </p:nvSpPr>
        <p:spPr>
          <a:xfrm>
            <a:off x="886969" y="4145280"/>
            <a:ext cx="10473690" cy="680186"/>
          </a:xfrm>
          <a:prstGeom prst="rect">
            <a:avLst/>
          </a:prstGeom>
        </p:spPr>
        <p:txBody>
          <a:bodyPr vert="horz" wrap="square" lIns="0" tIns="15240" rIns="0" bIns="0" rtlCol="0">
            <a:spAutoFit/>
          </a:bodyPr>
          <a:lstStyle/>
          <a:p>
            <a:pPr marL="358902" marR="6096" indent="-344424">
              <a:spcBef>
                <a:spcPts val="120"/>
              </a:spcBef>
              <a:buFont typeface="Arial MT"/>
              <a:buChar char="•"/>
              <a:tabLst>
                <a:tab pos="358902" algn="l"/>
              </a:tabLst>
            </a:pPr>
            <a:r>
              <a:rPr sz="2160" dirty="0">
                <a:latin typeface="Calibri"/>
                <a:cs typeface="Calibri"/>
              </a:rPr>
              <a:t>Costs</a:t>
            </a:r>
            <a:r>
              <a:rPr sz="2160" spc="-48" dirty="0">
                <a:latin typeface="Calibri"/>
                <a:cs typeface="Calibri"/>
              </a:rPr>
              <a:t> </a:t>
            </a:r>
            <a:r>
              <a:rPr sz="2160" dirty="0">
                <a:latin typeface="Calibri"/>
                <a:cs typeface="Calibri"/>
              </a:rPr>
              <a:t>increase</a:t>
            </a:r>
            <a:r>
              <a:rPr sz="2160" spc="-42" dirty="0">
                <a:latin typeface="Calibri"/>
                <a:cs typeface="Calibri"/>
              </a:rPr>
              <a:t> </a:t>
            </a:r>
            <a:r>
              <a:rPr sz="2160" dirty="0">
                <a:latin typeface="Calibri"/>
                <a:cs typeface="Calibri"/>
              </a:rPr>
              <a:t>from</a:t>
            </a:r>
            <a:r>
              <a:rPr sz="2160" spc="-48" dirty="0">
                <a:latin typeface="Calibri"/>
                <a:cs typeface="Calibri"/>
              </a:rPr>
              <a:t> </a:t>
            </a:r>
            <a:r>
              <a:rPr sz="2160" dirty="0">
                <a:latin typeface="Calibri"/>
                <a:cs typeface="Calibri"/>
              </a:rPr>
              <a:t>left</a:t>
            </a:r>
            <a:r>
              <a:rPr sz="2160" spc="-48" dirty="0">
                <a:latin typeface="Calibri"/>
                <a:cs typeface="Calibri"/>
              </a:rPr>
              <a:t> </a:t>
            </a:r>
            <a:r>
              <a:rPr sz="2160" dirty="0">
                <a:latin typeface="Calibri"/>
                <a:cs typeface="Calibri"/>
              </a:rPr>
              <a:t>to</a:t>
            </a:r>
            <a:r>
              <a:rPr sz="2160" spc="-30" dirty="0">
                <a:latin typeface="Calibri"/>
                <a:cs typeface="Calibri"/>
              </a:rPr>
              <a:t> </a:t>
            </a:r>
            <a:r>
              <a:rPr sz="2160" dirty="0">
                <a:latin typeface="Calibri"/>
                <a:cs typeface="Calibri"/>
              </a:rPr>
              <a:t>right</a:t>
            </a:r>
            <a:r>
              <a:rPr sz="2160" spc="-54" dirty="0">
                <a:latin typeface="Calibri"/>
                <a:cs typeface="Calibri"/>
              </a:rPr>
              <a:t> </a:t>
            </a:r>
            <a:r>
              <a:rPr sz="2160" dirty="0">
                <a:latin typeface="Calibri"/>
                <a:cs typeface="Calibri"/>
              </a:rPr>
              <a:t>so</a:t>
            </a:r>
            <a:r>
              <a:rPr sz="2160" spc="-48" dirty="0">
                <a:latin typeface="Calibri"/>
                <a:cs typeface="Calibri"/>
              </a:rPr>
              <a:t> </a:t>
            </a:r>
            <a:r>
              <a:rPr sz="2160" dirty="0">
                <a:latin typeface="Calibri"/>
                <a:cs typeface="Calibri"/>
              </a:rPr>
              <a:t>that</a:t>
            </a:r>
            <a:r>
              <a:rPr sz="2160" spc="-54" dirty="0">
                <a:latin typeface="Calibri"/>
                <a:cs typeface="Calibri"/>
              </a:rPr>
              <a:t> </a:t>
            </a:r>
            <a:r>
              <a:rPr sz="2160" dirty="0">
                <a:latin typeface="Calibri"/>
                <a:cs typeface="Calibri"/>
              </a:rPr>
              <a:t>source</a:t>
            </a:r>
            <a:r>
              <a:rPr sz="2160" spc="-24" dirty="0">
                <a:latin typeface="Calibri"/>
                <a:cs typeface="Calibri"/>
              </a:rPr>
              <a:t> </a:t>
            </a:r>
            <a:r>
              <a:rPr sz="2160" dirty="0">
                <a:latin typeface="Calibri"/>
                <a:cs typeface="Calibri"/>
              </a:rPr>
              <a:t>code</a:t>
            </a:r>
            <a:r>
              <a:rPr sz="2160" spc="-36" dirty="0">
                <a:latin typeface="Calibri"/>
                <a:cs typeface="Calibri"/>
              </a:rPr>
              <a:t> </a:t>
            </a:r>
            <a:r>
              <a:rPr sz="2160" spc="-12" dirty="0">
                <a:latin typeface="Calibri"/>
                <a:cs typeface="Calibri"/>
              </a:rPr>
              <a:t>translation</a:t>
            </a:r>
            <a:r>
              <a:rPr sz="2160" spc="-36" dirty="0">
                <a:latin typeface="Calibri"/>
                <a:cs typeface="Calibri"/>
              </a:rPr>
              <a:t> </a:t>
            </a:r>
            <a:r>
              <a:rPr sz="2160" dirty="0">
                <a:latin typeface="Calibri"/>
                <a:cs typeface="Calibri"/>
              </a:rPr>
              <a:t>is</a:t>
            </a:r>
            <a:r>
              <a:rPr sz="2160" spc="-24" dirty="0">
                <a:latin typeface="Calibri"/>
                <a:cs typeface="Calibri"/>
              </a:rPr>
              <a:t> </a:t>
            </a:r>
            <a:r>
              <a:rPr sz="2160" dirty="0">
                <a:latin typeface="Calibri"/>
                <a:cs typeface="Calibri"/>
              </a:rPr>
              <a:t>the</a:t>
            </a:r>
            <a:r>
              <a:rPr sz="2160" spc="-48" dirty="0">
                <a:latin typeface="Calibri"/>
                <a:cs typeface="Calibri"/>
              </a:rPr>
              <a:t> </a:t>
            </a:r>
            <a:r>
              <a:rPr sz="2160" dirty="0">
                <a:latin typeface="Calibri"/>
                <a:cs typeface="Calibri"/>
              </a:rPr>
              <a:t>cheapest</a:t>
            </a:r>
            <a:r>
              <a:rPr sz="2160" spc="-48" dirty="0">
                <a:latin typeface="Calibri"/>
                <a:cs typeface="Calibri"/>
              </a:rPr>
              <a:t> </a:t>
            </a:r>
            <a:r>
              <a:rPr sz="2160" dirty="0">
                <a:latin typeface="Calibri"/>
                <a:cs typeface="Calibri"/>
              </a:rPr>
              <a:t>option,</a:t>
            </a:r>
            <a:r>
              <a:rPr sz="2160" spc="-42" dirty="0">
                <a:latin typeface="Calibri"/>
                <a:cs typeface="Calibri"/>
              </a:rPr>
              <a:t> </a:t>
            </a:r>
            <a:r>
              <a:rPr sz="2160" spc="-30" dirty="0">
                <a:latin typeface="Calibri"/>
                <a:cs typeface="Calibri"/>
              </a:rPr>
              <a:t>and </a:t>
            </a:r>
            <a:r>
              <a:rPr sz="2160" dirty="0">
                <a:latin typeface="Calibri"/>
                <a:cs typeface="Calibri"/>
              </a:rPr>
              <a:t>reengineering,</a:t>
            </a:r>
            <a:r>
              <a:rPr sz="2160" spc="-18" dirty="0">
                <a:latin typeface="Calibri"/>
                <a:cs typeface="Calibri"/>
              </a:rPr>
              <a:t> </a:t>
            </a:r>
            <a:r>
              <a:rPr sz="2160" dirty="0">
                <a:latin typeface="Calibri"/>
                <a:cs typeface="Calibri"/>
              </a:rPr>
              <a:t>as</a:t>
            </a:r>
            <a:r>
              <a:rPr sz="2160" spc="-60" dirty="0">
                <a:latin typeface="Calibri"/>
                <a:cs typeface="Calibri"/>
              </a:rPr>
              <a:t> </a:t>
            </a:r>
            <a:r>
              <a:rPr sz="2160" dirty="0">
                <a:latin typeface="Calibri"/>
                <a:cs typeface="Calibri"/>
              </a:rPr>
              <a:t>part</a:t>
            </a:r>
            <a:r>
              <a:rPr sz="2160" spc="-30" dirty="0">
                <a:latin typeface="Calibri"/>
                <a:cs typeface="Calibri"/>
              </a:rPr>
              <a:t> </a:t>
            </a:r>
            <a:r>
              <a:rPr sz="2160" dirty="0">
                <a:latin typeface="Calibri"/>
                <a:cs typeface="Calibri"/>
              </a:rPr>
              <a:t>of</a:t>
            </a:r>
            <a:r>
              <a:rPr sz="2160" spc="-42" dirty="0">
                <a:latin typeface="Calibri"/>
                <a:cs typeface="Calibri"/>
              </a:rPr>
              <a:t> </a:t>
            </a:r>
            <a:r>
              <a:rPr sz="2160" spc="-12" dirty="0">
                <a:latin typeface="Calibri"/>
                <a:cs typeface="Calibri"/>
              </a:rPr>
              <a:t>architectural </a:t>
            </a:r>
            <a:r>
              <a:rPr sz="2160" dirty="0">
                <a:latin typeface="Calibri"/>
                <a:cs typeface="Calibri"/>
              </a:rPr>
              <a:t>migration,</a:t>
            </a:r>
            <a:r>
              <a:rPr sz="2160" spc="-36" dirty="0">
                <a:latin typeface="Calibri"/>
                <a:cs typeface="Calibri"/>
              </a:rPr>
              <a:t> </a:t>
            </a:r>
            <a:r>
              <a:rPr sz="2160" dirty="0">
                <a:latin typeface="Calibri"/>
                <a:cs typeface="Calibri"/>
              </a:rPr>
              <a:t>is</a:t>
            </a:r>
            <a:r>
              <a:rPr sz="2160" spc="-42" dirty="0">
                <a:latin typeface="Calibri"/>
                <a:cs typeface="Calibri"/>
              </a:rPr>
              <a:t> </a:t>
            </a:r>
            <a:r>
              <a:rPr sz="2160" dirty="0">
                <a:latin typeface="Calibri"/>
                <a:cs typeface="Calibri"/>
              </a:rPr>
              <a:t>the</a:t>
            </a:r>
            <a:r>
              <a:rPr sz="2160" spc="-42" dirty="0">
                <a:latin typeface="Calibri"/>
                <a:cs typeface="Calibri"/>
              </a:rPr>
              <a:t> </a:t>
            </a:r>
            <a:r>
              <a:rPr sz="2160" dirty="0">
                <a:latin typeface="Calibri"/>
                <a:cs typeface="Calibri"/>
              </a:rPr>
              <a:t>most</a:t>
            </a:r>
            <a:r>
              <a:rPr sz="2160" spc="-48" dirty="0">
                <a:latin typeface="Calibri"/>
                <a:cs typeface="Calibri"/>
              </a:rPr>
              <a:t> </a:t>
            </a:r>
            <a:r>
              <a:rPr sz="2160" spc="-12" dirty="0">
                <a:latin typeface="Calibri"/>
                <a:cs typeface="Calibri"/>
              </a:rPr>
              <a:t>expensive.</a:t>
            </a:r>
            <a:endParaRPr sz="2160">
              <a:latin typeface="Calibri"/>
              <a:cs typeface="Calibri"/>
            </a:endParaRPr>
          </a:p>
        </p:txBody>
      </p:sp>
    </p:spTree>
    <p:extLst>
      <p:ext uri="{BB962C8B-B14F-4D97-AF65-F5344CB8AC3E}">
        <p14:creationId xmlns:p14="http://schemas.microsoft.com/office/powerpoint/2010/main" val="30209223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pc="-24" dirty="0"/>
              <a:t>Reverse</a:t>
            </a:r>
            <a:r>
              <a:rPr lang="en-US" spc="-198" dirty="0"/>
              <a:t> </a:t>
            </a:r>
            <a:r>
              <a:rPr lang="en-US" spc="-12" dirty="0"/>
              <a:t>Engineering</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945294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097280" y="984077"/>
            <a:ext cx="10058400" cy="753283"/>
          </a:xfrm>
          <a:prstGeom prst="rect">
            <a:avLst/>
          </a:prstGeom>
        </p:spPr>
        <p:txBody>
          <a:bodyPr vert="horz" wrap="square" lIns="0" tIns="14478" rIns="0" bIns="0" rtlCol="0" anchor="b">
            <a:spAutoFit/>
          </a:bodyPr>
          <a:lstStyle/>
          <a:p>
            <a:pPr marL="2836926">
              <a:lnSpc>
                <a:spcPct val="100000"/>
              </a:lnSpc>
              <a:spcBef>
                <a:spcPts val="114"/>
              </a:spcBef>
            </a:pPr>
            <a:r>
              <a:rPr lang="en-US" spc="-24" dirty="0"/>
              <a:t>Reverse</a:t>
            </a:r>
            <a:r>
              <a:rPr lang="en-US" spc="-198" dirty="0"/>
              <a:t> </a:t>
            </a:r>
            <a:r>
              <a:rPr lang="en-US" spc="-12" dirty="0"/>
              <a:t>Engineering</a:t>
            </a:r>
            <a:endParaRPr spc="-12" dirty="0"/>
          </a:p>
        </p:txBody>
      </p:sp>
      <p:sp>
        <p:nvSpPr>
          <p:cNvPr id="11" name="Content Placeholder 10"/>
          <p:cNvSpPr>
            <a:spLocks noGrp="1"/>
          </p:cNvSpPr>
          <p:nvPr>
            <p:ph sz="half" idx="1"/>
          </p:nvPr>
        </p:nvSpPr>
        <p:spPr>
          <a:xfrm>
            <a:off x="311084" y="1845733"/>
            <a:ext cx="5392131" cy="4517359"/>
          </a:xfrm>
        </p:spPr>
        <p:txBody>
          <a:bodyPr>
            <a:normAutofit/>
          </a:bodyPr>
          <a:lstStyle/>
          <a:p>
            <a:pPr marL="423672" indent="-408432" algn="just">
              <a:spcBef>
                <a:spcPts val="114"/>
              </a:spcBef>
              <a:buFont typeface="Arial MT"/>
              <a:buChar char="•"/>
              <a:tabLst>
                <a:tab pos="423672" algn="l"/>
              </a:tabLst>
            </a:pPr>
            <a:r>
              <a:rPr lang="en-US" dirty="0">
                <a:cs typeface="Calibri"/>
              </a:rPr>
              <a:t>Reverse</a:t>
            </a:r>
            <a:r>
              <a:rPr lang="en-US" spc="360" dirty="0">
                <a:cs typeface="Calibri"/>
              </a:rPr>
              <a:t> </a:t>
            </a:r>
            <a:r>
              <a:rPr lang="en-US" dirty="0">
                <a:cs typeface="Calibri"/>
              </a:rPr>
              <a:t>Engineering</a:t>
            </a:r>
            <a:r>
              <a:rPr lang="en-US" spc="360" dirty="0">
                <a:cs typeface="Calibri"/>
              </a:rPr>
              <a:t> </a:t>
            </a:r>
            <a:r>
              <a:rPr lang="en-US" dirty="0">
                <a:cs typeface="Calibri"/>
              </a:rPr>
              <a:t>is</a:t>
            </a:r>
            <a:r>
              <a:rPr lang="en-US" spc="366" dirty="0">
                <a:cs typeface="Calibri"/>
              </a:rPr>
              <a:t> </a:t>
            </a:r>
            <a:r>
              <a:rPr lang="en-US" b="1" i="1" dirty="0">
                <a:solidFill>
                  <a:srgbClr val="C00000"/>
                </a:solidFill>
                <a:cs typeface="Calibri"/>
              </a:rPr>
              <a:t>processes</a:t>
            </a:r>
            <a:r>
              <a:rPr lang="en-US" b="1" i="1" spc="354" dirty="0">
                <a:solidFill>
                  <a:srgbClr val="C00000"/>
                </a:solidFill>
                <a:cs typeface="Calibri"/>
              </a:rPr>
              <a:t> </a:t>
            </a:r>
            <a:r>
              <a:rPr lang="en-US" b="1" i="1" dirty="0">
                <a:solidFill>
                  <a:srgbClr val="C00000"/>
                </a:solidFill>
                <a:cs typeface="Calibri"/>
              </a:rPr>
              <a:t>of</a:t>
            </a:r>
            <a:r>
              <a:rPr lang="en-US" b="1" i="1" spc="360" dirty="0">
                <a:solidFill>
                  <a:srgbClr val="C00000"/>
                </a:solidFill>
                <a:cs typeface="Calibri"/>
              </a:rPr>
              <a:t> </a:t>
            </a:r>
            <a:r>
              <a:rPr lang="en-US" b="1" i="1" dirty="0">
                <a:solidFill>
                  <a:srgbClr val="C00000"/>
                </a:solidFill>
                <a:cs typeface="Calibri"/>
              </a:rPr>
              <a:t>extracting</a:t>
            </a:r>
            <a:r>
              <a:rPr lang="en-US" b="1" i="1" spc="360" dirty="0">
                <a:solidFill>
                  <a:srgbClr val="C00000"/>
                </a:solidFill>
                <a:cs typeface="Calibri"/>
              </a:rPr>
              <a:t> </a:t>
            </a:r>
            <a:r>
              <a:rPr lang="en-US" b="1" i="1" dirty="0">
                <a:solidFill>
                  <a:srgbClr val="C00000"/>
                </a:solidFill>
                <a:cs typeface="Calibri"/>
              </a:rPr>
              <a:t>knowledge</a:t>
            </a:r>
            <a:r>
              <a:rPr lang="en-US" b="1" i="1" spc="372" dirty="0">
                <a:solidFill>
                  <a:srgbClr val="C00000"/>
                </a:solidFill>
                <a:cs typeface="Calibri"/>
              </a:rPr>
              <a:t> </a:t>
            </a:r>
            <a:r>
              <a:rPr lang="en-US" b="1" i="1" dirty="0">
                <a:solidFill>
                  <a:srgbClr val="C00000"/>
                </a:solidFill>
                <a:cs typeface="Calibri"/>
              </a:rPr>
              <a:t>or</a:t>
            </a:r>
            <a:r>
              <a:rPr lang="en-US" b="1" i="1" spc="360" dirty="0">
                <a:solidFill>
                  <a:srgbClr val="C00000"/>
                </a:solidFill>
                <a:cs typeface="Calibri"/>
              </a:rPr>
              <a:t> </a:t>
            </a:r>
            <a:r>
              <a:rPr lang="en-US" b="1" i="1" dirty="0">
                <a:solidFill>
                  <a:srgbClr val="C00000"/>
                </a:solidFill>
                <a:cs typeface="Calibri"/>
              </a:rPr>
              <a:t>design</a:t>
            </a:r>
            <a:r>
              <a:rPr lang="en-US" b="1" i="1" spc="348" dirty="0">
                <a:solidFill>
                  <a:srgbClr val="C00000"/>
                </a:solidFill>
                <a:cs typeface="Calibri"/>
              </a:rPr>
              <a:t> </a:t>
            </a:r>
            <a:r>
              <a:rPr lang="en-US" b="1" i="1" spc="-12" dirty="0">
                <a:solidFill>
                  <a:srgbClr val="C00000"/>
                </a:solidFill>
                <a:cs typeface="Calibri"/>
              </a:rPr>
              <a:t>information</a:t>
            </a:r>
            <a:r>
              <a:rPr lang="en-US" dirty="0">
                <a:cs typeface="Calibri"/>
              </a:rPr>
              <a:t> </a:t>
            </a:r>
            <a:r>
              <a:rPr lang="en-US" b="1" i="1" dirty="0">
                <a:solidFill>
                  <a:srgbClr val="C00000"/>
                </a:solidFill>
                <a:cs typeface="Calibri"/>
              </a:rPr>
              <a:t>from</a:t>
            </a:r>
            <a:r>
              <a:rPr lang="en-US" b="1" i="1" spc="-54" dirty="0">
                <a:solidFill>
                  <a:srgbClr val="C00000"/>
                </a:solidFill>
                <a:cs typeface="Calibri"/>
              </a:rPr>
              <a:t> </a:t>
            </a:r>
            <a:r>
              <a:rPr lang="en-US" b="1" i="1" dirty="0">
                <a:solidFill>
                  <a:srgbClr val="C00000"/>
                </a:solidFill>
                <a:cs typeface="Calibri"/>
              </a:rPr>
              <a:t>anything</a:t>
            </a:r>
            <a:r>
              <a:rPr lang="en-US" b="1" i="1" spc="-42" dirty="0">
                <a:solidFill>
                  <a:srgbClr val="C00000"/>
                </a:solidFill>
                <a:cs typeface="Calibri"/>
              </a:rPr>
              <a:t> </a:t>
            </a:r>
            <a:r>
              <a:rPr lang="en-US" b="1" i="1" spc="-12" dirty="0">
                <a:solidFill>
                  <a:srgbClr val="C00000"/>
                </a:solidFill>
                <a:cs typeface="Calibri"/>
              </a:rPr>
              <a:t>man-</a:t>
            </a:r>
            <a:r>
              <a:rPr lang="en-US" b="1" i="1" dirty="0">
                <a:solidFill>
                  <a:srgbClr val="C00000"/>
                </a:solidFill>
                <a:cs typeface="Calibri"/>
              </a:rPr>
              <a:t>made</a:t>
            </a:r>
            <a:r>
              <a:rPr lang="en-US" b="1" i="1" spc="-12" dirty="0">
                <a:solidFill>
                  <a:srgbClr val="C00000"/>
                </a:solidFill>
                <a:cs typeface="Calibri"/>
              </a:rPr>
              <a:t> </a:t>
            </a:r>
            <a:r>
              <a:rPr lang="en-US" b="1" i="1" dirty="0">
                <a:solidFill>
                  <a:srgbClr val="C00000"/>
                </a:solidFill>
                <a:cs typeface="Calibri"/>
              </a:rPr>
              <a:t>and</a:t>
            </a:r>
            <a:r>
              <a:rPr lang="en-US" b="1" i="1" spc="-42" dirty="0">
                <a:solidFill>
                  <a:srgbClr val="C00000"/>
                </a:solidFill>
                <a:cs typeface="Calibri"/>
              </a:rPr>
              <a:t> </a:t>
            </a:r>
            <a:r>
              <a:rPr lang="en-US" b="1" i="1" dirty="0">
                <a:solidFill>
                  <a:srgbClr val="C00000"/>
                </a:solidFill>
                <a:cs typeface="Calibri"/>
              </a:rPr>
              <a:t>reproducing</a:t>
            </a:r>
            <a:r>
              <a:rPr lang="en-US" b="1" i="1" spc="-30" dirty="0">
                <a:solidFill>
                  <a:srgbClr val="C00000"/>
                </a:solidFill>
                <a:cs typeface="Calibri"/>
              </a:rPr>
              <a:t> </a:t>
            </a:r>
            <a:r>
              <a:rPr lang="en-US" b="1" i="1" dirty="0">
                <a:solidFill>
                  <a:srgbClr val="C00000"/>
                </a:solidFill>
                <a:cs typeface="Calibri"/>
              </a:rPr>
              <a:t>it</a:t>
            </a:r>
            <a:r>
              <a:rPr lang="en-US" b="1" i="1" spc="-54" dirty="0">
                <a:solidFill>
                  <a:srgbClr val="C00000"/>
                </a:solidFill>
                <a:cs typeface="Calibri"/>
              </a:rPr>
              <a:t> </a:t>
            </a:r>
            <a:r>
              <a:rPr lang="en-US" b="1" i="1" dirty="0">
                <a:solidFill>
                  <a:srgbClr val="C00000"/>
                </a:solidFill>
                <a:cs typeface="Calibri"/>
              </a:rPr>
              <a:t>based</a:t>
            </a:r>
            <a:r>
              <a:rPr lang="en-US" b="1" i="1" spc="-36" dirty="0">
                <a:solidFill>
                  <a:srgbClr val="C00000"/>
                </a:solidFill>
                <a:cs typeface="Calibri"/>
              </a:rPr>
              <a:t> </a:t>
            </a:r>
            <a:r>
              <a:rPr lang="en-US" b="1" i="1" dirty="0">
                <a:solidFill>
                  <a:srgbClr val="C00000"/>
                </a:solidFill>
                <a:cs typeface="Calibri"/>
              </a:rPr>
              <a:t>on</a:t>
            </a:r>
            <a:r>
              <a:rPr lang="en-US" b="1" i="1" spc="-54" dirty="0">
                <a:solidFill>
                  <a:srgbClr val="C00000"/>
                </a:solidFill>
                <a:cs typeface="Calibri"/>
              </a:rPr>
              <a:t> </a:t>
            </a:r>
            <a:r>
              <a:rPr lang="en-US" b="1" i="1" spc="-12" dirty="0">
                <a:solidFill>
                  <a:srgbClr val="C00000"/>
                </a:solidFill>
                <a:cs typeface="Calibri"/>
              </a:rPr>
              <a:t>extracted</a:t>
            </a:r>
            <a:r>
              <a:rPr lang="en-US" b="1" i="1" spc="-18" dirty="0">
                <a:solidFill>
                  <a:srgbClr val="C00000"/>
                </a:solidFill>
                <a:cs typeface="Calibri"/>
              </a:rPr>
              <a:t> </a:t>
            </a:r>
            <a:r>
              <a:rPr lang="en-US" b="1" i="1" spc="-12" dirty="0">
                <a:solidFill>
                  <a:srgbClr val="C00000"/>
                </a:solidFill>
                <a:cs typeface="Calibri"/>
              </a:rPr>
              <a:t>information</a:t>
            </a:r>
            <a:r>
              <a:rPr lang="en-US" spc="-12" dirty="0">
                <a:cs typeface="Calibri"/>
              </a:rPr>
              <a:t>.</a:t>
            </a:r>
            <a:endParaRPr lang="en-US" dirty="0">
              <a:cs typeface="Calibri"/>
            </a:endParaRPr>
          </a:p>
          <a:p>
            <a:pPr marL="423672" indent="-408432" algn="just">
              <a:spcBef>
                <a:spcPts val="551"/>
              </a:spcBef>
              <a:buFont typeface="Arial MT"/>
              <a:buChar char="•"/>
              <a:tabLst>
                <a:tab pos="423672" algn="l"/>
              </a:tabLst>
            </a:pPr>
            <a:r>
              <a:rPr lang="en-US" dirty="0">
                <a:cs typeface="Calibri"/>
              </a:rPr>
              <a:t>It</a:t>
            </a:r>
            <a:r>
              <a:rPr lang="en-US" spc="-54" dirty="0">
                <a:cs typeface="Calibri"/>
              </a:rPr>
              <a:t> </a:t>
            </a:r>
            <a:r>
              <a:rPr lang="en-US" dirty="0">
                <a:cs typeface="Calibri"/>
              </a:rPr>
              <a:t>is</a:t>
            </a:r>
            <a:r>
              <a:rPr lang="en-US" spc="-42" dirty="0">
                <a:cs typeface="Calibri"/>
              </a:rPr>
              <a:t> </a:t>
            </a:r>
            <a:r>
              <a:rPr lang="en-US" dirty="0">
                <a:cs typeface="Calibri"/>
              </a:rPr>
              <a:t>also</a:t>
            </a:r>
            <a:r>
              <a:rPr lang="en-US" spc="-36" dirty="0">
                <a:cs typeface="Calibri"/>
              </a:rPr>
              <a:t> </a:t>
            </a:r>
            <a:r>
              <a:rPr lang="en-US" dirty="0">
                <a:cs typeface="Calibri"/>
              </a:rPr>
              <a:t>called</a:t>
            </a:r>
            <a:r>
              <a:rPr lang="en-US" spc="-30" dirty="0">
                <a:cs typeface="Calibri"/>
              </a:rPr>
              <a:t> </a:t>
            </a:r>
            <a:r>
              <a:rPr lang="en-US" b="1" dirty="0">
                <a:cs typeface="Calibri"/>
              </a:rPr>
              <a:t>back</a:t>
            </a:r>
            <a:r>
              <a:rPr lang="en-US" b="1" spc="-18" dirty="0">
                <a:cs typeface="Calibri"/>
              </a:rPr>
              <a:t> </a:t>
            </a:r>
            <a:r>
              <a:rPr lang="en-US" b="1" spc="-12" dirty="0">
                <a:cs typeface="Calibri"/>
              </a:rPr>
              <a:t>Engineering</a:t>
            </a:r>
            <a:r>
              <a:rPr lang="en-US" spc="-12" dirty="0">
                <a:cs typeface="Calibri"/>
              </a:rPr>
              <a:t>.</a:t>
            </a:r>
            <a:endParaRPr lang="en-US" dirty="0">
              <a:cs typeface="Calibri"/>
            </a:endParaRPr>
          </a:p>
          <a:p>
            <a:pPr marL="423672" marR="6096" indent="-408432" algn="just">
              <a:spcBef>
                <a:spcPts val="546"/>
              </a:spcBef>
              <a:buFont typeface="Arial MT"/>
              <a:buChar char="•"/>
              <a:tabLst>
                <a:tab pos="426720" algn="l"/>
              </a:tabLst>
            </a:pPr>
            <a:r>
              <a:rPr lang="en-US" dirty="0">
                <a:cs typeface="Calibri"/>
              </a:rPr>
              <a:t>Reverse</a:t>
            </a:r>
            <a:r>
              <a:rPr lang="en-US" spc="305" dirty="0">
                <a:cs typeface="Calibri"/>
              </a:rPr>
              <a:t> </a:t>
            </a:r>
            <a:r>
              <a:rPr lang="en-US" dirty="0">
                <a:cs typeface="Calibri"/>
              </a:rPr>
              <a:t>engineering</a:t>
            </a:r>
            <a:r>
              <a:rPr lang="en-US" spc="300" dirty="0">
                <a:cs typeface="Calibri"/>
              </a:rPr>
              <a:t> </a:t>
            </a:r>
            <a:r>
              <a:rPr lang="en-US" dirty="0">
                <a:cs typeface="Calibri"/>
              </a:rPr>
              <a:t>requires</a:t>
            </a:r>
            <a:r>
              <a:rPr lang="en-US" spc="312" dirty="0">
                <a:cs typeface="Calibri"/>
              </a:rPr>
              <a:t> </a:t>
            </a:r>
            <a:r>
              <a:rPr lang="en-US" dirty="0">
                <a:cs typeface="Calibri"/>
              </a:rPr>
              <a:t>developers</a:t>
            </a:r>
            <a:r>
              <a:rPr lang="en-US" spc="305" dirty="0">
                <a:cs typeface="Calibri"/>
              </a:rPr>
              <a:t> </a:t>
            </a:r>
            <a:r>
              <a:rPr lang="en-US" dirty="0">
                <a:cs typeface="Calibri"/>
              </a:rPr>
              <a:t>to</a:t>
            </a:r>
            <a:r>
              <a:rPr lang="en-US" spc="305" dirty="0">
                <a:cs typeface="Calibri"/>
              </a:rPr>
              <a:t> </a:t>
            </a:r>
            <a:r>
              <a:rPr lang="en-US" b="1" i="1" dirty="0">
                <a:solidFill>
                  <a:srgbClr val="C00000"/>
                </a:solidFill>
                <a:cs typeface="Calibri"/>
              </a:rPr>
              <a:t>evaluate</a:t>
            </a:r>
            <a:r>
              <a:rPr lang="en-US" b="1" i="1" spc="305" dirty="0">
                <a:solidFill>
                  <a:srgbClr val="C00000"/>
                </a:solidFill>
                <a:cs typeface="Calibri"/>
              </a:rPr>
              <a:t> </a:t>
            </a:r>
            <a:r>
              <a:rPr lang="en-US" b="1" i="1" dirty="0">
                <a:solidFill>
                  <a:srgbClr val="C00000"/>
                </a:solidFill>
                <a:cs typeface="Calibri"/>
              </a:rPr>
              <a:t>the</a:t>
            </a:r>
            <a:r>
              <a:rPr lang="en-US" b="1" i="1" spc="300" dirty="0">
                <a:solidFill>
                  <a:srgbClr val="C00000"/>
                </a:solidFill>
                <a:cs typeface="Calibri"/>
              </a:rPr>
              <a:t> </a:t>
            </a:r>
            <a:r>
              <a:rPr lang="en-US" b="1" i="1" dirty="0">
                <a:solidFill>
                  <a:srgbClr val="C00000"/>
                </a:solidFill>
                <a:cs typeface="Calibri"/>
              </a:rPr>
              <a:t>old</a:t>
            </a:r>
            <a:r>
              <a:rPr lang="en-US" b="1" i="1" spc="294" dirty="0">
                <a:solidFill>
                  <a:srgbClr val="C00000"/>
                </a:solidFill>
                <a:cs typeface="Calibri"/>
              </a:rPr>
              <a:t> </a:t>
            </a:r>
            <a:r>
              <a:rPr lang="en-US" b="1" i="1" dirty="0">
                <a:solidFill>
                  <a:srgbClr val="C00000"/>
                </a:solidFill>
                <a:cs typeface="Calibri"/>
              </a:rPr>
              <a:t>software</a:t>
            </a:r>
            <a:r>
              <a:rPr lang="en-US" b="1" i="1" spc="305" dirty="0">
                <a:solidFill>
                  <a:srgbClr val="C00000"/>
                </a:solidFill>
                <a:cs typeface="Calibri"/>
              </a:rPr>
              <a:t> </a:t>
            </a:r>
            <a:r>
              <a:rPr lang="en-US" b="1" i="1" dirty="0">
                <a:solidFill>
                  <a:srgbClr val="C00000"/>
                </a:solidFill>
                <a:cs typeface="Calibri"/>
              </a:rPr>
              <a:t>system</a:t>
            </a:r>
            <a:r>
              <a:rPr lang="en-US" b="1" i="1" spc="312" dirty="0">
                <a:solidFill>
                  <a:srgbClr val="C00000"/>
                </a:solidFill>
                <a:cs typeface="Calibri"/>
              </a:rPr>
              <a:t> </a:t>
            </a:r>
            <a:r>
              <a:rPr lang="en-US" spc="-30" dirty="0">
                <a:cs typeface="Calibri"/>
              </a:rPr>
              <a:t>by 	</a:t>
            </a:r>
            <a:r>
              <a:rPr lang="en-US" dirty="0">
                <a:cs typeface="Calibri"/>
              </a:rPr>
              <a:t>examining</a:t>
            </a:r>
            <a:r>
              <a:rPr lang="en-US" spc="282" dirty="0">
                <a:cs typeface="Calibri"/>
              </a:rPr>
              <a:t>  </a:t>
            </a:r>
            <a:r>
              <a:rPr lang="en-US" dirty="0">
                <a:cs typeface="Calibri"/>
              </a:rPr>
              <a:t>its</a:t>
            </a:r>
            <a:r>
              <a:rPr lang="en-US" spc="288" dirty="0">
                <a:cs typeface="Calibri"/>
              </a:rPr>
              <a:t>  </a:t>
            </a:r>
            <a:r>
              <a:rPr lang="en-US" dirty="0">
                <a:cs typeface="Calibri"/>
              </a:rPr>
              <a:t>(often</a:t>
            </a:r>
            <a:r>
              <a:rPr lang="en-US" spc="282" dirty="0">
                <a:cs typeface="Calibri"/>
              </a:rPr>
              <a:t>  </a:t>
            </a:r>
            <a:r>
              <a:rPr lang="en-US" dirty="0">
                <a:cs typeface="Calibri"/>
              </a:rPr>
              <a:t>undocumented)</a:t>
            </a:r>
            <a:r>
              <a:rPr lang="en-US" spc="294" dirty="0">
                <a:cs typeface="Calibri"/>
              </a:rPr>
              <a:t>  </a:t>
            </a:r>
            <a:r>
              <a:rPr lang="en-US" dirty="0">
                <a:cs typeface="Calibri"/>
              </a:rPr>
              <a:t>source</a:t>
            </a:r>
            <a:r>
              <a:rPr lang="en-US" spc="282" dirty="0">
                <a:cs typeface="Calibri"/>
              </a:rPr>
              <a:t>  </a:t>
            </a:r>
            <a:r>
              <a:rPr lang="en-US" dirty="0">
                <a:cs typeface="Calibri"/>
              </a:rPr>
              <a:t>code,</a:t>
            </a:r>
            <a:r>
              <a:rPr lang="en-US" spc="275" dirty="0">
                <a:cs typeface="Calibri"/>
              </a:rPr>
              <a:t>  </a:t>
            </a:r>
            <a:r>
              <a:rPr lang="en-US" dirty="0">
                <a:cs typeface="Calibri"/>
              </a:rPr>
              <a:t>developing</a:t>
            </a:r>
            <a:r>
              <a:rPr lang="en-US" spc="288" dirty="0">
                <a:cs typeface="Calibri"/>
              </a:rPr>
              <a:t>  </a:t>
            </a:r>
            <a:r>
              <a:rPr lang="en-US" dirty="0">
                <a:cs typeface="Calibri"/>
              </a:rPr>
              <a:t>a</a:t>
            </a:r>
            <a:r>
              <a:rPr lang="en-US" spc="282" dirty="0">
                <a:cs typeface="Calibri"/>
              </a:rPr>
              <a:t>  </a:t>
            </a:r>
            <a:r>
              <a:rPr lang="en-US" spc="-12" dirty="0">
                <a:cs typeface="Calibri"/>
              </a:rPr>
              <a:t>meaningful 	</a:t>
            </a:r>
            <a:r>
              <a:rPr lang="en-US" dirty="0">
                <a:cs typeface="Calibri"/>
              </a:rPr>
              <a:t>specification</a:t>
            </a:r>
            <a:r>
              <a:rPr lang="en-US" spc="210" dirty="0">
                <a:cs typeface="Calibri"/>
              </a:rPr>
              <a:t> </a:t>
            </a:r>
            <a:r>
              <a:rPr lang="en-US" dirty="0">
                <a:cs typeface="Calibri"/>
              </a:rPr>
              <a:t>of</a:t>
            </a:r>
            <a:r>
              <a:rPr lang="en-US" spc="216" dirty="0">
                <a:cs typeface="Calibri"/>
              </a:rPr>
              <a:t> </a:t>
            </a:r>
            <a:r>
              <a:rPr lang="en-US" dirty="0">
                <a:cs typeface="Calibri"/>
              </a:rPr>
              <a:t>the</a:t>
            </a:r>
            <a:r>
              <a:rPr lang="en-US" spc="216" dirty="0">
                <a:cs typeface="Calibri"/>
              </a:rPr>
              <a:t> </a:t>
            </a:r>
            <a:r>
              <a:rPr lang="en-US" dirty="0">
                <a:cs typeface="Calibri"/>
              </a:rPr>
              <a:t>processing</a:t>
            </a:r>
            <a:r>
              <a:rPr lang="en-US" spc="222" dirty="0">
                <a:cs typeface="Calibri"/>
              </a:rPr>
              <a:t> </a:t>
            </a:r>
            <a:r>
              <a:rPr lang="en-US" dirty="0">
                <a:cs typeface="Calibri"/>
              </a:rPr>
              <a:t>being</a:t>
            </a:r>
            <a:r>
              <a:rPr lang="en-US" spc="204" dirty="0">
                <a:cs typeface="Calibri"/>
              </a:rPr>
              <a:t> </a:t>
            </a:r>
            <a:r>
              <a:rPr lang="en-US" dirty="0">
                <a:cs typeface="Calibri"/>
              </a:rPr>
              <a:t>performed,</a:t>
            </a:r>
            <a:r>
              <a:rPr lang="en-US" spc="216" dirty="0">
                <a:cs typeface="Calibri"/>
              </a:rPr>
              <a:t> </a:t>
            </a:r>
            <a:r>
              <a:rPr lang="en-US" dirty="0">
                <a:cs typeface="Calibri"/>
              </a:rPr>
              <a:t>the</a:t>
            </a:r>
            <a:r>
              <a:rPr lang="en-US" spc="222" dirty="0">
                <a:cs typeface="Calibri"/>
              </a:rPr>
              <a:t> </a:t>
            </a:r>
            <a:r>
              <a:rPr lang="en-US" dirty="0">
                <a:cs typeface="Calibri"/>
              </a:rPr>
              <a:t>user</a:t>
            </a:r>
            <a:r>
              <a:rPr lang="en-US" spc="216" dirty="0">
                <a:cs typeface="Calibri"/>
              </a:rPr>
              <a:t> </a:t>
            </a:r>
            <a:r>
              <a:rPr lang="en-US" dirty="0">
                <a:cs typeface="Calibri"/>
              </a:rPr>
              <a:t>interface</a:t>
            </a:r>
            <a:r>
              <a:rPr lang="en-US" spc="228" dirty="0">
                <a:cs typeface="Calibri"/>
              </a:rPr>
              <a:t> </a:t>
            </a:r>
            <a:r>
              <a:rPr lang="en-US" dirty="0">
                <a:cs typeface="Calibri"/>
              </a:rPr>
              <a:t>that</a:t>
            </a:r>
            <a:r>
              <a:rPr lang="en-US" spc="216" dirty="0">
                <a:cs typeface="Calibri"/>
              </a:rPr>
              <a:t> </a:t>
            </a:r>
            <a:r>
              <a:rPr lang="en-US" dirty="0">
                <a:cs typeface="Calibri"/>
              </a:rPr>
              <a:t>was</a:t>
            </a:r>
            <a:r>
              <a:rPr lang="en-US" spc="216" dirty="0">
                <a:cs typeface="Calibri"/>
              </a:rPr>
              <a:t> </a:t>
            </a:r>
            <a:r>
              <a:rPr lang="en-US" spc="-12" dirty="0">
                <a:cs typeface="Calibri"/>
              </a:rPr>
              <a:t>used, 	</a:t>
            </a:r>
            <a:r>
              <a:rPr lang="en-US" dirty="0">
                <a:cs typeface="Calibri"/>
              </a:rPr>
              <a:t>and</a:t>
            </a:r>
            <a:r>
              <a:rPr lang="en-US" spc="-48" dirty="0">
                <a:cs typeface="Calibri"/>
              </a:rPr>
              <a:t> </a:t>
            </a:r>
            <a:r>
              <a:rPr lang="en-US" dirty="0">
                <a:cs typeface="Calibri"/>
              </a:rPr>
              <a:t>the</a:t>
            </a:r>
            <a:r>
              <a:rPr lang="en-US" spc="-54" dirty="0">
                <a:cs typeface="Calibri"/>
              </a:rPr>
              <a:t> </a:t>
            </a:r>
            <a:r>
              <a:rPr lang="en-US" spc="-12" dirty="0">
                <a:cs typeface="Calibri"/>
              </a:rPr>
              <a:t>program</a:t>
            </a:r>
            <a:r>
              <a:rPr lang="en-US" spc="-24" dirty="0">
                <a:cs typeface="Calibri"/>
              </a:rPr>
              <a:t> </a:t>
            </a:r>
            <a:r>
              <a:rPr lang="en-US" dirty="0">
                <a:cs typeface="Calibri"/>
              </a:rPr>
              <a:t>data</a:t>
            </a:r>
            <a:r>
              <a:rPr lang="en-US" spc="-42" dirty="0">
                <a:cs typeface="Calibri"/>
              </a:rPr>
              <a:t> </a:t>
            </a:r>
            <a:r>
              <a:rPr lang="en-US" spc="-12" dirty="0">
                <a:cs typeface="Calibri"/>
              </a:rPr>
              <a:t>structures</a:t>
            </a:r>
            <a:r>
              <a:rPr lang="en-US" spc="-60" dirty="0">
                <a:cs typeface="Calibri"/>
              </a:rPr>
              <a:t> </a:t>
            </a:r>
            <a:r>
              <a:rPr lang="en-US" dirty="0">
                <a:cs typeface="Calibri"/>
              </a:rPr>
              <a:t>or</a:t>
            </a:r>
            <a:r>
              <a:rPr lang="en-US" spc="-48" dirty="0">
                <a:cs typeface="Calibri"/>
              </a:rPr>
              <a:t> </a:t>
            </a:r>
            <a:r>
              <a:rPr lang="en-US" spc="-12" dirty="0">
                <a:cs typeface="Calibri"/>
              </a:rPr>
              <a:t>associated</a:t>
            </a:r>
            <a:r>
              <a:rPr lang="en-US" spc="-48" dirty="0">
                <a:cs typeface="Calibri"/>
              </a:rPr>
              <a:t> </a:t>
            </a:r>
            <a:r>
              <a:rPr lang="en-US" spc="-12" dirty="0">
                <a:cs typeface="Calibri"/>
              </a:rPr>
              <a:t>database.</a:t>
            </a:r>
            <a:endParaRPr lang="en-US" dirty="0">
              <a:cs typeface="Calibri"/>
            </a:endParaRPr>
          </a:p>
          <a:p>
            <a:endParaRPr lang="en-US" dirty="0"/>
          </a:p>
        </p:txBody>
      </p:sp>
      <p:grpSp>
        <p:nvGrpSpPr>
          <p:cNvPr id="7" name="object 7"/>
          <p:cNvGrpSpPr/>
          <p:nvPr/>
        </p:nvGrpSpPr>
        <p:grpSpPr>
          <a:xfrm>
            <a:off x="5874784" y="2137103"/>
            <a:ext cx="6248086" cy="3226308"/>
            <a:chOff x="2015553" y="2919991"/>
            <a:chExt cx="5676265" cy="2688590"/>
          </a:xfrm>
        </p:grpSpPr>
        <p:pic>
          <p:nvPicPr>
            <p:cNvPr id="8" name="object 8"/>
            <p:cNvPicPr/>
            <p:nvPr/>
          </p:nvPicPr>
          <p:blipFill>
            <a:blip r:embed="rId2" cstate="print"/>
            <a:stretch>
              <a:fillRect/>
            </a:stretch>
          </p:blipFill>
          <p:spPr>
            <a:xfrm>
              <a:off x="2101204" y="3049484"/>
              <a:ext cx="5428518" cy="2459342"/>
            </a:xfrm>
            <a:prstGeom prst="rect">
              <a:avLst/>
            </a:prstGeom>
          </p:spPr>
        </p:pic>
        <p:sp>
          <p:nvSpPr>
            <p:cNvPr id="9" name="object 9"/>
            <p:cNvSpPr/>
            <p:nvPr/>
          </p:nvSpPr>
          <p:spPr>
            <a:xfrm>
              <a:off x="2020316" y="2924754"/>
              <a:ext cx="5666740" cy="2679065"/>
            </a:xfrm>
            <a:custGeom>
              <a:avLst/>
              <a:gdLst/>
              <a:ahLst/>
              <a:cxnLst/>
              <a:rect l="l" t="t" r="r" b="b"/>
              <a:pathLst>
                <a:path w="5666740" h="2679065">
                  <a:moveTo>
                    <a:pt x="0" y="2678811"/>
                  </a:moveTo>
                  <a:lnTo>
                    <a:pt x="5666612" y="2678811"/>
                  </a:lnTo>
                  <a:lnTo>
                    <a:pt x="5666612" y="0"/>
                  </a:lnTo>
                  <a:lnTo>
                    <a:pt x="0" y="0"/>
                  </a:lnTo>
                  <a:lnTo>
                    <a:pt x="0" y="2678811"/>
                  </a:lnTo>
                  <a:close/>
                </a:path>
              </a:pathLst>
            </a:custGeom>
            <a:ln w="9524">
              <a:solidFill>
                <a:srgbClr val="000000"/>
              </a:solidFill>
            </a:ln>
          </p:spPr>
          <p:txBody>
            <a:bodyPr wrap="square" lIns="0" tIns="0" rIns="0" bIns="0" rtlCol="0"/>
            <a:lstStyle/>
            <a:p>
              <a:endParaRPr sz="2160"/>
            </a:p>
          </p:txBody>
        </p:sp>
      </p:grpSp>
    </p:spTree>
    <p:extLst>
      <p:ext uri="{BB962C8B-B14F-4D97-AF65-F5344CB8AC3E}">
        <p14:creationId xmlns:p14="http://schemas.microsoft.com/office/powerpoint/2010/main" val="5074051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706253" y="669303"/>
            <a:ext cx="8700940" cy="5099901"/>
          </a:xfrm>
          <a:prstGeom prst="rect">
            <a:avLst/>
          </a:prstGeom>
        </p:spPr>
      </p:pic>
    </p:spTree>
    <p:extLst>
      <p:ext uri="{BB962C8B-B14F-4D97-AF65-F5344CB8AC3E}">
        <p14:creationId xmlns:p14="http://schemas.microsoft.com/office/powerpoint/2010/main" val="33172859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7444663" y="134066"/>
            <a:ext cx="3761232" cy="6358890"/>
            <a:chOff x="5695886" y="111721"/>
            <a:chExt cx="3134360" cy="5299075"/>
          </a:xfrm>
        </p:grpSpPr>
        <p:pic>
          <p:nvPicPr>
            <p:cNvPr id="4" name="object 4"/>
            <p:cNvPicPr/>
            <p:nvPr/>
          </p:nvPicPr>
          <p:blipFill>
            <a:blip r:embed="rId2" cstate="print"/>
            <a:stretch>
              <a:fillRect/>
            </a:stretch>
          </p:blipFill>
          <p:spPr>
            <a:xfrm>
              <a:off x="5801692" y="229490"/>
              <a:ext cx="2898565" cy="4979220"/>
            </a:xfrm>
            <a:prstGeom prst="rect">
              <a:avLst/>
            </a:prstGeom>
          </p:spPr>
        </p:pic>
        <p:sp>
          <p:nvSpPr>
            <p:cNvPr id="5" name="object 5"/>
            <p:cNvSpPr/>
            <p:nvPr/>
          </p:nvSpPr>
          <p:spPr>
            <a:xfrm>
              <a:off x="5700648" y="116484"/>
              <a:ext cx="3124835" cy="5289550"/>
            </a:xfrm>
            <a:custGeom>
              <a:avLst/>
              <a:gdLst/>
              <a:ahLst/>
              <a:cxnLst/>
              <a:rect l="l" t="t" r="r" b="b"/>
              <a:pathLst>
                <a:path w="3124834" h="5289550">
                  <a:moveTo>
                    <a:pt x="0" y="5289423"/>
                  </a:moveTo>
                  <a:lnTo>
                    <a:pt x="3124580" y="5289423"/>
                  </a:lnTo>
                  <a:lnTo>
                    <a:pt x="3124580" y="0"/>
                  </a:lnTo>
                  <a:lnTo>
                    <a:pt x="0" y="0"/>
                  </a:lnTo>
                  <a:lnTo>
                    <a:pt x="0" y="5289423"/>
                  </a:lnTo>
                  <a:close/>
                </a:path>
              </a:pathLst>
            </a:custGeom>
            <a:ln w="9525">
              <a:solidFill>
                <a:srgbClr val="000000"/>
              </a:solidFill>
            </a:ln>
          </p:spPr>
          <p:txBody>
            <a:bodyPr wrap="square" lIns="0" tIns="0" rIns="0" bIns="0" rtlCol="0"/>
            <a:lstStyle/>
            <a:p>
              <a:endParaRPr sz="2160"/>
            </a:p>
          </p:txBody>
        </p:sp>
      </p:grpSp>
      <p:sp>
        <p:nvSpPr>
          <p:cNvPr id="8" name="Title 7"/>
          <p:cNvSpPr>
            <a:spLocks noGrp="1"/>
          </p:cNvSpPr>
          <p:nvPr>
            <p:ph type="title"/>
          </p:nvPr>
        </p:nvSpPr>
        <p:spPr>
          <a:xfrm>
            <a:off x="0" y="188928"/>
            <a:ext cx="10058400" cy="1450757"/>
          </a:xfrm>
        </p:spPr>
        <p:txBody>
          <a:bodyPr/>
          <a:lstStyle/>
          <a:p>
            <a:r>
              <a:rPr lang="en-US" spc="-12" dirty="0"/>
              <a:t>Reverse</a:t>
            </a:r>
            <a:r>
              <a:rPr lang="en-US" spc="-72" dirty="0"/>
              <a:t> </a:t>
            </a:r>
            <a:r>
              <a:rPr lang="en-US" dirty="0"/>
              <a:t>engineering</a:t>
            </a:r>
            <a:r>
              <a:rPr lang="en-US" spc="-90" dirty="0"/>
              <a:t> </a:t>
            </a:r>
            <a:r>
              <a:rPr lang="en-US" spc="-12" dirty="0"/>
              <a:t>process</a:t>
            </a:r>
            <a:endParaRPr lang="en-US" dirty="0"/>
          </a:p>
        </p:txBody>
      </p:sp>
      <p:sp>
        <p:nvSpPr>
          <p:cNvPr id="9" name="Content Placeholder 8"/>
          <p:cNvSpPr>
            <a:spLocks noGrp="1"/>
          </p:cNvSpPr>
          <p:nvPr>
            <p:ph sz="half" idx="1"/>
          </p:nvPr>
        </p:nvSpPr>
        <p:spPr/>
        <p:txBody>
          <a:bodyPr/>
          <a:lstStyle/>
          <a:p>
            <a:pPr marL="356616" marR="6096" indent="-342138" algn="just">
              <a:lnSpc>
                <a:spcPct val="100000"/>
              </a:lnSpc>
              <a:spcBef>
                <a:spcPts val="114"/>
              </a:spcBef>
              <a:buFont typeface="Arial MT"/>
              <a:buChar char="•"/>
              <a:tabLst>
                <a:tab pos="358902" algn="l"/>
              </a:tabLst>
            </a:pPr>
            <a:r>
              <a:rPr lang="en-US" dirty="0"/>
              <a:t>Before</a:t>
            </a:r>
            <a:r>
              <a:rPr lang="en-US" spc="198" dirty="0"/>
              <a:t> </a:t>
            </a:r>
            <a:r>
              <a:rPr lang="en-US" dirty="0"/>
              <a:t>reverse</a:t>
            </a:r>
            <a:r>
              <a:rPr lang="en-US" spc="198" dirty="0"/>
              <a:t> </a:t>
            </a:r>
            <a:r>
              <a:rPr lang="en-US" dirty="0"/>
              <a:t>engineering</a:t>
            </a:r>
            <a:r>
              <a:rPr lang="en-US" spc="204" dirty="0"/>
              <a:t> </a:t>
            </a:r>
            <a:r>
              <a:rPr lang="en-US" dirty="0"/>
              <a:t>activities</a:t>
            </a:r>
            <a:r>
              <a:rPr lang="en-US" spc="198" dirty="0"/>
              <a:t> </a:t>
            </a:r>
            <a:r>
              <a:rPr lang="en-US" spc="-30" dirty="0"/>
              <a:t>can 	</a:t>
            </a:r>
            <a:r>
              <a:rPr lang="en-US" dirty="0"/>
              <a:t>commence,</a:t>
            </a:r>
            <a:r>
              <a:rPr lang="en-US" spc="72" dirty="0"/>
              <a:t> </a:t>
            </a:r>
            <a:r>
              <a:rPr lang="en-US" dirty="0"/>
              <a:t>unstructured</a:t>
            </a:r>
            <a:r>
              <a:rPr lang="en-US" spc="90" dirty="0"/>
              <a:t> </a:t>
            </a:r>
            <a:r>
              <a:rPr lang="en-US" dirty="0"/>
              <a:t>(“dirty”)</a:t>
            </a:r>
            <a:r>
              <a:rPr lang="en-US" spc="90" dirty="0"/>
              <a:t> </a:t>
            </a:r>
            <a:r>
              <a:rPr lang="en-US" spc="-12" dirty="0"/>
              <a:t>source 	</a:t>
            </a:r>
            <a:r>
              <a:rPr lang="en-US" dirty="0"/>
              <a:t>code</a:t>
            </a:r>
            <a:r>
              <a:rPr lang="en-US" spc="342" dirty="0"/>
              <a:t> </a:t>
            </a:r>
            <a:r>
              <a:rPr lang="en-US" dirty="0"/>
              <a:t>is</a:t>
            </a:r>
            <a:r>
              <a:rPr lang="en-US" spc="342" dirty="0"/>
              <a:t> </a:t>
            </a:r>
            <a:r>
              <a:rPr lang="en-US" dirty="0"/>
              <a:t>restructured</a:t>
            </a:r>
            <a:r>
              <a:rPr lang="en-US" spc="354" dirty="0"/>
              <a:t>  </a:t>
            </a:r>
            <a:r>
              <a:rPr lang="en-US" dirty="0"/>
              <a:t>so</a:t>
            </a:r>
            <a:r>
              <a:rPr lang="en-US" spc="348" dirty="0"/>
              <a:t> </a:t>
            </a:r>
            <a:r>
              <a:rPr lang="en-US" dirty="0"/>
              <a:t>that</a:t>
            </a:r>
            <a:r>
              <a:rPr lang="en-US" spc="324" dirty="0"/>
              <a:t> </a:t>
            </a:r>
            <a:r>
              <a:rPr lang="en-US" dirty="0"/>
              <a:t>it</a:t>
            </a:r>
            <a:r>
              <a:rPr lang="en-US" spc="354" dirty="0"/>
              <a:t> </a:t>
            </a:r>
            <a:r>
              <a:rPr lang="en-US" spc="-12" dirty="0"/>
              <a:t>contains 	</a:t>
            </a:r>
            <a:r>
              <a:rPr lang="en-US" dirty="0"/>
              <a:t>only</a:t>
            </a:r>
            <a:r>
              <a:rPr lang="en-US" spc="510" dirty="0"/>
              <a:t>   </a:t>
            </a:r>
            <a:r>
              <a:rPr lang="en-US" dirty="0"/>
              <a:t>the</a:t>
            </a:r>
            <a:r>
              <a:rPr lang="en-US" spc="516" dirty="0"/>
              <a:t>   </a:t>
            </a:r>
            <a:r>
              <a:rPr lang="en-US" dirty="0"/>
              <a:t>structured</a:t>
            </a:r>
            <a:r>
              <a:rPr lang="en-US" spc="510" dirty="0"/>
              <a:t>   </a:t>
            </a:r>
            <a:r>
              <a:rPr lang="en-US" spc="-12" dirty="0"/>
              <a:t>programming 	constructs.</a:t>
            </a:r>
          </a:p>
          <a:p>
            <a:pPr marL="358902" marR="6858" indent="-344424" algn="just">
              <a:lnSpc>
                <a:spcPct val="100000"/>
              </a:lnSpc>
              <a:spcBef>
                <a:spcPts val="6"/>
              </a:spcBef>
              <a:buFont typeface="Arial MT"/>
              <a:buChar char="•"/>
              <a:tabLst>
                <a:tab pos="358902" algn="l"/>
                <a:tab pos="422148" algn="l"/>
              </a:tabLst>
            </a:pPr>
            <a:r>
              <a:rPr lang="en-US" dirty="0"/>
              <a:t>	This</a:t>
            </a:r>
            <a:r>
              <a:rPr lang="en-US" spc="66" dirty="0"/>
              <a:t>  </a:t>
            </a:r>
            <a:r>
              <a:rPr lang="en-US" dirty="0"/>
              <a:t>makes</a:t>
            </a:r>
            <a:r>
              <a:rPr lang="en-US" spc="60" dirty="0"/>
              <a:t>  </a:t>
            </a:r>
            <a:r>
              <a:rPr lang="en-US" dirty="0"/>
              <a:t>the</a:t>
            </a:r>
            <a:r>
              <a:rPr lang="en-US" spc="72" dirty="0"/>
              <a:t>  </a:t>
            </a:r>
            <a:r>
              <a:rPr lang="en-US" dirty="0"/>
              <a:t>source</a:t>
            </a:r>
            <a:r>
              <a:rPr lang="en-US" spc="60" dirty="0"/>
              <a:t>  </a:t>
            </a:r>
            <a:r>
              <a:rPr lang="en-US" dirty="0"/>
              <a:t>code</a:t>
            </a:r>
            <a:r>
              <a:rPr lang="en-US" spc="66" dirty="0"/>
              <a:t>  </a:t>
            </a:r>
            <a:r>
              <a:rPr lang="en-US" dirty="0"/>
              <a:t>easier</a:t>
            </a:r>
            <a:r>
              <a:rPr lang="en-US" spc="72" dirty="0"/>
              <a:t>  </a:t>
            </a:r>
            <a:r>
              <a:rPr lang="en-US" spc="-30" dirty="0"/>
              <a:t>to </a:t>
            </a:r>
            <a:r>
              <a:rPr lang="en-US" dirty="0"/>
              <a:t>read</a:t>
            </a:r>
            <a:r>
              <a:rPr lang="en-US" spc="498" dirty="0"/>
              <a:t> </a:t>
            </a:r>
            <a:r>
              <a:rPr lang="en-US" dirty="0"/>
              <a:t>and</a:t>
            </a:r>
            <a:r>
              <a:rPr lang="en-US" spc="504" dirty="0"/>
              <a:t> </a:t>
            </a:r>
            <a:r>
              <a:rPr lang="en-US" dirty="0"/>
              <a:t>provides</a:t>
            </a:r>
            <a:r>
              <a:rPr lang="en-US" spc="510" dirty="0"/>
              <a:t> </a:t>
            </a:r>
            <a:r>
              <a:rPr lang="en-US" dirty="0"/>
              <a:t>the</a:t>
            </a:r>
            <a:r>
              <a:rPr lang="en-US" spc="504" dirty="0"/>
              <a:t> </a:t>
            </a:r>
            <a:r>
              <a:rPr lang="en-US" dirty="0"/>
              <a:t>basis</a:t>
            </a:r>
            <a:r>
              <a:rPr lang="en-US" spc="498" dirty="0"/>
              <a:t> </a:t>
            </a:r>
            <a:r>
              <a:rPr lang="en-US" dirty="0"/>
              <a:t>for</a:t>
            </a:r>
            <a:r>
              <a:rPr lang="en-US" spc="498" dirty="0"/>
              <a:t> </a:t>
            </a:r>
            <a:r>
              <a:rPr lang="en-US" dirty="0"/>
              <a:t>all</a:t>
            </a:r>
            <a:r>
              <a:rPr lang="en-US" spc="491" dirty="0"/>
              <a:t> </a:t>
            </a:r>
            <a:r>
              <a:rPr lang="en-US" spc="-30" dirty="0"/>
              <a:t>the </a:t>
            </a:r>
            <a:r>
              <a:rPr lang="en-US" dirty="0"/>
              <a:t>subsequent</a:t>
            </a:r>
            <a:r>
              <a:rPr lang="en-US" spc="456" dirty="0"/>
              <a:t>     </a:t>
            </a:r>
            <a:r>
              <a:rPr lang="en-US" dirty="0"/>
              <a:t>reverse</a:t>
            </a:r>
            <a:r>
              <a:rPr lang="en-US" spc="468" dirty="0"/>
              <a:t>     </a:t>
            </a:r>
            <a:r>
              <a:rPr lang="en-US" spc="-12" dirty="0"/>
              <a:t>engineering activities.</a:t>
            </a:r>
          </a:p>
          <a:p>
            <a:pPr marL="356616" marR="6096" indent="-342138" algn="just">
              <a:lnSpc>
                <a:spcPct val="100000"/>
              </a:lnSpc>
              <a:spcBef>
                <a:spcPts val="6"/>
              </a:spcBef>
              <a:buFont typeface="Arial MT"/>
              <a:buChar char="•"/>
              <a:tabLst>
                <a:tab pos="358902" algn="l"/>
              </a:tabLst>
            </a:pPr>
            <a:r>
              <a:rPr lang="en-US" dirty="0"/>
              <a:t>The</a:t>
            </a:r>
            <a:r>
              <a:rPr lang="en-US" spc="102" dirty="0"/>
              <a:t>  </a:t>
            </a:r>
            <a:r>
              <a:rPr lang="en-US" dirty="0"/>
              <a:t>core</a:t>
            </a:r>
            <a:r>
              <a:rPr lang="en-US" spc="102" dirty="0"/>
              <a:t>  </a:t>
            </a:r>
            <a:r>
              <a:rPr lang="en-US" dirty="0"/>
              <a:t>of</a:t>
            </a:r>
            <a:r>
              <a:rPr lang="en-US" spc="102" dirty="0"/>
              <a:t>  </a:t>
            </a:r>
            <a:r>
              <a:rPr lang="en-US" dirty="0"/>
              <a:t>reverse</a:t>
            </a:r>
            <a:r>
              <a:rPr lang="en-US" spc="108" dirty="0"/>
              <a:t>  </a:t>
            </a:r>
            <a:r>
              <a:rPr lang="en-US" dirty="0"/>
              <a:t>engineering</a:t>
            </a:r>
            <a:r>
              <a:rPr lang="en-US" spc="102" dirty="0"/>
              <a:t>  </a:t>
            </a:r>
            <a:r>
              <a:rPr lang="en-US" dirty="0"/>
              <a:t>is</a:t>
            </a:r>
            <a:r>
              <a:rPr lang="en-US" spc="102" dirty="0"/>
              <a:t>  </a:t>
            </a:r>
            <a:r>
              <a:rPr lang="en-US" spc="-30" dirty="0"/>
              <a:t>an 	</a:t>
            </a:r>
            <a:r>
              <a:rPr lang="en-US" dirty="0"/>
              <a:t>activity</a:t>
            </a:r>
            <a:r>
              <a:rPr lang="en-US" spc="-84" dirty="0"/>
              <a:t> </a:t>
            </a:r>
            <a:r>
              <a:rPr lang="en-US" dirty="0"/>
              <a:t>called</a:t>
            </a:r>
            <a:r>
              <a:rPr lang="en-US" spc="-84" dirty="0"/>
              <a:t> </a:t>
            </a:r>
            <a:r>
              <a:rPr lang="en-US" i="1" dirty="0">
                <a:cs typeface="Calibri"/>
              </a:rPr>
              <a:t>extract</a:t>
            </a:r>
            <a:r>
              <a:rPr lang="en-US" i="1" spc="-72" dirty="0">
                <a:cs typeface="Calibri"/>
              </a:rPr>
              <a:t> </a:t>
            </a:r>
            <a:r>
              <a:rPr lang="en-US" i="1" spc="-12" dirty="0">
                <a:cs typeface="Calibri"/>
              </a:rPr>
              <a:t>abstractions</a:t>
            </a:r>
          </a:p>
          <a:p>
            <a:endParaRPr lang="en-US" dirty="0"/>
          </a:p>
        </p:txBody>
      </p:sp>
    </p:spTree>
    <p:extLst>
      <p:ext uri="{BB962C8B-B14F-4D97-AF65-F5344CB8AC3E}">
        <p14:creationId xmlns:p14="http://schemas.microsoft.com/office/powerpoint/2010/main" val="6453862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0256" y="48466"/>
            <a:ext cx="11924907" cy="6268126"/>
          </a:xfrm>
          <a:prstGeom prst="rect">
            <a:avLst/>
          </a:prstGeom>
        </p:spPr>
        <p:txBody>
          <a:bodyPr vert="horz" wrap="square" lIns="0" tIns="46482" rIns="0" bIns="0" rtlCol="0">
            <a:spAutoFit/>
          </a:bodyPr>
          <a:lstStyle/>
          <a:p>
            <a:pPr marL="15240" algn="just">
              <a:spcBef>
                <a:spcPts val="366"/>
              </a:spcBef>
            </a:pPr>
            <a:r>
              <a:rPr sz="2280" b="1" spc="-12" dirty="0">
                <a:latin typeface="Calibri"/>
                <a:cs typeface="Calibri"/>
              </a:rPr>
              <a:t>Reverse</a:t>
            </a:r>
            <a:r>
              <a:rPr sz="2280" b="1" spc="-48" dirty="0">
                <a:latin typeface="Calibri"/>
                <a:cs typeface="Calibri"/>
              </a:rPr>
              <a:t> </a:t>
            </a:r>
            <a:r>
              <a:rPr sz="2280" b="1" spc="-12" dirty="0">
                <a:latin typeface="Calibri"/>
                <a:cs typeface="Calibri"/>
              </a:rPr>
              <a:t>Engineering</a:t>
            </a:r>
            <a:r>
              <a:rPr sz="2280" b="1" spc="-54" dirty="0">
                <a:latin typeface="Calibri"/>
                <a:cs typeface="Calibri"/>
              </a:rPr>
              <a:t> </a:t>
            </a:r>
            <a:r>
              <a:rPr sz="2280" b="1" dirty="0">
                <a:latin typeface="Calibri"/>
                <a:cs typeface="Calibri"/>
              </a:rPr>
              <a:t>to</a:t>
            </a:r>
            <a:r>
              <a:rPr sz="2280" b="1" spc="-54" dirty="0">
                <a:latin typeface="Calibri"/>
                <a:cs typeface="Calibri"/>
              </a:rPr>
              <a:t> </a:t>
            </a:r>
            <a:r>
              <a:rPr sz="2280" b="1" spc="-12" dirty="0">
                <a:latin typeface="Calibri"/>
                <a:cs typeface="Calibri"/>
              </a:rPr>
              <a:t>Understand</a:t>
            </a:r>
            <a:r>
              <a:rPr sz="2280" b="1" spc="-24" dirty="0">
                <a:latin typeface="Calibri"/>
                <a:cs typeface="Calibri"/>
              </a:rPr>
              <a:t> Data</a:t>
            </a:r>
            <a:endParaRPr sz="2280" dirty="0">
              <a:latin typeface="Calibri"/>
              <a:cs typeface="Calibri"/>
            </a:endParaRPr>
          </a:p>
          <a:p>
            <a:pPr marL="425958" indent="-410718" algn="just">
              <a:spcBef>
                <a:spcPts val="245"/>
              </a:spcBef>
              <a:buFont typeface="Arial MT"/>
              <a:buChar char="•"/>
              <a:tabLst>
                <a:tab pos="425958" algn="l"/>
              </a:tabLst>
            </a:pPr>
            <a:r>
              <a:rPr sz="2280" dirty="0">
                <a:latin typeface="Calibri"/>
                <a:cs typeface="Calibri"/>
              </a:rPr>
              <a:t>This</a:t>
            </a:r>
            <a:r>
              <a:rPr sz="2280" spc="-78" dirty="0">
                <a:latin typeface="Calibri"/>
                <a:cs typeface="Calibri"/>
              </a:rPr>
              <a:t> </a:t>
            </a:r>
            <a:r>
              <a:rPr sz="2280" b="1" i="1" dirty="0">
                <a:solidFill>
                  <a:srgbClr val="C00000"/>
                </a:solidFill>
                <a:latin typeface="Calibri"/>
                <a:cs typeface="Calibri"/>
              </a:rPr>
              <a:t>occurs</a:t>
            </a:r>
            <a:r>
              <a:rPr sz="2280" b="1" i="1" spc="-54" dirty="0">
                <a:solidFill>
                  <a:srgbClr val="C00000"/>
                </a:solidFill>
                <a:latin typeface="Calibri"/>
                <a:cs typeface="Calibri"/>
              </a:rPr>
              <a:t> </a:t>
            </a:r>
            <a:r>
              <a:rPr sz="2280" b="1" i="1" dirty="0">
                <a:solidFill>
                  <a:srgbClr val="C00000"/>
                </a:solidFill>
                <a:latin typeface="Calibri"/>
                <a:cs typeface="Calibri"/>
              </a:rPr>
              <a:t>at</a:t>
            </a:r>
            <a:r>
              <a:rPr sz="2280" b="1" i="1" spc="-78" dirty="0">
                <a:solidFill>
                  <a:srgbClr val="C00000"/>
                </a:solidFill>
                <a:latin typeface="Calibri"/>
                <a:cs typeface="Calibri"/>
              </a:rPr>
              <a:t> </a:t>
            </a:r>
            <a:r>
              <a:rPr sz="2280" b="1" i="1" dirty="0">
                <a:solidFill>
                  <a:srgbClr val="C00000"/>
                </a:solidFill>
                <a:latin typeface="Calibri"/>
                <a:cs typeface="Calibri"/>
              </a:rPr>
              <a:t>different</a:t>
            </a:r>
            <a:r>
              <a:rPr sz="2280" b="1" i="1" spc="-66" dirty="0">
                <a:solidFill>
                  <a:srgbClr val="C00000"/>
                </a:solidFill>
                <a:latin typeface="Calibri"/>
                <a:cs typeface="Calibri"/>
              </a:rPr>
              <a:t> </a:t>
            </a:r>
            <a:r>
              <a:rPr sz="2280" b="1" i="1" dirty="0">
                <a:solidFill>
                  <a:srgbClr val="C00000"/>
                </a:solidFill>
                <a:latin typeface="Calibri"/>
                <a:cs typeface="Calibri"/>
              </a:rPr>
              <a:t>levels</a:t>
            </a:r>
            <a:r>
              <a:rPr sz="2280" b="1" i="1" spc="-90" dirty="0">
                <a:solidFill>
                  <a:srgbClr val="C00000"/>
                </a:solidFill>
                <a:latin typeface="Calibri"/>
                <a:cs typeface="Calibri"/>
              </a:rPr>
              <a:t> </a:t>
            </a:r>
            <a:r>
              <a:rPr sz="2280" b="1" i="1" dirty="0">
                <a:solidFill>
                  <a:srgbClr val="C00000"/>
                </a:solidFill>
                <a:latin typeface="Calibri"/>
                <a:cs typeface="Calibri"/>
              </a:rPr>
              <a:t>of</a:t>
            </a:r>
            <a:r>
              <a:rPr sz="2280" b="1" i="1" spc="-78" dirty="0">
                <a:solidFill>
                  <a:srgbClr val="C00000"/>
                </a:solidFill>
                <a:latin typeface="Calibri"/>
                <a:cs typeface="Calibri"/>
              </a:rPr>
              <a:t> </a:t>
            </a:r>
            <a:r>
              <a:rPr sz="2280" b="1" i="1" dirty="0">
                <a:solidFill>
                  <a:srgbClr val="C00000"/>
                </a:solidFill>
                <a:latin typeface="Calibri"/>
                <a:cs typeface="Calibri"/>
              </a:rPr>
              <a:t>abstraction</a:t>
            </a:r>
            <a:r>
              <a:rPr sz="2280" b="1" i="1" spc="-30" dirty="0">
                <a:solidFill>
                  <a:srgbClr val="C00000"/>
                </a:solidFill>
                <a:latin typeface="Calibri"/>
                <a:cs typeface="Calibri"/>
              </a:rPr>
              <a:t> </a:t>
            </a:r>
            <a:r>
              <a:rPr sz="2280" dirty="0">
                <a:latin typeface="Calibri"/>
                <a:cs typeface="Calibri"/>
              </a:rPr>
              <a:t>and</a:t>
            </a:r>
            <a:r>
              <a:rPr sz="2280" spc="-72" dirty="0">
                <a:latin typeface="Calibri"/>
                <a:cs typeface="Calibri"/>
              </a:rPr>
              <a:t> </a:t>
            </a:r>
            <a:r>
              <a:rPr sz="2280" dirty="0">
                <a:latin typeface="Calibri"/>
                <a:cs typeface="Calibri"/>
              </a:rPr>
              <a:t>is</a:t>
            </a:r>
            <a:r>
              <a:rPr sz="2280" spc="-84" dirty="0">
                <a:latin typeface="Calibri"/>
                <a:cs typeface="Calibri"/>
              </a:rPr>
              <a:t> </a:t>
            </a:r>
            <a:r>
              <a:rPr sz="2280" dirty="0">
                <a:latin typeface="Calibri"/>
                <a:cs typeface="Calibri"/>
              </a:rPr>
              <a:t>often</a:t>
            </a:r>
            <a:r>
              <a:rPr sz="2280" spc="-66" dirty="0">
                <a:latin typeface="Calibri"/>
                <a:cs typeface="Calibri"/>
              </a:rPr>
              <a:t> </a:t>
            </a:r>
            <a:r>
              <a:rPr sz="2280" dirty="0">
                <a:latin typeface="Calibri"/>
                <a:cs typeface="Calibri"/>
              </a:rPr>
              <a:t>the</a:t>
            </a:r>
            <a:r>
              <a:rPr sz="2280" spc="-66" dirty="0">
                <a:latin typeface="Calibri"/>
                <a:cs typeface="Calibri"/>
              </a:rPr>
              <a:t> </a:t>
            </a:r>
            <a:r>
              <a:rPr sz="2280" dirty="0">
                <a:latin typeface="Calibri"/>
                <a:cs typeface="Calibri"/>
              </a:rPr>
              <a:t>first</a:t>
            </a:r>
            <a:r>
              <a:rPr sz="2280" spc="-78" dirty="0">
                <a:latin typeface="Calibri"/>
                <a:cs typeface="Calibri"/>
              </a:rPr>
              <a:t> </a:t>
            </a:r>
            <a:r>
              <a:rPr sz="2280" dirty="0">
                <a:latin typeface="Calibri"/>
                <a:cs typeface="Calibri"/>
              </a:rPr>
              <a:t>reengineering</a:t>
            </a:r>
            <a:r>
              <a:rPr sz="2280" spc="-30" dirty="0">
                <a:latin typeface="Calibri"/>
                <a:cs typeface="Calibri"/>
              </a:rPr>
              <a:t> </a:t>
            </a:r>
            <a:r>
              <a:rPr sz="2280" spc="-12" dirty="0">
                <a:latin typeface="Calibri"/>
                <a:cs typeface="Calibri"/>
              </a:rPr>
              <a:t>task.</a:t>
            </a:r>
            <a:endParaRPr sz="2280" dirty="0">
              <a:latin typeface="Calibri"/>
              <a:cs typeface="Calibri"/>
            </a:endParaRPr>
          </a:p>
          <a:p>
            <a:pPr marL="425958" indent="-410718" algn="just">
              <a:spcBef>
                <a:spcPts val="245"/>
              </a:spcBef>
              <a:buFont typeface="Arial MT"/>
              <a:buChar char="•"/>
              <a:tabLst>
                <a:tab pos="425958" algn="l"/>
              </a:tabLst>
            </a:pPr>
            <a:r>
              <a:rPr sz="2280" dirty="0">
                <a:latin typeface="Calibri"/>
                <a:cs typeface="Calibri"/>
              </a:rPr>
              <a:t>In</a:t>
            </a:r>
            <a:r>
              <a:rPr sz="2280" spc="294" dirty="0">
                <a:latin typeface="Calibri"/>
                <a:cs typeface="Calibri"/>
              </a:rPr>
              <a:t> </a:t>
            </a:r>
            <a:r>
              <a:rPr sz="2280" dirty="0">
                <a:latin typeface="Calibri"/>
                <a:cs typeface="Calibri"/>
              </a:rPr>
              <a:t>some</a:t>
            </a:r>
            <a:r>
              <a:rPr sz="2280" spc="300" dirty="0">
                <a:latin typeface="Calibri"/>
                <a:cs typeface="Calibri"/>
              </a:rPr>
              <a:t> </a:t>
            </a:r>
            <a:r>
              <a:rPr sz="2280" dirty="0">
                <a:latin typeface="Calibri"/>
                <a:cs typeface="Calibri"/>
              </a:rPr>
              <a:t>cases,</a:t>
            </a:r>
            <a:r>
              <a:rPr sz="2280" spc="288" dirty="0">
                <a:latin typeface="Calibri"/>
                <a:cs typeface="Calibri"/>
              </a:rPr>
              <a:t> </a:t>
            </a:r>
            <a:r>
              <a:rPr sz="2280" dirty="0">
                <a:latin typeface="Calibri"/>
                <a:cs typeface="Calibri"/>
              </a:rPr>
              <a:t>the</a:t>
            </a:r>
            <a:r>
              <a:rPr sz="2280" spc="300" dirty="0">
                <a:latin typeface="Calibri"/>
                <a:cs typeface="Calibri"/>
              </a:rPr>
              <a:t> </a:t>
            </a:r>
            <a:r>
              <a:rPr sz="2280" dirty="0">
                <a:latin typeface="Calibri"/>
                <a:cs typeface="Calibri"/>
              </a:rPr>
              <a:t>first</a:t>
            </a:r>
            <a:r>
              <a:rPr sz="2280" spc="294" dirty="0">
                <a:latin typeface="Calibri"/>
                <a:cs typeface="Calibri"/>
              </a:rPr>
              <a:t> </a:t>
            </a:r>
            <a:r>
              <a:rPr sz="2280" dirty="0">
                <a:latin typeface="Calibri"/>
                <a:cs typeface="Calibri"/>
              </a:rPr>
              <a:t>reverse</a:t>
            </a:r>
            <a:r>
              <a:rPr sz="2280" spc="305" dirty="0">
                <a:latin typeface="Calibri"/>
                <a:cs typeface="Calibri"/>
              </a:rPr>
              <a:t> </a:t>
            </a:r>
            <a:r>
              <a:rPr sz="2280" dirty="0">
                <a:latin typeface="Calibri"/>
                <a:cs typeface="Calibri"/>
              </a:rPr>
              <a:t>engineering</a:t>
            </a:r>
            <a:r>
              <a:rPr sz="2280" spc="312" dirty="0">
                <a:latin typeface="Calibri"/>
                <a:cs typeface="Calibri"/>
              </a:rPr>
              <a:t> </a:t>
            </a:r>
            <a:r>
              <a:rPr sz="2280" dirty="0">
                <a:latin typeface="Calibri"/>
                <a:cs typeface="Calibri"/>
              </a:rPr>
              <a:t>activity</a:t>
            </a:r>
            <a:r>
              <a:rPr sz="2280" spc="300" dirty="0">
                <a:latin typeface="Calibri"/>
                <a:cs typeface="Calibri"/>
              </a:rPr>
              <a:t> </a:t>
            </a:r>
            <a:r>
              <a:rPr sz="2280" dirty="0">
                <a:latin typeface="Calibri"/>
                <a:cs typeface="Calibri"/>
              </a:rPr>
              <a:t>attempts</a:t>
            </a:r>
            <a:r>
              <a:rPr sz="2280" spc="305" dirty="0">
                <a:latin typeface="Calibri"/>
                <a:cs typeface="Calibri"/>
              </a:rPr>
              <a:t> </a:t>
            </a:r>
            <a:r>
              <a:rPr sz="2280" dirty="0">
                <a:latin typeface="Calibri"/>
                <a:cs typeface="Calibri"/>
              </a:rPr>
              <a:t>to</a:t>
            </a:r>
            <a:r>
              <a:rPr sz="2280" spc="288" dirty="0">
                <a:latin typeface="Calibri"/>
                <a:cs typeface="Calibri"/>
              </a:rPr>
              <a:t> </a:t>
            </a:r>
            <a:r>
              <a:rPr sz="2280" dirty="0">
                <a:latin typeface="Calibri"/>
                <a:cs typeface="Calibri"/>
              </a:rPr>
              <a:t>construct</a:t>
            </a:r>
            <a:r>
              <a:rPr sz="2280" spc="300" dirty="0">
                <a:latin typeface="Calibri"/>
                <a:cs typeface="Calibri"/>
              </a:rPr>
              <a:t> </a:t>
            </a:r>
            <a:r>
              <a:rPr sz="2280" dirty="0">
                <a:latin typeface="Calibri"/>
                <a:cs typeface="Calibri"/>
              </a:rPr>
              <a:t>a</a:t>
            </a:r>
            <a:r>
              <a:rPr sz="2280" spc="300" dirty="0">
                <a:latin typeface="Calibri"/>
                <a:cs typeface="Calibri"/>
              </a:rPr>
              <a:t> </a:t>
            </a:r>
            <a:r>
              <a:rPr sz="2280" spc="-30" dirty="0">
                <a:latin typeface="Calibri"/>
                <a:cs typeface="Calibri"/>
              </a:rPr>
              <a:t>UML</a:t>
            </a:r>
            <a:r>
              <a:rPr lang="en-US" sz="2280" spc="-30" dirty="0">
                <a:latin typeface="Calibri"/>
                <a:cs typeface="Calibri"/>
              </a:rPr>
              <a:t> </a:t>
            </a:r>
            <a:r>
              <a:rPr sz="2280" dirty="0">
                <a:latin typeface="Calibri"/>
                <a:cs typeface="Calibri"/>
              </a:rPr>
              <a:t>class</a:t>
            </a:r>
            <a:r>
              <a:rPr sz="2280" spc="-42" dirty="0">
                <a:latin typeface="Calibri"/>
                <a:cs typeface="Calibri"/>
              </a:rPr>
              <a:t> </a:t>
            </a:r>
            <a:r>
              <a:rPr sz="2280" spc="-12" dirty="0">
                <a:latin typeface="Calibri"/>
                <a:cs typeface="Calibri"/>
              </a:rPr>
              <a:t>diagram.</a:t>
            </a:r>
            <a:endParaRPr sz="2280" dirty="0">
              <a:latin typeface="Calibri"/>
              <a:cs typeface="Calibri"/>
            </a:endParaRPr>
          </a:p>
          <a:p>
            <a:pPr marL="423672" marR="9144" indent="-408432" algn="just">
              <a:spcBef>
                <a:spcPts val="228"/>
              </a:spcBef>
              <a:buFont typeface="Arial MT"/>
              <a:buChar char="•"/>
              <a:tabLst>
                <a:tab pos="426720" algn="l"/>
              </a:tabLst>
            </a:pPr>
            <a:r>
              <a:rPr sz="2280" dirty="0">
                <a:latin typeface="Calibri"/>
                <a:cs typeface="Calibri"/>
              </a:rPr>
              <a:t>At</a:t>
            </a:r>
            <a:r>
              <a:rPr sz="2280" spc="521" dirty="0">
                <a:latin typeface="Calibri"/>
                <a:cs typeface="Calibri"/>
              </a:rPr>
              <a:t> </a:t>
            </a:r>
            <a:r>
              <a:rPr sz="2280" dirty="0">
                <a:latin typeface="Calibri"/>
                <a:cs typeface="Calibri"/>
              </a:rPr>
              <a:t>the</a:t>
            </a:r>
            <a:r>
              <a:rPr sz="2280" spc="521" dirty="0">
                <a:latin typeface="Calibri"/>
                <a:cs typeface="Calibri"/>
              </a:rPr>
              <a:t> </a:t>
            </a:r>
            <a:r>
              <a:rPr sz="2280" b="1" dirty="0">
                <a:solidFill>
                  <a:srgbClr val="6F2F9F"/>
                </a:solidFill>
                <a:latin typeface="Calibri"/>
                <a:cs typeface="Calibri"/>
              </a:rPr>
              <a:t>program</a:t>
            </a:r>
            <a:r>
              <a:rPr sz="2280" b="1" spc="534" dirty="0">
                <a:solidFill>
                  <a:srgbClr val="6F2F9F"/>
                </a:solidFill>
                <a:latin typeface="Calibri"/>
                <a:cs typeface="Calibri"/>
              </a:rPr>
              <a:t> </a:t>
            </a:r>
            <a:r>
              <a:rPr sz="2280" b="1" dirty="0">
                <a:solidFill>
                  <a:srgbClr val="6F2F9F"/>
                </a:solidFill>
                <a:latin typeface="Calibri"/>
                <a:cs typeface="Calibri"/>
              </a:rPr>
              <a:t>level</a:t>
            </a:r>
            <a:r>
              <a:rPr sz="2280" dirty="0">
                <a:latin typeface="Calibri"/>
                <a:cs typeface="Calibri"/>
              </a:rPr>
              <a:t>,</a:t>
            </a:r>
            <a:r>
              <a:rPr sz="2280" spc="498" dirty="0">
                <a:latin typeface="Calibri"/>
                <a:cs typeface="Calibri"/>
              </a:rPr>
              <a:t> </a:t>
            </a:r>
            <a:r>
              <a:rPr sz="2280" b="1" i="1" dirty="0">
                <a:solidFill>
                  <a:srgbClr val="006FC0"/>
                </a:solidFill>
                <a:latin typeface="Calibri"/>
                <a:cs typeface="Calibri"/>
              </a:rPr>
              <a:t>internal</a:t>
            </a:r>
            <a:r>
              <a:rPr sz="2280" b="1" i="1" spc="521" dirty="0">
                <a:solidFill>
                  <a:srgbClr val="006FC0"/>
                </a:solidFill>
                <a:latin typeface="Calibri"/>
                <a:cs typeface="Calibri"/>
              </a:rPr>
              <a:t> </a:t>
            </a:r>
            <a:r>
              <a:rPr sz="2280" b="1" i="1" dirty="0">
                <a:solidFill>
                  <a:srgbClr val="006FC0"/>
                </a:solidFill>
                <a:latin typeface="Calibri"/>
                <a:cs typeface="Calibri"/>
              </a:rPr>
              <a:t>program</a:t>
            </a:r>
            <a:r>
              <a:rPr sz="2280" b="1" i="1" spc="521" dirty="0">
                <a:solidFill>
                  <a:srgbClr val="006FC0"/>
                </a:solidFill>
                <a:latin typeface="Calibri"/>
                <a:cs typeface="Calibri"/>
              </a:rPr>
              <a:t> </a:t>
            </a:r>
            <a:r>
              <a:rPr sz="2280" b="1" i="1" dirty="0">
                <a:solidFill>
                  <a:srgbClr val="006FC0"/>
                </a:solidFill>
                <a:latin typeface="Calibri"/>
                <a:cs typeface="Calibri"/>
              </a:rPr>
              <a:t>data</a:t>
            </a:r>
            <a:r>
              <a:rPr sz="2280" b="1" i="1" spc="516" dirty="0">
                <a:solidFill>
                  <a:srgbClr val="006FC0"/>
                </a:solidFill>
                <a:latin typeface="Calibri"/>
                <a:cs typeface="Calibri"/>
              </a:rPr>
              <a:t> </a:t>
            </a:r>
            <a:r>
              <a:rPr sz="2280" b="1" i="1" dirty="0">
                <a:solidFill>
                  <a:srgbClr val="006FC0"/>
                </a:solidFill>
                <a:latin typeface="Calibri"/>
                <a:cs typeface="Calibri"/>
              </a:rPr>
              <a:t>structures</a:t>
            </a:r>
            <a:r>
              <a:rPr sz="2280" b="1" i="1" spc="540" dirty="0">
                <a:solidFill>
                  <a:srgbClr val="006FC0"/>
                </a:solidFill>
                <a:latin typeface="Calibri"/>
                <a:cs typeface="Calibri"/>
              </a:rPr>
              <a:t> </a:t>
            </a:r>
            <a:r>
              <a:rPr sz="2280" dirty="0">
                <a:latin typeface="Calibri"/>
                <a:cs typeface="Calibri"/>
              </a:rPr>
              <a:t>must</a:t>
            </a:r>
            <a:r>
              <a:rPr sz="2280" spc="521" dirty="0">
                <a:latin typeface="Calibri"/>
                <a:cs typeface="Calibri"/>
              </a:rPr>
              <a:t> </a:t>
            </a:r>
            <a:r>
              <a:rPr sz="2280" dirty="0">
                <a:latin typeface="Calibri"/>
                <a:cs typeface="Calibri"/>
              </a:rPr>
              <a:t>often</a:t>
            </a:r>
            <a:r>
              <a:rPr sz="2280" spc="521" dirty="0">
                <a:latin typeface="Calibri"/>
                <a:cs typeface="Calibri"/>
              </a:rPr>
              <a:t> </a:t>
            </a:r>
            <a:r>
              <a:rPr sz="2280" dirty="0">
                <a:latin typeface="Calibri"/>
                <a:cs typeface="Calibri"/>
              </a:rPr>
              <a:t>be</a:t>
            </a:r>
            <a:r>
              <a:rPr sz="2280" spc="528" dirty="0">
                <a:latin typeface="Calibri"/>
                <a:cs typeface="Calibri"/>
              </a:rPr>
              <a:t> </a:t>
            </a:r>
            <a:r>
              <a:rPr sz="2280" spc="-12" dirty="0">
                <a:latin typeface="Calibri"/>
                <a:cs typeface="Calibri"/>
              </a:rPr>
              <a:t>reverse 	</a:t>
            </a:r>
            <a:r>
              <a:rPr sz="2280" dirty="0">
                <a:latin typeface="Calibri"/>
                <a:cs typeface="Calibri"/>
              </a:rPr>
              <a:t>engineered</a:t>
            </a:r>
            <a:r>
              <a:rPr sz="2280" spc="-30" dirty="0">
                <a:latin typeface="Calibri"/>
                <a:cs typeface="Calibri"/>
              </a:rPr>
              <a:t> </a:t>
            </a:r>
            <a:r>
              <a:rPr sz="2280" dirty="0">
                <a:latin typeface="Calibri"/>
                <a:cs typeface="Calibri"/>
              </a:rPr>
              <a:t>as</a:t>
            </a:r>
            <a:r>
              <a:rPr sz="2280" spc="-72" dirty="0">
                <a:latin typeface="Calibri"/>
                <a:cs typeface="Calibri"/>
              </a:rPr>
              <a:t> </a:t>
            </a:r>
            <a:r>
              <a:rPr sz="2280" dirty="0">
                <a:latin typeface="Calibri"/>
                <a:cs typeface="Calibri"/>
              </a:rPr>
              <a:t>part</a:t>
            </a:r>
            <a:r>
              <a:rPr sz="2280" spc="-66" dirty="0">
                <a:latin typeface="Calibri"/>
                <a:cs typeface="Calibri"/>
              </a:rPr>
              <a:t> </a:t>
            </a:r>
            <a:r>
              <a:rPr sz="2280" dirty="0">
                <a:latin typeface="Calibri"/>
                <a:cs typeface="Calibri"/>
              </a:rPr>
              <a:t>of</a:t>
            </a:r>
            <a:r>
              <a:rPr sz="2280" spc="-78" dirty="0">
                <a:latin typeface="Calibri"/>
                <a:cs typeface="Calibri"/>
              </a:rPr>
              <a:t> </a:t>
            </a:r>
            <a:r>
              <a:rPr sz="2280" dirty="0">
                <a:latin typeface="Calibri"/>
                <a:cs typeface="Calibri"/>
              </a:rPr>
              <a:t>an</a:t>
            </a:r>
            <a:r>
              <a:rPr sz="2280" spc="-66" dirty="0">
                <a:latin typeface="Calibri"/>
                <a:cs typeface="Calibri"/>
              </a:rPr>
              <a:t> </a:t>
            </a:r>
            <a:r>
              <a:rPr sz="2280" spc="-12" dirty="0">
                <a:latin typeface="Calibri"/>
                <a:cs typeface="Calibri"/>
              </a:rPr>
              <a:t>overall</a:t>
            </a:r>
            <a:r>
              <a:rPr sz="2280" spc="-30" dirty="0">
                <a:latin typeface="Calibri"/>
                <a:cs typeface="Calibri"/>
              </a:rPr>
              <a:t> </a:t>
            </a:r>
            <a:r>
              <a:rPr sz="2280" dirty="0">
                <a:latin typeface="Calibri"/>
                <a:cs typeface="Calibri"/>
              </a:rPr>
              <a:t>reengineering</a:t>
            </a:r>
            <a:r>
              <a:rPr sz="2280" spc="-24" dirty="0">
                <a:latin typeface="Calibri"/>
                <a:cs typeface="Calibri"/>
              </a:rPr>
              <a:t> </a:t>
            </a:r>
            <a:r>
              <a:rPr sz="2280" spc="-12" dirty="0">
                <a:latin typeface="Calibri"/>
                <a:cs typeface="Calibri"/>
              </a:rPr>
              <a:t>effort.</a:t>
            </a:r>
            <a:endParaRPr sz="2280" dirty="0">
              <a:latin typeface="Calibri"/>
              <a:cs typeface="Calibri"/>
            </a:endParaRPr>
          </a:p>
          <a:p>
            <a:pPr marL="423672" marR="6858" indent="-408432" algn="just">
              <a:spcBef>
                <a:spcPts val="245"/>
              </a:spcBef>
              <a:buFont typeface="Arial MT"/>
              <a:buChar char="•"/>
              <a:tabLst>
                <a:tab pos="426720" algn="l"/>
              </a:tabLst>
            </a:pPr>
            <a:r>
              <a:rPr sz="2280" dirty="0">
                <a:latin typeface="Calibri"/>
                <a:cs typeface="Calibri"/>
              </a:rPr>
              <a:t>At</a:t>
            </a:r>
            <a:r>
              <a:rPr sz="2280" spc="137" dirty="0">
                <a:latin typeface="Calibri"/>
                <a:cs typeface="Calibri"/>
              </a:rPr>
              <a:t>  </a:t>
            </a:r>
            <a:r>
              <a:rPr sz="2280" dirty="0">
                <a:latin typeface="Calibri"/>
                <a:cs typeface="Calibri"/>
              </a:rPr>
              <a:t>the</a:t>
            </a:r>
            <a:r>
              <a:rPr sz="2280" spc="144" dirty="0">
                <a:latin typeface="Calibri"/>
                <a:cs typeface="Calibri"/>
              </a:rPr>
              <a:t>  </a:t>
            </a:r>
            <a:r>
              <a:rPr sz="2280" b="1" dirty="0">
                <a:solidFill>
                  <a:srgbClr val="6F2F9F"/>
                </a:solidFill>
                <a:latin typeface="Calibri"/>
                <a:cs typeface="Calibri"/>
              </a:rPr>
              <a:t>system</a:t>
            </a:r>
            <a:r>
              <a:rPr sz="2280" b="1" spc="156" dirty="0">
                <a:solidFill>
                  <a:srgbClr val="6F2F9F"/>
                </a:solidFill>
                <a:latin typeface="Calibri"/>
                <a:cs typeface="Calibri"/>
              </a:rPr>
              <a:t>  </a:t>
            </a:r>
            <a:r>
              <a:rPr sz="2280" b="1" dirty="0">
                <a:solidFill>
                  <a:srgbClr val="6F2F9F"/>
                </a:solidFill>
                <a:latin typeface="Calibri"/>
                <a:cs typeface="Calibri"/>
              </a:rPr>
              <a:t>level</a:t>
            </a:r>
            <a:r>
              <a:rPr sz="2280" dirty="0">
                <a:latin typeface="Calibri"/>
                <a:cs typeface="Calibri"/>
              </a:rPr>
              <a:t>,</a:t>
            </a:r>
            <a:r>
              <a:rPr sz="2280" spc="137" dirty="0">
                <a:latin typeface="Calibri"/>
                <a:cs typeface="Calibri"/>
              </a:rPr>
              <a:t>  </a:t>
            </a:r>
            <a:r>
              <a:rPr sz="2280" b="1" i="1" dirty="0">
                <a:solidFill>
                  <a:srgbClr val="006FC0"/>
                </a:solidFill>
                <a:latin typeface="Calibri"/>
                <a:cs typeface="Calibri"/>
              </a:rPr>
              <a:t>global</a:t>
            </a:r>
            <a:r>
              <a:rPr sz="2280" b="1" i="1" spc="144" dirty="0">
                <a:solidFill>
                  <a:srgbClr val="006FC0"/>
                </a:solidFill>
                <a:latin typeface="Calibri"/>
                <a:cs typeface="Calibri"/>
              </a:rPr>
              <a:t>  </a:t>
            </a:r>
            <a:r>
              <a:rPr sz="2280" b="1" i="1" dirty="0">
                <a:solidFill>
                  <a:srgbClr val="006FC0"/>
                </a:solidFill>
                <a:latin typeface="Calibri"/>
                <a:cs typeface="Calibri"/>
              </a:rPr>
              <a:t>data</a:t>
            </a:r>
            <a:r>
              <a:rPr sz="2280" b="1" i="1" spc="137" dirty="0">
                <a:solidFill>
                  <a:srgbClr val="006FC0"/>
                </a:solidFill>
                <a:latin typeface="Calibri"/>
                <a:cs typeface="Calibri"/>
              </a:rPr>
              <a:t>  </a:t>
            </a:r>
            <a:r>
              <a:rPr sz="2280" b="1" i="1" dirty="0">
                <a:solidFill>
                  <a:srgbClr val="006FC0"/>
                </a:solidFill>
                <a:latin typeface="Calibri"/>
                <a:cs typeface="Calibri"/>
              </a:rPr>
              <a:t>structures</a:t>
            </a:r>
            <a:r>
              <a:rPr sz="2280" b="1" i="1" spc="150" dirty="0">
                <a:solidFill>
                  <a:srgbClr val="006FC0"/>
                </a:solidFill>
                <a:latin typeface="Calibri"/>
                <a:cs typeface="Calibri"/>
              </a:rPr>
              <a:t>  </a:t>
            </a:r>
            <a:r>
              <a:rPr sz="2280" dirty="0">
                <a:latin typeface="Calibri"/>
                <a:cs typeface="Calibri"/>
              </a:rPr>
              <a:t>(e.g.,</a:t>
            </a:r>
            <a:r>
              <a:rPr sz="2280" spc="144" dirty="0">
                <a:latin typeface="Calibri"/>
                <a:cs typeface="Calibri"/>
              </a:rPr>
              <a:t>  </a:t>
            </a:r>
            <a:r>
              <a:rPr sz="2280" dirty="0">
                <a:latin typeface="Calibri"/>
                <a:cs typeface="Calibri"/>
              </a:rPr>
              <a:t>files,</a:t>
            </a:r>
            <a:r>
              <a:rPr sz="2280" spc="144" dirty="0">
                <a:latin typeface="Calibri"/>
                <a:cs typeface="Calibri"/>
              </a:rPr>
              <a:t>  </a:t>
            </a:r>
            <a:r>
              <a:rPr sz="2280" dirty="0">
                <a:latin typeface="Calibri"/>
                <a:cs typeface="Calibri"/>
              </a:rPr>
              <a:t>databases)</a:t>
            </a:r>
            <a:r>
              <a:rPr sz="2280" spc="137" dirty="0">
                <a:latin typeface="Calibri"/>
                <a:cs typeface="Calibri"/>
              </a:rPr>
              <a:t>  </a:t>
            </a:r>
            <a:r>
              <a:rPr sz="2280" dirty="0">
                <a:latin typeface="Calibri"/>
                <a:cs typeface="Calibri"/>
              </a:rPr>
              <a:t>are</a:t>
            </a:r>
            <a:r>
              <a:rPr sz="2280" spc="144" dirty="0">
                <a:latin typeface="Calibri"/>
                <a:cs typeface="Calibri"/>
              </a:rPr>
              <a:t>  </a:t>
            </a:r>
            <a:r>
              <a:rPr sz="2280" spc="-12" dirty="0">
                <a:latin typeface="Calibri"/>
                <a:cs typeface="Calibri"/>
              </a:rPr>
              <a:t>often 	</a:t>
            </a:r>
            <a:r>
              <a:rPr sz="2280" dirty="0">
                <a:latin typeface="Calibri"/>
                <a:cs typeface="Calibri"/>
              </a:rPr>
              <a:t>reengineered</a:t>
            </a:r>
            <a:r>
              <a:rPr sz="2280" spc="510" dirty="0">
                <a:latin typeface="Calibri"/>
                <a:cs typeface="Calibri"/>
              </a:rPr>
              <a:t> </a:t>
            </a:r>
            <a:r>
              <a:rPr sz="2280" dirty="0">
                <a:latin typeface="Calibri"/>
                <a:cs typeface="Calibri"/>
              </a:rPr>
              <a:t>to</a:t>
            </a:r>
            <a:r>
              <a:rPr sz="2280" spc="498" dirty="0">
                <a:latin typeface="Calibri"/>
                <a:cs typeface="Calibri"/>
              </a:rPr>
              <a:t> </a:t>
            </a:r>
            <a:r>
              <a:rPr sz="2280" dirty="0">
                <a:latin typeface="Calibri"/>
                <a:cs typeface="Calibri"/>
              </a:rPr>
              <a:t>accommodate</a:t>
            </a:r>
            <a:r>
              <a:rPr sz="2280" spc="510" dirty="0">
                <a:latin typeface="Calibri"/>
                <a:cs typeface="Calibri"/>
              </a:rPr>
              <a:t> </a:t>
            </a:r>
            <a:r>
              <a:rPr sz="2280" dirty="0">
                <a:latin typeface="Calibri"/>
                <a:cs typeface="Calibri"/>
              </a:rPr>
              <a:t>new</a:t>
            </a:r>
            <a:r>
              <a:rPr sz="2280" spc="504" dirty="0">
                <a:latin typeface="Calibri"/>
                <a:cs typeface="Calibri"/>
              </a:rPr>
              <a:t> </a:t>
            </a:r>
            <a:r>
              <a:rPr sz="2280" dirty="0">
                <a:latin typeface="Calibri"/>
                <a:cs typeface="Calibri"/>
              </a:rPr>
              <a:t>database</a:t>
            </a:r>
            <a:r>
              <a:rPr sz="2280" spc="516" dirty="0">
                <a:latin typeface="Calibri"/>
                <a:cs typeface="Calibri"/>
              </a:rPr>
              <a:t> </a:t>
            </a:r>
            <a:r>
              <a:rPr sz="2280" dirty="0">
                <a:latin typeface="Calibri"/>
                <a:cs typeface="Calibri"/>
              </a:rPr>
              <a:t>management</a:t>
            </a:r>
            <a:r>
              <a:rPr sz="2280" spc="521" dirty="0">
                <a:latin typeface="Calibri"/>
                <a:cs typeface="Calibri"/>
              </a:rPr>
              <a:t> </a:t>
            </a:r>
            <a:r>
              <a:rPr sz="2280" dirty="0">
                <a:latin typeface="Calibri"/>
                <a:cs typeface="Calibri"/>
              </a:rPr>
              <a:t>paradigms</a:t>
            </a:r>
            <a:r>
              <a:rPr sz="2280" spc="498" dirty="0">
                <a:latin typeface="Calibri"/>
                <a:cs typeface="Calibri"/>
              </a:rPr>
              <a:t> </a:t>
            </a:r>
            <a:r>
              <a:rPr sz="2280" dirty="0">
                <a:latin typeface="Calibri"/>
                <a:cs typeface="Calibri"/>
              </a:rPr>
              <a:t>(e.g.,</a:t>
            </a:r>
            <a:r>
              <a:rPr sz="2280" spc="504" dirty="0">
                <a:latin typeface="Calibri"/>
                <a:cs typeface="Calibri"/>
              </a:rPr>
              <a:t> </a:t>
            </a:r>
            <a:r>
              <a:rPr sz="2280" spc="-30" dirty="0">
                <a:latin typeface="Calibri"/>
                <a:cs typeface="Calibri"/>
              </a:rPr>
              <a:t>the 	</a:t>
            </a:r>
            <a:r>
              <a:rPr sz="2280" dirty="0">
                <a:latin typeface="Calibri"/>
                <a:cs typeface="Calibri"/>
              </a:rPr>
              <a:t>move</a:t>
            </a:r>
            <a:r>
              <a:rPr sz="2280" spc="-48" dirty="0">
                <a:latin typeface="Calibri"/>
                <a:cs typeface="Calibri"/>
              </a:rPr>
              <a:t> </a:t>
            </a:r>
            <a:r>
              <a:rPr sz="2280" dirty="0">
                <a:latin typeface="Calibri"/>
                <a:cs typeface="Calibri"/>
              </a:rPr>
              <a:t>from</a:t>
            </a:r>
            <a:r>
              <a:rPr sz="2280" spc="-84" dirty="0">
                <a:latin typeface="Calibri"/>
                <a:cs typeface="Calibri"/>
              </a:rPr>
              <a:t> </a:t>
            </a:r>
            <a:r>
              <a:rPr sz="2280" dirty="0">
                <a:latin typeface="Calibri"/>
                <a:cs typeface="Calibri"/>
              </a:rPr>
              <a:t>flat</a:t>
            </a:r>
            <a:r>
              <a:rPr sz="2280" spc="-90" dirty="0">
                <a:latin typeface="Calibri"/>
                <a:cs typeface="Calibri"/>
              </a:rPr>
              <a:t> </a:t>
            </a:r>
            <a:r>
              <a:rPr sz="2280" dirty="0">
                <a:latin typeface="Calibri"/>
                <a:cs typeface="Calibri"/>
              </a:rPr>
              <a:t>file</a:t>
            </a:r>
            <a:r>
              <a:rPr sz="2280" spc="-66" dirty="0">
                <a:latin typeface="Calibri"/>
                <a:cs typeface="Calibri"/>
              </a:rPr>
              <a:t> </a:t>
            </a:r>
            <a:r>
              <a:rPr sz="2280" dirty="0">
                <a:latin typeface="Calibri"/>
                <a:cs typeface="Calibri"/>
              </a:rPr>
              <a:t>to</a:t>
            </a:r>
            <a:r>
              <a:rPr sz="2280" spc="-84" dirty="0">
                <a:latin typeface="Calibri"/>
                <a:cs typeface="Calibri"/>
              </a:rPr>
              <a:t> </a:t>
            </a:r>
            <a:r>
              <a:rPr sz="2280" dirty="0">
                <a:latin typeface="Calibri"/>
                <a:cs typeface="Calibri"/>
              </a:rPr>
              <a:t>relational</a:t>
            </a:r>
            <a:r>
              <a:rPr sz="2280" spc="-42" dirty="0">
                <a:latin typeface="Calibri"/>
                <a:cs typeface="Calibri"/>
              </a:rPr>
              <a:t> </a:t>
            </a:r>
            <a:r>
              <a:rPr sz="2280" dirty="0">
                <a:latin typeface="Calibri"/>
                <a:cs typeface="Calibri"/>
              </a:rPr>
              <a:t>or</a:t>
            </a:r>
            <a:r>
              <a:rPr sz="2280" spc="-78" dirty="0">
                <a:latin typeface="Calibri"/>
                <a:cs typeface="Calibri"/>
              </a:rPr>
              <a:t> </a:t>
            </a:r>
            <a:r>
              <a:rPr sz="2280" spc="-12" dirty="0">
                <a:latin typeface="Calibri"/>
                <a:cs typeface="Calibri"/>
              </a:rPr>
              <a:t>object-</a:t>
            </a:r>
            <a:r>
              <a:rPr sz="2280" dirty="0">
                <a:latin typeface="Calibri"/>
                <a:cs typeface="Calibri"/>
              </a:rPr>
              <a:t>oriented</a:t>
            </a:r>
            <a:r>
              <a:rPr sz="2280" spc="-42" dirty="0">
                <a:latin typeface="Calibri"/>
                <a:cs typeface="Calibri"/>
              </a:rPr>
              <a:t> </a:t>
            </a:r>
            <a:r>
              <a:rPr sz="2280" dirty="0">
                <a:latin typeface="Calibri"/>
                <a:cs typeface="Calibri"/>
              </a:rPr>
              <a:t>database</a:t>
            </a:r>
            <a:r>
              <a:rPr sz="2280" spc="-72" dirty="0">
                <a:latin typeface="Calibri"/>
                <a:cs typeface="Calibri"/>
              </a:rPr>
              <a:t> </a:t>
            </a:r>
            <a:r>
              <a:rPr sz="2280" spc="-12" dirty="0">
                <a:latin typeface="Calibri"/>
                <a:cs typeface="Calibri"/>
              </a:rPr>
              <a:t>systems).</a:t>
            </a:r>
            <a:endParaRPr sz="2280" dirty="0">
              <a:latin typeface="Calibri"/>
              <a:cs typeface="Calibri"/>
            </a:endParaRPr>
          </a:p>
          <a:p>
            <a:pPr marL="15240" algn="just">
              <a:spcBef>
                <a:spcPts val="251"/>
              </a:spcBef>
            </a:pPr>
            <a:r>
              <a:rPr sz="2280" b="1" dirty="0">
                <a:latin typeface="Calibri"/>
                <a:cs typeface="Calibri"/>
              </a:rPr>
              <a:t>Internal</a:t>
            </a:r>
            <a:r>
              <a:rPr sz="2280" b="1" spc="-84" dirty="0">
                <a:latin typeface="Calibri"/>
                <a:cs typeface="Calibri"/>
              </a:rPr>
              <a:t> </a:t>
            </a:r>
            <a:r>
              <a:rPr sz="2280" b="1" dirty="0">
                <a:latin typeface="Calibri"/>
                <a:cs typeface="Calibri"/>
              </a:rPr>
              <a:t>Data</a:t>
            </a:r>
            <a:r>
              <a:rPr sz="2280" b="1" spc="-102" dirty="0">
                <a:latin typeface="Calibri"/>
                <a:cs typeface="Calibri"/>
              </a:rPr>
              <a:t> </a:t>
            </a:r>
            <a:r>
              <a:rPr sz="2280" b="1" spc="-12" dirty="0">
                <a:latin typeface="Calibri"/>
                <a:cs typeface="Calibri"/>
              </a:rPr>
              <a:t>Structures</a:t>
            </a:r>
            <a:endParaRPr sz="2280" dirty="0">
              <a:latin typeface="Calibri"/>
              <a:cs typeface="Calibri"/>
            </a:endParaRPr>
          </a:p>
          <a:p>
            <a:pPr marL="423672" indent="-408432" algn="just">
              <a:spcBef>
                <a:spcPts val="228"/>
              </a:spcBef>
              <a:buFont typeface="Arial MT"/>
              <a:buChar char="•"/>
              <a:tabLst>
                <a:tab pos="423672" algn="l"/>
              </a:tabLst>
            </a:pPr>
            <a:r>
              <a:rPr sz="2280" dirty="0">
                <a:latin typeface="Calibri"/>
                <a:cs typeface="Calibri"/>
              </a:rPr>
              <a:t>Reverse</a:t>
            </a:r>
            <a:r>
              <a:rPr sz="2280" spc="36" dirty="0">
                <a:latin typeface="Calibri"/>
                <a:cs typeface="Calibri"/>
              </a:rPr>
              <a:t> </a:t>
            </a:r>
            <a:r>
              <a:rPr sz="2280" dirty="0">
                <a:latin typeface="Calibri"/>
                <a:cs typeface="Calibri"/>
              </a:rPr>
              <a:t>engineering</a:t>
            </a:r>
            <a:r>
              <a:rPr sz="2280" spc="36" dirty="0">
                <a:latin typeface="Calibri"/>
                <a:cs typeface="Calibri"/>
              </a:rPr>
              <a:t> </a:t>
            </a:r>
            <a:r>
              <a:rPr sz="2280" dirty="0">
                <a:latin typeface="Calibri"/>
                <a:cs typeface="Calibri"/>
              </a:rPr>
              <a:t>techniques</a:t>
            </a:r>
            <a:r>
              <a:rPr sz="2280" spc="24" dirty="0">
                <a:latin typeface="Calibri"/>
                <a:cs typeface="Calibri"/>
              </a:rPr>
              <a:t> </a:t>
            </a:r>
            <a:r>
              <a:rPr sz="2280" dirty="0">
                <a:latin typeface="Calibri"/>
                <a:cs typeface="Calibri"/>
              </a:rPr>
              <a:t>for</a:t>
            </a:r>
            <a:r>
              <a:rPr sz="2280" spc="24" dirty="0">
                <a:latin typeface="Calibri"/>
                <a:cs typeface="Calibri"/>
              </a:rPr>
              <a:t> </a:t>
            </a:r>
            <a:r>
              <a:rPr sz="2280" dirty="0">
                <a:latin typeface="Calibri"/>
                <a:cs typeface="Calibri"/>
              </a:rPr>
              <a:t>internal</a:t>
            </a:r>
            <a:r>
              <a:rPr sz="2280" spc="36" dirty="0">
                <a:latin typeface="Calibri"/>
                <a:cs typeface="Calibri"/>
              </a:rPr>
              <a:t> </a:t>
            </a:r>
            <a:r>
              <a:rPr sz="2280" dirty="0">
                <a:latin typeface="Calibri"/>
                <a:cs typeface="Calibri"/>
              </a:rPr>
              <a:t>program</a:t>
            </a:r>
            <a:r>
              <a:rPr sz="2280" spc="30" dirty="0">
                <a:latin typeface="Calibri"/>
                <a:cs typeface="Calibri"/>
              </a:rPr>
              <a:t> </a:t>
            </a:r>
            <a:r>
              <a:rPr sz="2280" dirty="0">
                <a:latin typeface="Calibri"/>
                <a:cs typeface="Calibri"/>
              </a:rPr>
              <a:t>data</a:t>
            </a:r>
            <a:r>
              <a:rPr sz="2280" spc="30" dirty="0">
                <a:latin typeface="Calibri"/>
                <a:cs typeface="Calibri"/>
              </a:rPr>
              <a:t> </a:t>
            </a:r>
            <a:r>
              <a:rPr sz="2280" dirty="0">
                <a:latin typeface="Calibri"/>
                <a:cs typeface="Calibri"/>
              </a:rPr>
              <a:t>focus</a:t>
            </a:r>
            <a:r>
              <a:rPr sz="2280" spc="36" dirty="0">
                <a:latin typeface="Calibri"/>
                <a:cs typeface="Calibri"/>
              </a:rPr>
              <a:t> </a:t>
            </a:r>
            <a:r>
              <a:rPr sz="2280" dirty="0">
                <a:latin typeface="Calibri"/>
                <a:cs typeface="Calibri"/>
              </a:rPr>
              <a:t>on</a:t>
            </a:r>
            <a:r>
              <a:rPr sz="2280" spc="30" dirty="0">
                <a:latin typeface="Calibri"/>
                <a:cs typeface="Calibri"/>
              </a:rPr>
              <a:t> </a:t>
            </a:r>
            <a:r>
              <a:rPr sz="2280" dirty="0">
                <a:latin typeface="Calibri"/>
                <a:cs typeface="Calibri"/>
              </a:rPr>
              <a:t>the</a:t>
            </a:r>
            <a:r>
              <a:rPr sz="2280" spc="18" dirty="0">
                <a:latin typeface="Calibri"/>
                <a:cs typeface="Calibri"/>
              </a:rPr>
              <a:t> </a:t>
            </a:r>
            <a:r>
              <a:rPr sz="2280" b="1" i="1" dirty="0">
                <a:solidFill>
                  <a:srgbClr val="006FC0"/>
                </a:solidFill>
                <a:latin typeface="Calibri"/>
                <a:cs typeface="Calibri"/>
              </a:rPr>
              <a:t>definition</a:t>
            </a:r>
            <a:r>
              <a:rPr sz="2280" b="1" i="1" spc="36" dirty="0">
                <a:solidFill>
                  <a:srgbClr val="006FC0"/>
                </a:solidFill>
                <a:latin typeface="Calibri"/>
                <a:cs typeface="Calibri"/>
              </a:rPr>
              <a:t> </a:t>
            </a:r>
            <a:r>
              <a:rPr sz="2280" b="1" i="1" spc="-30" dirty="0">
                <a:solidFill>
                  <a:srgbClr val="006FC0"/>
                </a:solidFill>
                <a:latin typeface="Calibri"/>
                <a:cs typeface="Calibri"/>
              </a:rPr>
              <a:t>of</a:t>
            </a:r>
            <a:r>
              <a:rPr lang="en-US" sz="2280" b="1" i="1" spc="-30" dirty="0">
                <a:solidFill>
                  <a:srgbClr val="006FC0"/>
                </a:solidFill>
                <a:latin typeface="Calibri"/>
                <a:cs typeface="Calibri"/>
              </a:rPr>
              <a:t> </a:t>
            </a:r>
            <a:r>
              <a:rPr sz="2280" b="1" i="1" dirty="0">
                <a:solidFill>
                  <a:srgbClr val="006FC0"/>
                </a:solidFill>
                <a:latin typeface="Calibri"/>
                <a:cs typeface="Calibri"/>
              </a:rPr>
              <a:t>object</a:t>
            </a:r>
            <a:r>
              <a:rPr sz="2280" b="1" i="1" spc="-18" dirty="0">
                <a:solidFill>
                  <a:srgbClr val="006FC0"/>
                </a:solidFill>
                <a:latin typeface="Calibri"/>
                <a:cs typeface="Calibri"/>
              </a:rPr>
              <a:t> </a:t>
            </a:r>
            <a:r>
              <a:rPr sz="2280" b="1" i="1" spc="-12" dirty="0">
                <a:solidFill>
                  <a:srgbClr val="006FC0"/>
                </a:solidFill>
                <a:latin typeface="Calibri"/>
                <a:cs typeface="Calibri"/>
              </a:rPr>
              <a:t>classes.</a:t>
            </a:r>
            <a:endParaRPr sz="2280" dirty="0">
              <a:latin typeface="Calibri"/>
              <a:cs typeface="Calibri"/>
            </a:endParaRPr>
          </a:p>
          <a:p>
            <a:pPr marL="423672" marR="8382" indent="-408432" algn="just">
              <a:spcBef>
                <a:spcPts val="245"/>
              </a:spcBef>
              <a:buFont typeface="Arial MT"/>
              <a:buChar char="•"/>
              <a:tabLst>
                <a:tab pos="426720" algn="l"/>
              </a:tabLst>
            </a:pPr>
            <a:r>
              <a:rPr sz="2280" dirty="0">
                <a:latin typeface="Calibri"/>
                <a:cs typeface="Calibri"/>
              </a:rPr>
              <a:t>This</a:t>
            </a:r>
            <a:r>
              <a:rPr sz="2280" spc="305" dirty="0">
                <a:latin typeface="Calibri"/>
                <a:cs typeface="Calibri"/>
              </a:rPr>
              <a:t> </a:t>
            </a:r>
            <a:r>
              <a:rPr sz="2280" dirty="0">
                <a:latin typeface="Calibri"/>
                <a:cs typeface="Calibri"/>
              </a:rPr>
              <a:t>is</a:t>
            </a:r>
            <a:r>
              <a:rPr sz="2280" spc="318" dirty="0">
                <a:latin typeface="Calibri"/>
                <a:cs typeface="Calibri"/>
              </a:rPr>
              <a:t> </a:t>
            </a:r>
            <a:r>
              <a:rPr sz="2280" dirty="0">
                <a:latin typeface="Calibri"/>
                <a:cs typeface="Calibri"/>
              </a:rPr>
              <a:t>accomplished</a:t>
            </a:r>
            <a:r>
              <a:rPr sz="2280" spc="318" dirty="0">
                <a:latin typeface="Calibri"/>
                <a:cs typeface="Calibri"/>
              </a:rPr>
              <a:t> </a:t>
            </a:r>
            <a:r>
              <a:rPr sz="2280" dirty="0">
                <a:latin typeface="Calibri"/>
                <a:cs typeface="Calibri"/>
              </a:rPr>
              <a:t>by</a:t>
            </a:r>
            <a:r>
              <a:rPr sz="2280" spc="318" dirty="0">
                <a:latin typeface="Calibri"/>
                <a:cs typeface="Calibri"/>
              </a:rPr>
              <a:t> </a:t>
            </a:r>
            <a:r>
              <a:rPr sz="2280" dirty="0">
                <a:latin typeface="Calibri"/>
                <a:cs typeface="Calibri"/>
              </a:rPr>
              <a:t>examining</a:t>
            </a:r>
            <a:r>
              <a:rPr sz="2280" spc="312" dirty="0">
                <a:latin typeface="Calibri"/>
                <a:cs typeface="Calibri"/>
              </a:rPr>
              <a:t> </a:t>
            </a:r>
            <a:r>
              <a:rPr sz="2280" dirty="0">
                <a:latin typeface="Calibri"/>
                <a:cs typeface="Calibri"/>
              </a:rPr>
              <a:t>the</a:t>
            </a:r>
            <a:r>
              <a:rPr sz="2280" spc="312" dirty="0">
                <a:latin typeface="Calibri"/>
                <a:cs typeface="Calibri"/>
              </a:rPr>
              <a:t> </a:t>
            </a:r>
            <a:r>
              <a:rPr sz="2280" dirty="0">
                <a:latin typeface="Calibri"/>
                <a:cs typeface="Calibri"/>
              </a:rPr>
              <a:t>program</a:t>
            </a:r>
            <a:r>
              <a:rPr sz="2280" spc="318" dirty="0">
                <a:latin typeface="Calibri"/>
                <a:cs typeface="Calibri"/>
              </a:rPr>
              <a:t> </a:t>
            </a:r>
            <a:r>
              <a:rPr sz="2280" dirty="0">
                <a:latin typeface="Calibri"/>
                <a:cs typeface="Calibri"/>
              </a:rPr>
              <a:t>code</a:t>
            </a:r>
            <a:r>
              <a:rPr sz="2280" spc="312" dirty="0">
                <a:latin typeface="Calibri"/>
                <a:cs typeface="Calibri"/>
              </a:rPr>
              <a:t> </a:t>
            </a:r>
            <a:r>
              <a:rPr sz="2280" dirty="0">
                <a:latin typeface="Calibri"/>
                <a:cs typeface="Calibri"/>
              </a:rPr>
              <a:t>with</a:t>
            </a:r>
            <a:r>
              <a:rPr sz="2280" spc="312" dirty="0">
                <a:latin typeface="Calibri"/>
                <a:cs typeface="Calibri"/>
              </a:rPr>
              <a:t> </a:t>
            </a:r>
            <a:r>
              <a:rPr sz="2280" dirty="0">
                <a:latin typeface="Calibri"/>
                <a:cs typeface="Calibri"/>
              </a:rPr>
              <a:t>the</a:t>
            </a:r>
            <a:r>
              <a:rPr sz="2280" spc="312" dirty="0">
                <a:latin typeface="Calibri"/>
                <a:cs typeface="Calibri"/>
              </a:rPr>
              <a:t> </a:t>
            </a:r>
            <a:r>
              <a:rPr sz="2280" dirty="0">
                <a:latin typeface="Calibri"/>
                <a:cs typeface="Calibri"/>
              </a:rPr>
              <a:t>intent</a:t>
            </a:r>
            <a:r>
              <a:rPr sz="2280" spc="318" dirty="0">
                <a:latin typeface="Calibri"/>
                <a:cs typeface="Calibri"/>
              </a:rPr>
              <a:t> </a:t>
            </a:r>
            <a:r>
              <a:rPr sz="2280" dirty="0">
                <a:latin typeface="Calibri"/>
                <a:cs typeface="Calibri"/>
              </a:rPr>
              <a:t>of</a:t>
            </a:r>
            <a:r>
              <a:rPr sz="2280" spc="318" dirty="0">
                <a:latin typeface="Calibri"/>
                <a:cs typeface="Calibri"/>
              </a:rPr>
              <a:t> </a:t>
            </a:r>
            <a:r>
              <a:rPr sz="2280" spc="-12" dirty="0">
                <a:latin typeface="Calibri"/>
                <a:cs typeface="Calibri"/>
              </a:rPr>
              <a:t>grouping </a:t>
            </a:r>
            <a:r>
              <a:rPr sz="2280" dirty="0">
                <a:latin typeface="Calibri"/>
                <a:cs typeface="Calibri"/>
              </a:rPr>
              <a:t>related</a:t>
            </a:r>
            <a:r>
              <a:rPr sz="2280" spc="-126" dirty="0">
                <a:latin typeface="Calibri"/>
                <a:cs typeface="Calibri"/>
              </a:rPr>
              <a:t> </a:t>
            </a:r>
            <a:r>
              <a:rPr sz="2280" spc="-12" dirty="0">
                <a:latin typeface="Calibri"/>
                <a:cs typeface="Calibri"/>
              </a:rPr>
              <a:t>program</a:t>
            </a:r>
            <a:r>
              <a:rPr sz="2280" spc="-114" dirty="0">
                <a:latin typeface="Calibri"/>
                <a:cs typeface="Calibri"/>
              </a:rPr>
              <a:t> </a:t>
            </a:r>
            <a:r>
              <a:rPr sz="2280" dirty="0">
                <a:latin typeface="Calibri"/>
                <a:cs typeface="Calibri"/>
              </a:rPr>
              <a:t>variables</a:t>
            </a:r>
            <a:r>
              <a:rPr sz="2280" spc="-102" dirty="0">
                <a:latin typeface="Calibri"/>
                <a:cs typeface="Calibri"/>
              </a:rPr>
              <a:t> </a:t>
            </a:r>
            <a:r>
              <a:rPr sz="2280" spc="-12" dirty="0">
                <a:latin typeface="Calibri"/>
                <a:cs typeface="Calibri"/>
              </a:rPr>
              <a:t>together.</a:t>
            </a:r>
            <a:endParaRPr sz="2280" dirty="0">
              <a:latin typeface="Calibri"/>
              <a:cs typeface="Calibri"/>
            </a:endParaRPr>
          </a:p>
          <a:p>
            <a:pPr marL="423672" indent="-408432" algn="just">
              <a:spcBef>
                <a:spcPts val="251"/>
              </a:spcBef>
              <a:buFont typeface="Arial MT"/>
              <a:buChar char="•"/>
              <a:tabLst>
                <a:tab pos="423672" algn="l"/>
              </a:tabLst>
            </a:pPr>
            <a:r>
              <a:rPr sz="2280" dirty="0">
                <a:latin typeface="Calibri"/>
                <a:cs typeface="Calibri"/>
              </a:rPr>
              <a:t>In</a:t>
            </a:r>
            <a:r>
              <a:rPr sz="2280" spc="90" dirty="0">
                <a:latin typeface="Calibri"/>
                <a:cs typeface="Calibri"/>
              </a:rPr>
              <a:t> </a:t>
            </a:r>
            <a:r>
              <a:rPr sz="2280" dirty="0">
                <a:latin typeface="Calibri"/>
                <a:cs typeface="Calibri"/>
              </a:rPr>
              <a:t>many</a:t>
            </a:r>
            <a:r>
              <a:rPr sz="2280" spc="102" dirty="0">
                <a:latin typeface="Calibri"/>
                <a:cs typeface="Calibri"/>
              </a:rPr>
              <a:t> </a:t>
            </a:r>
            <a:r>
              <a:rPr sz="2280" dirty="0">
                <a:latin typeface="Calibri"/>
                <a:cs typeface="Calibri"/>
              </a:rPr>
              <a:t>cases,</a:t>
            </a:r>
            <a:r>
              <a:rPr sz="2280" spc="78" dirty="0">
                <a:latin typeface="Calibri"/>
                <a:cs typeface="Calibri"/>
              </a:rPr>
              <a:t> </a:t>
            </a:r>
            <a:r>
              <a:rPr sz="2280" dirty="0">
                <a:latin typeface="Calibri"/>
                <a:cs typeface="Calibri"/>
              </a:rPr>
              <a:t>the</a:t>
            </a:r>
            <a:r>
              <a:rPr sz="2280" spc="96" dirty="0">
                <a:latin typeface="Calibri"/>
                <a:cs typeface="Calibri"/>
              </a:rPr>
              <a:t> </a:t>
            </a:r>
            <a:r>
              <a:rPr sz="2280" dirty="0">
                <a:latin typeface="Calibri"/>
                <a:cs typeface="Calibri"/>
              </a:rPr>
              <a:t>data</a:t>
            </a:r>
            <a:r>
              <a:rPr sz="2280" spc="102" dirty="0">
                <a:latin typeface="Calibri"/>
                <a:cs typeface="Calibri"/>
              </a:rPr>
              <a:t> </a:t>
            </a:r>
            <a:r>
              <a:rPr sz="2280" spc="-12" dirty="0">
                <a:latin typeface="Calibri"/>
                <a:cs typeface="Calibri"/>
              </a:rPr>
              <a:t>organization</a:t>
            </a:r>
            <a:r>
              <a:rPr sz="2280" spc="96" dirty="0">
                <a:latin typeface="Calibri"/>
                <a:cs typeface="Calibri"/>
              </a:rPr>
              <a:t> </a:t>
            </a:r>
            <a:r>
              <a:rPr sz="2280" dirty="0">
                <a:latin typeface="Calibri"/>
                <a:cs typeface="Calibri"/>
              </a:rPr>
              <a:t>within</a:t>
            </a:r>
            <a:r>
              <a:rPr sz="2280" spc="96" dirty="0">
                <a:latin typeface="Calibri"/>
                <a:cs typeface="Calibri"/>
              </a:rPr>
              <a:t> </a:t>
            </a:r>
            <a:r>
              <a:rPr sz="2280" dirty="0">
                <a:latin typeface="Calibri"/>
                <a:cs typeface="Calibri"/>
              </a:rPr>
              <a:t>the</a:t>
            </a:r>
            <a:r>
              <a:rPr sz="2280" spc="96" dirty="0">
                <a:latin typeface="Calibri"/>
                <a:cs typeface="Calibri"/>
              </a:rPr>
              <a:t> </a:t>
            </a:r>
            <a:r>
              <a:rPr sz="2280" dirty="0">
                <a:latin typeface="Calibri"/>
                <a:cs typeface="Calibri"/>
              </a:rPr>
              <a:t>code</a:t>
            </a:r>
            <a:r>
              <a:rPr sz="2280" spc="90" dirty="0">
                <a:latin typeface="Calibri"/>
                <a:cs typeface="Calibri"/>
              </a:rPr>
              <a:t> </a:t>
            </a:r>
            <a:r>
              <a:rPr sz="2280" dirty="0">
                <a:latin typeface="Calibri"/>
                <a:cs typeface="Calibri"/>
              </a:rPr>
              <a:t>suggests</a:t>
            </a:r>
            <a:r>
              <a:rPr sz="2280" spc="102" dirty="0">
                <a:latin typeface="Calibri"/>
                <a:cs typeface="Calibri"/>
              </a:rPr>
              <a:t> </a:t>
            </a:r>
            <a:r>
              <a:rPr sz="2280" dirty="0">
                <a:latin typeface="Calibri"/>
                <a:cs typeface="Calibri"/>
              </a:rPr>
              <a:t>several</a:t>
            </a:r>
            <a:r>
              <a:rPr sz="2280" spc="90" dirty="0">
                <a:latin typeface="Calibri"/>
                <a:cs typeface="Calibri"/>
              </a:rPr>
              <a:t> </a:t>
            </a:r>
            <a:r>
              <a:rPr sz="2280" dirty="0">
                <a:latin typeface="Calibri"/>
                <a:cs typeface="Calibri"/>
              </a:rPr>
              <a:t>abstract</a:t>
            </a:r>
            <a:r>
              <a:rPr sz="2280" spc="102" dirty="0">
                <a:latin typeface="Calibri"/>
                <a:cs typeface="Calibri"/>
              </a:rPr>
              <a:t> </a:t>
            </a:r>
            <a:r>
              <a:rPr sz="2280" spc="-24" dirty="0">
                <a:latin typeface="Calibri"/>
                <a:cs typeface="Calibri"/>
              </a:rPr>
              <a:t>data</a:t>
            </a:r>
            <a:r>
              <a:rPr lang="en-US" sz="2280" spc="-24" dirty="0">
                <a:latin typeface="Calibri"/>
                <a:cs typeface="Calibri"/>
              </a:rPr>
              <a:t> </a:t>
            </a:r>
            <a:r>
              <a:rPr sz="2280" spc="-12" dirty="0">
                <a:latin typeface="Calibri"/>
                <a:cs typeface="Calibri"/>
              </a:rPr>
              <a:t>types.</a:t>
            </a:r>
            <a:endParaRPr sz="2280" dirty="0">
              <a:latin typeface="Calibri"/>
              <a:cs typeface="Calibri"/>
            </a:endParaRPr>
          </a:p>
          <a:p>
            <a:pPr marL="426720" marR="7620" indent="-411480" algn="just">
              <a:spcBef>
                <a:spcPts val="228"/>
              </a:spcBef>
              <a:buFont typeface="Arial MT"/>
              <a:buChar char="•"/>
              <a:tabLst>
                <a:tab pos="426720" algn="l"/>
              </a:tabLst>
            </a:pPr>
            <a:r>
              <a:rPr sz="2280" dirty="0">
                <a:latin typeface="Calibri"/>
                <a:cs typeface="Calibri"/>
              </a:rPr>
              <a:t>For</a:t>
            </a:r>
            <a:r>
              <a:rPr sz="2280" spc="198" dirty="0">
                <a:latin typeface="Calibri"/>
                <a:cs typeface="Calibri"/>
              </a:rPr>
              <a:t> </a:t>
            </a:r>
            <a:r>
              <a:rPr sz="2280" dirty="0">
                <a:latin typeface="Calibri"/>
                <a:cs typeface="Calibri"/>
              </a:rPr>
              <a:t>example,</a:t>
            </a:r>
            <a:r>
              <a:rPr sz="2280" spc="204" dirty="0">
                <a:latin typeface="Calibri"/>
                <a:cs typeface="Calibri"/>
              </a:rPr>
              <a:t> </a:t>
            </a:r>
            <a:r>
              <a:rPr sz="2280" dirty="0">
                <a:latin typeface="Calibri"/>
                <a:cs typeface="Calibri"/>
              </a:rPr>
              <a:t>record</a:t>
            </a:r>
            <a:r>
              <a:rPr sz="2280" spc="198" dirty="0">
                <a:latin typeface="Calibri"/>
                <a:cs typeface="Calibri"/>
              </a:rPr>
              <a:t> </a:t>
            </a:r>
            <a:r>
              <a:rPr sz="2280" dirty="0">
                <a:latin typeface="Calibri"/>
                <a:cs typeface="Calibri"/>
              </a:rPr>
              <a:t>structures,</a:t>
            </a:r>
            <a:r>
              <a:rPr sz="2280" spc="204" dirty="0">
                <a:latin typeface="Calibri"/>
                <a:cs typeface="Calibri"/>
              </a:rPr>
              <a:t> </a:t>
            </a:r>
            <a:r>
              <a:rPr sz="2280" dirty="0">
                <a:latin typeface="Calibri"/>
                <a:cs typeface="Calibri"/>
              </a:rPr>
              <a:t>files,</a:t>
            </a:r>
            <a:r>
              <a:rPr sz="2280" spc="192" dirty="0">
                <a:latin typeface="Calibri"/>
                <a:cs typeface="Calibri"/>
              </a:rPr>
              <a:t> </a:t>
            </a:r>
            <a:r>
              <a:rPr sz="2280" dirty="0">
                <a:latin typeface="Calibri"/>
                <a:cs typeface="Calibri"/>
              </a:rPr>
              <a:t>lists,</a:t>
            </a:r>
            <a:r>
              <a:rPr sz="2280" spc="204" dirty="0">
                <a:latin typeface="Calibri"/>
                <a:cs typeface="Calibri"/>
              </a:rPr>
              <a:t> </a:t>
            </a:r>
            <a:r>
              <a:rPr sz="2280" dirty="0">
                <a:latin typeface="Calibri"/>
                <a:cs typeface="Calibri"/>
              </a:rPr>
              <a:t>and</a:t>
            </a:r>
            <a:r>
              <a:rPr sz="2280" spc="204" dirty="0">
                <a:latin typeface="Calibri"/>
                <a:cs typeface="Calibri"/>
              </a:rPr>
              <a:t> </a:t>
            </a:r>
            <a:r>
              <a:rPr sz="2280" dirty="0">
                <a:latin typeface="Calibri"/>
                <a:cs typeface="Calibri"/>
              </a:rPr>
              <a:t>other</a:t>
            </a:r>
            <a:r>
              <a:rPr sz="2280" spc="204" dirty="0">
                <a:latin typeface="Calibri"/>
                <a:cs typeface="Calibri"/>
              </a:rPr>
              <a:t> </a:t>
            </a:r>
            <a:r>
              <a:rPr sz="2280" dirty="0">
                <a:latin typeface="Calibri"/>
                <a:cs typeface="Calibri"/>
              </a:rPr>
              <a:t>data</a:t>
            </a:r>
            <a:r>
              <a:rPr sz="2280" spc="192" dirty="0">
                <a:latin typeface="Calibri"/>
                <a:cs typeface="Calibri"/>
              </a:rPr>
              <a:t> </a:t>
            </a:r>
            <a:r>
              <a:rPr sz="2280" dirty="0">
                <a:latin typeface="Calibri"/>
                <a:cs typeface="Calibri"/>
              </a:rPr>
              <a:t>structures</a:t>
            </a:r>
            <a:r>
              <a:rPr sz="2280" spc="210" dirty="0">
                <a:latin typeface="Calibri"/>
                <a:cs typeface="Calibri"/>
              </a:rPr>
              <a:t> </a:t>
            </a:r>
            <a:r>
              <a:rPr sz="2280" dirty="0">
                <a:latin typeface="Calibri"/>
                <a:cs typeface="Calibri"/>
              </a:rPr>
              <a:t>often</a:t>
            </a:r>
            <a:r>
              <a:rPr sz="2280" spc="204" dirty="0">
                <a:latin typeface="Calibri"/>
                <a:cs typeface="Calibri"/>
              </a:rPr>
              <a:t> </a:t>
            </a:r>
            <a:r>
              <a:rPr sz="2280" spc="-12" dirty="0">
                <a:latin typeface="Calibri"/>
                <a:cs typeface="Calibri"/>
              </a:rPr>
              <a:t>provide </a:t>
            </a:r>
            <a:r>
              <a:rPr sz="2280" dirty="0">
                <a:latin typeface="Calibri"/>
                <a:cs typeface="Calibri"/>
              </a:rPr>
              <a:t>initial</a:t>
            </a:r>
            <a:r>
              <a:rPr sz="2280" spc="-42" dirty="0">
                <a:latin typeface="Calibri"/>
                <a:cs typeface="Calibri"/>
              </a:rPr>
              <a:t> </a:t>
            </a:r>
            <a:r>
              <a:rPr sz="2280" spc="-12" dirty="0">
                <a:latin typeface="Calibri"/>
                <a:cs typeface="Calibri"/>
              </a:rPr>
              <a:t>suggestions</a:t>
            </a:r>
            <a:r>
              <a:rPr sz="2280" spc="-24" dirty="0">
                <a:latin typeface="Calibri"/>
                <a:cs typeface="Calibri"/>
              </a:rPr>
              <a:t> </a:t>
            </a:r>
            <a:r>
              <a:rPr sz="2280" dirty="0">
                <a:latin typeface="Calibri"/>
                <a:cs typeface="Calibri"/>
              </a:rPr>
              <a:t>for</a:t>
            </a:r>
            <a:r>
              <a:rPr sz="2280" spc="-84" dirty="0">
                <a:latin typeface="Calibri"/>
                <a:cs typeface="Calibri"/>
              </a:rPr>
              <a:t> </a:t>
            </a:r>
            <a:r>
              <a:rPr sz="2280" dirty="0">
                <a:latin typeface="Calibri"/>
                <a:cs typeface="Calibri"/>
              </a:rPr>
              <a:t>possible</a:t>
            </a:r>
            <a:r>
              <a:rPr sz="2280" spc="-54" dirty="0">
                <a:latin typeface="Calibri"/>
                <a:cs typeface="Calibri"/>
              </a:rPr>
              <a:t> </a:t>
            </a:r>
            <a:r>
              <a:rPr sz="2280" spc="-12" dirty="0">
                <a:latin typeface="Calibri"/>
                <a:cs typeface="Calibri"/>
              </a:rPr>
              <a:t>classes.</a:t>
            </a:r>
            <a:endParaRPr sz="2280" dirty="0">
              <a:latin typeface="Calibri"/>
              <a:cs typeface="Calibri"/>
            </a:endParaRPr>
          </a:p>
        </p:txBody>
      </p:sp>
    </p:spTree>
    <p:extLst>
      <p:ext uri="{BB962C8B-B14F-4D97-AF65-F5344CB8AC3E}">
        <p14:creationId xmlns:p14="http://schemas.microsoft.com/office/powerpoint/2010/main" val="29245160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0" y="183212"/>
            <a:ext cx="10442448" cy="5198090"/>
          </a:xfrm>
          <a:prstGeom prst="rect">
            <a:avLst/>
          </a:prstGeom>
        </p:spPr>
        <p:txBody>
          <a:bodyPr vert="horz" wrap="square" lIns="0" tIns="84582" rIns="0" bIns="0" rtlCol="0">
            <a:spAutoFit/>
          </a:bodyPr>
          <a:lstStyle/>
          <a:p>
            <a:pPr marL="15240">
              <a:spcBef>
                <a:spcPts val="666"/>
              </a:spcBef>
            </a:pPr>
            <a:r>
              <a:rPr sz="2280" b="1" dirty="0">
                <a:latin typeface="Calibri"/>
                <a:cs typeface="Calibri"/>
              </a:rPr>
              <a:t>Database</a:t>
            </a:r>
            <a:r>
              <a:rPr sz="2280" b="1" spc="-126" dirty="0">
                <a:latin typeface="Calibri"/>
                <a:cs typeface="Calibri"/>
              </a:rPr>
              <a:t> </a:t>
            </a:r>
            <a:r>
              <a:rPr sz="2280" b="1" spc="-12" dirty="0">
                <a:latin typeface="Calibri"/>
                <a:cs typeface="Calibri"/>
              </a:rPr>
              <a:t>Structure</a:t>
            </a:r>
            <a:endParaRPr sz="2280">
              <a:latin typeface="Calibri"/>
              <a:cs typeface="Calibri"/>
            </a:endParaRPr>
          </a:p>
          <a:p>
            <a:pPr marL="425958" indent="-410718">
              <a:spcBef>
                <a:spcPts val="546"/>
              </a:spcBef>
              <a:buFont typeface="Arial MT"/>
              <a:buChar char="•"/>
              <a:tabLst>
                <a:tab pos="425958" algn="l"/>
              </a:tabLst>
            </a:pPr>
            <a:r>
              <a:rPr sz="2280" dirty="0">
                <a:latin typeface="Calibri"/>
                <a:cs typeface="Calibri"/>
              </a:rPr>
              <a:t>Database</a:t>
            </a:r>
            <a:r>
              <a:rPr sz="2280" spc="546" dirty="0">
                <a:latin typeface="Calibri"/>
                <a:cs typeface="Calibri"/>
              </a:rPr>
              <a:t> </a:t>
            </a:r>
            <a:r>
              <a:rPr sz="2280" dirty="0">
                <a:latin typeface="Calibri"/>
                <a:cs typeface="Calibri"/>
              </a:rPr>
              <a:t>allows</a:t>
            </a:r>
            <a:r>
              <a:rPr sz="2280" spc="546" dirty="0">
                <a:latin typeface="Calibri"/>
                <a:cs typeface="Calibri"/>
              </a:rPr>
              <a:t> </a:t>
            </a:r>
            <a:r>
              <a:rPr sz="2280" dirty="0">
                <a:latin typeface="Calibri"/>
                <a:cs typeface="Calibri"/>
              </a:rPr>
              <a:t>the</a:t>
            </a:r>
            <a:r>
              <a:rPr sz="2280" spc="546" dirty="0">
                <a:latin typeface="Calibri"/>
                <a:cs typeface="Calibri"/>
              </a:rPr>
              <a:t> </a:t>
            </a:r>
            <a:r>
              <a:rPr sz="2280" b="1" i="1" dirty="0">
                <a:solidFill>
                  <a:srgbClr val="006FC0"/>
                </a:solidFill>
                <a:latin typeface="Calibri"/>
                <a:cs typeface="Calibri"/>
              </a:rPr>
              <a:t>definition</a:t>
            </a:r>
            <a:r>
              <a:rPr sz="2280" b="1" i="1" spc="540" dirty="0">
                <a:solidFill>
                  <a:srgbClr val="006FC0"/>
                </a:solidFill>
                <a:latin typeface="Calibri"/>
                <a:cs typeface="Calibri"/>
              </a:rPr>
              <a:t> </a:t>
            </a:r>
            <a:r>
              <a:rPr sz="2280" b="1" i="1" dirty="0">
                <a:solidFill>
                  <a:srgbClr val="006FC0"/>
                </a:solidFill>
                <a:latin typeface="Calibri"/>
                <a:cs typeface="Calibri"/>
              </a:rPr>
              <a:t>of</a:t>
            </a:r>
            <a:r>
              <a:rPr sz="2280" b="1" i="1" spc="540" dirty="0">
                <a:solidFill>
                  <a:srgbClr val="006FC0"/>
                </a:solidFill>
                <a:latin typeface="Calibri"/>
                <a:cs typeface="Calibri"/>
              </a:rPr>
              <a:t> </a:t>
            </a:r>
            <a:r>
              <a:rPr sz="2280" b="1" i="1" dirty="0">
                <a:solidFill>
                  <a:srgbClr val="006FC0"/>
                </a:solidFill>
                <a:latin typeface="Calibri"/>
                <a:cs typeface="Calibri"/>
              </a:rPr>
              <a:t>data</a:t>
            </a:r>
            <a:r>
              <a:rPr sz="2280" b="1" i="1" spc="534" dirty="0">
                <a:solidFill>
                  <a:srgbClr val="006FC0"/>
                </a:solidFill>
                <a:latin typeface="Calibri"/>
                <a:cs typeface="Calibri"/>
              </a:rPr>
              <a:t> </a:t>
            </a:r>
            <a:r>
              <a:rPr sz="2280" b="1" i="1" dirty="0">
                <a:solidFill>
                  <a:srgbClr val="006FC0"/>
                </a:solidFill>
                <a:latin typeface="Calibri"/>
                <a:cs typeface="Calibri"/>
              </a:rPr>
              <a:t>objects</a:t>
            </a:r>
            <a:r>
              <a:rPr sz="2280" b="1" i="1" spc="546" dirty="0">
                <a:solidFill>
                  <a:srgbClr val="006FC0"/>
                </a:solidFill>
                <a:latin typeface="Calibri"/>
                <a:cs typeface="Calibri"/>
              </a:rPr>
              <a:t> </a:t>
            </a:r>
            <a:r>
              <a:rPr sz="2280" dirty="0">
                <a:latin typeface="Calibri"/>
                <a:cs typeface="Calibri"/>
              </a:rPr>
              <a:t>and</a:t>
            </a:r>
            <a:r>
              <a:rPr sz="2280" spc="540" dirty="0">
                <a:latin typeface="Calibri"/>
                <a:cs typeface="Calibri"/>
              </a:rPr>
              <a:t> </a:t>
            </a:r>
            <a:r>
              <a:rPr sz="2280" dirty="0">
                <a:latin typeface="Calibri"/>
                <a:cs typeface="Calibri"/>
              </a:rPr>
              <a:t>supports</a:t>
            </a:r>
            <a:r>
              <a:rPr sz="2280" spc="546" dirty="0">
                <a:latin typeface="Calibri"/>
                <a:cs typeface="Calibri"/>
              </a:rPr>
              <a:t> </a:t>
            </a:r>
            <a:r>
              <a:rPr sz="2280" dirty="0">
                <a:latin typeface="Calibri"/>
                <a:cs typeface="Calibri"/>
              </a:rPr>
              <a:t>some</a:t>
            </a:r>
            <a:r>
              <a:rPr sz="2280" spc="546" dirty="0">
                <a:latin typeface="Calibri"/>
                <a:cs typeface="Calibri"/>
              </a:rPr>
              <a:t> </a:t>
            </a:r>
            <a:r>
              <a:rPr sz="2280" dirty="0">
                <a:latin typeface="Calibri"/>
                <a:cs typeface="Calibri"/>
              </a:rPr>
              <a:t>method</a:t>
            </a:r>
            <a:r>
              <a:rPr sz="2280" spc="534" dirty="0">
                <a:latin typeface="Calibri"/>
                <a:cs typeface="Calibri"/>
              </a:rPr>
              <a:t> </a:t>
            </a:r>
            <a:r>
              <a:rPr sz="2280" spc="-30" dirty="0">
                <a:latin typeface="Calibri"/>
                <a:cs typeface="Calibri"/>
              </a:rPr>
              <a:t>for</a:t>
            </a:r>
            <a:endParaRPr sz="2280">
              <a:latin typeface="Calibri"/>
              <a:cs typeface="Calibri"/>
            </a:endParaRPr>
          </a:p>
          <a:p>
            <a:pPr marL="426720"/>
            <a:r>
              <a:rPr sz="2280" b="1" i="1" dirty="0">
                <a:solidFill>
                  <a:srgbClr val="006FC0"/>
                </a:solidFill>
                <a:latin typeface="Calibri"/>
                <a:cs typeface="Calibri"/>
              </a:rPr>
              <a:t>establishing</a:t>
            </a:r>
            <a:r>
              <a:rPr sz="2280" b="1" i="1" spc="-84" dirty="0">
                <a:solidFill>
                  <a:srgbClr val="006FC0"/>
                </a:solidFill>
                <a:latin typeface="Calibri"/>
                <a:cs typeface="Calibri"/>
              </a:rPr>
              <a:t> </a:t>
            </a:r>
            <a:r>
              <a:rPr sz="2280" b="1" i="1" dirty="0">
                <a:solidFill>
                  <a:srgbClr val="006FC0"/>
                </a:solidFill>
                <a:latin typeface="Calibri"/>
                <a:cs typeface="Calibri"/>
              </a:rPr>
              <a:t>relationships</a:t>
            </a:r>
            <a:r>
              <a:rPr sz="2280" b="1" i="1" spc="-54" dirty="0">
                <a:solidFill>
                  <a:srgbClr val="006FC0"/>
                </a:solidFill>
                <a:latin typeface="Calibri"/>
                <a:cs typeface="Calibri"/>
              </a:rPr>
              <a:t> </a:t>
            </a:r>
            <a:r>
              <a:rPr sz="2280" b="1" i="1" dirty="0">
                <a:solidFill>
                  <a:srgbClr val="006FC0"/>
                </a:solidFill>
                <a:latin typeface="Calibri"/>
                <a:cs typeface="Calibri"/>
              </a:rPr>
              <a:t>among</a:t>
            </a:r>
            <a:r>
              <a:rPr sz="2280" b="1" i="1" spc="-78" dirty="0">
                <a:solidFill>
                  <a:srgbClr val="006FC0"/>
                </a:solidFill>
                <a:latin typeface="Calibri"/>
                <a:cs typeface="Calibri"/>
              </a:rPr>
              <a:t> </a:t>
            </a:r>
            <a:r>
              <a:rPr sz="2280" b="1" i="1" dirty="0">
                <a:solidFill>
                  <a:srgbClr val="006FC0"/>
                </a:solidFill>
                <a:latin typeface="Calibri"/>
                <a:cs typeface="Calibri"/>
              </a:rPr>
              <a:t>the</a:t>
            </a:r>
            <a:r>
              <a:rPr sz="2280" b="1" i="1" spc="-84" dirty="0">
                <a:solidFill>
                  <a:srgbClr val="006FC0"/>
                </a:solidFill>
                <a:latin typeface="Calibri"/>
                <a:cs typeface="Calibri"/>
              </a:rPr>
              <a:t> </a:t>
            </a:r>
            <a:r>
              <a:rPr sz="2280" b="1" i="1" spc="-12" dirty="0">
                <a:solidFill>
                  <a:srgbClr val="006FC0"/>
                </a:solidFill>
                <a:latin typeface="Calibri"/>
                <a:cs typeface="Calibri"/>
              </a:rPr>
              <a:t>objects</a:t>
            </a:r>
            <a:r>
              <a:rPr sz="2280" spc="-12" dirty="0">
                <a:latin typeface="Calibri"/>
                <a:cs typeface="Calibri"/>
              </a:rPr>
              <a:t>.</a:t>
            </a:r>
            <a:endParaRPr sz="2280">
              <a:latin typeface="Calibri"/>
              <a:cs typeface="Calibri"/>
            </a:endParaRPr>
          </a:p>
          <a:p>
            <a:pPr marL="425958" indent="-410718">
              <a:spcBef>
                <a:spcPts val="551"/>
              </a:spcBef>
              <a:buFont typeface="Arial MT"/>
              <a:buChar char="•"/>
              <a:tabLst>
                <a:tab pos="425958" algn="l"/>
              </a:tabLst>
            </a:pPr>
            <a:r>
              <a:rPr sz="2280" dirty="0">
                <a:latin typeface="Calibri"/>
                <a:cs typeface="Calibri"/>
              </a:rPr>
              <a:t>Reengineering</a:t>
            </a:r>
            <a:r>
              <a:rPr sz="2280" spc="516" dirty="0">
                <a:latin typeface="Calibri"/>
                <a:cs typeface="Calibri"/>
              </a:rPr>
              <a:t> </a:t>
            </a:r>
            <a:r>
              <a:rPr sz="2280" dirty="0">
                <a:latin typeface="Calibri"/>
                <a:cs typeface="Calibri"/>
              </a:rPr>
              <a:t>one</a:t>
            </a:r>
            <a:r>
              <a:rPr sz="2280" spc="498" dirty="0">
                <a:latin typeface="Calibri"/>
                <a:cs typeface="Calibri"/>
              </a:rPr>
              <a:t> </a:t>
            </a:r>
            <a:r>
              <a:rPr sz="2280" dirty="0">
                <a:latin typeface="Calibri"/>
                <a:cs typeface="Calibri"/>
              </a:rPr>
              <a:t>database</a:t>
            </a:r>
            <a:r>
              <a:rPr sz="2280" spc="510" dirty="0">
                <a:latin typeface="Calibri"/>
                <a:cs typeface="Calibri"/>
              </a:rPr>
              <a:t> </a:t>
            </a:r>
            <a:r>
              <a:rPr sz="2280" dirty="0">
                <a:latin typeface="Calibri"/>
                <a:cs typeface="Calibri"/>
              </a:rPr>
              <a:t>schema</a:t>
            </a:r>
            <a:r>
              <a:rPr sz="2280" spc="504" dirty="0">
                <a:latin typeface="Calibri"/>
                <a:cs typeface="Calibri"/>
              </a:rPr>
              <a:t> </a:t>
            </a:r>
            <a:r>
              <a:rPr sz="2280" dirty="0">
                <a:latin typeface="Calibri"/>
                <a:cs typeface="Calibri"/>
              </a:rPr>
              <a:t>into</a:t>
            </a:r>
            <a:r>
              <a:rPr sz="2280" spc="498" dirty="0">
                <a:latin typeface="Calibri"/>
                <a:cs typeface="Calibri"/>
              </a:rPr>
              <a:t> </a:t>
            </a:r>
            <a:r>
              <a:rPr sz="2280" dirty="0">
                <a:latin typeface="Calibri"/>
                <a:cs typeface="Calibri"/>
              </a:rPr>
              <a:t>another</a:t>
            </a:r>
            <a:r>
              <a:rPr sz="2280" spc="498" dirty="0">
                <a:latin typeface="Calibri"/>
                <a:cs typeface="Calibri"/>
              </a:rPr>
              <a:t> </a:t>
            </a:r>
            <a:r>
              <a:rPr sz="2280" dirty="0">
                <a:latin typeface="Calibri"/>
                <a:cs typeface="Calibri"/>
              </a:rPr>
              <a:t>requires</a:t>
            </a:r>
            <a:r>
              <a:rPr sz="2280" spc="510" dirty="0">
                <a:latin typeface="Calibri"/>
                <a:cs typeface="Calibri"/>
              </a:rPr>
              <a:t> </a:t>
            </a:r>
            <a:r>
              <a:rPr sz="2280" dirty="0">
                <a:latin typeface="Calibri"/>
                <a:cs typeface="Calibri"/>
              </a:rPr>
              <a:t>an</a:t>
            </a:r>
            <a:r>
              <a:rPr sz="2280" spc="498" dirty="0">
                <a:latin typeface="Calibri"/>
                <a:cs typeface="Calibri"/>
              </a:rPr>
              <a:t> </a:t>
            </a:r>
            <a:r>
              <a:rPr sz="2280" dirty="0">
                <a:latin typeface="Calibri"/>
                <a:cs typeface="Calibri"/>
              </a:rPr>
              <a:t>understanding</a:t>
            </a:r>
            <a:r>
              <a:rPr sz="2280" spc="504" dirty="0">
                <a:latin typeface="Calibri"/>
                <a:cs typeface="Calibri"/>
              </a:rPr>
              <a:t> </a:t>
            </a:r>
            <a:r>
              <a:rPr sz="2280" spc="-30" dirty="0">
                <a:latin typeface="Calibri"/>
                <a:cs typeface="Calibri"/>
              </a:rPr>
              <a:t>of</a:t>
            </a:r>
            <a:endParaRPr sz="2280">
              <a:latin typeface="Calibri"/>
              <a:cs typeface="Calibri"/>
            </a:endParaRPr>
          </a:p>
          <a:p>
            <a:pPr marL="426720"/>
            <a:r>
              <a:rPr sz="2280" dirty="0">
                <a:latin typeface="Calibri"/>
                <a:cs typeface="Calibri"/>
              </a:rPr>
              <a:t>existing</a:t>
            </a:r>
            <a:r>
              <a:rPr sz="2280" spc="-54" dirty="0">
                <a:latin typeface="Calibri"/>
                <a:cs typeface="Calibri"/>
              </a:rPr>
              <a:t> </a:t>
            </a:r>
            <a:r>
              <a:rPr sz="2280" dirty="0">
                <a:latin typeface="Calibri"/>
                <a:cs typeface="Calibri"/>
              </a:rPr>
              <a:t>objects</a:t>
            </a:r>
            <a:r>
              <a:rPr sz="2280" spc="-72" dirty="0">
                <a:latin typeface="Calibri"/>
                <a:cs typeface="Calibri"/>
              </a:rPr>
              <a:t> </a:t>
            </a:r>
            <a:r>
              <a:rPr sz="2280" dirty="0">
                <a:latin typeface="Calibri"/>
                <a:cs typeface="Calibri"/>
              </a:rPr>
              <a:t>and</a:t>
            </a:r>
            <a:r>
              <a:rPr sz="2280" spc="-66" dirty="0">
                <a:latin typeface="Calibri"/>
                <a:cs typeface="Calibri"/>
              </a:rPr>
              <a:t> </a:t>
            </a:r>
            <a:r>
              <a:rPr sz="2280" dirty="0">
                <a:latin typeface="Calibri"/>
                <a:cs typeface="Calibri"/>
              </a:rPr>
              <a:t>their</a:t>
            </a:r>
            <a:r>
              <a:rPr sz="2280" spc="-54" dirty="0">
                <a:latin typeface="Calibri"/>
                <a:cs typeface="Calibri"/>
              </a:rPr>
              <a:t> </a:t>
            </a:r>
            <a:r>
              <a:rPr sz="2280" spc="-12" dirty="0">
                <a:latin typeface="Calibri"/>
                <a:cs typeface="Calibri"/>
              </a:rPr>
              <a:t>relationships.</a:t>
            </a:r>
            <a:endParaRPr sz="2280">
              <a:latin typeface="Calibri"/>
              <a:cs typeface="Calibri"/>
            </a:endParaRPr>
          </a:p>
          <a:p>
            <a:pPr marL="426720" marR="6096" indent="-411480">
              <a:spcBef>
                <a:spcPts val="546"/>
              </a:spcBef>
              <a:buFont typeface="Arial MT"/>
              <a:buChar char="•"/>
              <a:tabLst>
                <a:tab pos="426720" algn="l"/>
                <a:tab pos="2862834" algn="l"/>
              </a:tabLst>
            </a:pPr>
            <a:r>
              <a:rPr sz="2280" dirty="0">
                <a:latin typeface="Calibri"/>
                <a:cs typeface="Calibri"/>
              </a:rPr>
              <a:t>The following </a:t>
            </a:r>
            <a:r>
              <a:rPr sz="2280" spc="-24" dirty="0">
                <a:latin typeface="Calibri"/>
                <a:cs typeface="Calibri"/>
              </a:rPr>
              <a:t>steps</a:t>
            </a:r>
            <a:r>
              <a:rPr sz="2280" dirty="0">
                <a:latin typeface="Calibri"/>
                <a:cs typeface="Calibri"/>
              </a:rPr>
              <a:t>	may</a:t>
            </a:r>
            <a:r>
              <a:rPr sz="2280" spc="30" dirty="0">
                <a:latin typeface="Calibri"/>
                <a:cs typeface="Calibri"/>
              </a:rPr>
              <a:t> </a:t>
            </a:r>
            <a:r>
              <a:rPr sz="2280" dirty="0">
                <a:latin typeface="Calibri"/>
                <a:cs typeface="Calibri"/>
              </a:rPr>
              <a:t>be</a:t>
            </a:r>
            <a:r>
              <a:rPr sz="2280" spc="36" dirty="0">
                <a:latin typeface="Calibri"/>
                <a:cs typeface="Calibri"/>
              </a:rPr>
              <a:t> </a:t>
            </a:r>
            <a:r>
              <a:rPr sz="2280" dirty="0">
                <a:latin typeface="Calibri"/>
                <a:cs typeface="Calibri"/>
              </a:rPr>
              <a:t>used</a:t>
            </a:r>
            <a:r>
              <a:rPr sz="2280" spc="36" dirty="0">
                <a:latin typeface="Calibri"/>
                <a:cs typeface="Calibri"/>
              </a:rPr>
              <a:t> </a:t>
            </a:r>
            <a:r>
              <a:rPr sz="2280" dirty="0">
                <a:latin typeface="Calibri"/>
                <a:cs typeface="Calibri"/>
              </a:rPr>
              <a:t>to</a:t>
            </a:r>
            <a:r>
              <a:rPr sz="2280" spc="30" dirty="0">
                <a:latin typeface="Calibri"/>
                <a:cs typeface="Calibri"/>
              </a:rPr>
              <a:t> </a:t>
            </a:r>
            <a:r>
              <a:rPr sz="2280" dirty="0">
                <a:latin typeface="Calibri"/>
                <a:cs typeface="Calibri"/>
              </a:rPr>
              <a:t>define</a:t>
            </a:r>
            <a:r>
              <a:rPr sz="2280" spc="36" dirty="0">
                <a:latin typeface="Calibri"/>
                <a:cs typeface="Calibri"/>
              </a:rPr>
              <a:t> </a:t>
            </a:r>
            <a:r>
              <a:rPr sz="2280" dirty="0">
                <a:latin typeface="Calibri"/>
                <a:cs typeface="Calibri"/>
              </a:rPr>
              <a:t>the</a:t>
            </a:r>
            <a:r>
              <a:rPr sz="2280" spc="42" dirty="0">
                <a:latin typeface="Calibri"/>
                <a:cs typeface="Calibri"/>
              </a:rPr>
              <a:t> </a:t>
            </a:r>
            <a:r>
              <a:rPr sz="2280" dirty="0">
                <a:latin typeface="Calibri"/>
                <a:cs typeface="Calibri"/>
              </a:rPr>
              <a:t>existing</a:t>
            </a:r>
            <a:r>
              <a:rPr sz="2280" spc="30" dirty="0">
                <a:latin typeface="Calibri"/>
                <a:cs typeface="Calibri"/>
              </a:rPr>
              <a:t> </a:t>
            </a:r>
            <a:r>
              <a:rPr sz="2280" dirty="0">
                <a:latin typeface="Calibri"/>
                <a:cs typeface="Calibri"/>
              </a:rPr>
              <a:t>data</a:t>
            </a:r>
            <a:r>
              <a:rPr sz="2280" spc="36" dirty="0">
                <a:latin typeface="Calibri"/>
                <a:cs typeface="Calibri"/>
              </a:rPr>
              <a:t> </a:t>
            </a:r>
            <a:r>
              <a:rPr sz="2280" dirty="0">
                <a:latin typeface="Calibri"/>
                <a:cs typeface="Calibri"/>
              </a:rPr>
              <a:t>model</a:t>
            </a:r>
            <a:r>
              <a:rPr sz="2280" spc="30" dirty="0">
                <a:latin typeface="Calibri"/>
                <a:cs typeface="Calibri"/>
              </a:rPr>
              <a:t> </a:t>
            </a:r>
            <a:r>
              <a:rPr sz="2280" dirty="0">
                <a:latin typeface="Calibri"/>
                <a:cs typeface="Calibri"/>
              </a:rPr>
              <a:t>as</a:t>
            </a:r>
            <a:r>
              <a:rPr sz="2280" spc="36" dirty="0">
                <a:latin typeface="Calibri"/>
                <a:cs typeface="Calibri"/>
              </a:rPr>
              <a:t> </a:t>
            </a:r>
            <a:r>
              <a:rPr sz="2280" dirty="0">
                <a:latin typeface="Calibri"/>
                <a:cs typeface="Calibri"/>
              </a:rPr>
              <a:t>a</a:t>
            </a:r>
            <a:r>
              <a:rPr sz="2280" spc="36" dirty="0">
                <a:latin typeface="Calibri"/>
                <a:cs typeface="Calibri"/>
              </a:rPr>
              <a:t> </a:t>
            </a:r>
            <a:r>
              <a:rPr sz="2280" spc="-12" dirty="0">
                <a:latin typeface="Calibri"/>
                <a:cs typeface="Calibri"/>
              </a:rPr>
              <a:t>predecessor </a:t>
            </a:r>
            <a:r>
              <a:rPr sz="2280" dirty="0">
                <a:latin typeface="Calibri"/>
                <a:cs typeface="Calibri"/>
              </a:rPr>
              <a:t>to</a:t>
            </a:r>
            <a:r>
              <a:rPr sz="2280" spc="-84" dirty="0">
                <a:latin typeface="Calibri"/>
                <a:cs typeface="Calibri"/>
              </a:rPr>
              <a:t> </a:t>
            </a:r>
            <a:r>
              <a:rPr sz="2280" dirty="0">
                <a:latin typeface="Calibri"/>
                <a:cs typeface="Calibri"/>
              </a:rPr>
              <a:t>reengineering</a:t>
            </a:r>
            <a:r>
              <a:rPr sz="2280" spc="-18" dirty="0">
                <a:latin typeface="Calibri"/>
                <a:cs typeface="Calibri"/>
              </a:rPr>
              <a:t> </a:t>
            </a:r>
            <a:r>
              <a:rPr sz="2280" dirty="0">
                <a:latin typeface="Calibri"/>
                <a:cs typeface="Calibri"/>
              </a:rPr>
              <a:t>a</a:t>
            </a:r>
            <a:r>
              <a:rPr sz="2280" spc="-90" dirty="0">
                <a:latin typeface="Calibri"/>
                <a:cs typeface="Calibri"/>
              </a:rPr>
              <a:t> </a:t>
            </a:r>
            <a:r>
              <a:rPr sz="2280" dirty="0">
                <a:latin typeface="Calibri"/>
                <a:cs typeface="Calibri"/>
              </a:rPr>
              <a:t>new</a:t>
            </a:r>
            <a:r>
              <a:rPr sz="2280" spc="-66" dirty="0">
                <a:latin typeface="Calibri"/>
                <a:cs typeface="Calibri"/>
              </a:rPr>
              <a:t> </a:t>
            </a:r>
            <a:r>
              <a:rPr sz="2280" dirty="0">
                <a:latin typeface="Calibri"/>
                <a:cs typeface="Calibri"/>
              </a:rPr>
              <a:t>database</a:t>
            </a:r>
            <a:r>
              <a:rPr sz="2280" spc="-84" dirty="0">
                <a:latin typeface="Calibri"/>
                <a:cs typeface="Calibri"/>
              </a:rPr>
              <a:t> </a:t>
            </a:r>
            <a:r>
              <a:rPr sz="2280" spc="-12" dirty="0">
                <a:latin typeface="Calibri"/>
                <a:cs typeface="Calibri"/>
              </a:rPr>
              <a:t>model:</a:t>
            </a:r>
            <a:endParaRPr sz="2280">
              <a:latin typeface="Calibri"/>
              <a:cs typeface="Calibri"/>
            </a:endParaRPr>
          </a:p>
          <a:p>
            <a:pPr marL="1496568" lvl="1" indent="-384048">
              <a:spcBef>
                <a:spcPts val="546"/>
              </a:spcBef>
              <a:buAutoNum type="arabicParenBoth"/>
              <a:tabLst>
                <a:tab pos="1496568" algn="l"/>
              </a:tabLst>
            </a:pPr>
            <a:r>
              <a:rPr sz="2280" dirty="0">
                <a:latin typeface="Calibri"/>
                <a:cs typeface="Calibri"/>
              </a:rPr>
              <a:t>Build</a:t>
            </a:r>
            <a:r>
              <a:rPr sz="2280" spc="-30" dirty="0">
                <a:latin typeface="Calibri"/>
                <a:cs typeface="Calibri"/>
              </a:rPr>
              <a:t> </a:t>
            </a:r>
            <a:r>
              <a:rPr sz="2280" dirty="0">
                <a:latin typeface="Calibri"/>
                <a:cs typeface="Calibri"/>
              </a:rPr>
              <a:t>an</a:t>
            </a:r>
            <a:r>
              <a:rPr sz="2280" spc="-54" dirty="0">
                <a:latin typeface="Calibri"/>
                <a:cs typeface="Calibri"/>
              </a:rPr>
              <a:t> </a:t>
            </a:r>
            <a:r>
              <a:rPr sz="2280" dirty="0">
                <a:latin typeface="Calibri"/>
                <a:cs typeface="Calibri"/>
              </a:rPr>
              <a:t>initial</a:t>
            </a:r>
            <a:r>
              <a:rPr sz="2280" spc="-36" dirty="0">
                <a:latin typeface="Calibri"/>
                <a:cs typeface="Calibri"/>
              </a:rPr>
              <a:t> </a:t>
            </a:r>
            <a:r>
              <a:rPr sz="2280" dirty="0">
                <a:latin typeface="Calibri"/>
                <a:cs typeface="Calibri"/>
              </a:rPr>
              <a:t>object</a:t>
            </a:r>
            <a:r>
              <a:rPr sz="2280" spc="-48" dirty="0">
                <a:latin typeface="Calibri"/>
                <a:cs typeface="Calibri"/>
              </a:rPr>
              <a:t> </a:t>
            </a:r>
            <a:r>
              <a:rPr sz="2280" spc="-12" dirty="0">
                <a:latin typeface="Calibri"/>
                <a:cs typeface="Calibri"/>
              </a:rPr>
              <a:t>model</a:t>
            </a:r>
            <a:endParaRPr sz="2280">
              <a:latin typeface="Calibri"/>
              <a:cs typeface="Calibri"/>
            </a:endParaRPr>
          </a:p>
          <a:p>
            <a:pPr marL="1496568" lvl="1" indent="-384048">
              <a:spcBef>
                <a:spcPts val="551"/>
              </a:spcBef>
              <a:buAutoNum type="arabicParenBoth"/>
              <a:tabLst>
                <a:tab pos="1496568" algn="l"/>
              </a:tabLst>
            </a:pPr>
            <a:r>
              <a:rPr sz="2280" dirty="0">
                <a:latin typeface="Calibri"/>
                <a:cs typeface="Calibri"/>
              </a:rPr>
              <a:t>Determine</a:t>
            </a:r>
            <a:r>
              <a:rPr sz="2280" spc="-66" dirty="0">
                <a:latin typeface="Calibri"/>
                <a:cs typeface="Calibri"/>
              </a:rPr>
              <a:t> </a:t>
            </a:r>
            <a:r>
              <a:rPr sz="2280" spc="-12" dirty="0">
                <a:latin typeface="Calibri"/>
                <a:cs typeface="Calibri"/>
              </a:rPr>
              <a:t>candidate</a:t>
            </a:r>
            <a:r>
              <a:rPr sz="2280" spc="-90" dirty="0">
                <a:latin typeface="Calibri"/>
                <a:cs typeface="Calibri"/>
              </a:rPr>
              <a:t> </a:t>
            </a:r>
            <a:r>
              <a:rPr sz="2280" spc="-24" dirty="0">
                <a:latin typeface="Calibri"/>
                <a:cs typeface="Calibri"/>
              </a:rPr>
              <a:t>keys</a:t>
            </a:r>
            <a:endParaRPr sz="2280">
              <a:latin typeface="Calibri"/>
              <a:cs typeface="Calibri"/>
            </a:endParaRPr>
          </a:p>
          <a:p>
            <a:pPr marL="1496568" lvl="1" indent="-384048">
              <a:spcBef>
                <a:spcPts val="546"/>
              </a:spcBef>
              <a:buAutoNum type="arabicParenBoth"/>
              <a:tabLst>
                <a:tab pos="1496568" algn="l"/>
              </a:tabLst>
            </a:pPr>
            <a:r>
              <a:rPr sz="2280" dirty="0">
                <a:latin typeface="Calibri"/>
                <a:cs typeface="Calibri"/>
              </a:rPr>
              <a:t>Refine</a:t>
            </a:r>
            <a:r>
              <a:rPr sz="2280" spc="-66" dirty="0">
                <a:latin typeface="Calibri"/>
                <a:cs typeface="Calibri"/>
              </a:rPr>
              <a:t> </a:t>
            </a:r>
            <a:r>
              <a:rPr sz="2280" dirty="0">
                <a:latin typeface="Calibri"/>
                <a:cs typeface="Calibri"/>
              </a:rPr>
              <a:t>the</a:t>
            </a:r>
            <a:r>
              <a:rPr sz="2280" spc="-78" dirty="0">
                <a:latin typeface="Calibri"/>
                <a:cs typeface="Calibri"/>
              </a:rPr>
              <a:t> </a:t>
            </a:r>
            <a:r>
              <a:rPr sz="2280" spc="-12" dirty="0">
                <a:latin typeface="Calibri"/>
                <a:cs typeface="Calibri"/>
              </a:rPr>
              <a:t>tentative</a:t>
            </a:r>
            <a:r>
              <a:rPr sz="2280" spc="-54" dirty="0">
                <a:latin typeface="Calibri"/>
                <a:cs typeface="Calibri"/>
              </a:rPr>
              <a:t> </a:t>
            </a:r>
            <a:r>
              <a:rPr sz="2280" spc="-12" dirty="0">
                <a:latin typeface="Calibri"/>
                <a:cs typeface="Calibri"/>
              </a:rPr>
              <a:t>classes</a:t>
            </a:r>
            <a:endParaRPr sz="2280">
              <a:latin typeface="Calibri"/>
              <a:cs typeface="Calibri"/>
            </a:endParaRPr>
          </a:p>
          <a:p>
            <a:pPr marL="1496568" lvl="1" indent="-384048">
              <a:spcBef>
                <a:spcPts val="551"/>
              </a:spcBef>
              <a:buAutoNum type="arabicParenBoth"/>
              <a:tabLst>
                <a:tab pos="1496568" algn="l"/>
              </a:tabLst>
            </a:pPr>
            <a:r>
              <a:rPr sz="2280" dirty="0">
                <a:latin typeface="Calibri"/>
                <a:cs typeface="Calibri"/>
              </a:rPr>
              <a:t>Define</a:t>
            </a:r>
            <a:r>
              <a:rPr sz="2280" spc="-60" dirty="0">
                <a:latin typeface="Calibri"/>
                <a:cs typeface="Calibri"/>
              </a:rPr>
              <a:t> </a:t>
            </a:r>
            <a:r>
              <a:rPr sz="2280" spc="-12" dirty="0">
                <a:latin typeface="Calibri"/>
                <a:cs typeface="Calibri"/>
              </a:rPr>
              <a:t>generalizations</a:t>
            </a:r>
            <a:endParaRPr sz="2280">
              <a:latin typeface="Calibri"/>
              <a:cs typeface="Calibri"/>
            </a:endParaRPr>
          </a:p>
          <a:p>
            <a:pPr marL="1579626" lvl="1" indent="-467106">
              <a:spcBef>
                <a:spcPts val="546"/>
              </a:spcBef>
              <a:buAutoNum type="arabicParenBoth"/>
              <a:tabLst>
                <a:tab pos="1579626" algn="l"/>
              </a:tabLst>
            </a:pPr>
            <a:r>
              <a:rPr sz="2280" dirty="0">
                <a:latin typeface="Calibri"/>
                <a:cs typeface="Calibri"/>
              </a:rPr>
              <a:t>Discover</a:t>
            </a:r>
            <a:r>
              <a:rPr sz="2280" spc="558" dirty="0">
                <a:latin typeface="Calibri"/>
                <a:cs typeface="Calibri"/>
              </a:rPr>
              <a:t> </a:t>
            </a:r>
            <a:r>
              <a:rPr sz="2280" dirty="0">
                <a:latin typeface="Calibri"/>
                <a:cs typeface="Calibri"/>
              </a:rPr>
              <a:t>associations</a:t>
            </a:r>
            <a:r>
              <a:rPr sz="2280" spc="576" dirty="0">
                <a:latin typeface="Calibri"/>
                <a:cs typeface="Calibri"/>
              </a:rPr>
              <a:t> </a:t>
            </a:r>
            <a:r>
              <a:rPr sz="2280" dirty="0">
                <a:latin typeface="Calibri"/>
                <a:cs typeface="Calibri"/>
              </a:rPr>
              <a:t>using</a:t>
            </a:r>
            <a:r>
              <a:rPr sz="2280" spc="564" dirty="0">
                <a:latin typeface="Calibri"/>
                <a:cs typeface="Calibri"/>
              </a:rPr>
              <a:t> </a:t>
            </a:r>
            <a:r>
              <a:rPr sz="2280" dirty="0">
                <a:latin typeface="Calibri"/>
                <a:cs typeface="Calibri"/>
              </a:rPr>
              <a:t>techniques</a:t>
            </a:r>
            <a:r>
              <a:rPr sz="2280" spc="588" dirty="0">
                <a:latin typeface="Calibri"/>
                <a:cs typeface="Calibri"/>
              </a:rPr>
              <a:t> </a:t>
            </a:r>
            <a:r>
              <a:rPr sz="2280" dirty="0">
                <a:latin typeface="Calibri"/>
                <a:cs typeface="Calibri"/>
              </a:rPr>
              <a:t>that</a:t>
            </a:r>
            <a:r>
              <a:rPr sz="2280" spc="570" dirty="0">
                <a:latin typeface="Calibri"/>
                <a:cs typeface="Calibri"/>
              </a:rPr>
              <a:t> </a:t>
            </a:r>
            <a:r>
              <a:rPr sz="2280" dirty="0">
                <a:latin typeface="Calibri"/>
                <a:cs typeface="Calibri"/>
              </a:rPr>
              <a:t>are</a:t>
            </a:r>
            <a:r>
              <a:rPr sz="2280" spc="570" dirty="0">
                <a:latin typeface="Calibri"/>
                <a:cs typeface="Calibri"/>
              </a:rPr>
              <a:t> </a:t>
            </a:r>
            <a:r>
              <a:rPr sz="2280" dirty="0">
                <a:latin typeface="Calibri"/>
                <a:cs typeface="Calibri"/>
              </a:rPr>
              <a:t>analogous</a:t>
            </a:r>
            <a:r>
              <a:rPr sz="2280" spc="564" dirty="0">
                <a:latin typeface="Calibri"/>
                <a:cs typeface="Calibri"/>
              </a:rPr>
              <a:t> </a:t>
            </a:r>
            <a:r>
              <a:rPr sz="2280" dirty="0">
                <a:latin typeface="Calibri"/>
                <a:cs typeface="Calibri"/>
              </a:rPr>
              <a:t>to</a:t>
            </a:r>
            <a:r>
              <a:rPr sz="2280" spc="564" dirty="0">
                <a:latin typeface="Calibri"/>
                <a:cs typeface="Calibri"/>
              </a:rPr>
              <a:t> </a:t>
            </a:r>
            <a:r>
              <a:rPr sz="2280" dirty="0">
                <a:latin typeface="Calibri"/>
                <a:cs typeface="Calibri"/>
              </a:rPr>
              <a:t>the</a:t>
            </a:r>
            <a:r>
              <a:rPr sz="2280" spc="581" dirty="0">
                <a:latin typeface="Calibri"/>
                <a:cs typeface="Calibri"/>
              </a:rPr>
              <a:t> </a:t>
            </a:r>
            <a:r>
              <a:rPr sz="2280" spc="-30" dirty="0">
                <a:latin typeface="Calibri"/>
                <a:cs typeface="Calibri"/>
              </a:rPr>
              <a:t>CRC</a:t>
            </a:r>
            <a:endParaRPr sz="2280">
              <a:latin typeface="Calibri"/>
              <a:cs typeface="Calibri"/>
            </a:endParaRPr>
          </a:p>
          <a:p>
            <a:pPr marL="1112520"/>
            <a:r>
              <a:rPr sz="2280" spc="-12" dirty="0">
                <a:latin typeface="Calibri"/>
                <a:cs typeface="Calibri"/>
              </a:rPr>
              <a:t>approach</a:t>
            </a:r>
            <a:endParaRPr sz="2280">
              <a:latin typeface="Calibri"/>
              <a:cs typeface="Calibri"/>
            </a:endParaRPr>
          </a:p>
        </p:txBody>
      </p:sp>
    </p:spTree>
    <p:extLst>
      <p:ext uri="{BB962C8B-B14F-4D97-AF65-F5344CB8AC3E}">
        <p14:creationId xmlns:p14="http://schemas.microsoft.com/office/powerpoint/2010/main" val="19203516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0" y="96652"/>
            <a:ext cx="10354056" cy="6250686"/>
          </a:xfrm>
          <a:prstGeom prst="rect">
            <a:avLst/>
          </a:prstGeom>
        </p:spPr>
        <p:txBody>
          <a:bodyPr vert="horz" wrap="square" lIns="0" tIns="84582" rIns="0" bIns="0" rtlCol="0">
            <a:spAutoFit/>
          </a:bodyPr>
          <a:lstStyle/>
          <a:p>
            <a:pPr marL="15240">
              <a:spcBef>
                <a:spcPts val="666"/>
              </a:spcBef>
            </a:pPr>
            <a:r>
              <a:rPr sz="2280" b="1" spc="-12" dirty="0">
                <a:latin typeface="Calibri"/>
                <a:cs typeface="Calibri"/>
              </a:rPr>
              <a:t>Reverse</a:t>
            </a:r>
            <a:r>
              <a:rPr sz="2280" b="1" spc="-72" dirty="0">
                <a:latin typeface="Calibri"/>
                <a:cs typeface="Calibri"/>
              </a:rPr>
              <a:t> </a:t>
            </a:r>
            <a:r>
              <a:rPr sz="2280" b="1" dirty="0">
                <a:latin typeface="Calibri"/>
                <a:cs typeface="Calibri"/>
              </a:rPr>
              <a:t>engineering</a:t>
            </a:r>
            <a:r>
              <a:rPr sz="2280" b="1" spc="-60" dirty="0">
                <a:latin typeface="Calibri"/>
                <a:cs typeface="Calibri"/>
              </a:rPr>
              <a:t> </a:t>
            </a:r>
            <a:r>
              <a:rPr sz="2280" b="1" dirty="0">
                <a:latin typeface="Calibri"/>
                <a:cs typeface="Calibri"/>
              </a:rPr>
              <a:t>to</a:t>
            </a:r>
            <a:r>
              <a:rPr sz="2280" b="1" spc="-84" dirty="0">
                <a:latin typeface="Calibri"/>
                <a:cs typeface="Calibri"/>
              </a:rPr>
              <a:t> </a:t>
            </a:r>
            <a:r>
              <a:rPr sz="2280" b="1" spc="-12" dirty="0">
                <a:latin typeface="Calibri"/>
                <a:cs typeface="Calibri"/>
              </a:rPr>
              <a:t>understand</a:t>
            </a:r>
            <a:r>
              <a:rPr sz="2280" b="1" spc="-24" dirty="0">
                <a:latin typeface="Calibri"/>
                <a:cs typeface="Calibri"/>
              </a:rPr>
              <a:t> </a:t>
            </a:r>
            <a:r>
              <a:rPr sz="2280" b="1" spc="-12" dirty="0">
                <a:latin typeface="Calibri"/>
                <a:cs typeface="Calibri"/>
              </a:rPr>
              <a:t>processing</a:t>
            </a:r>
            <a:endParaRPr sz="2280">
              <a:latin typeface="Calibri"/>
              <a:cs typeface="Calibri"/>
            </a:endParaRPr>
          </a:p>
          <a:p>
            <a:pPr marL="425958" indent="-410718">
              <a:spcBef>
                <a:spcPts val="546"/>
              </a:spcBef>
              <a:buFont typeface="Arial MT"/>
              <a:buChar char="•"/>
              <a:tabLst>
                <a:tab pos="425958" algn="l"/>
              </a:tabLst>
            </a:pPr>
            <a:r>
              <a:rPr sz="2280" dirty="0">
                <a:latin typeface="Calibri"/>
                <a:cs typeface="Calibri"/>
              </a:rPr>
              <a:t>Begins</a:t>
            </a:r>
            <a:r>
              <a:rPr sz="2280" spc="318" dirty="0">
                <a:latin typeface="Calibri"/>
                <a:cs typeface="Calibri"/>
              </a:rPr>
              <a:t> </a:t>
            </a:r>
            <a:r>
              <a:rPr sz="2280" dirty="0">
                <a:latin typeface="Calibri"/>
                <a:cs typeface="Calibri"/>
              </a:rPr>
              <a:t>with</a:t>
            </a:r>
            <a:r>
              <a:rPr sz="2280" spc="312" dirty="0">
                <a:latin typeface="Calibri"/>
                <a:cs typeface="Calibri"/>
              </a:rPr>
              <a:t> </a:t>
            </a:r>
            <a:r>
              <a:rPr sz="2280" dirty="0">
                <a:latin typeface="Calibri"/>
                <a:cs typeface="Calibri"/>
              </a:rPr>
              <a:t>an</a:t>
            </a:r>
            <a:r>
              <a:rPr sz="2280" spc="330" dirty="0">
                <a:latin typeface="Calibri"/>
                <a:cs typeface="Calibri"/>
              </a:rPr>
              <a:t> </a:t>
            </a:r>
            <a:r>
              <a:rPr sz="2280" dirty="0">
                <a:latin typeface="Calibri"/>
                <a:cs typeface="Calibri"/>
              </a:rPr>
              <a:t>attempt</a:t>
            </a:r>
            <a:r>
              <a:rPr sz="2280" spc="318" dirty="0">
                <a:latin typeface="Calibri"/>
                <a:cs typeface="Calibri"/>
              </a:rPr>
              <a:t> </a:t>
            </a:r>
            <a:r>
              <a:rPr sz="2280" dirty="0">
                <a:latin typeface="Calibri"/>
                <a:cs typeface="Calibri"/>
              </a:rPr>
              <a:t>to</a:t>
            </a:r>
            <a:r>
              <a:rPr sz="2280" spc="324" dirty="0">
                <a:latin typeface="Calibri"/>
                <a:cs typeface="Calibri"/>
              </a:rPr>
              <a:t> </a:t>
            </a:r>
            <a:r>
              <a:rPr sz="2280" dirty="0">
                <a:latin typeface="Calibri"/>
                <a:cs typeface="Calibri"/>
              </a:rPr>
              <a:t>understand</a:t>
            </a:r>
            <a:r>
              <a:rPr sz="2280" spc="318" dirty="0">
                <a:latin typeface="Calibri"/>
                <a:cs typeface="Calibri"/>
              </a:rPr>
              <a:t> </a:t>
            </a:r>
            <a:r>
              <a:rPr sz="2280" dirty="0">
                <a:latin typeface="Calibri"/>
                <a:cs typeface="Calibri"/>
              </a:rPr>
              <a:t>and</a:t>
            </a:r>
            <a:r>
              <a:rPr sz="2280" spc="324" dirty="0">
                <a:latin typeface="Calibri"/>
                <a:cs typeface="Calibri"/>
              </a:rPr>
              <a:t> </a:t>
            </a:r>
            <a:r>
              <a:rPr sz="2280" dirty="0">
                <a:latin typeface="Calibri"/>
                <a:cs typeface="Calibri"/>
              </a:rPr>
              <a:t>then</a:t>
            </a:r>
            <a:r>
              <a:rPr sz="2280" spc="324" dirty="0">
                <a:latin typeface="Calibri"/>
                <a:cs typeface="Calibri"/>
              </a:rPr>
              <a:t> </a:t>
            </a:r>
            <a:r>
              <a:rPr sz="2280" b="1" i="1" dirty="0">
                <a:solidFill>
                  <a:srgbClr val="006FC0"/>
                </a:solidFill>
                <a:latin typeface="Calibri"/>
                <a:cs typeface="Calibri"/>
              </a:rPr>
              <a:t>extract</a:t>
            </a:r>
            <a:r>
              <a:rPr sz="2280" b="1" i="1" spc="330" dirty="0">
                <a:solidFill>
                  <a:srgbClr val="006FC0"/>
                </a:solidFill>
                <a:latin typeface="Calibri"/>
                <a:cs typeface="Calibri"/>
              </a:rPr>
              <a:t> </a:t>
            </a:r>
            <a:r>
              <a:rPr sz="2280" b="1" i="1" dirty="0">
                <a:solidFill>
                  <a:srgbClr val="006FC0"/>
                </a:solidFill>
                <a:latin typeface="Calibri"/>
                <a:cs typeface="Calibri"/>
              </a:rPr>
              <a:t>procedural</a:t>
            </a:r>
            <a:r>
              <a:rPr sz="2280" b="1" i="1" spc="318" dirty="0">
                <a:solidFill>
                  <a:srgbClr val="006FC0"/>
                </a:solidFill>
                <a:latin typeface="Calibri"/>
                <a:cs typeface="Calibri"/>
              </a:rPr>
              <a:t> </a:t>
            </a:r>
            <a:r>
              <a:rPr sz="2280" b="1" i="1" spc="-12" dirty="0">
                <a:solidFill>
                  <a:srgbClr val="006FC0"/>
                </a:solidFill>
                <a:latin typeface="Calibri"/>
                <a:cs typeface="Calibri"/>
              </a:rPr>
              <a:t>abstractions</a:t>
            </a:r>
            <a:endParaRPr sz="2280">
              <a:latin typeface="Calibri"/>
              <a:cs typeface="Calibri"/>
            </a:endParaRPr>
          </a:p>
          <a:p>
            <a:pPr marL="426720">
              <a:spcBef>
                <a:spcPts val="6"/>
              </a:spcBef>
            </a:pPr>
            <a:r>
              <a:rPr sz="2280" spc="-12" dirty="0">
                <a:latin typeface="Calibri"/>
                <a:cs typeface="Calibri"/>
              </a:rPr>
              <a:t>represented</a:t>
            </a:r>
            <a:r>
              <a:rPr sz="2280" spc="-36" dirty="0">
                <a:latin typeface="Calibri"/>
                <a:cs typeface="Calibri"/>
              </a:rPr>
              <a:t> </a:t>
            </a:r>
            <a:r>
              <a:rPr sz="2280" dirty="0">
                <a:latin typeface="Calibri"/>
                <a:cs typeface="Calibri"/>
              </a:rPr>
              <a:t>by</a:t>
            </a:r>
            <a:r>
              <a:rPr sz="2280" spc="-54" dirty="0">
                <a:latin typeface="Calibri"/>
                <a:cs typeface="Calibri"/>
              </a:rPr>
              <a:t> </a:t>
            </a:r>
            <a:r>
              <a:rPr sz="2280" dirty="0">
                <a:latin typeface="Calibri"/>
                <a:cs typeface="Calibri"/>
              </a:rPr>
              <a:t>the</a:t>
            </a:r>
            <a:r>
              <a:rPr sz="2280" spc="-54" dirty="0">
                <a:latin typeface="Calibri"/>
                <a:cs typeface="Calibri"/>
              </a:rPr>
              <a:t> </a:t>
            </a:r>
            <a:r>
              <a:rPr sz="2280" dirty="0">
                <a:latin typeface="Calibri"/>
                <a:cs typeface="Calibri"/>
              </a:rPr>
              <a:t>source</a:t>
            </a:r>
            <a:r>
              <a:rPr sz="2280" spc="-66" dirty="0">
                <a:latin typeface="Calibri"/>
                <a:cs typeface="Calibri"/>
              </a:rPr>
              <a:t> </a:t>
            </a:r>
            <a:r>
              <a:rPr sz="2280" spc="-24" dirty="0">
                <a:latin typeface="Calibri"/>
                <a:cs typeface="Calibri"/>
              </a:rPr>
              <a:t>code.</a:t>
            </a:r>
            <a:endParaRPr sz="2280">
              <a:latin typeface="Calibri"/>
              <a:cs typeface="Calibri"/>
            </a:endParaRPr>
          </a:p>
          <a:p>
            <a:pPr marL="426720" marR="6096" indent="-411480">
              <a:spcBef>
                <a:spcPts val="546"/>
              </a:spcBef>
              <a:buFont typeface="Arial MT"/>
              <a:buChar char="•"/>
              <a:tabLst>
                <a:tab pos="426720" algn="l"/>
              </a:tabLst>
            </a:pPr>
            <a:r>
              <a:rPr sz="2280" dirty="0">
                <a:latin typeface="Calibri"/>
                <a:cs typeface="Calibri"/>
              </a:rPr>
              <a:t>To</a:t>
            </a:r>
            <a:r>
              <a:rPr sz="2280" spc="336" dirty="0">
                <a:latin typeface="Calibri"/>
                <a:cs typeface="Calibri"/>
              </a:rPr>
              <a:t> </a:t>
            </a:r>
            <a:r>
              <a:rPr sz="2280" dirty="0">
                <a:latin typeface="Calibri"/>
                <a:cs typeface="Calibri"/>
              </a:rPr>
              <a:t>understand</a:t>
            </a:r>
            <a:r>
              <a:rPr sz="2280" spc="336" dirty="0">
                <a:latin typeface="Calibri"/>
                <a:cs typeface="Calibri"/>
              </a:rPr>
              <a:t> </a:t>
            </a:r>
            <a:r>
              <a:rPr sz="2280" dirty="0">
                <a:latin typeface="Calibri"/>
                <a:cs typeface="Calibri"/>
              </a:rPr>
              <a:t>procedural</a:t>
            </a:r>
            <a:r>
              <a:rPr sz="2280" spc="348" dirty="0">
                <a:latin typeface="Calibri"/>
                <a:cs typeface="Calibri"/>
              </a:rPr>
              <a:t> </a:t>
            </a:r>
            <a:r>
              <a:rPr sz="2280" dirty="0">
                <a:latin typeface="Calibri"/>
                <a:cs typeface="Calibri"/>
              </a:rPr>
              <a:t>abstractions,</a:t>
            </a:r>
            <a:r>
              <a:rPr sz="2280" spc="336" dirty="0">
                <a:latin typeface="Calibri"/>
                <a:cs typeface="Calibri"/>
              </a:rPr>
              <a:t> </a:t>
            </a:r>
            <a:r>
              <a:rPr sz="2280" dirty="0">
                <a:latin typeface="Calibri"/>
                <a:cs typeface="Calibri"/>
              </a:rPr>
              <a:t>the</a:t>
            </a:r>
            <a:r>
              <a:rPr sz="2280" spc="348" dirty="0">
                <a:latin typeface="Calibri"/>
                <a:cs typeface="Calibri"/>
              </a:rPr>
              <a:t> </a:t>
            </a:r>
            <a:r>
              <a:rPr sz="2280" dirty="0">
                <a:latin typeface="Calibri"/>
                <a:cs typeface="Calibri"/>
              </a:rPr>
              <a:t>code</a:t>
            </a:r>
            <a:r>
              <a:rPr sz="2280" spc="336" dirty="0">
                <a:latin typeface="Calibri"/>
                <a:cs typeface="Calibri"/>
              </a:rPr>
              <a:t> </a:t>
            </a:r>
            <a:r>
              <a:rPr sz="2280" dirty="0">
                <a:latin typeface="Calibri"/>
                <a:cs typeface="Calibri"/>
              </a:rPr>
              <a:t>is</a:t>
            </a:r>
            <a:r>
              <a:rPr sz="2280" spc="348" dirty="0">
                <a:latin typeface="Calibri"/>
                <a:cs typeface="Calibri"/>
              </a:rPr>
              <a:t> </a:t>
            </a:r>
            <a:r>
              <a:rPr sz="2280" dirty="0">
                <a:latin typeface="Calibri"/>
                <a:cs typeface="Calibri"/>
              </a:rPr>
              <a:t>analyzed</a:t>
            </a:r>
            <a:r>
              <a:rPr sz="2280" spc="348" dirty="0">
                <a:latin typeface="Calibri"/>
                <a:cs typeface="Calibri"/>
              </a:rPr>
              <a:t> </a:t>
            </a:r>
            <a:r>
              <a:rPr sz="2280" dirty="0">
                <a:latin typeface="Calibri"/>
                <a:cs typeface="Calibri"/>
              </a:rPr>
              <a:t>at</a:t>
            </a:r>
            <a:r>
              <a:rPr sz="2280" spc="336" dirty="0">
                <a:latin typeface="Calibri"/>
                <a:cs typeface="Calibri"/>
              </a:rPr>
              <a:t> </a:t>
            </a:r>
            <a:r>
              <a:rPr sz="2280" dirty="0">
                <a:latin typeface="Calibri"/>
                <a:cs typeface="Calibri"/>
              </a:rPr>
              <a:t>varying</a:t>
            </a:r>
            <a:r>
              <a:rPr sz="2280" spc="336" dirty="0">
                <a:latin typeface="Calibri"/>
                <a:cs typeface="Calibri"/>
              </a:rPr>
              <a:t> </a:t>
            </a:r>
            <a:r>
              <a:rPr sz="2280" dirty="0">
                <a:latin typeface="Calibri"/>
                <a:cs typeface="Calibri"/>
              </a:rPr>
              <a:t>levels</a:t>
            </a:r>
            <a:r>
              <a:rPr sz="2280" spc="348" dirty="0">
                <a:latin typeface="Calibri"/>
                <a:cs typeface="Calibri"/>
              </a:rPr>
              <a:t> </a:t>
            </a:r>
            <a:r>
              <a:rPr sz="2280" spc="-30" dirty="0">
                <a:latin typeface="Calibri"/>
                <a:cs typeface="Calibri"/>
              </a:rPr>
              <a:t>of </a:t>
            </a:r>
            <a:r>
              <a:rPr sz="2280" spc="-12" dirty="0">
                <a:latin typeface="Calibri"/>
                <a:cs typeface="Calibri"/>
              </a:rPr>
              <a:t>abstraction:</a:t>
            </a:r>
            <a:r>
              <a:rPr sz="2280" spc="-66" dirty="0">
                <a:latin typeface="Calibri"/>
                <a:cs typeface="Calibri"/>
              </a:rPr>
              <a:t> </a:t>
            </a:r>
            <a:r>
              <a:rPr sz="2280" b="1" i="1" spc="-12" dirty="0">
                <a:solidFill>
                  <a:srgbClr val="006FC0"/>
                </a:solidFill>
                <a:latin typeface="Calibri"/>
                <a:cs typeface="Calibri"/>
              </a:rPr>
              <a:t>system</a:t>
            </a:r>
            <a:r>
              <a:rPr sz="2280" spc="-12" dirty="0">
                <a:latin typeface="Calibri"/>
                <a:cs typeface="Calibri"/>
              </a:rPr>
              <a:t>,</a:t>
            </a:r>
            <a:r>
              <a:rPr sz="2280" spc="-66" dirty="0">
                <a:latin typeface="Calibri"/>
                <a:cs typeface="Calibri"/>
              </a:rPr>
              <a:t> </a:t>
            </a:r>
            <a:r>
              <a:rPr sz="2280" b="1" i="1" dirty="0">
                <a:solidFill>
                  <a:srgbClr val="006FC0"/>
                </a:solidFill>
                <a:latin typeface="Calibri"/>
                <a:cs typeface="Calibri"/>
              </a:rPr>
              <a:t>program</a:t>
            </a:r>
            <a:r>
              <a:rPr sz="2280" dirty="0">
                <a:latin typeface="Calibri"/>
                <a:cs typeface="Calibri"/>
              </a:rPr>
              <a:t>,</a:t>
            </a:r>
            <a:r>
              <a:rPr sz="2280" spc="-54" dirty="0">
                <a:latin typeface="Calibri"/>
                <a:cs typeface="Calibri"/>
              </a:rPr>
              <a:t> </a:t>
            </a:r>
            <a:r>
              <a:rPr sz="2280" b="1" i="1" spc="-12" dirty="0">
                <a:solidFill>
                  <a:srgbClr val="006FC0"/>
                </a:solidFill>
                <a:latin typeface="Calibri"/>
                <a:cs typeface="Calibri"/>
              </a:rPr>
              <a:t>component</a:t>
            </a:r>
            <a:r>
              <a:rPr sz="2280" spc="-12" dirty="0">
                <a:latin typeface="Calibri"/>
                <a:cs typeface="Calibri"/>
              </a:rPr>
              <a:t>,</a:t>
            </a:r>
            <a:r>
              <a:rPr sz="2280" spc="-54" dirty="0">
                <a:latin typeface="Calibri"/>
                <a:cs typeface="Calibri"/>
              </a:rPr>
              <a:t> </a:t>
            </a:r>
            <a:r>
              <a:rPr sz="2280" b="1" i="1" dirty="0">
                <a:solidFill>
                  <a:srgbClr val="006FC0"/>
                </a:solidFill>
                <a:latin typeface="Calibri"/>
                <a:cs typeface="Calibri"/>
              </a:rPr>
              <a:t>pattern</a:t>
            </a:r>
            <a:r>
              <a:rPr sz="2280" dirty="0">
                <a:latin typeface="Calibri"/>
                <a:cs typeface="Calibri"/>
              </a:rPr>
              <a:t>,</a:t>
            </a:r>
            <a:r>
              <a:rPr sz="2280" spc="-72" dirty="0">
                <a:latin typeface="Calibri"/>
                <a:cs typeface="Calibri"/>
              </a:rPr>
              <a:t> </a:t>
            </a:r>
            <a:r>
              <a:rPr sz="2280" dirty="0">
                <a:latin typeface="Calibri"/>
                <a:cs typeface="Calibri"/>
              </a:rPr>
              <a:t>and</a:t>
            </a:r>
            <a:r>
              <a:rPr sz="2280" spc="-54" dirty="0">
                <a:latin typeface="Calibri"/>
                <a:cs typeface="Calibri"/>
              </a:rPr>
              <a:t> </a:t>
            </a:r>
            <a:r>
              <a:rPr sz="2280" b="1" i="1" spc="-12" dirty="0">
                <a:solidFill>
                  <a:srgbClr val="006FC0"/>
                </a:solidFill>
                <a:latin typeface="Calibri"/>
                <a:cs typeface="Calibri"/>
              </a:rPr>
              <a:t>statement</a:t>
            </a:r>
            <a:r>
              <a:rPr sz="2280" spc="-12" dirty="0">
                <a:latin typeface="Calibri"/>
                <a:cs typeface="Calibri"/>
              </a:rPr>
              <a:t>.</a:t>
            </a:r>
            <a:endParaRPr sz="2280">
              <a:latin typeface="Calibri"/>
              <a:cs typeface="Calibri"/>
            </a:endParaRPr>
          </a:p>
          <a:p>
            <a:pPr marL="426720" marR="9144" indent="-411480">
              <a:spcBef>
                <a:spcPts val="546"/>
              </a:spcBef>
              <a:buFont typeface="Arial MT"/>
              <a:buChar char="•"/>
              <a:tabLst>
                <a:tab pos="426720" algn="l"/>
              </a:tabLst>
            </a:pPr>
            <a:r>
              <a:rPr sz="2280" dirty="0">
                <a:latin typeface="Calibri"/>
                <a:cs typeface="Calibri"/>
              </a:rPr>
              <a:t>The</a:t>
            </a:r>
            <a:r>
              <a:rPr sz="2280" spc="-18" dirty="0">
                <a:latin typeface="Calibri"/>
                <a:cs typeface="Calibri"/>
              </a:rPr>
              <a:t> </a:t>
            </a:r>
            <a:r>
              <a:rPr sz="2280" b="1" i="1" dirty="0">
                <a:solidFill>
                  <a:srgbClr val="6F2F9F"/>
                </a:solidFill>
                <a:latin typeface="Calibri"/>
                <a:cs typeface="Calibri"/>
              </a:rPr>
              <a:t>overall</a:t>
            </a:r>
            <a:r>
              <a:rPr sz="2280" b="1" i="1" spc="-24" dirty="0">
                <a:solidFill>
                  <a:srgbClr val="6F2F9F"/>
                </a:solidFill>
                <a:latin typeface="Calibri"/>
                <a:cs typeface="Calibri"/>
              </a:rPr>
              <a:t> </a:t>
            </a:r>
            <a:r>
              <a:rPr sz="2280" b="1" i="1" dirty="0">
                <a:solidFill>
                  <a:srgbClr val="6F2F9F"/>
                </a:solidFill>
                <a:latin typeface="Calibri"/>
                <a:cs typeface="Calibri"/>
              </a:rPr>
              <a:t>functionality</a:t>
            </a:r>
            <a:r>
              <a:rPr sz="2280" b="1" i="1" spc="-6" dirty="0">
                <a:solidFill>
                  <a:srgbClr val="6F2F9F"/>
                </a:solidFill>
                <a:latin typeface="Calibri"/>
                <a:cs typeface="Calibri"/>
              </a:rPr>
              <a:t> </a:t>
            </a:r>
            <a:r>
              <a:rPr sz="2280" b="1" i="1" dirty="0">
                <a:solidFill>
                  <a:srgbClr val="6F2F9F"/>
                </a:solidFill>
                <a:latin typeface="Calibri"/>
                <a:cs typeface="Calibri"/>
              </a:rPr>
              <a:t>of</a:t>
            </a:r>
            <a:r>
              <a:rPr sz="2280" b="1" i="1" spc="-18" dirty="0">
                <a:solidFill>
                  <a:srgbClr val="6F2F9F"/>
                </a:solidFill>
                <a:latin typeface="Calibri"/>
                <a:cs typeface="Calibri"/>
              </a:rPr>
              <a:t> </a:t>
            </a:r>
            <a:r>
              <a:rPr sz="2280" b="1" i="1" dirty="0">
                <a:solidFill>
                  <a:srgbClr val="6F2F9F"/>
                </a:solidFill>
                <a:latin typeface="Calibri"/>
                <a:cs typeface="Calibri"/>
              </a:rPr>
              <a:t>the</a:t>
            </a:r>
            <a:r>
              <a:rPr sz="2280" b="1" i="1" spc="-18" dirty="0">
                <a:solidFill>
                  <a:srgbClr val="6F2F9F"/>
                </a:solidFill>
                <a:latin typeface="Calibri"/>
                <a:cs typeface="Calibri"/>
              </a:rPr>
              <a:t> </a:t>
            </a:r>
            <a:r>
              <a:rPr sz="2280" b="1" i="1" dirty="0">
                <a:solidFill>
                  <a:srgbClr val="6F2F9F"/>
                </a:solidFill>
                <a:latin typeface="Calibri"/>
                <a:cs typeface="Calibri"/>
              </a:rPr>
              <a:t>entire</a:t>
            </a:r>
            <a:r>
              <a:rPr sz="2280" b="1" i="1" spc="-12" dirty="0">
                <a:solidFill>
                  <a:srgbClr val="6F2F9F"/>
                </a:solidFill>
                <a:latin typeface="Calibri"/>
                <a:cs typeface="Calibri"/>
              </a:rPr>
              <a:t> </a:t>
            </a:r>
            <a:r>
              <a:rPr sz="2280" b="1" i="1" dirty="0">
                <a:solidFill>
                  <a:srgbClr val="6F2F9F"/>
                </a:solidFill>
                <a:latin typeface="Calibri"/>
                <a:cs typeface="Calibri"/>
              </a:rPr>
              <a:t>application</a:t>
            </a:r>
            <a:r>
              <a:rPr sz="2280" b="1" i="1" spc="-12" dirty="0">
                <a:solidFill>
                  <a:srgbClr val="6F2F9F"/>
                </a:solidFill>
                <a:latin typeface="Calibri"/>
                <a:cs typeface="Calibri"/>
              </a:rPr>
              <a:t> </a:t>
            </a:r>
            <a:r>
              <a:rPr sz="2280" dirty="0">
                <a:latin typeface="Calibri"/>
                <a:cs typeface="Calibri"/>
              </a:rPr>
              <a:t>must</a:t>
            </a:r>
            <a:r>
              <a:rPr sz="2280" spc="-18" dirty="0">
                <a:latin typeface="Calibri"/>
                <a:cs typeface="Calibri"/>
              </a:rPr>
              <a:t> </a:t>
            </a:r>
            <a:r>
              <a:rPr sz="2280" dirty="0">
                <a:latin typeface="Calibri"/>
                <a:cs typeface="Calibri"/>
              </a:rPr>
              <a:t>be</a:t>
            </a:r>
            <a:r>
              <a:rPr sz="2280" spc="-18" dirty="0">
                <a:latin typeface="Calibri"/>
                <a:cs typeface="Calibri"/>
              </a:rPr>
              <a:t> </a:t>
            </a:r>
            <a:r>
              <a:rPr sz="2280" spc="-12" dirty="0">
                <a:latin typeface="Calibri"/>
                <a:cs typeface="Calibri"/>
              </a:rPr>
              <a:t>understood </a:t>
            </a:r>
            <a:r>
              <a:rPr sz="2280" dirty="0">
                <a:latin typeface="Calibri"/>
                <a:cs typeface="Calibri"/>
              </a:rPr>
              <a:t>before</a:t>
            </a:r>
            <a:r>
              <a:rPr sz="2280" spc="-18" dirty="0">
                <a:latin typeface="Calibri"/>
                <a:cs typeface="Calibri"/>
              </a:rPr>
              <a:t> </a:t>
            </a:r>
            <a:r>
              <a:rPr sz="2280" spc="-24" dirty="0">
                <a:latin typeface="Calibri"/>
                <a:cs typeface="Calibri"/>
              </a:rPr>
              <a:t>more </a:t>
            </a:r>
            <a:r>
              <a:rPr sz="2280" dirty="0">
                <a:latin typeface="Calibri"/>
                <a:cs typeface="Calibri"/>
              </a:rPr>
              <a:t>detailed</a:t>
            </a:r>
            <a:r>
              <a:rPr sz="2280" spc="-78" dirty="0">
                <a:latin typeface="Calibri"/>
                <a:cs typeface="Calibri"/>
              </a:rPr>
              <a:t> </a:t>
            </a:r>
            <a:r>
              <a:rPr sz="2280" spc="-12" dirty="0">
                <a:latin typeface="Calibri"/>
                <a:cs typeface="Calibri"/>
              </a:rPr>
              <a:t>reverse</a:t>
            </a:r>
            <a:r>
              <a:rPr sz="2280" spc="-78" dirty="0">
                <a:latin typeface="Calibri"/>
                <a:cs typeface="Calibri"/>
              </a:rPr>
              <a:t> </a:t>
            </a:r>
            <a:r>
              <a:rPr sz="2280" dirty="0">
                <a:latin typeface="Calibri"/>
                <a:cs typeface="Calibri"/>
              </a:rPr>
              <a:t>engineering</a:t>
            </a:r>
            <a:r>
              <a:rPr sz="2280" spc="-66" dirty="0">
                <a:latin typeface="Calibri"/>
                <a:cs typeface="Calibri"/>
              </a:rPr>
              <a:t> </a:t>
            </a:r>
            <a:r>
              <a:rPr sz="2280" dirty="0">
                <a:latin typeface="Calibri"/>
                <a:cs typeface="Calibri"/>
              </a:rPr>
              <a:t>work</a:t>
            </a:r>
            <a:r>
              <a:rPr sz="2280" spc="-108" dirty="0">
                <a:latin typeface="Calibri"/>
                <a:cs typeface="Calibri"/>
              </a:rPr>
              <a:t> </a:t>
            </a:r>
            <a:r>
              <a:rPr sz="2280" spc="-12" dirty="0">
                <a:latin typeface="Calibri"/>
                <a:cs typeface="Calibri"/>
              </a:rPr>
              <a:t>occurs.</a:t>
            </a:r>
            <a:endParaRPr sz="2280">
              <a:latin typeface="Calibri"/>
              <a:cs typeface="Calibri"/>
            </a:endParaRPr>
          </a:p>
          <a:p>
            <a:pPr marL="426720" marR="6858" indent="-411480">
              <a:spcBef>
                <a:spcPts val="551"/>
              </a:spcBef>
              <a:buFont typeface="Arial MT"/>
              <a:buChar char="•"/>
              <a:tabLst>
                <a:tab pos="426720" algn="l"/>
                <a:tab pos="1132332" algn="l"/>
                <a:tab pos="2661666" algn="l"/>
                <a:tab pos="3034284" algn="l"/>
                <a:tab pos="4148328" algn="l"/>
                <a:tab pos="4717542" algn="l"/>
                <a:tab pos="5787390" algn="l"/>
                <a:tab pos="6939534" algn="l"/>
                <a:tab pos="7616952" algn="l"/>
                <a:tab pos="8856726" algn="l"/>
                <a:tab pos="9873996" algn="l"/>
              </a:tabLst>
            </a:pPr>
            <a:r>
              <a:rPr sz="2280" spc="-24" dirty="0">
                <a:latin typeface="Calibri"/>
                <a:cs typeface="Calibri"/>
              </a:rPr>
              <a:t>This</a:t>
            </a:r>
            <a:r>
              <a:rPr sz="2280" dirty="0">
                <a:latin typeface="Calibri"/>
                <a:cs typeface="Calibri"/>
              </a:rPr>
              <a:t>	</a:t>
            </a:r>
            <a:r>
              <a:rPr sz="2280" spc="-12" dirty="0">
                <a:latin typeface="Calibri"/>
                <a:cs typeface="Calibri"/>
              </a:rPr>
              <a:t>establishes</a:t>
            </a:r>
            <a:r>
              <a:rPr sz="2280" dirty="0">
                <a:latin typeface="Calibri"/>
                <a:cs typeface="Calibri"/>
              </a:rPr>
              <a:t>	</a:t>
            </a:r>
            <a:r>
              <a:rPr sz="2280" spc="-60" dirty="0">
                <a:latin typeface="Calibri"/>
                <a:cs typeface="Calibri"/>
              </a:rPr>
              <a:t>a</a:t>
            </a:r>
            <a:r>
              <a:rPr sz="2280" dirty="0">
                <a:latin typeface="Calibri"/>
                <a:cs typeface="Calibri"/>
              </a:rPr>
              <a:t>	</a:t>
            </a:r>
            <a:r>
              <a:rPr sz="2280" spc="-12" dirty="0">
                <a:latin typeface="Calibri"/>
                <a:cs typeface="Calibri"/>
              </a:rPr>
              <a:t>context</a:t>
            </a:r>
            <a:r>
              <a:rPr sz="2280" dirty="0">
                <a:latin typeface="Calibri"/>
                <a:cs typeface="Calibri"/>
              </a:rPr>
              <a:t>	</a:t>
            </a:r>
            <a:r>
              <a:rPr sz="2280" spc="-30" dirty="0">
                <a:latin typeface="Calibri"/>
                <a:cs typeface="Calibri"/>
              </a:rPr>
              <a:t>for</a:t>
            </a:r>
            <a:r>
              <a:rPr sz="2280" dirty="0">
                <a:latin typeface="Calibri"/>
                <a:cs typeface="Calibri"/>
              </a:rPr>
              <a:t>	</a:t>
            </a:r>
            <a:r>
              <a:rPr sz="2280" spc="-12" dirty="0">
                <a:latin typeface="Calibri"/>
                <a:cs typeface="Calibri"/>
              </a:rPr>
              <a:t>further</a:t>
            </a:r>
            <a:r>
              <a:rPr sz="2280" dirty="0">
                <a:latin typeface="Calibri"/>
                <a:cs typeface="Calibri"/>
              </a:rPr>
              <a:t>	</a:t>
            </a:r>
            <a:r>
              <a:rPr sz="2280" spc="-12" dirty="0">
                <a:latin typeface="Calibri"/>
                <a:cs typeface="Calibri"/>
              </a:rPr>
              <a:t>analysis</a:t>
            </a:r>
            <a:r>
              <a:rPr sz="2280" dirty="0">
                <a:latin typeface="Calibri"/>
                <a:cs typeface="Calibri"/>
              </a:rPr>
              <a:t>	</a:t>
            </a:r>
            <a:r>
              <a:rPr sz="2280" spc="-30" dirty="0">
                <a:latin typeface="Calibri"/>
                <a:cs typeface="Calibri"/>
              </a:rPr>
              <a:t>and</a:t>
            </a:r>
            <a:r>
              <a:rPr sz="2280" dirty="0">
                <a:latin typeface="Calibri"/>
                <a:cs typeface="Calibri"/>
              </a:rPr>
              <a:t>	</a:t>
            </a:r>
            <a:r>
              <a:rPr sz="2280" spc="-12" dirty="0">
                <a:latin typeface="Calibri"/>
                <a:cs typeface="Calibri"/>
              </a:rPr>
              <a:t>provides</a:t>
            </a:r>
            <a:r>
              <a:rPr sz="2280" dirty="0">
                <a:latin typeface="Calibri"/>
                <a:cs typeface="Calibri"/>
              </a:rPr>
              <a:t>	</a:t>
            </a:r>
            <a:r>
              <a:rPr sz="2280" spc="-12" dirty="0">
                <a:latin typeface="Calibri"/>
                <a:cs typeface="Calibri"/>
              </a:rPr>
              <a:t>insight</a:t>
            </a:r>
            <a:r>
              <a:rPr sz="2280" dirty="0">
                <a:latin typeface="Calibri"/>
                <a:cs typeface="Calibri"/>
              </a:rPr>
              <a:t>	</a:t>
            </a:r>
            <a:r>
              <a:rPr sz="2280" spc="-30" dirty="0">
                <a:latin typeface="Calibri"/>
                <a:cs typeface="Calibri"/>
              </a:rPr>
              <a:t>into </a:t>
            </a:r>
            <a:r>
              <a:rPr sz="2280" spc="-12" dirty="0">
                <a:latin typeface="Calibri"/>
                <a:cs typeface="Calibri"/>
              </a:rPr>
              <a:t>interoperability</a:t>
            </a:r>
            <a:r>
              <a:rPr sz="2280" spc="-36" dirty="0">
                <a:latin typeface="Calibri"/>
                <a:cs typeface="Calibri"/>
              </a:rPr>
              <a:t> </a:t>
            </a:r>
            <a:r>
              <a:rPr sz="2280" dirty="0">
                <a:latin typeface="Calibri"/>
                <a:cs typeface="Calibri"/>
              </a:rPr>
              <a:t>issues</a:t>
            </a:r>
            <a:r>
              <a:rPr sz="2280" spc="-96" dirty="0">
                <a:latin typeface="Calibri"/>
                <a:cs typeface="Calibri"/>
              </a:rPr>
              <a:t> </a:t>
            </a:r>
            <a:r>
              <a:rPr sz="2280" dirty="0">
                <a:latin typeface="Calibri"/>
                <a:cs typeface="Calibri"/>
              </a:rPr>
              <a:t>among</a:t>
            </a:r>
            <a:r>
              <a:rPr sz="2280" spc="-78" dirty="0">
                <a:latin typeface="Calibri"/>
                <a:cs typeface="Calibri"/>
              </a:rPr>
              <a:t> </a:t>
            </a:r>
            <a:r>
              <a:rPr sz="2280" dirty="0">
                <a:latin typeface="Calibri"/>
                <a:cs typeface="Calibri"/>
              </a:rPr>
              <a:t>applications</a:t>
            </a:r>
            <a:r>
              <a:rPr sz="2280" spc="-60" dirty="0">
                <a:latin typeface="Calibri"/>
                <a:cs typeface="Calibri"/>
              </a:rPr>
              <a:t> </a:t>
            </a:r>
            <a:r>
              <a:rPr sz="2280" dirty="0">
                <a:latin typeface="Calibri"/>
                <a:cs typeface="Calibri"/>
              </a:rPr>
              <a:t>within</a:t>
            </a:r>
            <a:r>
              <a:rPr sz="2280" spc="-66" dirty="0">
                <a:latin typeface="Calibri"/>
                <a:cs typeface="Calibri"/>
              </a:rPr>
              <a:t> </a:t>
            </a:r>
            <a:r>
              <a:rPr sz="2280" dirty="0">
                <a:latin typeface="Calibri"/>
                <a:cs typeface="Calibri"/>
              </a:rPr>
              <a:t>a</a:t>
            </a:r>
            <a:r>
              <a:rPr sz="2280" spc="-96" dirty="0">
                <a:latin typeface="Calibri"/>
                <a:cs typeface="Calibri"/>
              </a:rPr>
              <a:t> </a:t>
            </a:r>
            <a:r>
              <a:rPr sz="2280" dirty="0">
                <a:latin typeface="Calibri"/>
                <a:cs typeface="Calibri"/>
              </a:rPr>
              <a:t>larger</a:t>
            </a:r>
            <a:r>
              <a:rPr sz="2280" spc="-66" dirty="0">
                <a:latin typeface="Calibri"/>
                <a:cs typeface="Calibri"/>
              </a:rPr>
              <a:t> </a:t>
            </a:r>
            <a:r>
              <a:rPr sz="2280" spc="-12" dirty="0">
                <a:latin typeface="Calibri"/>
                <a:cs typeface="Calibri"/>
              </a:rPr>
              <a:t>system.</a:t>
            </a:r>
            <a:endParaRPr sz="2280">
              <a:latin typeface="Calibri"/>
              <a:cs typeface="Calibri"/>
            </a:endParaRPr>
          </a:p>
          <a:p>
            <a:pPr marL="425958" indent="-410718">
              <a:spcBef>
                <a:spcPts val="546"/>
              </a:spcBef>
              <a:buFont typeface="Arial MT"/>
              <a:buChar char="•"/>
              <a:tabLst>
                <a:tab pos="425958" algn="l"/>
              </a:tabLst>
            </a:pPr>
            <a:r>
              <a:rPr sz="2280" dirty="0">
                <a:latin typeface="Calibri"/>
                <a:cs typeface="Calibri"/>
              </a:rPr>
              <a:t>Each</a:t>
            </a:r>
            <a:r>
              <a:rPr sz="2280" spc="-54" dirty="0">
                <a:latin typeface="Calibri"/>
                <a:cs typeface="Calibri"/>
              </a:rPr>
              <a:t> </a:t>
            </a:r>
            <a:r>
              <a:rPr sz="2280" dirty="0">
                <a:latin typeface="Calibri"/>
                <a:cs typeface="Calibri"/>
              </a:rPr>
              <a:t>of</a:t>
            </a:r>
            <a:r>
              <a:rPr sz="2280" spc="-66" dirty="0">
                <a:latin typeface="Calibri"/>
                <a:cs typeface="Calibri"/>
              </a:rPr>
              <a:t> </a:t>
            </a:r>
            <a:r>
              <a:rPr sz="2280" dirty="0">
                <a:latin typeface="Calibri"/>
                <a:cs typeface="Calibri"/>
              </a:rPr>
              <a:t>the</a:t>
            </a:r>
            <a:r>
              <a:rPr sz="2280" spc="-60" dirty="0">
                <a:latin typeface="Calibri"/>
                <a:cs typeface="Calibri"/>
              </a:rPr>
              <a:t> </a:t>
            </a:r>
            <a:r>
              <a:rPr sz="2280" spc="-12" dirty="0">
                <a:latin typeface="Calibri"/>
                <a:cs typeface="Calibri"/>
              </a:rPr>
              <a:t>programs</a:t>
            </a:r>
            <a:r>
              <a:rPr sz="2280" spc="-60" dirty="0">
                <a:latin typeface="Calibri"/>
                <a:cs typeface="Calibri"/>
              </a:rPr>
              <a:t> </a:t>
            </a:r>
            <a:r>
              <a:rPr sz="2280" dirty="0">
                <a:latin typeface="Calibri"/>
                <a:cs typeface="Calibri"/>
              </a:rPr>
              <a:t>that</a:t>
            </a:r>
            <a:r>
              <a:rPr sz="2280" spc="-54" dirty="0">
                <a:latin typeface="Calibri"/>
                <a:cs typeface="Calibri"/>
              </a:rPr>
              <a:t> </a:t>
            </a:r>
            <a:r>
              <a:rPr sz="2280" dirty="0">
                <a:latin typeface="Calibri"/>
                <a:cs typeface="Calibri"/>
              </a:rPr>
              <a:t>make</a:t>
            </a:r>
            <a:r>
              <a:rPr sz="2280" spc="-60" dirty="0">
                <a:latin typeface="Calibri"/>
                <a:cs typeface="Calibri"/>
              </a:rPr>
              <a:t> </a:t>
            </a:r>
            <a:r>
              <a:rPr sz="2280" dirty="0">
                <a:latin typeface="Calibri"/>
                <a:cs typeface="Calibri"/>
              </a:rPr>
              <a:t>up</a:t>
            </a:r>
            <a:r>
              <a:rPr sz="2280" spc="-60" dirty="0">
                <a:latin typeface="Calibri"/>
                <a:cs typeface="Calibri"/>
              </a:rPr>
              <a:t> </a:t>
            </a:r>
            <a:r>
              <a:rPr sz="2280" dirty="0">
                <a:latin typeface="Calibri"/>
                <a:cs typeface="Calibri"/>
              </a:rPr>
              <a:t>the</a:t>
            </a:r>
            <a:r>
              <a:rPr sz="2280" spc="-60" dirty="0">
                <a:latin typeface="Calibri"/>
                <a:cs typeface="Calibri"/>
              </a:rPr>
              <a:t> </a:t>
            </a:r>
            <a:r>
              <a:rPr sz="2280" spc="-12" dirty="0">
                <a:latin typeface="Calibri"/>
                <a:cs typeface="Calibri"/>
              </a:rPr>
              <a:t>system</a:t>
            </a:r>
            <a:r>
              <a:rPr sz="2280" spc="-54" dirty="0">
                <a:latin typeface="Calibri"/>
                <a:cs typeface="Calibri"/>
              </a:rPr>
              <a:t> </a:t>
            </a:r>
            <a:r>
              <a:rPr sz="2280" spc="-12" dirty="0">
                <a:latin typeface="Calibri"/>
                <a:cs typeface="Calibri"/>
              </a:rPr>
              <a:t>represents</a:t>
            </a:r>
            <a:r>
              <a:rPr sz="2280" spc="-54" dirty="0">
                <a:latin typeface="Calibri"/>
                <a:cs typeface="Calibri"/>
              </a:rPr>
              <a:t> </a:t>
            </a:r>
            <a:r>
              <a:rPr sz="2280" dirty="0">
                <a:latin typeface="Calibri"/>
                <a:cs typeface="Calibri"/>
              </a:rPr>
              <a:t>a</a:t>
            </a:r>
            <a:r>
              <a:rPr sz="2280" spc="-72" dirty="0">
                <a:latin typeface="Calibri"/>
                <a:cs typeface="Calibri"/>
              </a:rPr>
              <a:t> </a:t>
            </a:r>
            <a:r>
              <a:rPr sz="2280" dirty="0">
                <a:latin typeface="Calibri"/>
                <a:cs typeface="Calibri"/>
              </a:rPr>
              <a:t>functional</a:t>
            </a:r>
            <a:r>
              <a:rPr sz="2280" spc="-66" dirty="0">
                <a:latin typeface="Calibri"/>
                <a:cs typeface="Calibri"/>
              </a:rPr>
              <a:t> </a:t>
            </a:r>
            <a:r>
              <a:rPr sz="2280" spc="-12" dirty="0">
                <a:latin typeface="Calibri"/>
                <a:cs typeface="Calibri"/>
              </a:rPr>
              <a:t>abstraction</a:t>
            </a:r>
            <a:r>
              <a:rPr sz="2280" spc="-60" dirty="0">
                <a:latin typeface="Calibri"/>
                <a:cs typeface="Calibri"/>
              </a:rPr>
              <a:t> </a:t>
            </a:r>
            <a:r>
              <a:rPr sz="2280" spc="-30" dirty="0">
                <a:latin typeface="Calibri"/>
                <a:cs typeface="Calibri"/>
              </a:rPr>
              <a:t>at</a:t>
            </a:r>
            <a:endParaRPr sz="2280">
              <a:latin typeface="Calibri"/>
              <a:cs typeface="Calibri"/>
            </a:endParaRPr>
          </a:p>
          <a:p>
            <a:pPr marL="426720"/>
            <a:r>
              <a:rPr sz="2280" dirty="0">
                <a:latin typeface="Calibri"/>
                <a:cs typeface="Calibri"/>
              </a:rPr>
              <a:t>a</a:t>
            </a:r>
            <a:r>
              <a:rPr sz="2280" spc="-54" dirty="0">
                <a:latin typeface="Calibri"/>
                <a:cs typeface="Calibri"/>
              </a:rPr>
              <a:t> </a:t>
            </a:r>
            <a:r>
              <a:rPr sz="2280" dirty="0">
                <a:latin typeface="Calibri"/>
                <a:cs typeface="Calibri"/>
              </a:rPr>
              <a:t>high</a:t>
            </a:r>
            <a:r>
              <a:rPr sz="2280" spc="-12" dirty="0">
                <a:latin typeface="Calibri"/>
                <a:cs typeface="Calibri"/>
              </a:rPr>
              <a:t> </a:t>
            </a:r>
            <a:r>
              <a:rPr sz="2280" dirty="0">
                <a:latin typeface="Calibri"/>
                <a:cs typeface="Calibri"/>
              </a:rPr>
              <a:t>level</a:t>
            </a:r>
            <a:r>
              <a:rPr sz="2280" spc="-18" dirty="0">
                <a:latin typeface="Calibri"/>
                <a:cs typeface="Calibri"/>
              </a:rPr>
              <a:t> </a:t>
            </a:r>
            <a:r>
              <a:rPr sz="2280" dirty="0">
                <a:latin typeface="Calibri"/>
                <a:cs typeface="Calibri"/>
              </a:rPr>
              <a:t>of</a:t>
            </a:r>
            <a:r>
              <a:rPr sz="2280" spc="-42" dirty="0">
                <a:latin typeface="Calibri"/>
                <a:cs typeface="Calibri"/>
              </a:rPr>
              <a:t> </a:t>
            </a:r>
            <a:r>
              <a:rPr sz="2280" spc="-12" dirty="0">
                <a:latin typeface="Calibri"/>
                <a:cs typeface="Calibri"/>
              </a:rPr>
              <a:t>detail.</a:t>
            </a:r>
            <a:endParaRPr sz="2280">
              <a:latin typeface="Calibri"/>
              <a:cs typeface="Calibri"/>
            </a:endParaRPr>
          </a:p>
          <a:p>
            <a:pPr marL="425958" indent="-410718">
              <a:spcBef>
                <a:spcPts val="551"/>
              </a:spcBef>
              <a:buFont typeface="Arial MT"/>
              <a:buChar char="•"/>
              <a:tabLst>
                <a:tab pos="425958" algn="l"/>
                <a:tab pos="843534" algn="l"/>
                <a:tab pos="1735836" algn="l"/>
                <a:tab pos="3039618" algn="l"/>
                <a:tab pos="4784598" algn="l"/>
                <a:tab pos="5429250" algn="l"/>
                <a:tab pos="6957822" algn="l"/>
                <a:tab pos="8247888" algn="l"/>
                <a:tab pos="9149334" algn="l"/>
              </a:tabLst>
            </a:pPr>
            <a:r>
              <a:rPr sz="2280" spc="-60" dirty="0">
                <a:latin typeface="Calibri"/>
                <a:cs typeface="Calibri"/>
              </a:rPr>
              <a:t>A</a:t>
            </a:r>
            <a:r>
              <a:rPr sz="2280" dirty="0">
                <a:latin typeface="Calibri"/>
                <a:cs typeface="Calibri"/>
              </a:rPr>
              <a:t>	</a:t>
            </a:r>
            <a:r>
              <a:rPr sz="2280" b="1" spc="-12" dirty="0">
                <a:solidFill>
                  <a:srgbClr val="C00000"/>
                </a:solidFill>
                <a:latin typeface="Calibri"/>
                <a:cs typeface="Calibri"/>
              </a:rPr>
              <a:t>block</a:t>
            </a:r>
            <a:r>
              <a:rPr sz="2280" b="1" dirty="0">
                <a:solidFill>
                  <a:srgbClr val="C00000"/>
                </a:solidFill>
                <a:latin typeface="Calibri"/>
                <a:cs typeface="Calibri"/>
              </a:rPr>
              <a:t>	</a:t>
            </a:r>
            <a:r>
              <a:rPr sz="2280" b="1" spc="-12" dirty="0">
                <a:solidFill>
                  <a:srgbClr val="C00000"/>
                </a:solidFill>
                <a:latin typeface="Calibri"/>
                <a:cs typeface="Calibri"/>
              </a:rPr>
              <a:t>diagram</a:t>
            </a:r>
            <a:r>
              <a:rPr sz="2280" spc="-12" dirty="0">
                <a:latin typeface="Calibri"/>
                <a:cs typeface="Calibri"/>
              </a:rPr>
              <a:t>,</a:t>
            </a:r>
            <a:r>
              <a:rPr sz="2280" dirty="0">
                <a:latin typeface="Calibri"/>
                <a:cs typeface="Calibri"/>
              </a:rPr>
              <a:t>	</a:t>
            </a:r>
            <a:r>
              <a:rPr sz="2280" spc="-12" dirty="0">
                <a:latin typeface="Calibri"/>
                <a:cs typeface="Calibri"/>
              </a:rPr>
              <a:t>representing</a:t>
            </a:r>
            <a:r>
              <a:rPr sz="2280" dirty="0">
                <a:latin typeface="Calibri"/>
                <a:cs typeface="Calibri"/>
              </a:rPr>
              <a:t>	</a:t>
            </a:r>
            <a:r>
              <a:rPr sz="2280" spc="-30" dirty="0">
                <a:latin typeface="Calibri"/>
                <a:cs typeface="Calibri"/>
              </a:rPr>
              <a:t>the</a:t>
            </a:r>
            <a:r>
              <a:rPr sz="2280" dirty="0">
                <a:latin typeface="Calibri"/>
                <a:cs typeface="Calibri"/>
              </a:rPr>
              <a:t>	</a:t>
            </a:r>
            <a:r>
              <a:rPr sz="2280" spc="-12" dirty="0">
                <a:latin typeface="Calibri"/>
                <a:cs typeface="Calibri"/>
              </a:rPr>
              <a:t>interaction</a:t>
            </a:r>
            <a:r>
              <a:rPr sz="2280" dirty="0">
                <a:latin typeface="Calibri"/>
                <a:cs typeface="Calibri"/>
              </a:rPr>
              <a:t>	</a:t>
            </a:r>
            <a:r>
              <a:rPr sz="2280" spc="-12" dirty="0">
                <a:latin typeface="Calibri"/>
                <a:cs typeface="Calibri"/>
              </a:rPr>
              <a:t>between</a:t>
            </a:r>
            <a:r>
              <a:rPr sz="2280" dirty="0">
                <a:latin typeface="Calibri"/>
                <a:cs typeface="Calibri"/>
              </a:rPr>
              <a:t>	</a:t>
            </a:r>
            <a:r>
              <a:rPr sz="2280" spc="-12" dirty="0">
                <a:latin typeface="Calibri"/>
                <a:cs typeface="Calibri"/>
              </a:rPr>
              <a:t>these</a:t>
            </a:r>
            <a:r>
              <a:rPr sz="2280" dirty="0">
                <a:latin typeface="Calibri"/>
                <a:cs typeface="Calibri"/>
              </a:rPr>
              <a:t>	</a:t>
            </a:r>
            <a:r>
              <a:rPr sz="2280" spc="-12" dirty="0">
                <a:latin typeface="Calibri"/>
                <a:cs typeface="Calibri"/>
              </a:rPr>
              <a:t>functional</a:t>
            </a:r>
            <a:endParaRPr sz="2280">
              <a:latin typeface="Calibri"/>
              <a:cs typeface="Calibri"/>
            </a:endParaRPr>
          </a:p>
          <a:p>
            <a:pPr marL="426720"/>
            <a:r>
              <a:rPr sz="2280" spc="-12" dirty="0">
                <a:latin typeface="Calibri"/>
                <a:cs typeface="Calibri"/>
              </a:rPr>
              <a:t>abstractions,</a:t>
            </a:r>
            <a:r>
              <a:rPr sz="2280" spc="-30" dirty="0">
                <a:latin typeface="Calibri"/>
                <a:cs typeface="Calibri"/>
              </a:rPr>
              <a:t> </a:t>
            </a:r>
            <a:r>
              <a:rPr sz="2280" dirty="0">
                <a:latin typeface="Calibri"/>
                <a:cs typeface="Calibri"/>
              </a:rPr>
              <a:t>is</a:t>
            </a:r>
            <a:r>
              <a:rPr sz="2280" spc="-54" dirty="0">
                <a:latin typeface="Calibri"/>
                <a:cs typeface="Calibri"/>
              </a:rPr>
              <a:t> </a:t>
            </a:r>
            <a:r>
              <a:rPr sz="2280" spc="-12" dirty="0">
                <a:latin typeface="Calibri"/>
                <a:cs typeface="Calibri"/>
              </a:rPr>
              <a:t>created.</a:t>
            </a:r>
            <a:endParaRPr sz="2280">
              <a:latin typeface="Calibri"/>
              <a:cs typeface="Calibri"/>
            </a:endParaRPr>
          </a:p>
          <a:p>
            <a:pPr marL="426720" marR="7620" indent="-411480">
              <a:spcBef>
                <a:spcPts val="546"/>
              </a:spcBef>
              <a:buFont typeface="Arial MT"/>
              <a:buChar char="•"/>
              <a:tabLst>
                <a:tab pos="426720" algn="l"/>
              </a:tabLst>
            </a:pPr>
            <a:r>
              <a:rPr sz="2280" dirty="0">
                <a:latin typeface="Calibri"/>
                <a:cs typeface="Calibri"/>
              </a:rPr>
              <a:t>Each</a:t>
            </a:r>
            <a:r>
              <a:rPr sz="2280" spc="162" dirty="0">
                <a:latin typeface="Calibri"/>
                <a:cs typeface="Calibri"/>
              </a:rPr>
              <a:t> </a:t>
            </a:r>
            <a:r>
              <a:rPr sz="2280" dirty="0">
                <a:latin typeface="Calibri"/>
                <a:cs typeface="Calibri"/>
              </a:rPr>
              <a:t>component</a:t>
            </a:r>
            <a:r>
              <a:rPr sz="2280" spc="162" dirty="0">
                <a:latin typeface="Calibri"/>
                <a:cs typeface="Calibri"/>
              </a:rPr>
              <a:t> </a:t>
            </a:r>
            <a:r>
              <a:rPr sz="2280" dirty="0">
                <a:latin typeface="Calibri"/>
                <a:cs typeface="Calibri"/>
              </a:rPr>
              <a:t>performs</a:t>
            </a:r>
            <a:r>
              <a:rPr sz="2280" spc="162" dirty="0">
                <a:latin typeface="Calibri"/>
                <a:cs typeface="Calibri"/>
              </a:rPr>
              <a:t> </a:t>
            </a:r>
            <a:r>
              <a:rPr sz="2280" dirty="0">
                <a:latin typeface="Calibri"/>
                <a:cs typeface="Calibri"/>
              </a:rPr>
              <a:t>some</a:t>
            </a:r>
            <a:r>
              <a:rPr sz="2280" spc="162" dirty="0">
                <a:latin typeface="Calibri"/>
                <a:cs typeface="Calibri"/>
              </a:rPr>
              <a:t> </a:t>
            </a:r>
            <a:r>
              <a:rPr sz="2280" dirty="0">
                <a:latin typeface="Calibri"/>
                <a:cs typeface="Calibri"/>
              </a:rPr>
              <a:t>subfunction</a:t>
            </a:r>
            <a:r>
              <a:rPr sz="2280" spc="174" dirty="0">
                <a:latin typeface="Calibri"/>
                <a:cs typeface="Calibri"/>
              </a:rPr>
              <a:t> </a:t>
            </a:r>
            <a:r>
              <a:rPr sz="2280" dirty="0">
                <a:latin typeface="Calibri"/>
                <a:cs typeface="Calibri"/>
              </a:rPr>
              <a:t>and</a:t>
            </a:r>
            <a:r>
              <a:rPr sz="2280" spc="168" dirty="0">
                <a:latin typeface="Calibri"/>
                <a:cs typeface="Calibri"/>
              </a:rPr>
              <a:t> </a:t>
            </a:r>
            <a:r>
              <a:rPr sz="2280" dirty="0">
                <a:latin typeface="Calibri"/>
                <a:cs typeface="Calibri"/>
              </a:rPr>
              <a:t>represents</a:t>
            </a:r>
            <a:r>
              <a:rPr sz="2280" spc="168" dirty="0">
                <a:latin typeface="Calibri"/>
                <a:cs typeface="Calibri"/>
              </a:rPr>
              <a:t> </a:t>
            </a:r>
            <a:r>
              <a:rPr sz="2280" dirty="0">
                <a:latin typeface="Calibri"/>
                <a:cs typeface="Calibri"/>
              </a:rPr>
              <a:t>a</a:t>
            </a:r>
            <a:r>
              <a:rPr sz="2280" spc="168" dirty="0">
                <a:latin typeface="Calibri"/>
                <a:cs typeface="Calibri"/>
              </a:rPr>
              <a:t> </a:t>
            </a:r>
            <a:r>
              <a:rPr sz="2280" dirty="0">
                <a:latin typeface="Calibri"/>
                <a:cs typeface="Calibri"/>
              </a:rPr>
              <a:t>defined</a:t>
            </a:r>
            <a:r>
              <a:rPr sz="2280" spc="174" dirty="0">
                <a:latin typeface="Calibri"/>
                <a:cs typeface="Calibri"/>
              </a:rPr>
              <a:t> </a:t>
            </a:r>
            <a:r>
              <a:rPr sz="2280" spc="-12" dirty="0">
                <a:latin typeface="Calibri"/>
                <a:cs typeface="Calibri"/>
              </a:rPr>
              <a:t>procedural abstraction.</a:t>
            </a:r>
            <a:endParaRPr sz="2280">
              <a:latin typeface="Calibri"/>
              <a:cs typeface="Calibri"/>
            </a:endParaRPr>
          </a:p>
          <a:p>
            <a:pPr marL="425958" indent="-410718">
              <a:spcBef>
                <a:spcPts val="551"/>
              </a:spcBef>
              <a:buFont typeface="Arial MT"/>
              <a:buChar char="•"/>
              <a:tabLst>
                <a:tab pos="425958" algn="l"/>
              </a:tabLst>
            </a:pPr>
            <a:r>
              <a:rPr sz="2280" dirty="0">
                <a:latin typeface="Calibri"/>
                <a:cs typeface="Calibri"/>
              </a:rPr>
              <a:t>A</a:t>
            </a:r>
            <a:r>
              <a:rPr sz="2280" spc="-72" dirty="0">
                <a:latin typeface="Calibri"/>
                <a:cs typeface="Calibri"/>
              </a:rPr>
              <a:t> </a:t>
            </a:r>
            <a:r>
              <a:rPr sz="2280" dirty="0">
                <a:latin typeface="Calibri"/>
                <a:cs typeface="Calibri"/>
              </a:rPr>
              <a:t>processing</a:t>
            </a:r>
            <a:r>
              <a:rPr sz="2280" spc="-54" dirty="0">
                <a:latin typeface="Calibri"/>
                <a:cs typeface="Calibri"/>
              </a:rPr>
              <a:t> </a:t>
            </a:r>
            <a:r>
              <a:rPr sz="2280" spc="-12" dirty="0">
                <a:latin typeface="Calibri"/>
                <a:cs typeface="Calibri"/>
              </a:rPr>
              <a:t>narrative</a:t>
            </a:r>
            <a:r>
              <a:rPr sz="2280" spc="-36" dirty="0">
                <a:latin typeface="Calibri"/>
                <a:cs typeface="Calibri"/>
              </a:rPr>
              <a:t> </a:t>
            </a:r>
            <a:r>
              <a:rPr sz="2280" dirty="0">
                <a:latin typeface="Calibri"/>
                <a:cs typeface="Calibri"/>
              </a:rPr>
              <a:t>for</a:t>
            </a:r>
            <a:r>
              <a:rPr sz="2280" spc="-72" dirty="0">
                <a:latin typeface="Calibri"/>
                <a:cs typeface="Calibri"/>
              </a:rPr>
              <a:t> </a:t>
            </a:r>
            <a:r>
              <a:rPr sz="2280" dirty="0">
                <a:latin typeface="Calibri"/>
                <a:cs typeface="Calibri"/>
              </a:rPr>
              <a:t>each</a:t>
            </a:r>
            <a:r>
              <a:rPr sz="2280" spc="-66" dirty="0">
                <a:latin typeface="Calibri"/>
                <a:cs typeface="Calibri"/>
              </a:rPr>
              <a:t> </a:t>
            </a:r>
            <a:r>
              <a:rPr sz="2280" dirty="0">
                <a:latin typeface="Calibri"/>
                <a:cs typeface="Calibri"/>
              </a:rPr>
              <a:t>component</a:t>
            </a:r>
            <a:r>
              <a:rPr sz="2280" spc="-60" dirty="0">
                <a:latin typeface="Calibri"/>
                <a:cs typeface="Calibri"/>
              </a:rPr>
              <a:t> </a:t>
            </a:r>
            <a:r>
              <a:rPr sz="2280" dirty="0">
                <a:latin typeface="Calibri"/>
                <a:cs typeface="Calibri"/>
              </a:rPr>
              <a:t>is</a:t>
            </a:r>
            <a:r>
              <a:rPr sz="2280" spc="-60" dirty="0">
                <a:latin typeface="Calibri"/>
                <a:cs typeface="Calibri"/>
              </a:rPr>
              <a:t> </a:t>
            </a:r>
            <a:r>
              <a:rPr sz="2280" spc="-12" dirty="0">
                <a:latin typeface="Calibri"/>
                <a:cs typeface="Calibri"/>
              </a:rPr>
              <a:t>developed.</a:t>
            </a:r>
            <a:endParaRPr sz="2280">
              <a:latin typeface="Calibri"/>
              <a:cs typeface="Calibri"/>
            </a:endParaRPr>
          </a:p>
        </p:txBody>
      </p:sp>
    </p:spTree>
    <p:extLst>
      <p:ext uri="{BB962C8B-B14F-4D97-AF65-F5344CB8AC3E}">
        <p14:creationId xmlns:p14="http://schemas.microsoft.com/office/powerpoint/2010/main" val="15356378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201" y="96652"/>
            <a:ext cx="10528554" cy="5912644"/>
          </a:xfrm>
          <a:prstGeom prst="rect">
            <a:avLst/>
          </a:prstGeom>
        </p:spPr>
        <p:txBody>
          <a:bodyPr vert="horz" wrap="square" lIns="0" tIns="84582" rIns="0" bIns="0" rtlCol="0">
            <a:spAutoFit/>
          </a:bodyPr>
          <a:lstStyle/>
          <a:p>
            <a:pPr marL="15240">
              <a:spcBef>
                <a:spcPts val="666"/>
              </a:spcBef>
            </a:pPr>
            <a:r>
              <a:rPr sz="2280" b="1" spc="-12" dirty="0">
                <a:latin typeface="Calibri"/>
                <a:cs typeface="Calibri"/>
              </a:rPr>
              <a:t>Reverse</a:t>
            </a:r>
            <a:r>
              <a:rPr sz="2280" b="1" spc="-60" dirty="0">
                <a:latin typeface="Calibri"/>
                <a:cs typeface="Calibri"/>
              </a:rPr>
              <a:t> </a:t>
            </a:r>
            <a:r>
              <a:rPr sz="2280" b="1" dirty="0">
                <a:latin typeface="Calibri"/>
                <a:cs typeface="Calibri"/>
              </a:rPr>
              <a:t>engineering</a:t>
            </a:r>
            <a:r>
              <a:rPr sz="2280" b="1" spc="-54" dirty="0">
                <a:latin typeface="Calibri"/>
                <a:cs typeface="Calibri"/>
              </a:rPr>
              <a:t> </a:t>
            </a:r>
            <a:r>
              <a:rPr sz="2280" b="1" dirty="0">
                <a:latin typeface="Calibri"/>
                <a:cs typeface="Calibri"/>
              </a:rPr>
              <a:t>to</a:t>
            </a:r>
            <a:r>
              <a:rPr sz="2280" b="1" spc="-78" dirty="0">
                <a:latin typeface="Calibri"/>
                <a:cs typeface="Calibri"/>
              </a:rPr>
              <a:t> </a:t>
            </a:r>
            <a:r>
              <a:rPr sz="2280" b="1" spc="-12" dirty="0">
                <a:latin typeface="Calibri"/>
                <a:cs typeface="Calibri"/>
              </a:rPr>
              <a:t>understand</a:t>
            </a:r>
            <a:r>
              <a:rPr sz="2280" b="1" spc="-18" dirty="0">
                <a:latin typeface="Calibri"/>
                <a:cs typeface="Calibri"/>
              </a:rPr>
              <a:t> </a:t>
            </a:r>
            <a:r>
              <a:rPr sz="2280" b="1" dirty="0">
                <a:latin typeface="Calibri"/>
                <a:cs typeface="Calibri"/>
              </a:rPr>
              <a:t>user</a:t>
            </a:r>
            <a:r>
              <a:rPr sz="2280" b="1" spc="-78" dirty="0">
                <a:latin typeface="Calibri"/>
                <a:cs typeface="Calibri"/>
              </a:rPr>
              <a:t> </a:t>
            </a:r>
            <a:r>
              <a:rPr sz="2280" b="1" spc="-12" dirty="0">
                <a:latin typeface="Calibri"/>
                <a:cs typeface="Calibri"/>
              </a:rPr>
              <a:t>interfaces</a:t>
            </a:r>
            <a:endParaRPr sz="2280">
              <a:latin typeface="Calibri"/>
              <a:cs typeface="Calibri"/>
            </a:endParaRPr>
          </a:p>
          <a:p>
            <a:pPr marL="425958" indent="-410718">
              <a:spcBef>
                <a:spcPts val="546"/>
              </a:spcBef>
              <a:buFont typeface="Arial MT"/>
              <a:buChar char="•"/>
              <a:tabLst>
                <a:tab pos="425958" algn="l"/>
              </a:tabLst>
            </a:pPr>
            <a:r>
              <a:rPr sz="2280" dirty="0">
                <a:latin typeface="Calibri"/>
                <a:cs typeface="Calibri"/>
              </a:rPr>
              <a:t>Need</a:t>
            </a:r>
            <a:r>
              <a:rPr sz="2280" spc="-36" dirty="0">
                <a:latin typeface="Calibri"/>
                <a:cs typeface="Calibri"/>
              </a:rPr>
              <a:t> </a:t>
            </a:r>
            <a:r>
              <a:rPr sz="2280" dirty="0">
                <a:latin typeface="Calibri"/>
                <a:cs typeface="Calibri"/>
              </a:rPr>
              <a:t>to</a:t>
            </a:r>
            <a:r>
              <a:rPr sz="2280" spc="-42" dirty="0">
                <a:latin typeface="Calibri"/>
                <a:cs typeface="Calibri"/>
              </a:rPr>
              <a:t> </a:t>
            </a:r>
            <a:r>
              <a:rPr sz="2280" dirty="0">
                <a:latin typeface="Calibri"/>
                <a:cs typeface="Calibri"/>
              </a:rPr>
              <a:t>be</a:t>
            </a:r>
            <a:r>
              <a:rPr sz="2280" spc="-30" dirty="0">
                <a:latin typeface="Calibri"/>
                <a:cs typeface="Calibri"/>
              </a:rPr>
              <a:t> </a:t>
            </a:r>
            <a:r>
              <a:rPr sz="2280" dirty="0">
                <a:latin typeface="Calibri"/>
                <a:cs typeface="Calibri"/>
              </a:rPr>
              <a:t>done</a:t>
            </a:r>
            <a:r>
              <a:rPr sz="2280" spc="-24" dirty="0">
                <a:latin typeface="Calibri"/>
                <a:cs typeface="Calibri"/>
              </a:rPr>
              <a:t> </a:t>
            </a:r>
            <a:r>
              <a:rPr sz="2280" dirty="0">
                <a:latin typeface="Calibri"/>
                <a:cs typeface="Calibri"/>
              </a:rPr>
              <a:t>as</a:t>
            </a:r>
            <a:r>
              <a:rPr sz="2280" spc="-42" dirty="0">
                <a:latin typeface="Calibri"/>
                <a:cs typeface="Calibri"/>
              </a:rPr>
              <a:t> </a:t>
            </a:r>
            <a:r>
              <a:rPr sz="2280" dirty="0">
                <a:latin typeface="Calibri"/>
                <a:cs typeface="Calibri"/>
              </a:rPr>
              <a:t>part</a:t>
            </a:r>
            <a:r>
              <a:rPr sz="2280" spc="-30" dirty="0">
                <a:latin typeface="Calibri"/>
                <a:cs typeface="Calibri"/>
              </a:rPr>
              <a:t> </a:t>
            </a:r>
            <a:r>
              <a:rPr sz="2280" dirty="0">
                <a:latin typeface="Calibri"/>
                <a:cs typeface="Calibri"/>
              </a:rPr>
              <a:t>of</a:t>
            </a:r>
            <a:r>
              <a:rPr sz="2280" spc="-42" dirty="0">
                <a:latin typeface="Calibri"/>
                <a:cs typeface="Calibri"/>
              </a:rPr>
              <a:t> </a:t>
            </a:r>
            <a:r>
              <a:rPr sz="2280" dirty="0">
                <a:latin typeface="Calibri"/>
                <a:cs typeface="Calibri"/>
              </a:rPr>
              <a:t>the</a:t>
            </a:r>
            <a:r>
              <a:rPr sz="2280" spc="-30" dirty="0">
                <a:latin typeface="Calibri"/>
                <a:cs typeface="Calibri"/>
              </a:rPr>
              <a:t> </a:t>
            </a:r>
            <a:r>
              <a:rPr sz="2280" spc="-12" dirty="0">
                <a:latin typeface="Calibri"/>
                <a:cs typeface="Calibri"/>
              </a:rPr>
              <a:t>maintenance</a:t>
            </a:r>
            <a:r>
              <a:rPr sz="2280" spc="-6" dirty="0">
                <a:latin typeface="Calibri"/>
                <a:cs typeface="Calibri"/>
              </a:rPr>
              <a:t> </a:t>
            </a:r>
            <a:r>
              <a:rPr sz="2280" spc="-12" dirty="0">
                <a:latin typeface="Calibri"/>
                <a:cs typeface="Calibri"/>
              </a:rPr>
              <a:t>task.</a:t>
            </a:r>
            <a:endParaRPr sz="2280">
              <a:latin typeface="Calibri"/>
              <a:cs typeface="Calibri"/>
            </a:endParaRPr>
          </a:p>
          <a:p>
            <a:pPr marL="425958" indent="-410718">
              <a:spcBef>
                <a:spcPts val="551"/>
              </a:spcBef>
              <a:buFont typeface="Arial MT"/>
              <a:buChar char="•"/>
              <a:tabLst>
                <a:tab pos="425958" algn="l"/>
              </a:tabLst>
            </a:pPr>
            <a:r>
              <a:rPr sz="2280" dirty="0">
                <a:latin typeface="Calibri"/>
                <a:cs typeface="Calibri"/>
              </a:rPr>
              <a:t>The</a:t>
            </a:r>
            <a:r>
              <a:rPr sz="2280" spc="30" dirty="0">
                <a:latin typeface="Calibri"/>
                <a:cs typeface="Calibri"/>
              </a:rPr>
              <a:t> </a:t>
            </a:r>
            <a:r>
              <a:rPr sz="2280" spc="-12" dirty="0">
                <a:latin typeface="Calibri"/>
                <a:cs typeface="Calibri"/>
              </a:rPr>
              <a:t>redevelopment</a:t>
            </a:r>
            <a:r>
              <a:rPr sz="2280" spc="42" dirty="0">
                <a:latin typeface="Calibri"/>
                <a:cs typeface="Calibri"/>
              </a:rPr>
              <a:t> </a:t>
            </a:r>
            <a:r>
              <a:rPr sz="2280" dirty="0">
                <a:latin typeface="Calibri"/>
                <a:cs typeface="Calibri"/>
              </a:rPr>
              <a:t>of</a:t>
            </a:r>
            <a:r>
              <a:rPr sz="2280" spc="30" dirty="0">
                <a:latin typeface="Calibri"/>
                <a:cs typeface="Calibri"/>
              </a:rPr>
              <a:t> </a:t>
            </a:r>
            <a:r>
              <a:rPr sz="2280" dirty="0">
                <a:latin typeface="Calibri"/>
                <a:cs typeface="Calibri"/>
              </a:rPr>
              <a:t>user</a:t>
            </a:r>
            <a:r>
              <a:rPr sz="2280" spc="30" dirty="0">
                <a:latin typeface="Calibri"/>
                <a:cs typeface="Calibri"/>
              </a:rPr>
              <a:t> </a:t>
            </a:r>
            <a:r>
              <a:rPr sz="2280" dirty="0">
                <a:latin typeface="Calibri"/>
                <a:cs typeface="Calibri"/>
              </a:rPr>
              <a:t>interfaces</a:t>
            </a:r>
            <a:r>
              <a:rPr sz="2280" spc="42" dirty="0">
                <a:latin typeface="Calibri"/>
                <a:cs typeface="Calibri"/>
              </a:rPr>
              <a:t> </a:t>
            </a:r>
            <a:r>
              <a:rPr sz="2280" dirty="0">
                <a:latin typeface="Calibri"/>
                <a:cs typeface="Calibri"/>
              </a:rPr>
              <a:t>has</a:t>
            </a:r>
            <a:r>
              <a:rPr sz="2280" spc="36" dirty="0">
                <a:latin typeface="Calibri"/>
                <a:cs typeface="Calibri"/>
              </a:rPr>
              <a:t> </a:t>
            </a:r>
            <a:r>
              <a:rPr sz="2280" dirty="0">
                <a:latin typeface="Calibri"/>
                <a:cs typeface="Calibri"/>
              </a:rPr>
              <a:t>become</a:t>
            </a:r>
            <a:r>
              <a:rPr sz="2280" spc="36" dirty="0">
                <a:latin typeface="Calibri"/>
                <a:cs typeface="Calibri"/>
              </a:rPr>
              <a:t> </a:t>
            </a:r>
            <a:r>
              <a:rPr sz="2280" dirty="0">
                <a:latin typeface="Calibri"/>
                <a:cs typeface="Calibri"/>
              </a:rPr>
              <a:t>one</a:t>
            </a:r>
            <a:r>
              <a:rPr sz="2280" spc="30" dirty="0">
                <a:latin typeface="Calibri"/>
                <a:cs typeface="Calibri"/>
              </a:rPr>
              <a:t> </a:t>
            </a:r>
            <a:r>
              <a:rPr sz="2280" dirty="0">
                <a:latin typeface="Calibri"/>
                <a:cs typeface="Calibri"/>
              </a:rPr>
              <a:t>of</a:t>
            </a:r>
            <a:r>
              <a:rPr sz="2280" spc="30" dirty="0">
                <a:latin typeface="Calibri"/>
                <a:cs typeface="Calibri"/>
              </a:rPr>
              <a:t> </a:t>
            </a:r>
            <a:r>
              <a:rPr sz="2280" dirty="0">
                <a:latin typeface="Calibri"/>
                <a:cs typeface="Calibri"/>
              </a:rPr>
              <a:t>the</a:t>
            </a:r>
            <a:r>
              <a:rPr sz="2280" spc="42" dirty="0">
                <a:latin typeface="Calibri"/>
                <a:cs typeface="Calibri"/>
              </a:rPr>
              <a:t> </a:t>
            </a:r>
            <a:r>
              <a:rPr sz="2280" dirty="0">
                <a:latin typeface="Calibri"/>
                <a:cs typeface="Calibri"/>
              </a:rPr>
              <a:t>most</a:t>
            </a:r>
            <a:r>
              <a:rPr sz="2280" spc="36" dirty="0">
                <a:latin typeface="Calibri"/>
                <a:cs typeface="Calibri"/>
              </a:rPr>
              <a:t> </a:t>
            </a:r>
            <a:r>
              <a:rPr sz="2280" dirty="0">
                <a:latin typeface="Calibri"/>
                <a:cs typeface="Calibri"/>
              </a:rPr>
              <a:t>common</a:t>
            </a:r>
            <a:r>
              <a:rPr sz="2280" spc="30" dirty="0">
                <a:latin typeface="Calibri"/>
                <a:cs typeface="Calibri"/>
              </a:rPr>
              <a:t> </a:t>
            </a:r>
            <a:r>
              <a:rPr sz="2280" dirty="0">
                <a:latin typeface="Calibri"/>
                <a:cs typeface="Calibri"/>
              </a:rPr>
              <a:t>types</a:t>
            </a:r>
            <a:r>
              <a:rPr sz="2280" spc="36" dirty="0">
                <a:latin typeface="Calibri"/>
                <a:cs typeface="Calibri"/>
              </a:rPr>
              <a:t> </a:t>
            </a:r>
            <a:r>
              <a:rPr sz="2280" spc="-30" dirty="0">
                <a:latin typeface="Calibri"/>
                <a:cs typeface="Calibri"/>
              </a:rPr>
              <a:t>of</a:t>
            </a:r>
            <a:endParaRPr sz="2280">
              <a:latin typeface="Calibri"/>
              <a:cs typeface="Calibri"/>
            </a:endParaRPr>
          </a:p>
          <a:p>
            <a:pPr marL="425958"/>
            <a:r>
              <a:rPr sz="2280" dirty="0">
                <a:latin typeface="Calibri"/>
                <a:cs typeface="Calibri"/>
              </a:rPr>
              <a:t>reengineering</a:t>
            </a:r>
            <a:r>
              <a:rPr sz="2280" spc="-120" dirty="0">
                <a:latin typeface="Calibri"/>
                <a:cs typeface="Calibri"/>
              </a:rPr>
              <a:t> </a:t>
            </a:r>
            <a:r>
              <a:rPr sz="2280" spc="-12" dirty="0">
                <a:latin typeface="Calibri"/>
                <a:cs typeface="Calibri"/>
              </a:rPr>
              <a:t>activity.</a:t>
            </a:r>
            <a:endParaRPr sz="2280">
              <a:latin typeface="Calibri"/>
              <a:cs typeface="Calibri"/>
            </a:endParaRPr>
          </a:p>
          <a:p>
            <a:pPr marL="425958" indent="-410718">
              <a:spcBef>
                <a:spcPts val="546"/>
              </a:spcBef>
              <a:buFont typeface="Arial MT"/>
              <a:buChar char="•"/>
              <a:tabLst>
                <a:tab pos="425958" algn="l"/>
              </a:tabLst>
            </a:pPr>
            <a:r>
              <a:rPr sz="2280" dirty="0">
                <a:latin typeface="Calibri"/>
                <a:cs typeface="Calibri"/>
              </a:rPr>
              <a:t>But</a:t>
            </a:r>
            <a:r>
              <a:rPr sz="2280" spc="-66" dirty="0">
                <a:latin typeface="Calibri"/>
                <a:cs typeface="Calibri"/>
              </a:rPr>
              <a:t> </a:t>
            </a:r>
            <a:r>
              <a:rPr sz="2280" spc="-12" dirty="0">
                <a:latin typeface="Calibri"/>
                <a:cs typeface="Calibri"/>
              </a:rPr>
              <a:t>before</a:t>
            </a:r>
            <a:r>
              <a:rPr sz="2280" spc="-60" dirty="0">
                <a:latin typeface="Calibri"/>
                <a:cs typeface="Calibri"/>
              </a:rPr>
              <a:t> </a:t>
            </a:r>
            <a:r>
              <a:rPr sz="2280" dirty="0">
                <a:latin typeface="Calibri"/>
                <a:cs typeface="Calibri"/>
              </a:rPr>
              <a:t>a</a:t>
            </a:r>
            <a:r>
              <a:rPr sz="2280" spc="-60" dirty="0">
                <a:latin typeface="Calibri"/>
                <a:cs typeface="Calibri"/>
              </a:rPr>
              <a:t> </a:t>
            </a:r>
            <a:r>
              <a:rPr sz="2280" dirty="0">
                <a:latin typeface="Calibri"/>
                <a:cs typeface="Calibri"/>
              </a:rPr>
              <a:t>user</a:t>
            </a:r>
            <a:r>
              <a:rPr sz="2280" spc="-84" dirty="0">
                <a:latin typeface="Calibri"/>
                <a:cs typeface="Calibri"/>
              </a:rPr>
              <a:t> </a:t>
            </a:r>
            <a:r>
              <a:rPr sz="2280" spc="-12" dirty="0">
                <a:latin typeface="Calibri"/>
                <a:cs typeface="Calibri"/>
              </a:rPr>
              <a:t>interface</a:t>
            </a:r>
            <a:r>
              <a:rPr sz="2280" spc="-54" dirty="0">
                <a:latin typeface="Calibri"/>
                <a:cs typeface="Calibri"/>
              </a:rPr>
              <a:t> </a:t>
            </a:r>
            <a:r>
              <a:rPr sz="2280" dirty="0">
                <a:latin typeface="Calibri"/>
                <a:cs typeface="Calibri"/>
              </a:rPr>
              <a:t>can</a:t>
            </a:r>
            <a:r>
              <a:rPr sz="2280" spc="-60" dirty="0">
                <a:latin typeface="Calibri"/>
                <a:cs typeface="Calibri"/>
              </a:rPr>
              <a:t> </a:t>
            </a:r>
            <a:r>
              <a:rPr sz="2280" dirty="0">
                <a:latin typeface="Calibri"/>
                <a:cs typeface="Calibri"/>
              </a:rPr>
              <a:t>be</a:t>
            </a:r>
            <a:r>
              <a:rPr sz="2280" spc="-78" dirty="0">
                <a:latin typeface="Calibri"/>
                <a:cs typeface="Calibri"/>
              </a:rPr>
              <a:t> </a:t>
            </a:r>
            <a:r>
              <a:rPr sz="2280" dirty="0">
                <a:latin typeface="Calibri"/>
                <a:cs typeface="Calibri"/>
              </a:rPr>
              <a:t>rebuilt,</a:t>
            </a:r>
            <a:r>
              <a:rPr sz="2280" spc="-48" dirty="0">
                <a:latin typeface="Calibri"/>
                <a:cs typeface="Calibri"/>
              </a:rPr>
              <a:t> </a:t>
            </a:r>
            <a:r>
              <a:rPr sz="2280" spc="-12" dirty="0">
                <a:latin typeface="Calibri"/>
                <a:cs typeface="Calibri"/>
              </a:rPr>
              <a:t>reverse</a:t>
            </a:r>
            <a:r>
              <a:rPr sz="2280" spc="-30" dirty="0">
                <a:latin typeface="Calibri"/>
                <a:cs typeface="Calibri"/>
              </a:rPr>
              <a:t> </a:t>
            </a:r>
            <a:r>
              <a:rPr sz="2280" dirty="0">
                <a:latin typeface="Calibri"/>
                <a:cs typeface="Calibri"/>
              </a:rPr>
              <a:t>engineering</a:t>
            </a:r>
            <a:r>
              <a:rPr sz="2280" spc="-24" dirty="0">
                <a:latin typeface="Calibri"/>
                <a:cs typeface="Calibri"/>
              </a:rPr>
              <a:t> </a:t>
            </a:r>
            <a:r>
              <a:rPr sz="2280" dirty="0">
                <a:latin typeface="Calibri"/>
                <a:cs typeface="Calibri"/>
              </a:rPr>
              <a:t>should</a:t>
            </a:r>
            <a:r>
              <a:rPr sz="2280" spc="-54" dirty="0">
                <a:latin typeface="Calibri"/>
                <a:cs typeface="Calibri"/>
              </a:rPr>
              <a:t> </a:t>
            </a:r>
            <a:r>
              <a:rPr sz="2280" spc="-12" dirty="0">
                <a:latin typeface="Calibri"/>
                <a:cs typeface="Calibri"/>
              </a:rPr>
              <a:t>occur.</a:t>
            </a:r>
            <a:endParaRPr sz="2280">
              <a:latin typeface="Calibri"/>
              <a:cs typeface="Calibri"/>
            </a:endParaRPr>
          </a:p>
          <a:p>
            <a:pPr marL="425958" indent="-410718">
              <a:spcBef>
                <a:spcPts val="551"/>
              </a:spcBef>
              <a:buFont typeface="Arial MT"/>
              <a:buChar char="•"/>
              <a:tabLst>
                <a:tab pos="425958" algn="l"/>
              </a:tabLst>
            </a:pPr>
            <a:r>
              <a:rPr sz="2280" dirty="0">
                <a:latin typeface="Calibri"/>
                <a:cs typeface="Calibri"/>
              </a:rPr>
              <a:t>To</a:t>
            </a:r>
            <a:r>
              <a:rPr sz="2280" spc="414" dirty="0">
                <a:latin typeface="Calibri"/>
                <a:cs typeface="Calibri"/>
              </a:rPr>
              <a:t> </a:t>
            </a:r>
            <a:r>
              <a:rPr sz="2280" dirty="0">
                <a:latin typeface="Calibri"/>
                <a:cs typeface="Calibri"/>
              </a:rPr>
              <a:t>fully</a:t>
            </a:r>
            <a:r>
              <a:rPr sz="2280" spc="414" dirty="0">
                <a:latin typeface="Calibri"/>
                <a:cs typeface="Calibri"/>
              </a:rPr>
              <a:t> </a:t>
            </a:r>
            <a:r>
              <a:rPr sz="2280" dirty="0">
                <a:latin typeface="Calibri"/>
                <a:cs typeface="Calibri"/>
              </a:rPr>
              <a:t>understand</a:t>
            </a:r>
            <a:r>
              <a:rPr sz="2280" spc="420" dirty="0">
                <a:latin typeface="Calibri"/>
                <a:cs typeface="Calibri"/>
              </a:rPr>
              <a:t> </a:t>
            </a:r>
            <a:r>
              <a:rPr sz="2280" dirty="0">
                <a:latin typeface="Calibri"/>
                <a:cs typeface="Calibri"/>
              </a:rPr>
              <a:t>an</a:t>
            </a:r>
            <a:r>
              <a:rPr sz="2280" spc="420" dirty="0">
                <a:latin typeface="Calibri"/>
                <a:cs typeface="Calibri"/>
              </a:rPr>
              <a:t> </a:t>
            </a:r>
            <a:r>
              <a:rPr sz="2280" dirty="0">
                <a:latin typeface="Calibri"/>
                <a:cs typeface="Calibri"/>
              </a:rPr>
              <a:t>existing</a:t>
            </a:r>
            <a:r>
              <a:rPr sz="2280" spc="420" dirty="0">
                <a:latin typeface="Calibri"/>
                <a:cs typeface="Calibri"/>
              </a:rPr>
              <a:t> </a:t>
            </a:r>
            <a:r>
              <a:rPr sz="2280" dirty="0">
                <a:latin typeface="Calibri"/>
                <a:cs typeface="Calibri"/>
              </a:rPr>
              <a:t>user</a:t>
            </a:r>
            <a:r>
              <a:rPr sz="2280" spc="414" dirty="0">
                <a:latin typeface="Calibri"/>
                <a:cs typeface="Calibri"/>
              </a:rPr>
              <a:t> </a:t>
            </a:r>
            <a:r>
              <a:rPr sz="2280" dirty="0">
                <a:latin typeface="Calibri"/>
                <a:cs typeface="Calibri"/>
              </a:rPr>
              <a:t>interface,</a:t>
            </a:r>
            <a:r>
              <a:rPr sz="2280" spc="426" dirty="0">
                <a:latin typeface="Calibri"/>
                <a:cs typeface="Calibri"/>
              </a:rPr>
              <a:t> </a:t>
            </a:r>
            <a:r>
              <a:rPr sz="2280" dirty="0">
                <a:latin typeface="Calibri"/>
                <a:cs typeface="Calibri"/>
              </a:rPr>
              <a:t>the</a:t>
            </a:r>
            <a:r>
              <a:rPr sz="2280" spc="420" dirty="0">
                <a:latin typeface="Calibri"/>
                <a:cs typeface="Calibri"/>
              </a:rPr>
              <a:t> </a:t>
            </a:r>
            <a:r>
              <a:rPr sz="2280" dirty="0">
                <a:latin typeface="Calibri"/>
                <a:cs typeface="Calibri"/>
              </a:rPr>
              <a:t>structure</a:t>
            </a:r>
            <a:r>
              <a:rPr sz="2280" spc="414" dirty="0">
                <a:latin typeface="Calibri"/>
                <a:cs typeface="Calibri"/>
              </a:rPr>
              <a:t> </a:t>
            </a:r>
            <a:r>
              <a:rPr sz="2280" dirty="0">
                <a:latin typeface="Calibri"/>
                <a:cs typeface="Calibri"/>
              </a:rPr>
              <a:t>and</a:t>
            </a:r>
            <a:r>
              <a:rPr sz="2280" spc="420" dirty="0">
                <a:latin typeface="Calibri"/>
                <a:cs typeface="Calibri"/>
              </a:rPr>
              <a:t> </a:t>
            </a:r>
            <a:r>
              <a:rPr sz="2280" dirty="0">
                <a:latin typeface="Calibri"/>
                <a:cs typeface="Calibri"/>
              </a:rPr>
              <a:t>behavior</a:t>
            </a:r>
            <a:r>
              <a:rPr sz="2280" spc="426" dirty="0">
                <a:latin typeface="Calibri"/>
                <a:cs typeface="Calibri"/>
              </a:rPr>
              <a:t> </a:t>
            </a:r>
            <a:r>
              <a:rPr sz="2280" dirty="0">
                <a:latin typeface="Calibri"/>
                <a:cs typeface="Calibri"/>
              </a:rPr>
              <a:t>of</a:t>
            </a:r>
            <a:r>
              <a:rPr sz="2280" spc="414" dirty="0">
                <a:latin typeface="Calibri"/>
                <a:cs typeface="Calibri"/>
              </a:rPr>
              <a:t> </a:t>
            </a:r>
            <a:r>
              <a:rPr sz="2280" spc="-30" dirty="0">
                <a:latin typeface="Calibri"/>
                <a:cs typeface="Calibri"/>
              </a:rPr>
              <a:t>the</a:t>
            </a:r>
            <a:endParaRPr sz="2280">
              <a:latin typeface="Calibri"/>
              <a:cs typeface="Calibri"/>
            </a:endParaRPr>
          </a:p>
          <a:p>
            <a:pPr marL="425958"/>
            <a:r>
              <a:rPr sz="2280" spc="-12" dirty="0">
                <a:latin typeface="Calibri"/>
                <a:cs typeface="Calibri"/>
              </a:rPr>
              <a:t>interface</a:t>
            </a:r>
            <a:r>
              <a:rPr sz="2280" spc="-48" dirty="0">
                <a:latin typeface="Calibri"/>
                <a:cs typeface="Calibri"/>
              </a:rPr>
              <a:t> </a:t>
            </a:r>
            <a:r>
              <a:rPr sz="2280" dirty="0">
                <a:latin typeface="Calibri"/>
                <a:cs typeface="Calibri"/>
              </a:rPr>
              <a:t>must</a:t>
            </a:r>
            <a:r>
              <a:rPr sz="2280" spc="-54" dirty="0">
                <a:latin typeface="Calibri"/>
                <a:cs typeface="Calibri"/>
              </a:rPr>
              <a:t> </a:t>
            </a:r>
            <a:r>
              <a:rPr sz="2280" dirty="0">
                <a:latin typeface="Calibri"/>
                <a:cs typeface="Calibri"/>
              </a:rPr>
              <a:t>be</a:t>
            </a:r>
            <a:r>
              <a:rPr sz="2280" spc="-54" dirty="0">
                <a:latin typeface="Calibri"/>
                <a:cs typeface="Calibri"/>
              </a:rPr>
              <a:t> </a:t>
            </a:r>
            <a:r>
              <a:rPr sz="2280" spc="-12" dirty="0">
                <a:latin typeface="Calibri"/>
                <a:cs typeface="Calibri"/>
              </a:rPr>
              <a:t>specified.</a:t>
            </a:r>
            <a:endParaRPr sz="2280">
              <a:latin typeface="Calibri"/>
              <a:cs typeface="Calibri"/>
            </a:endParaRPr>
          </a:p>
          <a:p>
            <a:pPr marL="425958" marR="9144" indent="-411480">
              <a:spcBef>
                <a:spcPts val="546"/>
              </a:spcBef>
              <a:buFont typeface="Arial MT"/>
              <a:buChar char="•"/>
              <a:tabLst>
                <a:tab pos="425958" algn="l"/>
              </a:tabLst>
            </a:pPr>
            <a:r>
              <a:rPr sz="2280" dirty="0">
                <a:latin typeface="Calibri"/>
                <a:cs typeface="Calibri"/>
              </a:rPr>
              <a:t>Three</a:t>
            </a:r>
            <a:r>
              <a:rPr sz="2280" spc="558" dirty="0">
                <a:latin typeface="Calibri"/>
                <a:cs typeface="Calibri"/>
              </a:rPr>
              <a:t> </a:t>
            </a:r>
            <a:r>
              <a:rPr sz="2280" dirty="0">
                <a:latin typeface="Calibri"/>
                <a:cs typeface="Calibri"/>
              </a:rPr>
              <a:t>basic</a:t>
            </a:r>
            <a:r>
              <a:rPr sz="2280" spc="558" dirty="0">
                <a:latin typeface="Calibri"/>
                <a:cs typeface="Calibri"/>
              </a:rPr>
              <a:t> </a:t>
            </a:r>
            <a:r>
              <a:rPr sz="2280" dirty="0">
                <a:latin typeface="Calibri"/>
                <a:cs typeface="Calibri"/>
              </a:rPr>
              <a:t>questions</a:t>
            </a:r>
            <a:r>
              <a:rPr sz="2280" spc="564" dirty="0">
                <a:latin typeface="Calibri"/>
                <a:cs typeface="Calibri"/>
              </a:rPr>
              <a:t> </a:t>
            </a:r>
            <a:r>
              <a:rPr sz="2280" dirty="0">
                <a:latin typeface="Calibri"/>
                <a:cs typeface="Calibri"/>
              </a:rPr>
              <a:t>that</a:t>
            </a:r>
            <a:r>
              <a:rPr sz="2280" spc="558" dirty="0">
                <a:latin typeface="Calibri"/>
                <a:cs typeface="Calibri"/>
              </a:rPr>
              <a:t> </a:t>
            </a:r>
            <a:r>
              <a:rPr sz="2280" dirty="0">
                <a:latin typeface="Calibri"/>
                <a:cs typeface="Calibri"/>
              </a:rPr>
              <a:t>must</a:t>
            </a:r>
            <a:r>
              <a:rPr sz="2280" spc="558" dirty="0">
                <a:latin typeface="Calibri"/>
                <a:cs typeface="Calibri"/>
              </a:rPr>
              <a:t> </a:t>
            </a:r>
            <a:r>
              <a:rPr sz="2280" dirty="0">
                <a:latin typeface="Calibri"/>
                <a:cs typeface="Calibri"/>
              </a:rPr>
              <a:t>be</a:t>
            </a:r>
            <a:r>
              <a:rPr sz="2280" spc="558" dirty="0">
                <a:latin typeface="Calibri"/>
                <a:cs typeface="Calibri"/>
              </a:rPr>
              <a:t> </a:t>
            </a:r>
            <a:r>
              <a:rPr sz="2280" dirty="0">
                <a:latin typeface="Calibri"/>
                <a:cs typeface="Calibri"/>
              </a:rPr>
              <a:t>answered</a:t>
            </a:r>
            <a:r>
              <a:rPr sz="2280" spc="564" dirty="0">
                <a:latin typeface="Calibri"/>
                <a:cs typeface="Calibri"/>
              </a:rPr>
              <a:t> </a:t>
            </a:r>
            <a:r>
              <a:rPr sz="2280" dirty="0">
                <a:latin typeface="Calibri"/>
                <a:cs typeface="Calibri"/>
              </a:rPr>
              <a:t>as</a:t>
            </a:r>
            <a:r>
              <a:rPr sz="2280" spc="558" dirty="0">
                <a:latin typeface="Calibri"/>
                <a:cs typeface="Calibri"/>
              </a:rPr>
              <a:t> </a:t>
            </a:r>
            <a:r>
              <a:rPr sz="2280" dirty="0">
                <a:latin typeface="Calibri"/>
                <a:cs typeface="Calibri"/>
              </a:rPr>
              <a:t>reverse</a:t>
            </a:r>
            <a:r>
              <a:rPr sz="2280" spc="558" dirty="0">
                <a:latin typeface="Calibri"/>
                <a:cs typeface="Calibri"/>
              </a:rPr>
              <a:t> </a:t>
            </a:r>
            <a:r>
              <a:rPr sz="2280" dirty="0">
                <a:latin typeface="Calibri"/>
                <a:cs typeface="Calibri"/>
              </a:rPr>
              <a:t>engineering</a:t>
            </a:r>
            <a:r>
              <a:rPr sz="2280" spc="564" dirty="0">
                <a:latin typeface="Calibri"/>
                <a:cs typeface="Calibri"/>
              </a:rPr>
              <a:t> </a:t>
            </a:r>
            <a:r>
              <a:rPr sz="2280" dirty="0">
                <a:latin typeface="Calibri"/>
                <a:cs typeface="Calibri"/>
              </a:rPr>
              <a:t>of</a:t>
            </a:r>
            <a:r>
              <a:rPr sz="2280" spc="551" dirty="0">
                <a:latin typeface="Calibri"/>
                <a:cs typeface="Calibri"/>
              </a:rPr>
              <a:t> </a:t>
            </a:r>
            <a:r>
              <a:rPr sz="2280" dirty="0">
                <a:latin typeface="Calibri"/>
                <a:cs typeface="Calibri"/>
              </a:rPr>
              <a:t>the</a:t>
            </a:r>
            <a:r>
              <a:rPr sz="2280" spc="558" dirty="0">
                <a:latin typeface="Calibri"/>
                <a:cs typeface="Calibri"/>
              </a:rPr>
              <a:t> </a:t>
            </a:r>
            <a:r>
              <a:rPr sz="2280" spc="-30" dirty="0">
                <a:latin typeface="Calibri"/>
                <a:cs typeface="Calibri"/>
              </a:rPr>
              <a:t>UI </a:t>
            </a:r>
            <a:r>
              <a:rPr sz="2280" spc="-12" dirty="0">
                <a:latin typeface="Calibri"/>
                <a:cs typeface="Calibri"/>
              </a:rPr>
              <a:t>commences:</a:t>
            </a:r>
            <a:endParaRPr sz="2280">
              <a:latin typeface="Calibri"/>
              <a:cs typeface="Calibri"/>
            </a:endParaRPr>
          </a:p>
          <a:p>
            <a:pPr marL="907542" lvl="1" indent="-343662">
              <a:spcBef>
                <a:spcPts val="551"/>
              </a:spcBef>
              <a:buFont typeface="Arial MT"/>
              <a:buChar char="–"/>
              <a:tabLst>
                <a:tab pos="907542" algn="l"/>
              </a:tabLst>
            </a:pPr>
            <a:r>
              <a:rPr sz="2280" dirty="0">
                <a:latin typeface="Calibri"/>
                <a:cs typeface="Calibri"/>
              </a:rPr>
              <a:t>What</a:t>
            </a:r>
            <a:r>
              <a:rPr sz="2280" spc="126" dirty="0">
                <a:latin typeface="Calibri"/>
                <a:cs typeface="Calibri"/>
              </a:rPr>
              <a:t> </a:t>
            </a:r>
            <a:r>
              <a:rPr sz="2280" dirty="0">
                <a:latin typeface="Calibri"/>
                <a:cs typeface="Calibri"/>
              </a:rPr>
              <a:t>are</a:t>
            </a:r>
            <a:r>
              <a:rPr sz="2280" spc="132" dirty="0">
                <a:latin typeface="Calibri"/>
                <a:cs typeface="Calibri"/>
              </a:rPr>
              <a:t> </a:t>
            </a:r>
            <a:r>
              <a:rPr sz="2280" dirty="0">
                <a:latin typeface="Calibri"/>
                <a:cs typeface="Calibri"/>
              </a:rPr>
              <a:t>the</a:t>
            </a:r>
            <a:r>
              <a:rPr sz="2280" spc="126" dirty="0">
                <a:latin typeface="Calibri"/>
                <a:cs typeface="Calibri"/>
              </a:rPr>
              <a:t> </a:t>
            </a:r>
            <a:r>
              <a:rPr sz="2280" dirty="0">
                <a:latin typeface="Calibri"/>
                <a:cs typeface="Calibri"/>
              </a:rPr>
              <a:t>basic</a:t>
            </a:r>
            <a:r>
              <a:rPr sz="2280" spc="126" dirty="0">
                <a:latin typeface="Calibri"/>
                <a:cs typeface="Calibri"/>
              </a:rPr>
              <a:t> </a:t>
            </a:r>
            <a:r>
              <a:rPr sz="2280" dirty="0">
                <a:latin typeface="Calibri"/>
                <a:cs typeface="Calibri"/>
              </a:rPr>
              <a:t>actions</a:t>
            </a:r>
            <a:r>
              <a:rPr sz="2280" spc="137" dirty="0">
                <a:latin typeface="Calibri"/>
                <a:cs typeface="Calibri"/>
              </a:rPr>
              <a:t> </a:t>
            </a:r>
            <a:r>
              <a:rPr sz="2280" dirty="0">
                <a:latin typeface="Calibri"/>
                <a:cs typeface="Calibri"/>
              </a:rPr>
              <a:t>(e.g.,</a:t>
            </a:r>
            <a:r>
              <a:rPr sz="2280" spc="120" dirty="0">
                <a:latin typeface="Calibri"/>
                <a:cs typeface="Calibri"/>
              </a:rPr>
              <a:t> </a:t>
            </a:r>
            <a:r>
              <a:rPr sz="2280" spc="-12" dirty="0">
                <a:latin typeface="Calibri"/>
                <a:cs typeface="Calibri"/>
              </a:rPr>
              <a:t>keystrokes</a:t>
            </a:r>
            <a:r>
              <a:rPr sz="2280" spc="132" dirty="0">
                <a:latin typeface="Calibri"/>
                <a:cs typeface="Calibri"/>
              </a:rPr>
              <a:t> </a:t>
            </a:r>
            <a:r>
              <a:rPr sz="2280" dirty="0">
                <a:latin typeface="Calibri"/>
                <a:cs typeface="Calibri"/>
              </a:rPr>
              <a:t>and</a:t>
            </a:r>
            <a:r>
              <a:rPr sz="2280" spc="126" dirty="0">
                <a:latin typeface="Calibri"/>
                <a:cs typeface="Calibri"/>
              </a:rPr>
              <a:t> </a:t>
            </a:r>
            <a:r>
              <a:rPr sz="2280" dirty="0">
                <a:latin typeface="Calibri"/>
                <a:cs typeface="Calibri"/>
              </a:rPr>
              <a:t>mouse</a:t>
            </a:r>
            <a:r>
              <a:rPr sz="2280" spc="132" dirty="0">
                <a:latin typeface="Calibri"/>
                <a:cs typeface="Calibri"/>
              </a:rPr>
              <a:t> </a:t>
            </a:r>
            <a:r>
              <a:rPr sz="2280" dirty="0">
                <a:latin typeface="Calibri"/>
                <a:cs typeface="Calibri"/>
              </a:rPr>
              <a:t>clicks)</a:t>
            </a:r>
            <a:r>
              <a:rPr sz="2280" spc="132" dirty="0">
                <a:latin typeface="Calibri"/>
                <a:cs typeface="Calibri"/>
              </a:rPr>
              <a:t> </a:t>
            </a:r>
            <a:r>
              <a:rPr sz="2280" dirty="0">
                <a:latin typeface="Calibri"/>
                <a:cs typeface="Calibri"/>
              </a:rPr>
              <a:t>that</a:t>
            </a:r>
            <a:r>
              <a:rPr sz="2280" spc="126" dirty="0">
                <a:latin typeface="Calibri"/>
                <a:cs typeface="Calibri"/>
              </a:rPr>
              <a:t> </a:t>
            </a:r>
            <a:r>
              <a:rPr sz="2280" dirty="0">
                <a:latin typeface="Calibri"/>
                <a:cs typeface="Calibri"/>
              </a:rPr>
              <a:t>the</a:t>
            </a:r>
            <a:r>
              <a:rPr sz="2280" spc="126" dirty="0">
                <a:latin typeface="Calibri"/>
                <a:cs typeface="Calibri"/>
              </a:rPr>
              <a:t> </a:t>
            </a:r>
            <a:r>
              <a:rPr sz="2280" spc="-12" dirty="0">
                <a:latin typeface="Calibri"/>
                <a:cs typeface="Calibri"/>
              </a:rPr>
              <a:t>interface</a:t>
            </a:r>
            <a:endParaRPr sz="2280">
              <a:latin typeface="Calibri"/>
              <a:cs typeface="Calibri"/>
            </a:endParaRPr>
          </a:p>
          <a:p>
            <a:pPr marL="907542"/>
            <a:r>
              <a:rPr sz="2280" dirty="0">
                <a:latin typeface="Calibri"/>
                <a:cs typeface="Calibri"/>
              </a:rPr>
              <a:t>must</a:t>
            </a:r>
            <a:r>
              <a:rPr sz="2280" spc="-48" dirty="0">
                <a:latin typeface="Calibri"/>
                <a:cs typeface="Calibri"/>
              </a:rPr>
              <a:t> </a:t>
            </a:r>
            <a:r>
              <a:rPr sz="2280" spc="-12" dirty="0">
                <a:latin typeface="Calibri"/>
                <a:cs typeface="Calibri"/>
              </a:rPr>
              <a:t>process?</a:t>
            </a:r>
            <a:endParaRPr sz="2280">
              <a:latin typeface="Calibri"/>
              <a:cs typeface="Calibri"/>
            </a:endParaRPr>
          </a:p>
          <a:p>
            <a:pPr marL="907542" lvl="1" indent="-343662">
              <a:spcBef>
                <a:spcPts val="546"/>
              </a:spcBef>
              <a:buFont typeface="Arial MT"/>
              <a:buChar char="–"/>
              <a:tabLst>
                <a:tab pos="907542" algn="l"/>
              </a:tabLst>
            </a:pPr>
            <a:r>
              <a:rPr sz="2280" dirty="0">
                <a:latin typeface="Calibri"/>
                <a:cs typeface="Calibri"/>
              </a:rPr>
              <a:t>What</a:t>
            </a:r>
            <a:r>
              <a:rPr sz="2280" spc="42" dirty="0">
                <a:latin typeface="Calibri"/>
                <a:cs typeface="Calibri"/>
              </a:rPr>
              <a:t> </a:t>
            </a:r>
            <a:r>
              <a:rPr sz="2280" dirty="0">
                <a:latin typeface="Calibri"/>
                <a:cs typeface="Calibri"/>
              </a:rPr>
              <a:t>is</a:t>
            </a:r>
            <a:r>
              <a:rPr sz="2280" spc="36" dirty="0">
                <a:latin typeface="Calibri"/>
                <a:cs typeface="Calibri"/>
              </a:rPr>
              <a:t> </a:t>
            </a:r>
            <a:r>
              <a:rPr sz="2280" dirty="0">
                <a:latin typeface="Calibri"/>
                <a:cs typeface="Calibri"/>
              </a:rPr>
              <a:t>a</a:t>
            </a:r>
            <a:r>
              <a:rPr sz="2280" spc="24" dirty="0">
                <a:latin typeface="Calibri"/>
                <a:cs typeface="Calibri"/>
              </a:rPr>
              <a:t> </a:t>
            </a:r>
            <a:r>
              <a:rPr sz="2280" dirty="0">
                <a:latin typeface="Calibri"/>
                <a:cs typeface="Calibri"/>
              </a:rPr>
              <a:t>compact</a:t>
            </a:r>
            <a:r>
              <a:rPr sz="2280" spc="42" dirty="0">
                <a:latin typeface="Calibri"/>
                <a:cs typeface="Calibri"/>
              </a:rPr>
              <a:t> </a:t>
            </a:r>
            <a:r>
              <a:rPr sz="2280" dirty="0">
                <a:latin typeface="Calibri"/>
                <a:cs typeface="Calibri"/>
              </a:rPr>
              <a:t>description</a:t>
            </a:r>
            <a:r>
              <a:rPr sz="2280" spc="54" dirty="0">
                <a:latin typeface="Calibri"/>
                <a:cs typeface="Calibri"/>
              </a:rPr>
              <a:t> </a:t>
            </a:r>
            <a:r>
              <a:rPr sz="2280" dirty="0">
                <a:latin typeface="Calibri"/>
                <a:cs typeface="Calibri"/>
              </a:rPr>
              <a:t>of</a:t>
            </a:r>
            <a:r>
              <a:rPr sz="2280" spc="48" dirty="0">
                <a:latin typeface="Calibri"/>
                <a:cs typeface="Calibri"/>
              </a:rPr>
              <a:t> </a:t>
            </a:r>
            <a:r>
              <a:rPr sz="2280" dirty="0">
                <a:latin typeface="Calibri"/>
                <a:cs typeface="Calibri"/>
              </a:rPr>
              <a:t>the</a:t>
            </a:r>
            <a:r>
              <a:rPr sz="2280" spc="48" dirty="0">
                <a:latin typeface="Calibri"/>
                <a:cs typeface="Calibri"/>
              </a:rPr>
              <a:t> </a:t>
            </a:r>
            <a:r>
              <a:rPr sz="2280" dirty="0">
                <a:latin typeface="Calibri"/>
                <a:cs typeface="Calibri"/>
              </a:rPr>
              <a:t>behavioral</a:t>
            </a:r>
            <a:r>
              <a:rPr sz="2280" spc="48" dirty="0">
                <a:latin typeface="Calibri"/>
                <a:cs typeface="Calibri"/>
              </a:rPr>
              <a:t> </a:t>
            </a:r>
            <a:r>
              <a:rPr sz="2280" dirty="0">
                <a:latin typeface="Calibri"/>
                <a:cs typeface="Calibri"/>
              </a:rPr>
              <a:t>response</a:t>
            </a:r>
            <a:r>
              <a:rPr sz="2280" spc="48" dirty="0">
                <a:latin typeface="Calibri"/>
                <a:cs typeface="Calibri"/>
              </a:rPr>
              <a:t> </a:t>
            </a:r>
            <a:r>
              <a:rPr sz="2280" dirty="0">
                <a:latin typeface="Calibri"/>
                <a:cs typeface="Calibri"/>
              </a:rPr>
              <a:t>of</a:t>
            </a:r>
            <a:r>
              <a:rPr sz="2280" spc="30" dirty="0">
                <a:latin typeface="Calibri"/>
                <a:cs typeface="Calibri"/>
              </a:rPr>
              <a:t> </a:t>
            </a:r>
            <a:r>
              <a:rPr sz="2280" dirty="0">
                <a:latin typeface="Calibri"/>
                <a:cs typeface="Calibri"/>
              </a:rPr>
              <a:t>the</a:t>
            </a:r>
            <a:r>
              <a:rPr sz="2280" spc="48" dirty="0">
                <a:latin typeface="Calibri"/>
                <a:cs typeface="Calibri"/>
              </a:rPr>
              <a:t> </a:t>
            </a:r>
            <a:r>
              <a:rPr sz="2280" dirty="0">
                <a:latin typeface="Calibri"/>
                <a:cs typeface="Calibri"/>
              </a:rPr>
              <a:t>system</a:t>
            </a:r>
            <a:r>
              <a:rPr sz="2280" spc="48" dirty="0">
                <a:latin typeface="Calibri"/>
                <a:cs typeface="Calibri"/>
              </a:rPr>
              <a:t> </a:t>
            </a:r>
            <a:r>
              <a:rPr sz="2280" dirty="0">
                <a:latin typeface="Calibri"/>
                <a:cs typeface="Calibri"/>
              </a:rPr>
              <a:t>to</a:t>
            </a:r>
            <a:r>
              <a:rPr sz="2280" spc="42" dirty="0">
                <a:latin typeface="Calibri"/>
                <a:cs typeface="Calibri"/>
              </a:rPr>
              <a:t> </a:t>
            </a:r>
            <a:r>
              <a:rPr sz="2280" spc="-12" dirty="0">
                <a:latin typeface="Calibri"/>
                <a:cs typeface="Calibri"/>
              </a:rPr>
              <a:t>these</a:t>
            </a:r>
            <a:endParaRPr sz="2280">
              <a:latin typeface="Calibri"/>
              <a:cs typeface="Calibri"/>
            </a:endParaRPr>
          </a:p>
          <a:p>
            <a:pPr marL="907542"/>
            <a:r>
              <a:rPr sz="2280" spc="-12" dirty="0">
                <a:latin typeface="Calibri"/>
                <a:cs typeface="Calibri"/>
              </a:rPr>
              <a:t>actions?</a:t>
            </a:r>
            <a:endParaRPr sz="2280">
              <a:latin typeface="Calibri"/>
              <a:cs typeface="Calibri"/>
            </a:endParaRPr>
          </a:p>
          <a:p>
            <a:pPr marL="907542" marR="6096" lvl="1" indent="-344424">
              <a:spcBef>
                <a:spcPts val="551"/>
              </a:spcBef>
              <a:buFont typeface="Arial MT"/>
              <a:buChar char="–"/>
              <a:tabLst>
                <a:tab pos="907542" algn="l"/>
                <a:tab pos="1741932" algn="l"/>
                <a:tab pos="2109216" algn="l"/>
                <a:tab pos="3058668" algn="l"/>
                <a:tab pos="3530346" algn="l"/>
                <a:tab pos="3858006" algn="l"/>
                <a:tab pos="5827776" algn="l"/>
                <a:tab pos="6270498" algn="l"/>
                <a:tab pos="7084314" algn="l"/>
                <a:tab pos="8362950" algn="l"/>
                <a:tab pos="9144000" algn="l"/>
                <a:tab pos="10272522" algn="l"/>
              </a:tabLst>
            </a:pPr>
            <a:r>
              <a:rPr sz="2280" spc="-24" dirty="0">
                <a:latin typeface="Calibri"/>
                <a:cs typeface="Calibri"/>
              </a:rPr>
              <a:t>What</a:t>
            </a:r>
            <a:r>
              <a:rPr sz="2280" dirty="0">
                <a:latin typeface="Calibri"/>
                <a:cs typeface="Calibri"/>
              </a:rPr>
              <a:t>	</a:t>
            </a:r>
            <a:r>
              <a:rPr sz="2280" spc="-30" dirty="0">
                <a:latin typeface="Calibri"/>
                <a:cs typeface="Calibri"/>
              </a:rPr>
              <a:t>is</a:t>
            </a:r>
            <a:r>
              <a:rPr sz="2280" dirty="0">
                <a:latin typeface="Calibri"/>
                <a:cs typeface="Calibri"/>
              </a:rPr>
              <a:t>	</a:t>
            </a:r>
            <a:r>
              <a:rPr sz="2280" spc="-12" dirty="0">
                <a:latin typeface="Calibri"/>
                <a:cs typeface="Calibri"/>
              </a:rPr>
              <a:t>meant</a:t>
            </a:r>
            <a:r>
              <a:rPr sz="2280" dirty="0">
                <a:latin typeface="Calibri"/>
                <a:cs typeface="Calibri"/>
              </a:rPr>
              <a:t>	</a:t>
            </a:r>
            <a:r>
              <a:rPr sz="2280" spc="-30" dirty="0">
                <a:latin typeface="Calibri"/>
                <a:cs typeface="Calibri"/>
              </a:rPr>
              <a:t>by</a:t>
            </a:r>
            <a:r>
              <a:rPr sz="2280" dirty="0">
                <a:latin typeface="Calibri"/>
                <a:cs typeface="Calibri"/>
              </a:rPr>
              <a:t>	</a:t>
            </a:r>
            <a:r>
              <a:rPr sz="2280" spc="-60" dirty="0">
                <a:latin typeface="Calibri"/>
                <a:cs typeface="Calibri"/>
              </a:rPr>
              <a:t>a</a:t>
            </a:r>
            <a:r>
              <a:rPr sz="2280" dirty="0">
                <a:latin typeface="Calibri"/>
                <a:cs typeface="Calibri"/>
              </a:rPr>
              <a:t>	</a:t>
            </a:r>
            <a:r>
              <a:rPr sz="2280" spc="-12" dirty="0">
                <a:latin typeface="Calibri"/>
                <a:cs typeface="Calibri"/>
              </a:rPr>
              <a:t>“replacement,”</a:t>
            </a:r>
            <a:r>
              <a:rPr sz="2280" dirty="0">
                <a:latin typeface="Calibri"/>
                <a:cs typeface="Calibri"/>
              </a:rPr>
              <a:t>	</a:t>
            </a:r>
            <a:r>
              <a:rPr sz="2280" spc="-30" dirty="0">
                <a:latin typeface="Calibri"/>
                <a:cs typeface="Calibri"/>
              </a:rPr>
              <a:t>or</a:t>
            </a:r>
            <a:r>
              <a:rPr sz="2280" dirty="0">
                <a:latin typeface="Calibri"/>
                <a:cs typeface="Calibri"/>
              </a:rPr>
              <a:t>	</a:t>
            </a:r>
            <a:r>
              <a:rPr sz="2280" spc="-24" dirty="0">
                <a:latin typeface="Calibri"/>
                <a:cs typeface="Calibri"/>
              </a:rPr>
              <a:t>more</a:t>
            </a:r>
            <a:r>
              <a:rPr sz="2280" dirty="0">
                <a:latin typeface="Calibri"/>
                <a:cs typeface="Calibri"/>
              </a:rPr>
              <a:t>	</a:t>
            </a:r>
            <a:r>
              <a:rPr sz="2280" spc="-12" dirty="0">
                <a:latin typeface="Calibri"/>
                <a:cs typeface="Calibri"/>
              </a:rPr>
              <a:t>precisely,</a:t>
            </a:r>
            <a:r>
              <a:rPr sz="2280" dirty="0">
                <a:latin typeface="Calibri"/>
                <a:cs typeface="Calibri"/>
              </a:rPr>
              <a:t>	</a:t>
            </a:r>
            <a:r>
              <a:rPr sz="2280" spc="-24" dirty="0">
                <a:latin typeface="Calibri"/>
                <a:cs typeface="Calibri"/>
              </a:rPr>
              <a:t>what</a:t>
            </a:r>
            <a:r>
              <a:rPr sz="2280" dirty="0">
                <a:latin typeface="Calibri"/>
                <a:cs typeface="Calibri"/>
              </a:rPr>
              <a:t>	</a:t>
            </a:r>
            <a:r>
              <a:rPr sz="2280" spc="-12" dirty="0">
                <a:latin typeface="Calibri"/>
                <a:cs typeface="Calibri"/>
              </a:rPr>
              <a:t>concept</a:t>
            </a:r>
            <a:r>
              <a:rPr sz="2280" dirty="0">
                <a:latin typeface="Calibri"/>
                <a:cs typeface="Calibri"/>
              </a:rPr>
              <a:t>	</a:t>
            </a:r>
            <a:r>
              <a:rPr sz="2280" spc="-30" dirty="0">
                <a:latin typeface="Calibri"/>
                <a:cs typeface="Calibri"/>
              </a:rPr>
              <a:t>of </a:t>
            </a:r>
            <a:r>
              <a:rPr sz="2280" dirty="0">
                <a:latin typeface="Calibri"/>
                <a:cs typeface="Calibri"/>
              </a:rPr>
              <a:t>equivalence</a:t>
            </a:r>
            <a:r>
              <a:rPr sz="2280" spc="-36" dirty="0">
                <a:latin typeface="Calibri"/>
                <a:cs typeface="Calibri"/>
              </a:rPr>
              <a:t> </a:t>
            </a:r>
            <a:r>
              <a:rPr sz="2280" dirty="0">
                <a:latin typeface="Calibri"/>
                <a:cs typeface="Calibri"/>
              </a:rPr>
              <a:t>of</a:t>
            </a:r>
            <a:r>
              <a:rPr sz="2280" spc="-72" dirty="0">
                <a:latin typeface="Calibri"/>
                <a:cs typeface="Calibri"/>
              </a:rPr>
              <a:t> </a:t>
            </a:r>
            <a:r>
              <a:rPr sz="2280" spc="-12" dirty="0">
                <a:latin typeface="Calibri"/>
                <a:cs typeface="Calibri"/>
              </a:rPr>
              <a:t>interfaces</a:t>
            </a:r>
            <a:r>
              <a:rPr sz="2280" spc="-66" dirty="0">
                <a:latin typeface="Calibri"/>
                <a:cs typeface="Calibri"/>
              </a:rPr>
              <a:t> </a:t>
            </a:r>
            <a:r>
              <a:rPr sz="2280" dirty="0">
                <a:latin typeface="Calibri"/>
                <a:cs typeface="Calibri"/>
              </a:rPr>
              <a:t>is</a:t>
            </a:r>
            <a:r>
              <a:rPr sz="2280" spc="-66" dirty="0">
                <a:latin typeface="Calibri"/>
                <a:cs typeface="Calibri"/>
              </a:rPr>
              <a:t> </a:t>
            </a:r>
            <a:r>
              <a:rPr sz="2280" spc="-12" dirty="0">
                <a:latin typeface="Calibri"/>
                <a:cs typeface="Calibri"/>
              </a:rPr>
              <a:t>relevant</a:t>
            </a:r>
            <a:r>
              <a:rPr sz="2280" spc="-48" dirty="0">
                <a:latin typeface="Calibri"/>
                <a:cs typeface="Calibri"/>
              </a:rPr>
              <a:t> </a:t>
            </a:r>
            <a:r>
              <a:rPr sz="2280" spc="-12" dirty="0">
                <a:latin typeface="Calibri"/>
                <a:cs typeface="Calibri"/>
              </a:rPr>
              <a:t>here?</a:t>
            </a:r>
            <a:endParaRPr sz="2280">
              <a:latin typeface="Calibri"/>
              <a:cs typeface="Calibri"/>
            </a:endParaRPr>
          </a:p>
        </p:txBody>
      </p:sp>
    </p:spTree>
    <p:extLst>
      <p:ext uri="{BB962C8B-B14F-4D97-AF65-F5344CB8AC3E}">
        <p14:creationId xmlns:p14="http://schemas.microsoft.com/office/powerpoint/2010/main" val="26578461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Reuse</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437924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prstGeom prst="rect">
            <a:avLst/>
          </a:prstGeom>
        </p:spPr>
        <p:txBody>
          <a:bodyPr vert="horz" wrap="square" lIns="0" tIns="14478" rIns="0" bIns="0" rtlCol="0" anchor="b">
            <a:spAutoFit/>
          </a:bodyPr>
          <a:lstStyle/>
          <a:p>
            <a:pPr marL="3063240">
              <a:lnSpc>
                <a:spcPct val="100000"/>
              </a:lnSpc>
              <a:spcBef>
                <a:spcPts val="114"/>
              </a:spcBef>
            </a:pPr>
            <a:r>
              <a:rPr spc="-24" dirty="0"/>
              <a:t>SOFTWARE</a:t>
            </a:r>
            <a:r>
              <a:rPr spc="-198" dirty="0"/>
              <a:t> </a:t>
            </a:r>
            <a:r>
              <a:rPr spc="-12" dirty="0"/>
              <a:t>REUSE</a:t>
            </a:r>
          </a:p>
        </p:txBody>
      </p:sp>
      <p:sp>
        <p:nvSpPr>
          <p:cNvPr id="7" name="Content Placeholder 6"/>
          <p:cNvSpPr>
            <a:spLocks noGrp="1"/>
          </p:cNvSpPr>
          <p:nvPr>
            <p:ph idx="1"/>
          </p:nvPr>
        </p:nvSpPr>
        <p:spPr>
          <a:xfrm>
            <a:off x="509047" y="1845733"/>
            <a:ext cx="11170763" cy="4611627"/>
          </a:xfrm>
        </p:spPr>
        <p:txBody>
          <a:bodyPr>
            <a:normAutofit fontScale="92500" lnSpcReduction="20000"/>
          </a:bodyPr>
          <a:lstStyle/>
          <a:p>
            <a:pPr marL="425958" indent="-410718" algn="just">
              <a:spcBef>
                <a:spcPts val="114"/>
              </a:spcBef>
              <a:buFont typeface="Arial MT"/>
              <a:buChar char="•"/>
              <a:tabLst>
                <a:tab pos="425958" algn="l"/>
              </a:tabLst>
            </a:pPr>
            <a:r>
              <a:rPr lang="en-US" sz="2280" spc="-24" dirty="0">
                <a:cs typeface="Calibri"/>
              </a:rPr>
              <a:t>Reuse-</a:t>
            </a:r>
            <a:r>
              <a:rPr lang="en-US" sz="2280" dirty="0">
                <a:cs typeface="Calibri"/>
              </a:rPr>
              <a:t>based</a:t>
            </a:r>
            <a:r>
              <a:rPr lang="en-US" sz="2280" spc="540" dirty="0">
                <a:cs typeface="Calibri"/>
              </a:rPr>
              <a:t> </a:t>
            </a:r>
            <a:r>
              <a:rPr lang="en-US" sz="2280" dirty="0">
                <a:cs typeface="Calibri"/>
              </a:rPr>
              <a:t>software</a:t>
            </a:r>
            <a:r>
              <a:rPr lang="en-US" sz="2280" spc="540" dirty="0">
                <a:cs typeface="Calibri"/>
              </a:rPr>
              <a:t> </a:t>
            </a:r>
            <a:r>
              <a:rPr lang="en-US" sz="2280" dirty="0">
                <a:cs typeface="Calibri"/>
              </a:rPr>
              <a:t>engineering</a:t>
            </a:r>
            <a:r>
              <a:rPr lang="en-US" sz="2280" spc="546" dirty="0">
                <a:cs typeface="Calibri"/>
              </a:rPr>
              <a:t> </a:t>
            </a:r>
            <a:r>
              <a:rPr lang="en-US" sz="2280" dirty="0">
                <a:cs typeface="Calibri"/>
              </a:rPr>
              <a:t>is</a:t>
            </a:r>
            <a:r>
              <a:rPr lang="en-US" sz="2280" spc="540" dirty="0">
                <a:cs typeface="Calibri"/>
              </a:rPr>
              <a:t> </a:t>
            </a:r>
            <a:r>
              <a:rPr lang="en-US" sz="2280" dirty="0">
                <a:cs typeface="Calibri"/>
              </a:rPr>
              <a:t>an</a:t>
            </a:r>
            <a:r>
              <a:rPr lang="en-US" sz="2280" spc="521" dirty="0">
                <a:cs typeface="Calibri"/>
              </a:rPr>
              <a:t> </a:t>
            </a:r>
            <a:r>
              <a:rPr lang="en-US" sz="2280" dirty="0">
                <a:cs typeface="Calibri"/>
              </a:rPr>
              <a:t>approach</a:t>
            </a:r>
            <a:r>
              <a:rPr lang="en-US" sz="2280" spc="540" dirty="0">
                <a:cs typeface="Calibri"/>
              </a:rPr>
              <a:t> </a:t>
            </a:r>
            <a:r>
              <a:rPr lang="en-US" sz="2280" dirty="0">
                <a:cs typeface="Calibri"/>
              </a:rPr>
              <a:t>to</a:t>
            </a:r>
            <a:r>
              <a:rPr lang="en-US" sz="2280" spc="534" dirty="0">
                <a:cs typeface="Calibri"/>
              </a:rPr>
              <a:t> </a:t>
            </a:r>
            <a:r>
              <a:rPr lang="en-US" sz="2280" dirty="0">
                <a:cs typeface="Calibri"/>
              </a:rPr>
              <a:t>development</a:t>
            </a:r>
            <a:r>
              <a:rPr lang="en-US" sz="2280" spc="534" dirty="0">
                <a:cs typeface="Calibri"/>
              </a:rPr>
              <a:t> </a:t>
            </a:r>
            <a:r>
              <a:rPr lang="en-US" sz="2280" dirty="0">
                <a:cs typeface="Calibri"/>
              </a:rPr>
              <a:t>that</a:t>
            </a:r>
            <a:r>
              <a:rPr lang="en-US" sz="2280" spc="551" dirty="0">
                <a:cs typeface="Calibri"/>
              </a:rPr>
              <a:t> </a:t>
            </a:r>
            <a:r>
              <a:rPr lang="en-US" sz="2280" b="1" dirty="0">
                <a:cs typeface="Calibri"/>
              </a:rPr>
              <a:t>tries</a:t>
            </a:r>
            <a:r>
              <a:rPr lang="en-US" sz="2280" b="1" spc="528" dirty="0">
                <a:cs typeface="Calibri"/>
              </a:rPr>
              <a:t> </a:t>
            </a:r>
            <a:r>
              <a:rPr lang="en-US" sz="2280" b="1" spc="-30" dirty="0">
                <a:cs typeface="Calibri"/>
              </a:rPr>
              <a:t>to m</a:t>
            </a:r>
            <a:r>
              <a:rPr lang="en-US" sz="2280" b="1" dirty="0">
                <a:cs typeface="Calibri"/>
              </a:rPr>
              <a:t>aximize</a:t>
            </a:r>
            <a:r>
              <a:rPr lang="en-US" sz="2280" b="1" spc="-54" dirty="0">
                <a:cs typeface="Calibri"/>
              </a:rPr>
              <a:t> </a:t>
            </a:r>
            <a:r>
              <a:rPr lang="en-US" sz="2280" b="1" dirty="0">
                <a:cs typeface="Calibri"/>
              </a:rPr>
              <a:t>the</a:t>
            </a:r>
            <a:r>
              <a:rPr lang="en-US" sz="2280" b="1" spc="-78" dirty="0">
                <a:cs typeface="Calibri"/>
              </a:rPr>
              <a:t> </a:t>
            </a:r>
            <a:r>
              <a:rPr lang="en-US" sz="2280" b="1" dirty="0">
                <a:cs typeface="Calibri"/>
              </a:rPr>
              <a:t>reuse</a:t>
            </a:r>
            <a:r>
              <a:rPr lang="en-US" sz="2280" b="1" spc="-78" dirty="0">
                <a:cs typeface="Calibri"/>
              </a:rPr>
              <a:t> </a:t>
            </a:r>
            <a:r>
              <a:rPr lang="en-US" sz="2280" b="1" dirty="0">
                <a:cs typeface="Calibri"/>
              </a:rPr>
              <a:t>of</a:t>
            </a:r>
            <a:r>
              <a:rPr lang="en-US" sz="2280" b="1" spc="-96" dirty="0">
                <a:cs typeface="Calibri"/>
              </a:rPr>
              <a:t> </a:t>
            </a:r>
            <a:r>
              <a:rPr lang="en-US" sz="2280" b="1" dirty="0">
                <a:cs typeface="Calibri"/>
              </a:rPr>
              <a:t>existing</a:t>
            </a:r>
            <a:r>
              <a:rPr lang="en-US" sz="2280" b="1" spc="-66" dirty="0">
                <a:cs typeface="Calibri"/>
              </a:rPr>
              <a:t> </a:t>
            </a:r>
            <a:r>
              <a:rPr lang="en-US" sz="2280" b="1" spc="-12" dirty="0">
                <a:cs typeface="Calibri"/>
              </a:rPr>
              <a:t>software.</a:t>
            </a:r>
            <a:endParaRPr lang="en-US" sz="2280" b="1" dirty="0">
              <a:cs typeface="Calibri"/>
            </a:endParaRPr>
          </a:p>
          <a:p>
            <a:pPr marL="425958" indent="-410718" algn="just">
              <a:spcBef>
                <a:spcPts val="551"/>
              </a:spcBef>
              <a:buFont typeface="Arial MT"/>
              <a:buChar char="•"/>
              <a:tabLst>
                <a:tab pos="425958" algn="l"/>
              </a:tabLst>
            </a:pPr>
            <a:r>
              <a:rPr lang="en-US" sz="2280" dirty="0">
                <a:cs typeface="Calibri"/>
              </a:rPr>
              <a:t>The</a:t>
            </a:r>
            <a:r>
              <a:rPr lang="en-US" sz="2280" spc="-60" dirty="0">
                <a:cs typeface="Calibri"/>
              </a:rPr>
              <a:t> </a:t>
            </a:r>
            <a:r>
              <a:rPr lang="en-US" sz="2280" spc="-12" dirty="0">
                <a:cs typeface="Calibri"/>
              </a:rPr>
              <a:t>software</a:t>
            </a:r>
            <a:r>
              <a:rPr lang="en-US" sz="2280" spc="-54" dirty="0">
                <a:cs typeface="Calibri"/>
              </a:rPr>
              <a:t> </a:t>
            </a:r>
            <a:r>
              <a:rPr lang="en-US" sz="2280" dirty="0">
                <a:cs typeface="Calibri"/>
              </a:rPr>
              <a:t>units</a:t>
            </a:r>
            <a:r>
              <a:rPr lang="en-US" sz="2280" spc="-60" dirty="0">
                <a:cs typeface="Calibri"/>
              </a:rPr>
              <a:t> </a:t>
            </a:r>
            <a:r>
              <a:rPr lang="en-US" sz="2280" dirty="0">
                <a:cs typeface="Calibri"/>
              </a:rPr>
              <a:t>that</a:t>
            </a:r>
            <a:r>
              <a:rPr lang="en-US" sz="2280" spc="-60" dirty="0">
                <a:cs typeface="Calibri"/>
              </a:rPr>
              <a:t> </a:t>
            </a:r>
            <a:r>
              <a:rPr lang="en-US" sz="2280" dirty="0">
                <a:cs typeface="Calibri"/>
              </a:rPr>
              <a:t>are</a:t>
            </a:r>
            <a:r>
              <a:rPr lang="en-US" sz="2280" spc="-54" dirty="0">
                <a:cs typeface="Calibri"/>
              </a:rPr>
              <a:t> </a:t>
            </a:r>
            <a:r>
              <a:rPr lang="en-US" sz="2280" dirty="0">
                <a:cs typeface="Calibri"/>
              </a:rPr>
              <a:t>reused</a:t>
            </a:r>
            <a:r>
              <a:rPr lang="en-US" sz="2280" spc="-48" dirty="0">
                <a:cs typeface="Calibri"/>
              </a:rPr>
              <a:t> </a:t>
            </a:r>
            <a:r>
              <a:rPr lang="en-US" sz="2280" dirty="0">
                <a:cs typeface="Calibri"/>
              </a:rPr>
              <a:t>may</a:t>
            </a:r>
            <a:r>
              <a:rPr lang="en-US" sz="2280" spc="-66" dirty="0">
                <a:cs typeface="Calibri"/>
              </a:rPr>
              <a:t> </a:t>
            </a:r>
            <a:r>
              <a:rPr lang="en-US" sz="2280" dirty="0">
                <a:cs typeface="Calibri"/>
              </a:rPr>
              <a:t>be</a:t>
            </a:r>
            <a:r>
              <a:rPr lang="en-US" sz="2280" spc="-54" dirty="0">
                <a:cs typeface="Calibri"/>
              </a:rPr>
              <a:t> </a:t>
            </a:r>
            <a:r>
              <a:rPr lang="en-US" sz="2280" dirty="0">
                <a:cs typeface="Calibri"/>
              </a:rPr>
              <a:t>of</a:t>
            </a:r>
            <a:r>
              <a:rPr lang="en-US" sz="2280" spc="-66" dirty="0">
                <a:cs typeface="Calibri"/>
              </a:rPr>
              <a:t> </a:t>
            </a:r>
            <a:r>
              <a:rPr lang="en-US" sz="2280" spc="-12" dirty="0">
                <a:cs typeface="Calibri"/>
              </a:rPr>
              <a:t>radically</a:t>
            </a:r>
            <a:r>
              <a:rPr lang="en-US" sz="2280" spc="-54" dirty="0">
                <a:cs typeface="Calibri"/>
              </a:rPr>
              <a:t> </a:t>
            </a:r>
            <a:r>
              <a:rPr lang="en-US" sz="2280" spc="-12" dirty="0">
                <a:cs typeface="Calibri"/>
              </a:rPr>
              <a:t>different</a:t>
            </a:r>
            <a:r>
              <a:rPr lang="en-US" sz="2280" spc="-36" dirty="0">
                <a:cs typeface="Calibri"/>
              </a:rPr>
              <a:t> </a:t>
            </a:r>
            <a:r>
              <a:rPr lang="en-US" sz="2280" spc="-12" dirty="0">
                <a:cs typeface="Calibri"/>
              </a:rPr>
              <a:t>sizes.</a:t>
            </a:r>
            <a:endParaRPr lang="en-US" sz="2280" dirty="0">
              <a:cs typeface="Calibri"/>
            </a:endParaRPr>
          </a:p>
          <a:p>
            <a:pPr marL="761238" lvl="1" indent="-356616" algn="just">
              <a:spcBef>
                <a:spcPts val="546"/>
              </a:spcBef>
              <a:buAutoNum type="alphaLcPeriod"/>
              <a:tabLst>
                <a:tab pos="761238" algn="l"/>
              </a:tabLst>
            </a:pPr>
            <a:r>
              <a:rPr lang="en-US" sz="2280" b="1" i="1" dirty="0">
                <a:solidFill>
                  <a:srgbClr val="C00000"/>
                </a:solidFill>
                <a:cs typeface="Calibri"/>
              </a:rPr>
              <a:t>System</a:t>
            </a:r>
            <a:r>
              <a:rPr lang="en-US" sz="2280" b="1" i="1" spc="-114" dirty="0">
                <a:solidFill>
                  <a:srgbClr val="C00000"/>
                </a:solidFill>
                <a:cs typeface="Calibri"/>
              </a:rPr>
              <a:t> </a:t>
            </a:r>
            <a:r>
              <a:rPr lang="en-US" sz="2280" b="1" i="1" dirty="0">
                <a:solidFill>
                  <a:srgbClr val="C00000"/>
                </a:solidFill>
                <a:cs typeface="Calibri"/>
              </a:rPr>
              <a:t>Reuse</a:t>
            </a:r>
            <a:r>
              <a:rPr lang="en-US" sz="2280" b="1" i="1" spc="-102" dirty="0">
                <a:solidFill>
                  <a:srgbClr val="C00000"/>
                </a:solidFill>
                <a:cs typeface="Calibri"/>
              </a:rPr>
              <a:t> </a:t>
            </a:r>
            <a:r>
              <a:rPr lang="en-US" sz="2280" b="1" i="1" spc="-60" dirty="0">
                <a:solidFill>
                  <a:srgbClr val="C00000"/>
                </a:solidFill>
                <a:cs typeface="Calibri"/>
              </a:rPr>
              <a:t>:</a:t>
            </a:r>
            <a:endParaRPr lang="en-US" sz="2280" dirty="0">
              <a:cs typeface="Calibri"/>
            </a:endParaRPr>
          </a:p>
          <a:p>
            <a:pPr marL="907542" lvl="2" indent="-343662" algn="just">
              <a:spcBef>
                <a:spcPts val="546"/>
              </a:spcBef>
              <a:buFont typeface="Arial MT"/>
              <a:buChar char="–"/>
              <a:tabLst>
                <a:tab pos="907542" algn="l"/>
              </a:tabLst>
            </a:pPr>
            <a:r>
              <a:rPr lang="en-US" sz="2280" dirty="0">
                <a:cs typeface="Calibri"/>
              </a:rPr>
              <a:t>Complete systems,</a:t>
            </a:r>
            <a:r>
              <a:rPr lang="en-US" sz="2280" spc="-18" dirty="0">
                <a:cs typeface="Calibri"/>
              </a:rPr>
              <a:t> </a:t>
            </a:r>
            <a:r>
              <a:rPr lang="en-US" sz="2280" dirty="0">
                <a:cs typeface="Calibri"/>
              </a:rPr>
              <a:t>which</a:t>
            </a:r>
            <a:r>
              <a:rPr lang="en-US" sz="2280" spc="-6" dirty="0">
                <a:cs typeface="Calibri"/>
              </a:rPr>
              <a:t> </a:t>
            </a:r>
            <a:r>
              <a:rPr lang="en-US" sz="2280" dirty="0">
                <a:cs typeface="Calibri"/>
              </a:rPr>
              <a:t>may</a:t>
            </a:r>
            <a:r>
              <a:rPr lang="en-US" sz="2280" spc="6" dirty="0">
                <a:cs typeface="Calibri"/>
              </a:rPr>
              <a:t> </a:t>
            </a:r>
            <a:r>
              <a:rPr lang="en-US" sz="2280" dirty="0">
                <a:cs typeface="Calibri"/>
              </a:rPr>
              <a:t>be</a:t>
            </a:r>
            <a:r>
              <a:rPr lang="en-US" sz="2280" spc="-12" dirty="0">
                <a:cs typeface="Calibri"/>
              </a:rPr>
              <a:t> </a:t>
            </a:r>
            <a:r>
              <a:rPr lang="en-US" sz="2280" dirty="0">
                <a:cs typeface="Calibri"/>
              </a:rPr>
              <a:t>made</a:t>
            </a:r>
            <a:r>
              <a:rPr lang="en-US" sz="2280" spc="-6" dirty="0">
                <a:cs typeface="Calibri"/>
              </a:rPr>
              <a:t> </a:t>
            </a:r>
            <a:r>
              <a:rPr lang="en-US" sz="2280" dirty="0">
                <a:cs typeface="Calibri"/>
              </a:rPr>
              <a:t>up</a:t>
            </a:r>
            <a:r>
              <a:rPr lang="en-US" sz="2280" spc="-12" dirty="0">
                <a:cs typeface="Calibri"/>
              </a:rPr>
              <a:t> </a:t>
            </a:r>
            <a:r>
              <a:rPr lang="en-US" sz="2280" dirty="0">
                <a:cs typeface="Calibri"/>
              </a:rPr>
              <a:t>of a</a:t>
            </a:r>
            <a:r>
              <a:rPr lang="en-US" sz="2280" spc="-12" dirty="0">
                <a:cs typeface="Calibri"/>
              </a:rPr>
              <a:t> </a:t>
            </a:r>
            <a:r>
              <a:rPr lang="en-US" sz="2280" dirty="0">
                <a:cs typeface="Calibri"/>
              </a:rPr>
              <a:t>number</a:t>
            </a:r>
            <a:r>
              <a:rPr lang="en-US" sz="2280" spc="-12" dirty="0">
                <a:cs typeface="Calibri"/>
              </a:rPr>
              <a:t> </a:t>
            </a:r>
            <a:r>
              <a:rPr lang="en-US" sz="2280" dirty="0">
                <a:cs typeface="Calibri"/>
              </a:rPr>
              <a:t>of</a:t>
            </a:r>
            <a:r>
              <a:rPr lang="en-US" sz="2280" spc="-18" dirty="0">
                <a:cs typeface="Calibri"/>
              </a:rPr>
              <a:t> </a:t>
            </a:r>
            <a:r>
              <a:rPr lang="en-US" sz="2280" dirty="0">
                <a:cs typeface="Calibri"/>
              </a:rPr>
              <a:t>application</a:t>
            </a:r>
            <a:r>
              <a:rPr lang="en-US" sz="2280" spc="6" dirty="0">
                <a:cs typeface="Calibri"/>
              </a:rPr>
              <a:t> </a:t>
            </a:r>
            <a:r>
              <a:rPr lang="en-US" sz="2280" spc="-12" dirty="0">
                <a:cs typeface="Calibri"/>
              </a:rPr>
              <a:t>programs, </a:t>
            </a:r>
            <a:r>
              <a:rPr lang="en-US" sz="2280" dirty="0">
                <a:cs typeface="Calibri"/>
              </a:rPr>
              <a:t>may</a:t>
            </a:r>
            <a:r>
              <a:rPr lang="en-US" sz="2280" spc="-36" dirty="0">
                <a:cs typeface="Calibri"/>
              </a:rPr>
              <a:t> </a:t>
            </a:r>
            <a:r>
              <a:rPr lang="en-US" sz="2280" dirty="0">
                <a:cs typeface="Calibri"/>
              </a:rPr>
              <a:t>be</a:t>
            </a:r>
            <a:r>
              <a:rPr lang="en-US" sz="2280" spc="-24" dirty="0">
                <a:cs typeface="Calibri"/>
              </a:rPr>
              <a:t> </a:t>
            </a:r>
            <a:r>
              <a:rPr lang="en-US" sz="2280" dirty="0">
                <a:cs typeface="Calibri"/>
              </a:rPr>
              <a:t>reused</a:t>
            </a:r>
            <a:r>
              <a:rPr lang="en-US" sz="2280" spc="-30" dirty="0">
                <a:cs typeface="Calibri"/>
              </a:rPr>
              <a:t> </a:t>
            </a:r>
            <a:r>
              <a:rPr lang="en-US" sz="2280" dirty="0">
                <a:cs typeface="Calibri"/>
              </a:rPr>
              <a:t>as</a:t>
            </a:r>
            <a:r>
              <a:rPr lang="en-US" sz="2280" spc="-42" dirty="0">
                <a:cs typeface="Calibri"/>
              </a:rPr>
              <a:t> </a:t>
            </a:r>
            <a:r>
              <a:rPr lang="en-US" sz="2280" dirty="0">
                <a:cs typeface="Calibri"/>
              </a:rPr>
              <a:t>part</a:t>
            </a:r>
            <a:r>
              <a:rPr lang="en-US" sz="2280" spc="-30" dirty="0">
                <a:cs typeface="Calibri"/>
              </a:rPr>
              <a:t> </a:t>
            </a:r>
            <a:r>
              <a:rPr lang="en-US" sz="2280" dirty="0">
                <a:cs typeface="Calibri"/>
              </a:rPr>
              <a:t>of</a:t>
            </a:r>
            <a:r>
              <a:rPr lang="en-US" sz="2280" spc="-30" dirty="0">
                <a:cs typeface="Calibri"/>
              </a:rPr>
              <a:t> </a:t>
            </a:r>
            <a:r>
              <a:rPr lang="en-US" sz="2280" dirty="0">
                <a:cs typeface="Calibri"/>
              </a:rPr>
              <a:t>a</a:t>
            </a:r>
            <a:r>
              <a:rPr lang="en-US" sz="2280" spc="-24" dirty="0">
                <a:cs typeface="Calibri"/>
              </a:rPr>
              <a:t> system</a:t>
            </a:r>
            <a:r>
              <a:rPr lang="en-US" sz="2280" spc="-54" dirty="0">
                <a:cs typeface="Calibri"/>
              </a:rPr>
              <a:t> </a:t>
            </a:r>
            <a:r>
              <a:rPr lang="en-US" sz="2280" dirty="0">
                <a:cs typeface="Calibri"/>
              </a:rPr>
              <a:t>of</a:t>
            </a:r>
            <a:r>
              <a:rPr lang="en-US" sz="2280" spc="-36" dirty="0">
                <a:cs typeface="Calibri"/>
              </a:rPr>
              <a:t> </a:t>
            </a:r>
            <a:r>
              <a:rPr lang="en-US" sz="2280" spc="-12" dirty="0">
                <a:cs typeface="Calibri"/>
              </a:rPr>
              <a:t>systems.</a:t>
            </a:r>
            <a:endParaRPr lang="en-US" sz="2280" dirty="0">
              <a:cs typeface="Calibri"/>
            </a:endParaRPr>
          </a:p>
          <a:p>
            <a:pPr marL="761238" lvl="1" indent="-356616" algn="just">
              <a:spcBef>
                <a:spcPts val="546"/>
              </a:spcBef>
              <a:buAutoNum type="alphaLcPeriod" startAt="2"/>
              <a:tabLst>
                <a:tab pos="761238" algn="l"/>
              </a:tabLst>
            </a:pPr>
            <a:r>
              <a:rPr lang="en-US" sz="2280" b="1" i="1" dirty="0">
                <a:solidFill>
                  <a:srgbClr val="C00000"/>
                </a:solidFill>
                <a:cs typeface="Calibri"/>
              </a:rPr>
              <a:t>Application</a:t>
            </a:r>
            <a:r>
              <a:rPr lang="en-US" sz="2280" b="1" i="1" spc="-108" dirty="0">
                <a:solidFill>
                  <a:srgbClr val="C00000"/>
                </a:solidFill>
                <a:cs typeface="Calibri"/>
              </a:rPr>
              <a:t> </a:t>
            </a:r>
            <a:r>
              <a:rPr lang="en-US" sz="2280" b="1" i="1" spc="-24" dirty="0">
                <a:solidFill>
                  <a:srgbClr val="C00000"/>
                </a:solidFill>
                <a:cs typeface="Calibri"/>
              </a:rPr>
              <a:t>Reuse</a:t>
            </a:r>
            <a:endParaRPr lang="en-US" sz="2280" dirty="0">
              <a:cs typeface="Calibri"/>
            </a:endParaRPr>
          </a:p>
          <a:p>
            <a:pPr marL="907542" lvl="2" indent="-343662" algn="just">
              <a:spcBef>
                <a:spcPts val="546"/>
              </a:spcBef>
              <a:buFont typeface="Arial MT"/>
              <a:buChar char="–"/>
              <a:tabLst>
                <a:tab pos="907542" algn="l"/>
              </a:tabLst>
            </a:pPr>
            <a:r>
              <a:rPr lang="en-US" sz="2280" dirty="0">
                <a:cs typeface="Calibri"/>
              </a:rPr>
              <a:t>An</a:t>
            </a:r>
            <a:r>
              <a:rPr lang="en-US" sz="2280" spc="396" dirty="0">
                <a:cs typeface="Calibri"/>
              </a:rPr>
              <a:t> </a:t>
            </a:r>
            <a:r>
              <a:rPr lang="en-US" sz="2280" dirty="0">
                <a:cs typeface="Calibri"/>
              </a:rPr>
              <a:t>application</a:t>
            </a:r>
            <a:r>
              <a:rPr lang="en-US" sz="2280" spc="402" dirty="0">
                <a:cs typeface="Calibri"/>
              </a:rPr>
              <a:t> </a:t>
            </a:r>
            <a:r>
              <a:rPr lang="en-US" sz="2280" dirty="0">
                <a:cs typeface="Calibri"/>
              </a:rPr>
              <a:t>may</a:t>
            </a:r>
            <a:r>
              <a:rPr lang="en-US" sz="2280" spc="390" dirty="0">
                <a:cs typeface="Calibri"/>
              </a:rPr>
              <a:t> </a:t>
            </a:r>
            <a:r>
              <a:rPr lang="en-US" sz="2280" dirty="0">
                <a:cs typeface="Calibri"/>
              </a:rPr>
              <a:t>be</a:t>
            </a:r>
            <a:r>
              <a:rPr lang="en-US" sz="2280" spc="402" dirty="0">
                <a:cs typeface="Calibri"/>
              </a:rPr>
              <a:t> </a:t>
            </a:r>
            <a:r>
              <a:rPr lang="en-US" sz="2280" dirty="0">
                <a:cs typeface="Calibri"/>
              </a:rPr>
              <a:t>reused</a:t>
            </a:r>
            <a:r>
              <a:rPr lang="en-US" sz="2280" spc="396" dirty="0">
                <a:cs typeface="Calibri"/>
              </a:rPr>
              <a:t> </a:t>
            </a:r>
            <a:r>
              <a:rPr lang="en-US" sz="2280" dirty="0">
                <a:cs typeface="Calibri"/>
              </a:rPr>
              <a:t>by</a:t>
            </a:r>
            <a:r>
              <a:rPr lang="en-US" sz="2280" spc="402" dirty="0">
                <a:cs typeface="Calibri"/>
              </a:rPr>
              <a:t> </a:t>
            </a:r>
            <a:r>
              <a:rPr lang="en-US" sz="2280" dirty="0">
                <a:cs typeface="Calibri"/>
              </a:rPr>
              <a:t>incorporating</a:t>
            </a:r>
            <a:r>
              <a:rPr lang="en-US" sz="2280" spc="396" dirty="0">
                <a:cs typeface="Calibri"/>
              </a:rPr>
              <a:t> </a:t>
            </a:r>
            <a:r>
              <a:rPr lang="en-US" sz="2280" dirty="0">
                <a:cs typeface="Calibri"/>
              </a:rPr>
              <a:t>it</a:t>
            </a:r>
            <a:r>
              <a:rPr lang="en-US" sz="2280" spc="396" dirty="0">
                <a:cs typeface="Calibri"/>
              </a:rPr>
              <a:t> </a:t>
            </a:r>
            <a:r>
              <a:rPr lang="en-US" sz="2280" dirty="0">
                <a:cs typeface="Calibri"/>
              </a:rPr>
              <a:t>without</a:t>
            </a:r>
            <a:r>
              <a:rPr lang="en-US" sz="2280" spc="414" dirty="0">
                <a:cs typeface="Calibri"/>
              </a:rPr>
              <a:t> </a:t>
            </a:r>
            <a:r>
              <a:rPr lang="en-US" sz="2280" dirty="0">
                <a:cs typeface="Calibri"/>
              </a:rPr>
              <a:t>change</a:t>
            </a:r>
            <a:r>
              <a:rPr lang="en-US" sz="2280" spc="408" dirty="0">
                <a:cs typeface="Calibri"/>
              </a:rPr>
              <a:t> </a:t>
            </a:r>
            <a:r>
              <a:rPr lang="en-US" sz="2280" dirty="0">
                <a:cs typeface="Calibri"/>
              </a:rPr>
              <a:t>into</a:t>
            </a:r>
            <a:r>
              <a:rPr lang="en-US" sz="2280" spc="390" dirty="0">
                <a:cs typeface="Calibri"/>
              </a:rPr>
              <a:t> </a:t>
            </a:r>
            <a:r>
              <a:rPr lang="en-US" sz="2280" spc="-12" dirty="0">
                <a:cs typeface="Calibri"/>
              </a:rPr>
              <a:t>other systems</a:t>
            </a:r>
            <a:r>
              <a:rPr lang="en-US" sz="2280" spc="-72" dirty="0">
                <a:cs typeface="Calibri"/>
              </a:rPr>
              <a:t> </a:t>
            </a:r>
            <a:r>
              <a:rPr lang="en-US" sz="2280" dirty="0">
                <a:cs typeface="Calibri"/>
              </a:rPr>
              <a:t>or</a:t>
            </a:r>
            <a:r>
              <a:rPr lang="en-US" sz="2280" spc="-54" dirty="0">
                <a:cs typeface="Calibri"/>
              </a:rPr>
              <a:t> </a:t>
            </a:r>
            <a:r>
              <a:rPr lang="en-US" sz="2280" dirty="0">
                <a:cs typeface="Calibri"/>
              </a:rPr>
              <a:t>by</a:t>
            </a:r>
            <a:r>
              <a:rPr lang="en-US" sz="2280" spc="-36" dirty="0">
                <a:cs typeface="Calibri"/>
              </a:rPr>
              <a:t> </a:t>
            </a:r>
            <a:r>
              <a:rPr lang="en-US" sz="2280" spc="-12" dirty="0">
                <a:cs typeface="Calibri"/>
              </a:rPr>
              <a:t>configuring</a:t>
            </a:r>
            <a:r>
              <a:rPr lang="en-US" sz="2280" spc="-24" dirty="0">
                <a:cs typeface="Calibri"/>
              </a:rPr>
              <a:t> </a:t>
            </a:r>
            <a:r>
              <a:rPr lang="en-US" sz="2280" dirty="0">
                <a:cs typeface="Calibri"/>
              </a:rPr>
              <a:t>the</a:t>
            </a:r>
            <a:r>
              <a:rPr lang="en-US" sz="2280" spc="-42" dirty="0">
                <a:cs typeface="Calibri"/>
              </a:rPr>
              <a:t> </a:t>
            </a:r>
            <a:r>
              <a:rPr lang="en-US" sz="2280" spc="-12" dirty="0">
                <a:cs typeface="Calibri"/>
              </a:rPr>
              <a:t>application</a:t>
            </a:r>
            <a:r>
              <a:rPr lang="en-US" sz="2280" spc="-36" dirty="0">
                <a:cs typeface="Calibri"/>
              </a:rPr>
              <a:t> </a:t>
            </a:r>
            <a:r>
              <a:rPr lang="en-US" sz="2280" dirty="0">
                <a:cs typeface="Calibri"/>
              </a:rPr>
              <a:t>for</a:t>
            </a:r>
            <a:r>
              <a:rPr lang="en-US" sz="2280" spc="-54" dirty="0">
                <a:cs typeface="Calibri"/>
              </a:rPr>
              <a:t> </a:t>
            </a:r>
            <a:r>
              <a:rPr lang="en-US" sz="2280" spc="-12" dirty="0">
                <a:cs typeface="Calibri"/>
              </a:rPr>
              <a:t>different</a:t>
            </a:r>
            <a:r>
              <a:rPr lang="en-US" sz="2280" spc="-30" dirty="0">
                <a:cs typeface="Calibri"/>
              </a:rPr>
              <a:t> </a:t>
            </a:r>
            <a:r>
              <a:rPr lang="en-US" sz="2280" spc="-12" dirty="0">
                <a:cs typeface="Calibri"/>
              </a:rPr>
              <a:t>customers.</a:t>
            </a:r>
            <a:endParaRPr lang="en-US" sz="2280" dirty="0">
              <a:cs typeface="Calibri"/>
            </a:endParaRPr>
          </a:p>
          <a:p>
            <a:pPr marL="729234" lvl="1" indent="-324612" algn="just">
              <a:spcBef>
                <a:spcPts val="551"/>
              </a:spcBef>
              <a:buAutoNum type="alphaLcPeriod" startAt="3"/>
              <a:tabLst>
                <a:tab pos="729234" algn="l"/>
              </a:tabLst>
            </a:pPr>
            <a:r>
              <a:rPr lang="en-US" sz="2280" b="1" i="1" spc="-12" dirty="0">
                <a:solidFill>
                  <a:srgbClr val="C00000"/>
                </a:solidFill>
                <a:cs typeface="Calibri"/>
              </a:rPr>
              <a:t>Component</a:t>
            </a:r>
            <a:r>
              <a:rPr lang="en-US" sz="2280" b="1" i="1" spc="-42" dirty="0">
                <a:solidFill>
                  <a:srgbClr val="C00000"/>
                </a:solidFill>
                <a:cs typeface="Calibri"/>
              </a:rPr>
              <a:t> </a:t>
            </a:r>
            <a:r>
              <a:rPr lang="en-US" sz="2280" b="1" i="1" spc="-12" dirty="0">
                <a:solidFill>
                  <a:srgbClr val="C00000"/>
                </a:solidFill>
                <a:cs typeface="Calibri"/>
              </a:rPr>
              <a:t>Reuse</a:t>
            </a:r>
            <a:endParaRPr lang="en-US" sz="2280" dirty="0">
              <a:cs typeface="Calibri"/>
            </a:endParaRPr>
          </a:p>
          <a:p>
            <a:pPr marL="907542" lvl="2" indent="-343662" algn="just">
              <a:spcBef>
                <a:spcPts val="546"/>
              </a:spcBef>
              <a:buFont typeface="Arial MT"/>
              <a:buChar char="–"/>
              <a:tabLst>
                <a:tab pos="907542" algn="l"/>
              </a:tabLst>
            </a:pPr>
            <a:r>
              <a:rPr lang="en-US" sz="2280" dirty="0">
                <a:cs typeface="Calibri"/>
              </a:rPr>
              <a:t>Components</a:t>
            </a:r>
            <a:r>
              <a:rPr lang="en-US" sz="2280" spc="18" dirty="0">
                <a:cs typeface="Calibri"/>
              </a:rPr>
              <a:t> </a:t>
            </a:r>
            <a:r>
              <a:rPr lang="en-US" sz="2280" dirty="0">
                <a:cs typeface="Calibri"/>
              </a:rPr>
              <a:t>of</a:t>
            </a:r>
            <a:r>
              <a:rPr lang="en-US" sz="2280" spc="6" dirty="0">
                <a:cs typeface="Calibri"/>
              </a:rPr>
              <a:t> </a:t>
            </a:r>
            <a:r>
              <a:rPr lang="en-US" sz="2280" dirty="0">
                <a:cs typeface="Calibri"/>
              </a:rPr>
              <a:t>an</a:t>
            </a:r>
            <a:r>
              <a:rPr lang="en-US" sz="2280" spc="-6" dirty="0">
                <a:cs typeface="Calibri"/>
              </a:rPr>
              <a:t> </a:t>
            </a:r>
            <a:r>
              <a:rPr lang="en-US" sz="2280" dirty="0">
                <a:cs typeface="Calibri"/>
              </a:rPr>
              <a:t>application,</a:t>
            </a:r>
            <a:r>
              <a:rPr lang="en-US" sz="2280" spc="18" dirty="0">
                <a:cs typeface="Calibri"/>
              </a:rPr>
              <a:t> </a:t>
            </a:r>
            <a:r>
              <a:rPr lang="en-US" sz="2280" dirty="0">
                <a:cs typeface="Calibri"/>
              </a:rPr>
              <a:t>ranging</a:t>
            </a:r>
            <a:r>
              <a:rPr lang="en-US" sz="2280" spc="12" dirty="0">
                <a:cs typeface="Calibri"/>
              </a:rPr>
              <a:t> </a:t>
            </a:r>
            <a:r>
              <a:rPr lang="en-US" sz="2280" dirty="0">
                <a:cs typeface="Calibri"/>
              </a:rPr>
              <a:t>in</a:t>
            </a:r>
            <a:r>
              <a:rPr lang="en-US" sz="2280" spc="12" dirty="0">
                <a:cs typeface="Calibri"/>
              </a:rPr>
              <a:t> </a:t>
            </a:r>
            <a:r>
              <a:rPr lang="en-US" sz="2280" dirty="0">
                <a:cs typeface="Calibri"/>
              </a:rPr>
              <a:t>size</a:t>
            </a:r>
            <a:r>
              <a:rPr lang="en-US" sz="2280" spc="12" dirty="0">
                <a:cs typeface="Calibri"/>
              </a:rPr>
              <a:t> </a:t>
            </a:r>
            <a:r>
              <a:rPr lang="en-US" sz="2280" dirty="0">
                <a:cs typeface="Calibri"/>
              </a:rPr>
              <a:t>from </a:t>
            </a:r>
            <a:r>
              <a:rPr lang="en-US" sz="2280" spc="-12" dirty="0">
                <a:cs typeface="Calibri"/>
              </a:rPr>
              <a:t>subsystems</a:t>
            </a:r>
            <a:r>
              <a:rPr lang="en-US" sz="2280" spc="6" dirty="0">
                <a:cs typeface="Calibri"/>
              </a:rPr>
              <a:t> </a:t>
            </a:r>
            <a:r>
              <a:rPr lang="en-US" sz="2280" dirty="0">
                <a:cs typeface="Calibri"/>
              </a:rPr>
              <a:t>to</a:t>
            </a:r>
            <a:r>
              <a:rPr lang="en-US" sz="2280" spc="6" dirty="0">
                <a:cs typeface="Calibri"/>
              </a:rPr>
              <a:t> </a:t>
            </a:r>
            <a:r>
              <a:rPr lang="en-US" sz="2280" dirty="0">
                <a:cs typeface="Calibri"/>
              </a:rPr>
              <a:t>single</a:t>
            </a:r>
            <a:r>
              <a:rPr lang="en-US" sz="2280" spc="6" dirty="0">
                <a:cs typeface="Calibri"/>
              </a:rPr>
              <a:t> </a:t>
            </a:r>
            <a:r>
              <a:rPr lang="en-US" sz="2280" spc="-12" dirty="0">
                <a:cs typeface="Calibri"/>
              </a:rPr>
              <a:t>objects, </a:t>
            </a:r>
            <a:r>
              <a:rPr lang="en-US" sz="2280" dirty="0">
                <a:cs typeface="Calibri"/>
              </a:rPr>
              <a:t>may</a:t>
            </a:r>
            <a:r>
              <a:rPr lang="en-US" sz="2280" spc="-48" dirty="0">
                <a:cs typeface="Calibri"/>
              </a:rPr>
              <a:t> </a:t>
            </a:r>
            <a:r>
              <a:rPr lang="en-US" sz="2280" dirty="0">
                <a:cs typeface="Calibri"/>
              </a:rPr>
              <a:t>be</a:t>
            </a:r>
            <a:r>
              <a:rPr lang="en-US" sz="2280" spc="-36" dirty="0">
                <a:cs typeface="Calibri"/>
              </a:rPr>
              <a:t> </a:t>
            </a:r>
            <a:r>
              <a:rPr lang="en-US" sz="2280" spc="-12" dirty="0">
                <a:cs typeface="Calibri"/>
              </a:rPr>
              <a:t>reused.</a:t>
            </a:r>
            <a:endParaRPr lang="en-US" sz="2280" dirty="0">
              <a:cs typeface="Calibri"/>
            </a:endParaRPr>
          </a:p>
          <a:p>
            <a:pPr marL="697992" lvl="1" indent="-293370" algn="just">
              <a:spcBef>
                <a:spcPts val="546"/>
              </a:spcBef>
              <a:buAutoNum type="alphaLcPeriod" startAt="4"/>
              <a:tabLst>
                <a:tab pos="697992" algn="l"/>
              </a:tabLst>
            </a:pPr>
            <a:r>
              <a:rPr lang="en-US" sz="2280" b="1" i="1" dirty="0">
                <a:solidFill>
                  <a:srgbClr val="C00000"/>
                </a:solidFill>
                <a:cs typeface="Calibri"/>
              </a:rPr>
              <a:t>Object</a:t>
            </a:r>
            <a:r>
              <a:rPr lang="en-US" sz="2280" b="1" i="1" spc="-18" dirty="0">
                <a:solidFill>
                  <a:srgbClr val="C00000"/>
                </a:solidFill>
                <a:cs typeface="Calibri"/>
              </a:rPr>
              <a:t> </a:t>
            </a:r>
            <a:r>
              <a:rPr lang="en-US" sz="2280" b="1" i="1" dirty="0">
                <a:solidFill>
                  <a:srgbClr val="C00000"/>
                </a:solidFill>
                <a:cs typeface="Calibri"/>
              </a:rPr>
              <a:t>and</a:t>
            </a:r>
            <a:r>
              <a:rPr lang="en-US" sz="2280" b="1" i="1" spc="-48" dirty="0">
                <a:solidFill>
                  <a:srgbClr val="C00000"/>
                </a:solidFill>
                <a:cs typeface="Calibri"/>
              </a:rPr>
              <a:t> </a:t>
            </a:r>
            <a:r>
              <a:rPr lang="en-US" sz="2280" b="1" i="1" spc="-12" dirty="0">
                <a:solidFill>
                  <a:srgbClr val="C00000"/>
                </a:solidFill>
                <a:cs typeface="Calibri"/>
              </a:rPr>
              <a:t>Function</a:t>
            </a:r>
            <a:r>
              <a:rPr lang="en-US" sz="2280" b="1" i="1" spc="-30" dirty="0">
                <a:solidFill>
                  <a:srgbClr val="C00000"/>
                </a:solidFill>
                <a:cs typeface="Calibri"/>
              </a:rPr>
              <a:t> </a:t>
            </a:r>
            <a:r>
              <a:rPr lang="en-US" sz="2280" b="1" i="1" spc="-12" dirty="0">
                <a:solidFill>
                  <a:srgbClr val="C00000"/>
                </a:solidFill>
                <a:cs typeface="Calibri"/>
              </a:rPr>
              <a:t>Reuse</a:t>
            </a:r>
            <a:endParaRPr lang="en-US" sz="2280" dirty="0">
              <a:cs typeface="Calibri"/>
            </a:endParaRPr>
          </a:p>
          <a:p>
            <a:pPr marL="907542" marR="8382" lvl="2" indent="-344424" algn="just">
              <a:spcBef>
                <a:spcPts val="551"/>
              </a:spcBef>
              <a:buFont typeface="Arial MT"/>
              <a:buChar char="–"/>
              <a:tabLst>
                <a:tab pos="907542" algn="l"/>
              </a:tabLst>
            </a:pPr>
            <a:r>
              <a:rPr lang="en-US" sz="2280" dirty="0">
                <a:cs typeface="Calibri"/>
              </a:rPr>
              <a:t>Software</a:t>
            </a:r>
            <a:r>
              <a:rPr lang="en-US" sz="2280" spc="60" dirty="0">
                <a:cs typeface="Calibri"/>
              </a:rPr>
              <a:t> </a:t>
            </a:r>
            <a:r>
              <a:rPr lang="en-US" sz="2280" dirty="0">
                <a:cs typeface="Calibri"/>
              </a:rPr>
              <a:t>components</a:t>
            </a:r>
            <a:r>
              <a:rPr lang="en-US" sz="2280" spc="60" dirty="0">
                <a:cs typeface="Calibri"/>
              </a:rPr>
              <a:t> </a:t>
            </a:r>
            <a:r>
              <a:rPr lang="en-US" sz="2280" dirty="0">
                <a:cs typeface="Calibri"/>
              </a:rPr>
              <a:t>that</a:t>
            </a:r>
            <a:r>
              <a:rPr lang="en-US" sz="2280" spc="60" dirty="0">
                <a:cs typeface="Calibri"/>
              </a:rPr>
              <a:t> </a:t>
            </a:r>
            <a:r>
              <a:rPr lang="en-US" sz="2280" dirty="0">
                <a:cs typeface="Calibri"/>
              </a:rPr>
              <a:t>implement</a:t>
            </a:r>
            <a:r>
              <a:rPr lang="en-US" sz="2280" spc="66" dirty="0">
                <a:cs typeface="Calibri"/>
              </a:rPr>
              <a:t> </a:t>
            </a:r>
            <a:r>
              <a:rPr lang="en-US" sz="2280" dirty="0">
                <a:cs typeface="Calibri"/>
              </a:rPr>
              <a:t>a</a:t>
            </a:r>
            <a:r>
              <a:rPr lang="en-US" sz="2280" spc="60" dirty="0">
                <a:cs typeface="Calibri"/>
              </a:rPr>
              <a:t> </a:t>
            </a:r>
            <a:r>
              <a:rPr lang="en-US" sz="2280" dirty="0">
                <a:cs typeface="Calibri"/>
              </a:rPr>
              <a:t>single</a:t>
            </a:r>
            <a:r>
              <a:rPr lang="en-US" sz="2280" spc="66" dirty="0">
                <a:cs typeface="Calibri"/>
              </a:rPr>
              <a:t> </a:t>
            </a:r>
            <a:r>
              <a:rPr lang="en-US" sz="2280" dirty="0">
                <a:cs typeface="Calibri"/>
              </a:rPr>
              <a:t>function,</a:t>
            </a:r>
            <a:r>
              <a:rPr lang="en-US" sz="2280" spc="60" dirty="0">
                <a:cs typeface="Calibri"/>
              </a:rPr>
              <a:t> </a:t>
            </a:r>
            <a:r>
              <a:rPr lang="en-US" sz="2280" dirty="0">
                <a:cs typeface="Calibri"/>
              </a:rPr>
              <a:t>such</a:t>
            </a:r>
            <a:r>
              <a:rPr lang="en-US" sz="2280" spc="54" dirty="0">
                <a:cs typeface="Calibri"/>
              </a:rPr>
              <a:t> </a:t>
            </a:r>
            <a:r>
              <a:rPr lang="en-US" sz="2280" dirty="0">
                <a:cs typeface="Calibri"/>
              </a:rPr>
              <a:t>as</a:t>
            </a:r>
            <a:r>
              <a:rPr lang="en-US" sz="2280" spc="48" dirty="0">
                <a:cs typeface="Calibri"/>
              </a:rPr>
              <a:t> </a:t>
            </a:r>
            <a:r>
              <a:rPr lang="en-US" sz="2280" dirty="0">
                <a:cs typeface="Calibri"/>
              </a:rPr>
              <a:t>a</a:t>
            </a:r>
            <a:r>
              <a:rPr lang="en-US" sz="2280" spc="60" dirty="0">
                <a:cs typeface="Calibri"/>
              </a:rPr>
              <a:t> </a:t>
            </a:r>
            <a:r>
              <a:rPr lang="en-US" sz="2280" spc="-12" dirty="0">
                <a:cs typeface="Calibri"/>
              </a:rPr>
              <a:t>mathematical </a:t>
            </a:r>
            <a:r>
              <a:rPr lang="en-US" sz="2280" dirty="0">
                <a:cs typeface="Calibri"/>
              </a:rPr>
              <a:t>function,</a:t>
            </a:r>
            <a:r>
              <a:rPr lang="en-US" sz="2280" spc="-54" dirty="0">
                <a:cs typeface="Calibri"/>
              </a:rPr>
              <a:t> </a:t>
            </a:r>
            <a:r>
              <a:rPr lang="en-US" sz="2280" dirty="0">
                <a:cs typeface="Calibri"/>
              </a:rPr>
              <a:t>or</a:t>
            </a:r>
            <a:r>
              <a:rPr lang="en-US" sz="2280" spc="-48" dirty="0">
                <a:cs typeface="Calibri"/>
              </a:rPr>
              <a:t> </a:t>
            </a:r>
            <a:r>
              <a:rPr lang="en-US" sz="2280" dirty="0">
                <a:cs typeface="Calibri"/>
              </a:rPr>
              <a:t>an</a:t>
            </a:r>
            <a:r>
              <a:rPr lang="en-US" sz="2280" spc="-48" dirty="0">
                <a:cs typeface="Calibri"/>
              </a:rPr>
              <a:t> </a:t>
            </a:r>
            <a:r>
              <a:rPr lang="en-US" sz="2280" dirty="0">
                <a:cs typeface="Calibri"/>
              </a:rPr>
              <a:t>object</a:t>
            </a:r>
            <a:r>
              <a:rPr lang="en-US" sz="2280" spc="-42" dirty="0">
                <a:cs typeface="Calibri"/>
              </a:rPr>
              <a:t> </a:t>
            </a:r>
            <a:r>
              <a:rPr lang="en-US" sz="2280" dirty="0">
                <a:cs typeface="Calibri"/>
              </a:rPr>
              <a:t>class</a:t>
            </a:r>
            <a:r>
              <a:rPr lang="en-US" sz="2280" spc="-66" dirty="0">
                <a:cs typeface="Calibri"/>
              </a:rPr>
              <a:t> </a:t>
            </a:r>
            <a:r>
              <a:rPr lang="en-US" sz="2280" dirty="0">
                <a:cs typeface="Calibri"/>
              </a:rPr>
              <a:t>may</a:t>
            </a:r>
            <a:r>
              <a:rPr lang="en-US" sz="2280" spc="-42" dirty="0">
                <a:cs typeface="Calibri"/>
              </a:rPr>
              <a:t> </a:t>
            </a:r>
            <a:r>
              <a:rPr lang="en-US" sz="2280" dirty="0">
                <a:cs typeface="Calibri"/>
              </a:rPr>
              <a:t>be</a:t>
            </a:r>
            <a:r>
              <a:rPr lang="en-US" sz="2280" spc="-42" dirty="0">
                <a:cs typeface="Calibri"/>
              </a:rPr>
              <a:t> </a:t>
            </a:r>
            <a:r>
              <a:rPr lang="en-US" sz="2280" spc="-12" dirty="0">
                <a:cs typeface="Calibri"/>
              </a:rPr>
              <a:t>reused.</a:t>
            </a:r>
            <a:endParaRPr lang="en-US" sz="2280" dirty="0">
              <a:cs typeface="Calibri"/>
            </a:endParaRPr>
          </a:p>
          <a:p>
            <a:pPr algn="just"/>
            <a:endParaRPr lang="en-US" dirty="0"/>
          </a:p>
        </p:txBody>
      </p:sp>
    </p:spTree>
    <p:extLst>
      <p:ext uri="{BB962C8B-B14F-4D97-AF65-F5344CB8AC3E}">
        <p14:creationId xmlns:p14="http://schemas.microsoft.com/office/powerpoint/2010/main" val="38366600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58738"/>
            <a:ext cx="3270250" cy="365125"/>
          </a:xfrm>
          <a:prstGeom prst="rect">
            <a:avLst/>
          </a:prstGeom>
        </p:spPr>
        <p:txBody>
          <a:bodyPr vert="horz" wrap="square" lIns="0" tIns="14478" rIns="0" bIns="0" rtlCol="0" anchor="b">
            <a:spAutoFit/>
          </a:bodyPr>
          <a:lstStyle/>
          <a:p>
            <a:pPr marL="15240">
              <a:lnSpc>
                <a:spcPct val="100000"/>
              </a:lnSpc>
              <a:spcBef>
                <a:spcPts val="114"/>
              </a:spcBef>
            </a:pPr>
            <a:r>
              <a:rPr sz="2280" dirty="0"/>
              <a:t>Benefits</a:t>
            </a:r>
            <a:r>
              <a:rPr sz="2280" spc="-72" dirty="0"/>
              <a:t> </a:t>
            </a:r>
            <a:r>
              <a:rPr sz="2280" dirty="0"/>
              <a:t>of</a:t>
            </a:r>
            <a:r>
              <a:rPr sz="2280" spc="-60" dirty="0"/>
              <a:t> </a:t>
            </a:r>
            <a:r>
              <a:rPr sz="2280" spc="-12" dirty="0"/>
              <a:t>Software</a:t>
            </a:r>
            <a:r>
              <a:rPr sz="2280" spc="-42" dirty="0"/>
              <a:t> </a:t>
            </a:r>
            <a:r>
              <a:rPr sz="2280" spc="-12" dirty="0"/>
              <a:t>Reuse</a:t>
            </a:r>
            <a:endParaRPr sz="2280"/>
          </a:p>
        </p:txBody>
      </p:sp>
      <p:graphicFrame>
        <p:nvGraphicFramePr>
          <p:cNvPr id="3" name="object 3"/>
          <p:cNvGraphicFramePr>
            <a:graphicFrameLocks noGrp="1"/>
          </p:cNvGraphicFramePr>
          <p:nvPr>
            <p:extLst>
              <p:ext uri="{D42A27DB-BD31-4B8C-83A1-F6EECF244321}">
                <p14:modId xmlns:p14="http://schemas.microsoft.com/office/powerpoint/2010/main" val="4199528534"/>
              </p:ext>
            </p:extLst>
          </p:nvPr>
        </p:nvGraphicFramePr>
        <p:xfrm>
          <a:off x="817397" y="483412"/>
          <a:ext cx="10627613" cy="5930122"/>
        </p:xfrm>
        <a:graphic>
          <a:graphicData uri="http://schemas.openxmlformats.org/drawingml/2006/table">
            <a:tbl>
              <a:tblPr firstRow="1" bandRow="1">
                <a:tableStyleId>{2D5ABB26-0587-4C30-8999-92F81FD0307C}</a:tableStyleId>
              </a:tblPr>
              <a:tblGrid>
                <a:gridCol w="1814322">
                  <a:extLst>
                    <a:ext uri="{9D8B030D-6E8A-4147-A177-3AD203B41FA5}">
                      <a16:colId xmlns:a16="http://schemas.microsoft.com/office/drawing/2014/main" val="20000"/>
                    </a:ext>
                  </a:extLst>
                </a:gridCol>
                <a:gridCol w="8813291">
                  <a:extLst>
                    <a:ext uri="{9D8B030D-6E8A-4147-A177-3AD203B41FA5}">
                      <a16:colId xmlns:a16="http://schemas.microsoft.com/office/drawing/2014/main" val="20001"/>
                    </a:ext>
                  </a:extLst>
                </a:gridCol>
              </a:tblGrid>
              <a:tr h="503681">
                <a:tc>
                  <a:txBody>
                    <a:bodyPr/>
                    <a:lstStyle/>
                    <a:p>
                      <a:pPr marL="411480" algn="just">
                        <a:lnSpc>
                          <a:spcPct val="100000"/>
                        </a:lnSpc>
                        <a:spcBef>
                          <a:spcPts val="455"/>
                        </a:spcBef>
                      </a:pPr>
                      <a:r>
                        <a:rPr sz="2200" b="1" spc="-10" dirty="0">
                          <a:solidFill>
                            <a:srgbClr val="FFFFFF"/>
                          </a:solidFill>
                          <a:latin typeface="Calibri"/>
                          <a:cs typeface="Calibri"/>
                        </a:rPr>
                        <a:t>Benefit</a:t>
                      </a:r>
                      <a:endParaRPr sz="2200" dirty="0">
                        <a:latin typeface="Calibri"/>
                        <a:cs typeface="Calibri"/>
                      </a:endParaRPr>
                    </a:p>
                  </a:txBody>
                  <a:tcPr marL="0" marR="0" marT="6934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063A1"/>
                    </a:solidFill>
                  </a:tcPr>
                </a:tc>
                <a:tc>
                  <a:txBody>
                    <a:bodyPr/>
                    <a:lstStyle/>
                    <a:p>
                      <a:pPr marL="5080" algn="just">
                        <a:lnSpc>
                          <a:spcPct val="100000"/>
                        </a:lnSpc>
                        <a:spcBef>
                          <a:spcPts val="455"/>
                        </a:spcBef>
                      </a:pPr>
                      <a:r>
                        <a:rPr sz="2200" b="1" spc="-10" dirty="0">
                          <a:solidFill>
                            <a:srgbClr val="FFFFFF"/>
                          </a:solidFill>
                          <a:latin typeface="Calibri"/>
                          <a:cs typeface="Calibri"/>
                        </a:rPr>
                        <a:t>Explanation</a:t>
                      </a:r>
                      <a:endParaRPr sz="2200">
                        <a:latin typeface="Calibri"/>
                        <a:cs typeface="Calibri"/>
                      </a:endParaRPr>
                    </a:p>
                  </a:txBody>
                  <a:tcPr marL="0" marR="0" marT="6934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063A1"/>
                    </a:solidFill>
                  </a:tcPr>
                </a:tc>
                <a:extLst>
                  <a:ext uri="{0D108BD9-81ED-4DB2-BD59-A6C34878D82A}">
                    <a16:rowId xmlns:a16="http://schemas.microsoft.com/office/drawing/2014/main" val="10000"/>
                  </a:ext>
                </a:extLst>
              </a:tr>
              <a:tr h="1019556">
                <a:tc>
                  <a:txBody>
                    <a:bodyPr/>
                    <a:lstStyle/>
                    <a:p>
                      <a:pPr marL="73025" algn="just">
                        <a:lnSpc>
                          <a:spcPts val="2045"/>
                        </a:lnSpc>
                      </a:pPr>
                      <a:r>
                        <a:rPr sz="2200" b="1" i="1" spc="-10" dirty="0">
                          <a:solidFill>
                            <a:srgbClr val="C00000"/>
                          </a:solidFill>
                          <a:latin typeface="Calibri"/>
                          <a:cs typeface="Calibri"/>
                        </a:rPr>
                        <a:t>Increased</a:t>
                      </a:r>
                      <a:endParaRPr sz="2200">
                        <a:latin typeface="Calibri"/>
                        <a:cs typeface="Calibri"/>
                      </a:endParaRPr>
                    </a:p>
                    <a:p>
                      <a:pPr marL="73025" algn="just">
                        <a:lnSpc>
                          <a:spcPct val="100000"/>
                        </a:lnSpc>
                      </a:pPr>
                      <a:r>
                        <a:rPr sz="2200" b="1" i="1" spc="-10" dirty="0">
                          <a:solidFill>
                            <a:srgbClr val="C00000"/>
                          </a:solidFill>
                          <a:latin typeface="Calibri"/>
                          <a:cs typeface="Calibri"/>
                        </a:rPr>
                        <a:t>Dependability</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gn="just">
                        <a:lnSpc>
                          <a:spcPts val="1939"/>
                        </a:lnSpc>
                        <a:buFont typeface="Arial MT"/>
                        <a:buChar char="•"/>
                        <a:tabLst>
                          <a:tab pos="359410" algn="l"/>
                        </a:tabLst>
                      </a:pPr>
                      <a:r>
                        <a:rPr sz="2000" dirty="0">
                          <a:latin typeface="Calibri"/>
                          <a:cs typeface="Calibri"/>
                        </a:rPr>
                        <a:t>Reused</a:t>
                      </a:r>
                      <a:r>
                        <a:rPr sz="2000" spc="55" dirty="0">
                          <a:latin typeface="Calibri"/>
                          <a:cs typeface="Calibri"/>
                        </a:rPr>
                        <a:t> </a:t>
                      </a:r>
                      <a:r>
                        <a:rPr sz="2000" dirty="0">
                          <a:latin typeface="Calibri"/>
                          <a:cs typeface="Calibri"/>
                        </a:rPr>
                        <a:t>software,</a:t>
                      </a:r>
                      <a:r>
                        <a:rPr sz="2000" spc="50" dirty="0">
                          <a:latin typeface="Calibri"/>
                          <a:cs typeface="Calibri"/>
                        </a:rPr>
                        <a:t> </a:t>
                      </a:r>
                      <a:r>
                        <a:rPr sz="2000" dirty="0">
                          <a:latin typeface="Calibri"/>
                          <a:cs typeface="Calibri"/>
                        </a:rPr>
                        <a:t>which</a:t>
                      </a:r>
                      <a:r>
                        <a:rPr sz="2000" spc="50" dirty="0">
                          <a:latin typeface="Calibri"/>
                          <a:cs typeface="Calibri"/>
                        </a:rPr>
                        <a:t> </a:t>
                      </a:r>
                      <a:r>
                        <a:rPr sz="2000" dirty="0">
                          <a:latin typeface="Calibri"/>
                          <a:cs typeface="Calibri"/>
                        </a:rPr>
                        <a:t>has</a:t>
                      </a:r>
                      <a:r>
                        <a:rPr sz="2000" spc="45" dirty="0">
                          <a:latin typeface="Calibri"/>
                          <a:cs typeface="Calibri"/>
                        </a:rPr>
                        <a:t> </a:t>
                      </a:r>
                      <a:r>
                        <a:rPr sz="2000" dirty="0">
                          <a:latin typeface="Calibri"/>
                          <a:cs typeface="Calibri"/>
                        </a:rPr>
                        <a:t>been</a:t>
                      </a:r>
                      <a:r>
                        <a:rPr sz="2000" spc="45" dirty="0">
                          <a:latin typeface="Calibri"/>
                          <a:cs typeface="Calibri"/>
                        </a:rPr>
                        <a:t> </a:t>
                      </a:r>
                      <a:r>
                        <a:rPr sz="2000" dirty="0">
                          <a:latin typeface="Calibri"/>
                          <a:cs typeface="Calibri"/>
                        </a:rPr>
                        <a:t>tried</a:t>
                      </a:r>
                      <a:r>
                        <a:rPr sz="2000" spc="55" dirty="0">
                          <a:latin typeface="Calibri"/>
                          <a:cs typeface="Calibri"/>
                        </a:rPr>
                        <a:t> </a:t>
                      </a:r>
                      <a:r>
                        <a:rPr sz="2000" dirty="0">
                          <a:latin typeface="Calibri"/>
                          <a:cs typeface="Calibri"/>
                        </a:rPr>
                        <a:t>and</a:t>
                      </a:r>
                      <a:r>
                        <a:rPr sz="2000" spc="55" dirty="0">
                          <a:latin typeface="Calibri"/>
                          <a:cs typeface="Calibri"/>
                        </a:rPr>
                        <a:t> </a:t>
                      </a:r>
                      <a:r>
                        <a:rPr sz="2000" dirty="0">
                          <a:latin typeface="Calibri"/>
                          <a:cs typeface="Calibri"/>
                        </a:rPr>
                        <a:t>tested</a:t>
                      </a:r>
                      <a:r>
                        <a:rPr sz="2000" spc="50" dirty="0">
                          <a:latin typeface="Calibri"/>
                          <a:cs typeface="Calibri"/>
                        </a:rPr>
                        <a:t> </a:t>
                      </a:r>
                      <a:r>
                        <a:rPr sz="2000" dirty="0">
                          <a:latin typeface="Calibri"/>
                          <a:cs typeface="Calibri"/>
                        </a:rPr>
                        <a:t>in</a:t>
                      </a:r>
                      <a:r>
                        <a:rPr sz="2000" spc="45" dirty="0">
                          <a:latin typeface="Calibri"/>
                          <a:cs typeface="Calibri"/>
                        </a:rPr>
                        <a:t> </a:t>
                      </a:r>
                      <a:r>
                        <a:rPr sz="2000" dirty="0">
                          <a:latin typeface="Calibri"/>
                          <a:cs typeface="Calibri"/>
                        </a:rPr>
                        <a:t>working</a:t>
                      </a:r>
                      <a:r>
                        <a:rPr sz="2000" spc="55" dirty="0">
                          <a:latin typeface="Calibri"/>
                          <a:cs typeface="Calibri"/>
                        </a:rPr>
                        <a:t> </a:t>
                      </a:r>
                      <a:r>
                        <a:rPr sz="2000" dirty="0">
                          <a:latin typeface="Calibri"/>
                          <a:cs typeface="Calibri"/>
                        </a:rPr>
                        <a:t>systems,</a:t>
                      </a:r>
                      <a:r>
                        <a:rPr sz="2000" spc="50" dirty="0">
                          <a:latin typeface="Calibri"/>
                          <a:cs typeface="Calibri"/>
                        </a:rPr>
                        <a:t> </a:t>
                      </a:r>
                      <a:r>
                        <a:rPr sz="2000" spc="-10" dirty="0">
                          <a:latin typeface="Calibri"/>
                          <a:cs typeface="Calibri"/>
                        </a:rPr>
                        <a:t>should</a:t>
                      </a:r>
                      <a:endParaRPr sz="2000">
                        <a:latin typeface="Calibri"/>
                        <a:cs typeface="Calibri"/>
                      </a:endParaRPr>
                    </a:p>
                    <a:p>
                      <a:pPr marL="359410" algn="just">
                        <a:lnSpc>
                          <a:spcPct val="100000"/>
                        </a:lnSpc>
                      </a:pPr>
                      <a:r>
                        <a:rPr sz="2000" dirty="0">
                          <a:latin typeface="Calibri"/>
                          <a:cs typeface="Calibri"/>
                        </a:rPr>
                        <a:t>be</a:t>
                      </a:r>
                      <a:r>
                        <a:rPr sz="2000" spc="-40" dirty="0">
                          <a:latin typeface="Calibri"/>
                          <a:cs typeface="Calibri"/>
                        </a:rPr>
                        <a:t> </a:t>
                      </a:r>
                      <a:r>
                        <a:rPr sz="2000" dirty="0">
                          <a:latin typeface="Calibri"/>
                          <a:cs typeface="Calibri"/>
                        </a:rPr>
                        <a:t>more</a:t>
                      </a:r>
                      <a:r>
                        <a:rPr sz="2000" spc="-25" dirty="0">
                          <a:latin typeface="Calibri"/>
                          <a:cs typeface="Calibri"/>
                        </a:rPr>
                        <a:t> </a:t>
                      </a:r>
                      <a:r>
                        <a:rPr sz="2000" dirty="0">
                          <a:latin typeface="Calibri"/>
                          <a:cs typeface="Calibri"/>
                        </a:rPr>
                        <a:t>dependable</a:t>
                      </a:r>
                      <a:r>
                        <a:rPr sz="2000" spc="-50" dirty="0">
                          <a:latin typeface="Calibri"/>
                          <a:cs typeface="Calibri"/>
                        </a:rPr>
                        <a:t> </a:t>
                      </a:r>
                      <a:r>
                        <a:rPr sz="2000" dirty="0">
                          <a:latin typeface="Calibri"/>
                          <a:cs typeface="Calibri"/>
                        </a:rPr>
                        <a:t>than</a:t>
                      </a:r>
                      <a:r>
                        <a:rPr sz="2000" spc="-45" dirty="0">
                          <a:latin typeface="Calibri"/>
                          <a:cs typeface="Calibri"/>
                        </a:rPr>
                        <a:t> </a:t>
                      </a:r>
                      <a:r>
                        <a:rPr sz="2000" dirty="0">
                          <a:latin typeface="Calibri"/>
                          <a:cs typeface="Calibri"/>
                        </a:rPr>
                        <a:t>new</a:t>
                      </a:r>
                      <a:r>
                        <a:rPr sz="2000" spc="-30" dirty="0">
                          <a:latin typeface="Calibri"/>
                          <a:cs typeface="Calibri"/>
                        </a:rPr>
                        <a:t> </a:t>
                      </a:r>
                      <a:r>
                        <a:rPr sz="2000" spc="-10" dirty="0">
                          <a:latin typeface="Calibri"/>
                          <a:cs typeface="Calibri"/>
                        </a:rPr>
                        <a:t>software.</a:t>
                      </a:r>
                      <a:endParaRPr sz="2000">
                        <a:latin typeface="Calibri"/>
                        <a:cs typeface="Calibri"/>
                      </a:endParaRPr>
                    </a:p>
                    <a:p>
                      <a:pPr marL="359410" indent="-286385" algn="just">
                        <a:lnSpc>
                          <a:spcPct val="100000"/>
                        </a:lnSpc>
                        <a:buFont typeface="Arial MT"/>
                        <a:buChar char="•"/>
                        <a:tabLst>
                          <a:tab pos="359410" algn="l"/>
                        </a:tabLst>
                      </a:pPr>
                      <a:r>
                        <a:rPr sz="2000" dirty="0">
                          <a:latin typeface="Calibri"/>
                          <a:cs typeface="Calibri"/>
                        </a:rPr>
                        <a:t>Its</a:t>
                      </a:r>
                      <a:r>
                        <a:rPr sz="2000" spc="-25" dirty="0">
                          <a:latin typeface="Calibri"/>
                          <a:cs typeface="Calibri"/>
                        </a:rPr>
                        <a:t> </a:t>
                      </a:r>
                      <a:r>
                        <a:rPr sz="2000" dirty="0">
                          <a:latin typeface="Calibri"/>
                          <a:cs typeface="Calibri"/>
                        </a:rPr>
                        <a:t>design</a:t>
                      </a:r>
                      <a:r>
                        <a:rPr sz="2000" spc="-50" dirty="0">
                          <a:latin typeface="Calibri"/>
                          <a:cs typeface="Calibri"/>
                        </a:rPr>
                        <a:t> </a:t>
                      </a:r>
                      <a:r>
                        <a:rPr sz="2000" dirty="0">
                          <a:latin typeface="Calibri"/>
                          <a:cs typeface="Calibri"/>
                        </a:rPr>
                        <a:t>and</a:t>
                      </a:r>
                      <a:r>
                        <a:rPr sz="2000" spc="-35" dirty="0">
                          <a:latin typeface="Calibri"/>
                          <a:cs typeface="Calibri"/>
                        </a:rPr>
                        <a:t> </a:t>
                      </a:r>
                      <a:r>
                        <a:rPr sz="2000" spc="-10" dirty="0">
                          <a:latin typeface="Calibri"/>
                          <a:cs typeface="Calibri"/>
                        </a:rPr>
                        <a:t>implementation</a:t>
                      </a:r>
                      <a:r>
                        <a:rPr sz="2000" spc="-45" dirty="0">
                          <a:latin typeface="Calibri"/>
                          <a:cs typeface="Calibri"/>
                        </a:rPr>
                        <a:t> </a:t>
                      </a:r>
                      <a:r>
                        <a:rPr sz="2000" dirty="0">
                          <a:latin typeface="Calibri"/>
                          <a:cs typeface="Calibri"/>
                        </a:rPr>
                        <a:t>faults</a:t>
                      </a:r>
                      <a:r>
                        <a:rPr sz="2000" spc="-30" dirty="0">
                          <a:latin typeface="Calibri"/>
                          <a:cs typeface="Calibri"/>
                        </a:rPr>
                        <a:t> </a:t>
                      </a:r>
                      <a:r>
                        <a:rPr sz="2000" dirty="0">
                          <a:latin typeface="Calibri"/>
                          <a:cs typeface="Calibri"/>
                        </a:rPr>
                        <a:t>should</a:t>
                      </a:r>
                      <a:r>
                        <a:rPr sz="2000" spc="-45" dirty="0">
                          <a:latin typeface="Calibri"/>
                          <a:cs typeface="Calibri"/>
                        </a:rPr>
                        <a:t> </a:t>
                      </a:r>
                      <a:r>
                        <a:rPr sz="2000" dirty="0">
                          <a:latin typeface="Calibri"/>
                          <a:cs typeface="Calibri"/>
                        </a:rPr>
                        <a:t>have</a:t>
                      </a:r>
                      <a:r>
                        <a:rPr sz="2000" spc="-35" dirty="0">
                          <a:latin typeface="Calibri"/>
                          <a:cs typeface="Calibri"/>
                        </a:rPr>
                        <a:t> </a:t>
                      </a:r>
                      <a:r>
                        <a:rPr sz="2000" dirty="0">
                          <a:latin typeface="Calibri"/>
                          <a:cs typeface="Calibri"/>
                        </a:rPr>
                        <a:t>been</a:t>
                      </a:r>
                      <a:r>
                        <a:rPr sz="2000" spc="-40" dirty="0">
                          <a:latin typeface="Calibri"/>
                          <a:cs typeface="Calibri"/>
                        </a:rPr>
                        <a:t> </a:t>
                      </a:r>
                      <a:r>
                        <a:rPr sz="2000" dirty="0">
                          <a:latin typeface="Calibri"/>
                          <a:cs typeface="Calibri"/>
                        </a:rPr>
                        <a:t>found</a:t>
                      </a:r>
                      <a:r>
                        <a:rPr sz="2000" spc="-25" dirty="0">
                          <a:latin typeface="Calibri"/>
                          <a:cs typeface="Calibri"/>
                        </a:rPr>
                        <a:t> </a:t>
                      </a:r>
                      <a:r>
                        <a:rPr sz="2000" dirty="0">
                          <a:latin typeface="Calibri"/>
                          <a:cs typeface="Calibri"/>
                        </a:rPr>
                        <a:t>and</a:t>
                      </a:r>
                      <a:r>
                        <a:rPr sz="2000" spc="-35" dirty="0">
                          <a:latin typeface="Calibri"/>
                          <a:cs typeface="Calibri"/>
                        </a:rPr>
                        <a:t> </a:t>
                      </a:r>
                      <a:r>
                        <a:rPr sz="2000" spc="-10" dirty="0">
                          <a:latin typeface="Calibri"/>
                          <a:cs typeface="Calibri"/>
                        </a:rPr>
                        <a:t>fixed.</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123050">
                <a:tc>
                  <a:txBody>
                    <a:bodyPr/>
                    <a:lstStyle/>
                    <a:p>
                      <a:pPr marL="73025" algn="just">
                        <a:lnSpc>
                          <a:spcPts val="2045"/>
                        </a:lnSpc>
                      </a:pPr>
                      <a:r>
                        <a:rPr sz="2200" b="1" i="1" spc="-10" dirty="0">
                          <a:solidFill>
                            <a:srgbClr val="C00000"/>
                          </a:solidFill>
                          <a:latin typeface="Calibri"/>
                          <a:cs typeface="Calibri"/>
                        </a:rPr>
                        <a:t>Reduced</a:t>
                      </a:r>
                      <a:endParaRPr sz="2200" dirty="0">
                        <a:latin typeface="Calibri"/>
                        <a:cs typeface="Calibri"/>
                      </a:endParaRPr>
                    </a:p>
                    <a:p>
                      <a:pPr marL="73025" algn="just">
                        <a:lnSpc>
                          <a:spcPct val="100000"/>
                        </a:lnSpc>
                      </a:pPr>
                      <a:r>
                        <a:rPr sz="2200" b="1" i="1" dirty="0">
                          <a:solidFill>
                            <a:srgbClr val="C00000"/>
                          </a:solidFill>
                          <a:latin typeface="Calibri"/>
                          <a:cs typeface="Calibri"/>
                        </a:rPr>
                        <a:t>Process</a:t>
                      </a:r>
                      <a:r>
                        <a:rPr sz="2200" b="1" i="1" spc="-65" dirty="0">
                          <a:solidFill>
                            <a:srgbClr val="C00000"/>
                          </a:solidFill>
                          <a:latin typeface="Calibri"/>
                          <a:cs typeface="Calibri"/>
                        </a:rPr>
                        <a:t> </a:t>
                      </a:r>
                      <a:r>
                        <a:rPr sz="2200" b="1" i="1" spc="-20" dirty="0">
                          <a:solidFill>
                            <a:srgbClr val="C00000"/>
                          </a:solidFill>
                          <a:latin typeface="Calibri"/>
                          <a:cs typeface="Calibri"/>
                        </a:rPr>
                        <a:t>Risk</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gn="just">
                        <a:lnSpc>
                          <a:spcPts val="1939"/>
                        </a:lnSpc>
                        <a:buFont typeface="Arial MT"/>
                        <a:buChar char="•"/>
                        <a:tabLst>
                          <a:tab pos="359410" algn="l"/>
                          <a:tab pos="824230" algn="l"/>
                          <a:tab pos="1322705" algn="l"/>
                          <a:tab pos="1641475" algn="l"/>
                          <a:tab pos="2444750" algn="l"/>
                          <a:tab pos="3355975" algn="l"/>
                          <a:tab pos="3629025" algn="l"/>
                          <a:tab pos="4413885" algn="l"/>
                          <a:tab pos="5195570" algn="l"/>
                          <a:tab pos="6078855" algn="l"/>
                          <a:tab pos="6508115" algn="l"/>
                          <a:tab pos="7092315" algn="l"/>
                        </a:tabLst>
                      </a:pPr>
                      <a:r>
                        <a:rPr sz="2000" spc="-25" dirty="0">
                          <a:latin typeface="Calibri"/>
                          <a:cs typeface="Calibri"/>
                        </a:rPr>
                        <a:t>The</a:t>
                      </a:r>
                      <a:r>
                        <a:rPr sz="2000" dirty="0">
                          <a:latin typeface="Calibri"/>
                          <a:cs typeface="Calibri"/>
                        </a:rPr>
                        <a:t>	</a:t>
                      </a:r>
                      <a:r>
                        <a:rPr sz="2000" spc="-20" dirty="0">
                          <a:latin typeface="Calibri"/>
                          <a:cs typeface="Calibri"/>
                        </a:rPr>
                        <a:t>cost</a:t>
                      </a:r>
                      <a:r>
                        <a:rPr sz="2000" dirty="0">
                          <a:latin typeface="Calibri"/>
                          <a:cs typeface="Calibri"/>
                        </a:rPr>
                        <a:t>	</a:t>
                      </a:r>
                      <a:r>
                        <a:rPr sz="2000" spc="-25" dirty="0">
                          <a:latin typeface="Calibri"/>
                          <a:cs typeface="Calibri"/>
                        </a:rPr>
                        <a:t>of</a:t>
                      </a:r>
                      <a:r>
                        <a:rPr sz="2000" dirty="0">
                          <a:latin typeface="Calibri"/>
                          <a:cs typeface="Calibri"/>
                        </a:rPr>
                        <a:t>	</a:t>
                      </a:r>
                      <a:r>
                        <a:rPr sz="2000" spc="-10" dirty="0">
                          <a:latin typeface="Calibri"/>
                          <a:cs typeface="Calibri"/>
                        </a:rPr>
                        <a:t>existing</a:t>
                      </a:r>
                      <a:r>
                        <a:rPr sz="2000" dirty="0">
                          <a:latin typeface="Calibri"/>
                          <a:cs typeface="Calibri"/>
                        </a:rPr>
                        <a:t>	</a:t>
                      </a:r>
                      <a:r>
                        <a:rPr sz="2000" spc="-10" dirty="0">
                          <a:latin typeface="Calibri"/>
                          <a:cs typeface="Calibri"/>
                        </a:rPr>
                        <a:t>software</a:t>
                      </a:r>
                      <a:r>
                        <a:rPr sz="2000" dirty="0">
                          <a:latin typeface="Calibri"/>
                          <a:cs typeface="Calibri"/>
                        </a:rPr>
                        <a:t>	</a:t>
                      </a:r>
                      <a:r>
                        <a:rPr sz="2000" spc="-25" dirty="0">
                          <a:latin typeface="Calibri"/>
                          <a:cs typeface="Calibri"/>
                        </a:rPr>
                        <a:t>is</a:t>
                      </a:r>
                      <a:r>
                        <a:rPr sz="2000" dirty="0">
                          <a:latin typeface="Calibri"/>
                          <a:cs typeface="Calibri"/>
                        </a:rPr>
                        <a:t>	</a:t>
                      </a:r>
                      <a:r>
                        <a:rPr sz="2000" spc="-10" dirty="0">
                          <a:latin typeface="Calibri"/>
                          <a:cs typeface="Calibri"/>
                        </a:rPr>
                        <a:t>already</a:t>
                      </a:r>
                      <a:r>
                        <a:rPr sz="2000" dirty="0">
                          <a:latin typeface="Calibri"/>
                          <a:cs typeface="Calibri"/>
                        </a:rPr>
                        <a:t>	</a:t>
                      </a:r>
                      <a:r>
                        <a:rPr sz="2000" spc="-10" dirty="0">
                          <a:latin typeface="Calibri"/>
                          <a:cs typeface="Calibri"/>
                        </a:rPr>
                        <a:t>known,</a:t>
                      </a:r>
                      <a:r>
                        <a:rPr sz="2000" dirty="0">
                          <a:latin typeface="Calibri"/>
                          <a:cs typeface="Calibri"/>
                        </a:rPr>
                        <a:t>	</a:t>
                      </a:r>
                      <a:r>
                        <a:rPr sz="2000" spc="-10" dirty="0">
                          <a:latin typeface="Calibri"/>
                          <a:cs typeface="Calibri"/>
                        </a:rPr>
                        <a:t>whereas</a:t>
                      </a:r>
                      <a:r>
                        <a:rPr sz="2000" dirty="0">
                          <a:latin typeface="Calibri"/>
                          <a:cs typeface="Calibri"/>
                        </a:rPr>
                        <a:t>	</a:t>
                      </a:r>
                      <a:r>
                        <a:rPr sz="2000" spc="-25" dirty="0">
                          <a:latin typeface="Calibri"/>
                          <a:cs typeface="Calibri"/>
                        </a:rPr>
                        <a:t>the</a:t>
                      </a:r>
                      <a:r>
                        <a:rPr sz="2000" dirty="0">
                          <a:latin typeface="Calibri"/>
                          <a:cs typeface="Calibri"/>
                        </a:rPr>
                        <a:t>	</a:t>
                      </a:r>
                      <a:r>
                        <a:rPr sz="2000" spc="-10" dirty="0">
                          <a:latin typeface="Calibri"/>
                          <a:cs typeface="Calibri"/>
                        </a:rPr>
                        <a:t>costs</a:t>
                      </a:r>
                      <a:r>
                        <a:rPr sz="2000" dirty="0">
                          <a:latin typeface="Calibri"/>
                          <a:cs typeface="Calibri"/>
                        </a:rPr>
                        <a:t>	</a:t>
                      </a:r>
                      <a:r>
                        <a:rPr sz="2000" spc="-25" dirty="0">
                          <a:latin typeface="Calibri"/>
                          <a:cs typeface="Calibri"/>
                        </a:rPr>
                        <a:t>of</a:t>
                      </a:r>
                      <a:r>
                        <a:rPr lang="en-US" sz="2000" spc="-25" dirty="0">
                          <a:latin typeface="Calibri"/>
                          <a:cs typeface="Calibri"/>
                        </a:rPr>
                        <a:t> </a:t>
                      </a:r>
                      <a:r>
                        <a:rPr sz="2000" dirty="0">
                          <a:latin typeface="Calibri"/>
                          <a:cs typeface="Calibri"/>
                        </a:rPr>
                        <a:t>development</a:t>
                      </a:r>
                      <a:r>
                        <a:rPr sz="2000" spc="-70" dirty="0">
                          <a:latin typeface="Calibri"/>
                          <a:cs typeface="Calibri"/>
                        </a:rPr>
                        <a:t> </a:t>
                      </a:r>
                      <a:r>
                        <a:rPr sz="2000" dirty="0">
                          <a:latin typeface="Calibri"/>
                          <a:cs typeface="Calibri"/>
                        </a:rPr>
                        <a:t>are</a:t>
                      </a:r>
                      <a:r>
                        <a:rPr sz="2000" spc="-65" dirty="0">
                          <a:latin typeface="Calibri"/>
                          <a:cs typeface="Calibri"/>
                        </a:rPr>
                        <a:t> </a:t>
                      </a:r>
                      <a:r>
                        <a:rPr sz="2000" dirty="0">
                          <a:latin typeface="Calibri"/>
                          <a:cs typeface="Calibri"/>
                        </a:rPr>
                        <a:t>always</a:t>
                      </a:r>
                      <a:r>
                        <a:rPr sz="2000" spc="-55" dirty="0">
                          <a:latin typeface="Calibri"/>
                          <a:cs typeface="Calibri"/>
                        </a:rPr>
                        <a:t> </a:t>
                      </a:r>
                      <a:r>
                        <a:rPr sz="2000" dirty="0">
                          <a:latin typeface="Calibri"/>
                          <a:cs typeface="Calibri"/>
                        </a:rPr>
                        <a:t>a</a:t>
                      </a:r>
                      <a:r>
                        <a:rPr sz="2000" spc="-50" dirty="0">
                          <a:latin typeface="Calibri"/>
                          <a:cs typeface="Calibri"/>
                        </a:rPr>
                        <a:t> </a:t>
                      </a:r>
                      <a:r>
                        <a:rPr sz="2000" dirty="0">
                          <a:latin typeface="Calibri"/>
                          <a:cs typeface="Calibri"/>
                        </a:rPr>
                        <a:t>matter</a:t>
                      </a:r>
                      <a:r>
                        <a:rPr sz="2000" spc="-55" dirty="0">
                          <a:latin typeface="Calibri"/>
                          <a:cs typeface="Calibri"/>
                        </a:rPr>
                        <a:t> </a:t>
                      </a:r>
                      <a:r>
                        <a:rPr sz="2000" dirty="0">
                          <a:latin typeface="Calibri"/>
                          <a:cs typeface="Calibri"/>
                        </a:rPr>
                        <a:t>of</a:t>
                      </a:r>
                      <a:r>
                        <a:rPr sz="2000" spc="-40" dirty="0">
                          <a:latin typeface="Calibri"/>
                          <a:cs typeface="Calibri"/>
                        </a:rPr>
                        <a:t> </a:t>
                      </a:r>
                      <a:r>
                        <a:rPr sz="2000" spc="-10" dirty="0">
                          <a:latin typeface="Calibri"/>
                          <a:cs typeface="Calibri"/>
                        </a:rPr>
                        <a:t>judgment.</a:t>
                      </a:r>
                      <a:endParaRPr sz="2000" dirty="0">
                        <a:latin typeface="Calibri"/>
                        <a:cs typeface="Calibri"/>
                      </a:endParaRPr>
                    </a:p>
                    <a:p>
                      <a:pPr marL="359410" indent="-286385" algn="just">
                        <a:lnSpc>
                          <a:spcPct val="100000"/>
                        </a:lnSpc>
                        <a:buFont typeface="Arial MT"/>
                        <a:buChar char="•"/>
                        <a:tabLst>
                          <a:tab pos="359410" algn="l"/>
                        </a:tabLst>
                      </a:pPr>
                      <a:r>
                        <a:rPr sz="2000" dirty="0">
                          <a:latin typeface="Calibri"/>
                          <a:cs typeface="Calibri"/>
                        </a:rPr>
                        <a:t>This</a:t>
                      </a:r>
                      <a:r>
                        <a:rPr sz="2000" spc="240" dirty="0">
                          <a:latin typeface="Calibri"/>
                          <a:cs typeface="Calibri"/>
                        </a:rPr>
                        <a:t> </a:t>
                      </a:r>
                      <a:r>
                        <a:rPr sz="2000" dirty="0">
                          <a:latin typeface="Calibri"/>
                          <a:cs typeface="Calibri"/>
                        </a:rPr>
                        <a:t>is</a:t>
                      </a:r>
                      <a:r>
                        <a:rPr sz="2000" spc="245" dirty="0">
                          <a:latin typeface="Calibri"/>
                          <a:cs typeface="Calibri"/>
                        </a:rPr>
                        <a:t> </a:t>
                      </a:r>
                      <a:r>
                        <a:rPr sz="2000" dirty="0">
                          <a:latin typeface="Calibri"/>
                          <a:cs typeface="Calibri"/>
                        </a:rPr>
                        <a:t>an</a:t>
                      </a:r>
                      <a:r>
                        <a:rPr sz="2000" spc="245" dirty="0">
                          <a:latin typeface="Calibri"/>
                          <a:cs typeface="Calibri"/>
                        </a:rPr>
                        <a:t> </a:t>
                      </a:r>
                      <a:r>
                        <a:rPr sz="2000" dirty="0">
                          <a:latin typeface="Calibri"/>
                          <a:cs typeface="Calibri"/>
                        </a:rPr>
                        <a:t>important</a:t>
                      </a:r>
                      <a:r>
                        <a:rPr sz="2000" spc="250" dirty="0">
                          <a:latin typeface="Calibri"/>
                          <a:cs typeface="Calibri"/>
                        </a:rPr>
                        <a:t> </a:t>
                      </a:r>
                      <a:r>
                        <a:rPr sz="2000" dirty="0">
                          <a:latin typeface="Calibri"/>
                          <a:cs typeface="Calibri"/>
                        </a:rPr>
                        <a:t>factor</a:t>
                      </a:r>
                      <a:r>
                        <a:rPr sz="2000" spc="245" dirty="0">
                          <a:latin typeface="Calibri"/>
                          <a:cs typeface="Calibri"/>
                        </a:rPr>
                        <a:t> </a:t>
                      </a:r>
                      <a:r>
                        <a:rPr sz="2000" dirty="0">
                          <a:latin typeface="Calibri"/>
                          <a:cs typeface="Calibri"/>
                        </a:rPr>
                        <a:t>for</a:t>
                      </a:r>
                      <a:r>
                        <a:rPr sz="2000" spc="240" dirty="0">
                          <a:latin typeface="Calibri"/>
                          <a:cs typeface="Calibri"/>
                        </a:rPr>
                        <a:t> </a:t>
                      </a:r>
                      <a:r>
                        <a:rPr sz="2000" dirty="0">
                          <a:latin typeface="Calibri"/>
                          <a:cs typeface="Calibri"/>
                        </a:rPr>
                        <a:t>project</a:t>
                      </a:r>
                      <a:r>
                        <a:rPr sz="2000" spc="260" dirty="0">
                          <a:latin typeface="Calibri"/>
                          <a:cs typeface="Calibri"/>
                        </a:rPr>
                        <a:t> </a:t>
                      </a:r>
                      <a:r>
                        <a:rPr sz="2000" dirty="0">
                          <a:latin typeface="Calibri"/>
                          <a:cs typeface="Calibri"/>
                        </a:rPr>
                        <a:t>management</a:t>
                      </a:r>
                      <a:r>
                        <a:rPr sz="2000" spc="229" dirty="0">
                          <a:latin typeface="Calibri"/>
                          <a:cs typeface="Calibri"/>
                        </a:rPr>
                        <a:t> </a:t>
                      </a:r>
                      <a:r>
                        <a:rPr sz="2000" dirty="0">
                          <a:latin typeface="Calibri"/>
                          <a:cs typeface="Calibri"/>
                        </a:rPr>
                        <a:t>because</a:t>
                      </a:r>
                      <a:r>
                        <a:rPr sz="2000" spc="250" dirty="0">
                          <a:latin typeface="Calibri"/>
                          <a:cs typeface="Calibri"/>
                        </a:rPr>
                        <a:t> </a:t>
                      </a:r>
                      <a:r>
                        <a:rPr sz="2000" dirty="0">
                          <a:latin typeface="Calibri"/>
                          <a:cs typeface="Calibri"/>
                        </a:rPr>
                        <a:t>it</a:t>
                      </a:r>
                      <a:r>
                        <a:rPr sz="2000" spc="245" dirty="0">
                          <a:latin typeface="Calibri"/>
                          <a:cs typeface="Calibri"/>
                        </a:rPr>
                        <a:t> </a:t>
                      </a:r>
                      <a:r>
                        <a:rPr sz="2000" dirty="0">
                          <a:latin typeface="Calibri"/>
                          <a:cs typeface="Calibri"/>
                        </a:rPr>
                        <a:t>reduces</a:t>
                      </a:r>
                      <a:r>
                        <a:rPr sz="2000" spc="245" dirty="0">
                          <a:latin typeface="Calibri"/>
                          <a:cs typeface="Calibri"/>
                        </a:rPr>
                        <a:t> </a:t>
                      </a:r>
                      <a:r>
                        <a:rPr sz="2000" spc="-25" dirty="0">
                          <a:latin typeface="Calibri"/>
                          <a:cs typeface="Calibri"/>
                        </a:rPr>
                        <a:t>the</a:t>
                      </a:r>
                      <a:endParaRPr sz="2000" dirty="0">
                        <a:latin typeface="Calibri"/>
                        <a:cs typeface="Calibri"/>
                      </a:endParaRPr>
                    </a:p>
                    <a:p>
                      <a:pPr marL="359410" algn="just">
                        <a:lnSpc>
                          <a:spcPct val="100000"/>
                        </a:lnSpc>
                      </a:pPr>
                      <a:r>
                        <a:rPr sz="2000" dirty="0">
                          <a:latin typeface="Calibri"/>
                          <a:cs typeface="Calibri"/>
                        </a:rPr>
                        <a:t>margin</a:t>
                      </a:r>
                      <a:r>
                        <a:rPr sz="2000" spc="-60" dirty="0">
                          <a:latin typeface="Calibri"/>
                          <a:cs typeface="Calibri"/>
                        </a:rPr>
                        <a:t> </a:t>
                      </a:r>
                      <a:r>
                        <a:rPr sz="2000" dirty="0">
                          <a:latin typeface="Calibri"/>
                          <a:cs typeface="Calibri"/>
                        </a:rPr>
                        <a:t>of</a:t>
                      </a:r>
                      <a:r>
                        <a:rPr sz="2000" spc="-15" dirty="0">
                          <a:latin typeface="Calibri"/>
                          <a:cs typeface="Calibri"/>
                        </a:rPr>
                        <a:t> </a:t>
                      </a:r>
                      <a:r>
                        <a:rPr sz="2000" dirty="0">
                          <a:latin typeface="Calibri"/>
                          <a:cs typeface="Calibri"/>
                        </a:rPr>
                        <a:t>error</a:t>
                      </a:r>
                      <a:r>
                        <a:rPr sz="2000" spc="-65" dirty="0">
                          <a:latin typeface="Calibri"/>
                          <a:cs typeface="Calibri"/>
                        </a:rPr>
                        <a:t> </a:t>
                      </a:r>
                      <a:r>
                        <a:rPr sz="2000" dirty="0">
                          <a:latin typeface="Calibri"/>
                          <a:cs typeface="Calibri"/>
                        </a:rPr>
                        <a:t>in</a:t>
                      </a:r>
                      <a:r>
                        <a:rPr sz="2000" spc="-35" dirty="0">
                          <a:latin typeface="Calibri"/>
                          <a:cs typeface="Calibri"/>
                        </a:rPr>
                        <a:t> </a:t>
                      </a:r>
                      <a:r>
                        <a:rPr sz="2000" dirty="0">
                          <a:latin typeface="Calibri"/>
                          <a:cs typeface="Calibri"/>
                        </a:rPr>
                        <a:t>project</a:t>
                      </a:r>
                      <a:r>
                        <a:rPr sz="2000" spc="-50" dirty="0">
                          <a:latin typeface="Calibri"/>
                          <a:cs typeface="Calibri"/>
                        </a:rPr>
                        <a:t> </a:t>
                      </a:r>
                      <a:r>
                        <a:rPr sz="2000" dirty="0">
                          <a:latin typeface="Calibri"/>
                          <a:cs typeface="Calibri"/>
                        </a:rPr>
                        <a:t>cost</a:t>
                      </a:r>
                      <a:r>
                        <a:rPr sz="2000" spc="-20" dirty="0">
                          <a:latin typeface="Calibri"/>
                          <a:cs typeface="Calibri"/>
                        </a:rPr>
                        <a:t> </a:t>
                      </a:r>
                      <a:r>
                        <a:rPr sz="2000" spc="-10" dirty="0">
                          <a:latin typeface="Calibri"/>
                          <a:cs typeface="Calibri"/>
                        </a:rPr>
                        <a:t>estimation.</a:t>
                      </a:r>
                      <a:endParaRPr sz="2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22169">
                <a:tc>
                  <a:txBody>
                    <a:bodyPr/>
                    <a:lstStyle/>
                    <a:p>
                      <a:pPr marL="73025" algn="just">
                        <a:lnSpc>
                          <a:spcPts val="2050"/>
                        </a:lnSpc>
                        <a:tabLst>
                          <a:tab pos="1112520" algn="l"/>
                        </a:tabLst>
                      </a:pPr>
                      <a:r>
                        <a:rPr sz="2200" b="1" i="1" spc="-10" dirty="0">
                          <a:solidFill>
                            <a:srgbClr val="C00000"/>
                          </a:solidFill>
                          <a:latin typeface="Calibri"/>
                          <a:cs typeface="Calibri"/>
                        </a:rPr>
                        <a:t>Effective</a:t>
                      </a:r>
                      <a:r>
                        <a:rPr sz="2200" b="1" i="1" dirty="0">
                          <a:solidFill>
                            <a:srgbClr val="C00000"/>
                          </a:solidFill>
                          <a:latin typeface="Calibri"/>
                          <a:cs typeface="Calibri"/>
                        </a:rPr>
                        <a:t>	</a:t>
                      </a:r>
                      <a:r>
                        <a:rPr sz="2200" b="1" i="1" spc="-25" dirty="0">
                          <a:solidFill>
                            <a:srgbClr val="C00000"/>
                          </a:solidFill>
                          <a:latin typeface="Calibri"/>
                          <a:cs typeface="Calibri"/>
                        </a:rPr>
                        <a:t>use</a:t>
                      </a:r>
                      <a:endParaRPr sz="2200">
                        <a:latin typeface="Calibri"/>
                        <a:cs typeface="Calibri"/>
                      </a:endParaRPr>
                    </a:p>
                    <a:p>
                      <a:pPr marL="73025" algn="just">
                        <a:lnSpc>
                          <a:spcPct val="100000"/>
                        </a:lnSpc>
                      </a:pPr>
                      <a:r>
                        <a:rPr sz="2200" b="1" i="1" dirty="0">
                          <a:solidFill>
                            <a:srgbClr val="C00000"/>
                          </a:solidFill>
                          <a:latin typeface="Calibri"/>
                          <a:cs typeface="Calibri"/>
                        </a:rPr>
                        <a:t>of</a:t>
                      </a:r>
                      <a:r>
                        <a:rPr sz="2200" b="1" i="1" spc="-20" dirty="0">
                          <a:solidFill>
                            <a:srgbClr val="C00000"/>
                          </a:solidFill>
                          <a:latin typeface="Calibri"/>
                          <a:cs typeface="Calibri"/>
                        </a:rPr>
                        <a:t> </a:t>
                      </a:r>
                      <a:r>
                        <a:rPr sz="2200" b="1" i="1" spc="-10" dirty="0">
                          <a:solidFill>
                            <a:srgbClr val="C00000"/>
                          </a:solidFill>
                          <a:latin typeface="Calibri"/>
                          <a:cs typeface="Calibri"/>
                        </a:rPr>
                        <a:t>Specialists</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gn="just">
                        <a:lnSpc>
                          <a:spcPts val="1945"/>
                        </a:lnSpc>
                        <a:buFont typeface="Arial MT"/>
                        <a:buChar char="•"/>
                        <a:tabLst>
                          <a:tab pos="359410" algn="l"/>
                        </a:tabLst>
                      </a:pPr>
                      <a:r>
                        <a:rPr sz="2000" dirty="0">
                          <a:latin typeface="Calibri"/>
                          <a:cs typeface="Calibri"/>
                        </a:rPr>
                        <a:t>Instead</a:t>
                      </a:r>
                      <a:r>
                        <a:rPr sz="2000" spc="-35" dirty="0">
                          <a:latin typeface="Calibri"/>
                          <a:cs typeface="Calibri"/>
                        </a:rPr>
                        <a:t> </a:t>
                      </a:r>
                      <a:r>
                        <a:rPr sz="2000" dirty="0">
                          <a:latin typeface="Calibri"/>
                          <a:cs typeface="Calibri"/>
                        </a:rPr>
                        <a:t>of</a:t>
                      </a:r>
                      <a:r>
                        <a:rPr sz="2000" spc="-40" dirty="0">
                          <a:latin typeface="Calibri"/>
                          <a:cs typeface="Calibri"/>
                        </a:rPr>
                        <a:t> </a:t>
                      </a:r>
                      <a:r>
                        <a:rPr sz="2000" dirty="0">
                          <a:latin typeface="Calibri"/>
                          <a:cs typeface="Calibri"/>
                        </a:rPr>
                        <a:t>doing</a:t>
                      </a:r>
                      <a:r>
                        <a:rPr sz="2000" spc="-30" dirty="0">
                          <a:latin typeface="Calibri"/>
                          <a:cs typeface="Calibri"/>
                        </a:rPr>
                        <a:t> </a:t>
                      </a:r>
                      <a:r>
                        <a:rPr sz="2000" dirty="0">
                          <a:latin typeface="Calibri"/>
                          <a:cs typeface="Calibri"/>
                        </a:rPr>
                        <a:t>the</a:t>
                      </a:r>
                      <a:r>
                        <a:rPr sz="2000" spc="-45" dirty="0">
                          <a:latin typeface="Calibri"/>
                          <a:cs typeface="Calibri"/>
                        </a:rPr>
                        <a:t> </a:t>
                      </a:r>
                      <a:r>
                        <a:rPr sz="2000" dirty="0">
                          <a:latin typeface="Calibri"/>
                          <a:cs typeface="Calibri"/>
                        </a:rPr>
                        <a:t>same</a:t>
                      </a:r>
                      <a:r>
                        <a:rPr sz="2000" spc="-45" dirty="0">
                          <a:latin typeface="Calibri"/>
                          <a:cs typeface="Calibri"/>
                        </a:rPr>
                        <a:t> </a:t>
                      </a:r>
                      <a:r>
                        <a:rPr sz="2000" dirty="0">
                          <a:latin typeface="Calibri"/>
                          <a:cs typeface="Calibri"/>
                        </a:rPr>
                        <a:t>work</a:t>
                      </a:r>
                      <a:r>
                        <a:rPr sz="2000" spc="-35" dirty="0">
                          <a:latin typeface="Calibri"/>
                          <a:cs typeface="Calibri"/>
                        </a:rPr>
                        <a:t> </a:t>
                      </a:r>
                      <a:r>
                        <a:rPr sz="2000" dirty="0">
                          <a:latin typeface="Calibri"/>
                          <a:cs typeface="Calibri"/>
                        </a:rPr>
                        <a:t>over</a:t>
                      </a:r>
                      <a:r>
                        <a:rPr sz="2000" spc="-30" dirty="0">
                          <a:latin typeface="Calibri"/>
                          <a:cs typeface="Calibri"/>
                        </a:rPr>
                        <a:t> </a:t>
                      </a:r>
                      <a:r>
                        <a:rPr sz="2000" dirty="0">
                          <a:latin typeface="Calibri"/>
                          <a:cs typeface="Calibri"/>
                        </a:rPr>
                        <a:t>and</a:t>
                      </a:r>
                      <a:r>
                        <a:rPr sz="2000" spc="-35" dirty="0">
                          <a:latin typeface="Calibri"/>
                          <a:cs typeface="Calibri"/>
                        </a:rPr>
                        <a:t> </a:t>
                      </a:r>
                      <a:r>
                        <a:rPr sz="2000" dirty="0">
                          <a:latin typeface="Calibri"/>
                          <a:cs typeface="Calibri"/>
                        </a:rPr>
                        <a:t>over</a:t>
                      </a:r>
                      <a:r>
                        <a:rPr sz="2000" spc="-35" dirty="0">
                          <a:latin typeface="Calibri"/>
                          <a:cs typeface="Calibri"/>
                        </a:rPr>
                        <a:t> </a:t>
                      </a:r>
                      <a:r>
                        <a:rPr sz="2000" dirty="0">
                          <a:latin typeface="Calibri"/>
                          <a:cs typeface="Calibri"/>
                        </a:rPr>
                        <a:t>again,</a:t>
                      </a:r>
                      <a:r>
                        <a:rPr sz="2000" spc="-40" dirty="0">
                          <a:latin typeface="Calibri"/>
                          <a:cs typeface="Calibri"/>
                        </a:rPr>
                        <a:t> </a:t>
                      </a:r>
                      <a:r>
                        <a:rPr sz="2000" dirty="0">
                          <a:latin typeface="Calibri"/>
                          <a:cs typeface="Calibri"/>
                        </a:rPr>
                        <a:t>application</a:t>
                      </a:r>
                      <a:r>
                        <a:rPr sz="2000" spc="-40" dirty="0">
                          <a:latin typeface="Calibri"/>
                          <a:cs typeface="Calibri"/>
                        </a:rPr>
                        <a:t> </a:t>
                      </a:r>
                      <a:r>
                        <a:rPr sz="2000" dirty="0">
                          <a:latin typeface="Calibri"/>
                          <a:cs typeface="Calibri"/>
                        </a:rPr>
                        <a:t>specialists</a:t>
                      </a:r>
                      <a:r>
                        <a:rPr sz="2000" spc="-30" dirty="0">
                          <a:latin typeface="Calibri"/>
                          <a:cs typeface="Calibri"/>
                        </a:rPr>
                        <a:t> </a:t>
                      </a:r>
                      <a:r>
                        <a:rPr sz="2000" spc="-25" dirty="0">
                          <a:latin typeface="Calibri"/>
                          <a:cs typeface="Calibri"/>
                        </a:rPr>
                        <a:t>can</a:t>
                      </a:r>
                      <a:endParaRPr sz="2000">
                        <a:latin typeface="Calibri"/>
                        <a:cs typeface="Calibri"/>
                      </a:endParaRPr>
                    </a:p>
                    <a:p>
                      <a:pPr marL="359410" algn="just">
                        <a:lnSpc>
                          <a:spcPct val="100000"/>
                        </a:lnSpc>
                      </a:pPr>
                      <a:r>
                        <a:rPr sz="2000" dirty="0">
                          <a:latin typeface="Calibri"/>
                          <a:cs typeface="Calibri"/>
                        </a:rPr>
                        <a:t>develop</a:t>
                      </a:r>
                      <a:r>
                        <a:rPr sz="2000" spc="-30" dirty="0">
                          <a:latin typeface="Calibri"/>
                          <a:cs typeface="Calibri"/>
                        </a:rPr>
                        <a:t> </a:t>
                      </a:r>
                      <a:r>
                        <a:rPr sz="2000" dirty="0">
                          <a:latin typeface="Calibri"/>
                          <a:cs typeface="Calibri"/>
                        </a:rPr>
                        <a:t>reusable</a:t>
                      </a:r>
                      <a:r>
                        <a:rPr sz="2000" spc="-20" dirty="0">
                          <a:latin typeface="Calibri"/>
                          <a:cs typeface="Calibri"/>
                        </a:rPr>
                        <a:t> </a:t>
                      </a:r>
                      <a:r>
                        <a:rPr sz="2000" spc="-10" dirty="0">
                          <a:latin typeface="Calibri"/>
                          <a:cs typeface="Calibri"/>
                        </a:rPr>
                        <a:t>software</a:t>
                      </a:r>
                      <a:r>
                        <a:rPr sz="2000" spc="-55" dirty="0">
                          <a:latin typeface="Calibri"/>
                          <a:cs typeface="Calibri"/>
                        </a:rPr>
                        <a:t> </a:t>
                      </a:r>
                      <a:r>
                        <a:rPr sz="2000" dirty="0">
                          <a:latin typeface="Calibri"/>
                          <a:cs typeface="Calibri"/>
                        </a:rPr>
                        <a:t>that</a:t>
                      </a:r>
                      <a:r>
                        <a:rPr sz="2000" spc="-25" dirty="0">
                          <a:latin typeface="Calibri"/>
                          <a:cs typeface="Calibri"/>
                        </a:rPr>
                        <a:t> </a:t>
                      </a:r>
                      <a:r>
                        <a:rPr sz="2000" spc="-10" dirty="0">
                          <a:latin typeface="Calibri"/>
                          <a:cs typeface="Calibri"/>
                        </a:rPr>
                        <a:t>encapsulates</a:t>
                      </a:r>
                      <a:r>
                        <a:rPr sz="2000" spc="-45" dirty="0">
                          <a:latin typeface="Calibri"/>
                          <a:cs typeface="Calibri"/>
                        </a:rPr>
                        <a:t> </a:t>
                      </a:r>
                      <a:r>
                        <a:rPr sz="2000" dirty="0">
                          <a:latin typeface="Calibri"/>
                          <a:cs typeface="Calibri"/>
                        </a:rPr>
                        <a:t>their</a:t>
                      </a:r>
                      <a:r>
                        <a:rPr sz="2000" spc="-45" dirty="0">
                          <a:latin typeface="Calibri"/>
                          <a:cs typeface="Calibri"/>
                        </a:rPr>
                        <a:t> </a:t>
                      </a:r>
                      <a:r>
                        <a:rPr sz="2000" spc="-10" dirty="0">
                          <a:latin typeface="Calibri"/>
                          <a:cs typeface="Calibri"/>
                        </a:rPr>
                        <a:t>knowledge.</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1331214">
                <a:tc>
                  <a:txBody>
                    <a:bodyPr/>
                    <a:lstStyle/>
                    <a:p>
                      <a:pPr marL="73025" algn="just">
                        <a:lnSpc>
                          <a:spcPts val="2050"/>
                        </a:lnSpc>
                      </a:pPr>
                      <a:r>
                        <a:rPr sz="2200" b="1" i="1" spc="-10" dirty="0">
                          <a:solidFill>
                            <a:srgbClr val="C00000"/>
                          </a:solidFill>
                          <a:latin typeface="Calibri"/>
                          <a:cs typeface="Calibri"/>
                        </a:rPr>
                        <a:t>Standards</a:t>
                      </a:r>
                      <a:endParaRPr sz="2200">
                        <a:latin typeface="Calibri"/>
                        <a:cs typeface="Calibri"/>
                      </a:endParaRPr>
                    </a:p>
                    <a:p>
                      <a:pPr marL="73025" algn="just">
                        <a:lnSpc>
                          <a:spcPct val="100000"/>
                        </a:lnSpc>
                      </a:pPr>
                      <a:r>
                        <a:rPr sz="2200" b="1" i="1" spc="-10" dirty="0">
                          <a:solidFill>
                            <a:srgbClr val="C00000"/>
                          </a:solidFill>
                          <a:latin typeface="Calibri"/>
                          <a:cs typeface="Calibri"/>
                        </a:rPr>
                        <a:t>Compliance</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gn="just">
                        <a:lnSpc>
                          <a:spcPts val="1945"/>
                        </a:lnSpc>
                        <a:buFont typeface="Arial MT"/>
                        <a:buChar char="•"/>
                        <a:tabLst>
                          <a:tab pos="359410" algn="l"/>
                        </a:tabLst>
                      </a:pPr>
                      <a:r>
                        <a:rPr sz="2000" dirty="0">
                          <a:latin typeface="Calibri"/>
                          <a:cs typeface="Calibri"/>
                        </a:rPr>
                        <a:t>Some</a:t>
                      </a:r>
                      <a:r>
                        <a:rPr sz="2000" spc="-15" dirty="0">
                          <a:latin typeface="Calibri"/>
                          <a:cs typeface="Calibri"/>
                        </a:rPr>
                        <a:t> </a:t>
                      </a:r>
                      <a:r>
                        <a:rPr sz="2000" spc="-10" dirty="0">
                          <a:latin typeface="Calibri"/>
                          <a:cs typeface="Calibri"/>
                        </a:rPr>
                        <a:t>standards,</a:t>
                      </a:r>
                      <a:r>
                        <a:rPr sz="2000" spc="-25" dirty="0">
                          <a:latin typeface="Calibri"/>
                          <a:cs typeface="Calibri"/>
                        </a:rPr>
                        <a:t> </a:t>
                      </a:r>
                      <a:r>
                        <a:rPr sz="2000" dirty="0">
                          <a:latin typeface="Calibri"/>
                          <a:cs typeface="Calibri"/>
                        </a:rPr>
                        <a:t>such</a:t>
                      </a:r>
                      <a:r>
                        <a:rPr sz="2000" spc="-20" dirty="0">
                          <a:latin typeface="Calibri"/>
                          <a:cs typeface="Calibri"/>
                        </a:rPr>
                        <a:t> </a:t>
                      </a:r>
                      <a:r>
                        <a:rPr sz="2000" dirty="0">
                          <a:latin typeface="Calibri"/>
                          <a:cs typeface="Calibri"/>
                        </a:rPr>
                        <a:t>as</a:t>
                      </a:r>
                      <a:r>
                        <a:rPr sz="2000" spc="-15" dirty="0">
                          <a:latin typeface="Calibri"/>
                          <a:cs typeface="Calibri"/>
                        </a:rPr>
                        <a:t> </a:t>
                      </a:r>
                      <a:r>
                        <a:rPr sz="2000" dirty="0">
                          <a:latin typeface="Calibri"/>
                          <a:cs typeface="Calibri"/>
                        </a:rPr>
                        <a:t>user</a:t>
                      </a:r>
                      <a:r>
                        <a:rPr sz="2000" spc="-20" dirty="0">
                          <a:latin typeface="Calibri"/>
                          <a:cs typeface="Calibri"/>
                        </a:rPr>
                        <a:t> </a:t>
                      </a:r>
                      <a:r>
                        <a:rPr sz="2000" spc="-10" dirty="0">
                          <a:latin typeface="Calibri"/>
                          <a:cs typeface="Calibri"/>
                        </a:rPr>
                        <a:t>interface standards,</a:t>
                      </a:r>
                      <a:r>
                        <a:rPr sz="2000" spc="-15" dirty="0">
                          <a:latin typeface="Calibri"/>
                          <a:cs typeface="Calibri"/>
                        </a:rPr>
                        <a:t> </a:t>
                      </a:r>
                      <a:r>
                        <a:rPr sz="2000" dirty="0">
                          <a:latin typeface="Calibri"/>
                          <a:cs typeface="Calibri"/>
                        </a:rPr>
                        <a:t>can</a:t>
                      </a:r>
                      <a:r>
                        <a:rPr sz="2000" spc="-15" dirty="0">
                          <a:latin typeface="Calibri"/>
                          <a:cs typeface="Calibri"/>
                        </a:rPr>
                        <a:t> </a:t>
                      </a:r>
                      <a:r>
                        <a:rPr sz="2000" dirty="0">
                          <a:latin typeface="Calibri"/>
                          <a:cs typeface="Calibri"/>
                        </a:rPr>
                        <a:t>be</a:t>
                      </a:r>
                      <a:r>
                        <a:rPr sz="2000" spc="-15" dirty="0">
                          <a:latin typeface="Calibri"/>
                          <a:cs typeface="Calibri"/>
                        </a:rPr>
                        <a:t> </a:t>
                      </a:r>
                      <a:r>
                        <a:rPr sz="2000" dirty="0">
                          <a:latin typeface="Calibri"/>
                          <a:cs typeface="Calibri"/>
                        </a:rPr>
                        <a:t>implemented</a:t>
                      </a:r>
                      <a:r>
                        <a:rPr sz="2000" spc="-10" dirty="0">
                          <a:latin typeface="Calibri"/>
                          <a:cs typeface="Calibri"/>
                        </a:rPr>
                        <a:t> </a:t>
                      </a:r>
                      <a:r>
                        <a:rPr sz="2000" dirty="0">
                          <a:latin typeface="Calibri"/>
                          <a:cs typeface="Calibri"/>
                        </a:rPr>
                        <a:t>as</a:t>
                      </a:r>
                      <a:r>
                        <a:rPr sz="2000" spc="-20" dirty="0">
                          <a:latin typeface="Calibri"/>
                          <a:cs typeface="Calibri"/>
                        </a:rPr>
                        <a:t> </a:t>
                      </a:r>
                      <a:r>
                        <a:rPr sz="2000" dirty="0">
                          <a:latin typeface="Calibri"/>
                          <a:cs typeface="Calibri"/>
                        </a:rPr>
                        <a:t>a</a:t>
                      </a:r>
                      <a:r>
                        <a:rPr sz="2000" spc="-25" dirty="0">
                          <a:latin typeface="Calibri"/>
                          <a:cs typeface="Calibri"/>
                        </a:rPr>
                        <a:t> set</a:t>
                      </a:r>
                      <a:endParaRPr sz="2000">
                        <a:latin typeface="Calibri"/>
                        <a:cs typeface="Calibri"/>
                      </a:endParaRPr>
                    </a:p>
                    <a:p>
                      <a:pPr marL="359410" algn="just">
                        <a:lnSpc>
                          <a:spcPct val="100000"/>
                        </a:lnSpc>
                      </a:pPr>
                      <a:r>
                        <a:rPr sz="2000" dirty="0">
                          <a:latin typeface="Calibri"/>
                          <a:cs typeface="Calibri"/>
                        </a:rPr>
                        <a:t>of</a:t>
                      </a:r>
                      <a:r>
                        <a:rPr sz="2000" spc="-30" dirty="0">
                          <a:latin typeface="Calibri"/>
                          <a:cs typeface="Calibri"/>
                        </a:rPr>
                        <a:t> </a:t>
                      </a:r>
                      <a:r>
                        <a:rPr sz="2000" dirty="0">
                          <a:latin typeface="Calibri"/>
                          <a:cs typeface="Calibri"/>
                        </a:rPr>
                        <a:t>reusable</a:t>
                      </a:r>
                      <a:r>
                        <a:rPr sz="2000" spc="-60" dirty="0">
                          <a:latin typeface="Calibri"/>
                          <a:cs typeface="Calibri"/>
                        </a:rPr>
                        <a:t> </a:t>
                      </a:r>
                      <a:r>
                        <a:rPr sz="2000" spc="-10" dirty="0">
                          <a:latin typeface="Calibri"/>
                          <a:cs typeface="Calibri"/>
                        </a:rPr>
                        <a:t>components.</a:t>
                      </a:r>
                      <a:endParaRPr sz="2000">
                        <a:latin typeface="Calibri"/>
                        <a:cs typeface="Calibri"/>
                      </a:endParaRPr>
                    </a:p>
                    <a:p>
                      <a:pPr marL="359410" indent="-286385" algn="just">
                        <a:lnSpc>
                          <a:spcPct val="100000"/>
                        </a:lnSpc>
                        <a:buFont typeface="Arial MT"/>
                        <a:buChar char="•"/>
                        <a:tabLst>
                          <a:tab pos="359410" algn="l"/>
                        </a:tabLst>
                      </a:pPr>
                      <a:r>
                        <a:rPr sz="2000" dirty="0">
                          <a:latin typeface="Calibri"/>
                          <a:cs typeface="Calibri"/>
                        </a:rPr>
                        <a:t>For</a:t>
                      </a:r>
                      <a:r>
                        <a:rPr sz="2000" spc="305" dirty="0">
                          <a:latin typeface="Calibri"/>
                          <a:cs typeface="Calibri"/>
                        </a:rPr>
                        <a:t> </a:t>
                      </a:r>
                      <a:r>
                        <a:rPr sz="2000" dirty="0">
                          <a:latin typeface="Calibri"/>
                          <a:cs typeface="Calibri"/>
                        </a:rPr>
                        <a:t>example,</a:t>
                      </a:r>
                      <a:r>
                        <a:rPr sz="2000" spc="305" dirty="0">
                          <a:latin typeface="Calibri"/>
                          <a:cs typeface="Calibri"/>
                        </a:rPr>
                        <a:t> </a:t>
                      </a:r>
                      <a:r>
                        <a:rPr sz="2000" dirty="0">
                          <a:latin typeface="Calibri"/>
                          <a:cs typeface="Calibri"/>
                        </a:rPr>
                        <a:t>if</a:t>
                      </a:r>
                      <a:r>
                        <a:rPr sz="2000" spc="320" dirty="0">
                          <a:latin typeface="Calibri"/>
                          <a:cs typeface="Calibri"/>
                        </a:rPr>
                        <a:t> </a:t>
                      </a:r>
                      <a:r>
                        <a:rPr sz="2000" dirty="0">
                          <a:latin typeface="Calibri"/>
                          <a:cs typeface="Calibri"/>
                        </a:rPr>
                        <a:t>menus</a:t>
                      </a:r>
                      <a:r>
                        <a:rPr sz="2000" spc="310" dirty="0">
                          <a:latin typeface="Calibri"/>
                          <a:cs typeface="Calibri"/>
                        </a:rPr>
                        <a:t> </a:t>
                      </a:r>
                      <a:r>
                        <a:rPr sz="2000" dirty="0">
                          <a:latin typeface="Calibri"/>
                          <a:cs typeface="Calibri"/>
                        </a:rPr>
                        <a:t>in</a:t>
                      </a:r>
                      <a:r>
                        <a:rPr sz="2000" spc="310" dirty="0">
                          <a:latin typeface="Calibri"/>
                          <a:cs typeface="Calibri"/>
                        </a:rPr>
                        <a:t> </a:t>
                      </a:r>
                      <a:r>
                        <a:rPr sz="2000" dirty="0">
                          <a:latin typeface="Calibri"/>
                          <a:cs typeface="Calibri"/>
                        </a:rPr>
                        <a:t>a</a:t>
                      </a:r>
                      <a:r>
                        <a:rPr sz="2000" spc="305" dirty="0">
                          <a:latin typeface="Calibri"/>
                          <a:cs typeface="Calibri"/>
                        </a:rPr>
                        <a:t> </a:t>
                      </a:r>
                      <a:r>
                        <a:rPr sz="2000" dirty="0">
                          <a:latin typeface="Calibri"/>
                          <a:cs typeface="Calibri"/>
                        </a:rPr>
                        <a:t>user</a:t>
                      </a:r>
                      <a:r>
                        <a:rPr sz="2000" spc="300" dirty="0">
                          <a:latin typeface="Calibri"/>
                          <a:cs typeface="Calibri"/>
                        </a:rPr>
                        <a:t> </a:t>
                      </a:r>
                      <a:r>
                        <a:rPr sz="2000" dirty="0">
                          <a:latin typeface="Calibri"/>
                          <a:cs typeface="Calibri"/>
                        </a:rPr>
                        <a:t>interface</a:t>
                      </a:r>
                      <a:r>
                        <a:rPr sz="2000" spc="310" dirty="0">
                          <a:latin typeface="Calibri"/>
                          <a:cs typeface="Calibri"/>
                        </a:rPr>
                        <a:t> </a:t>
                      </a:r>
                      <a:r>
                        <a:rPr sz="2000" dirty="0">
                          <a:latin typeface="Calibri"/>
                          <a:cs typeface="Calibri"/>
                        </a:rPr>
                        <a:t>are</a:t>
                      </a:r>
                      <a:r>
                        <a:rPr sz="2000" spc="310" dirty="0">
                          <a:latin typeface="Calibri"/>
                          <a:cs typeface="Calibri"/>
                        </a:rPr>
                        <a:t> </a:t>
                      </a:r>
                      <a:r>
                        <a:rPr sz="2000" dirty="0">
                          <a:latin typeface="Calibri"/>
                          <a:cs typeface="Calibri"/>
                        </a:rPr>
                        <a:t>implemented</a:t>
                      </a:r>
                      <a:r>
                        <a:rPr sz="2000" spc="300" dirty="0">
                          <a:latin typeface="Calibri"/>
                          <a:cs typeface="Calibri"/>
                        </a:rPr>
                        <a:t> </a:t>
                      </a:r>
                      <a:r>
                        <a:rPr sz="2000" dirty="0">
                          <a:latin typeface="Calibri"/>
                          <a:cs typeface="Calibri"/>
                        </a:rPr>
                        <a:t>using</a:t>
                      </a:r>
                      <a:r>
                        <a:rPr sz="2000" spc="300" dirty="0">
                          <a:latin typeface="Calibri"/>
                          <a:cs typeface="Calibri"/>
                        </a:rPr>
                        <a:t> </a:t>
                      </a:r>
                      <a:r>
                        <a:rPr sz="2000" spc="-10" dirty="0">
                          <a:latin typeface="Calibri"/>
                          <a:cs typeface="Calibri"/>
                        </a:rPr>
                        <a:t>reusable</a:t>
                      </a:r>
                      <a:endParaRPr sz="2000">
                        <a:latin typeface="Calibri"/>
                        <a:cs typeface="Calibri"/>
                      </a:endParaRPr>
                    </a:p>
                    <a:p>
                      <a:pPr marL="359410" algn="just">
                        <a:lnSpc>
                          <a:spcPct val="100000"/>
                        </a:lnSpc>
                      </a:pPr>
                      <a:r>
                        <a:rPr sz="2000" dirty="0">
                          <a:latin typeface="Calibri"/>
                          <a:cs typeface="Calibri"/>
                        </a:rPr>
                        <a:t>components,</a:t>
                      </a:r>
                      <a:r>
                        <a:rPr sz="2000" spc="-50" dirty="0">
                          <a:latin typeface="Calibri"/>
                          <a:cs typeface="Calibri"/>
                        </a:rPr>
                        <a:t> </a:t>
                      </a:r>
                      <a:r>
                        <a:rPr sz="2000" dirty="0">
                          <a:latin typeface="Calibri"/>
                          <a:cs typeface="Calibri"/>
                        </a:rPr>
                        <a:t>all</a:t>
                      </a:r>
                      <a:r>
                        <a:rPr sz="2000" spc="-25" dirty="0">
                          <a:latin typeface="Calibri"/>
                          <a:cs typeface="Calibri"/>
                        </a:rPr>
                        <a:t> </a:t>
                      </a:r>
                      <a:r>
                        <a:rPr sz="2000" spc="-10" dirty="0">
                          <a:latin typeface="Calibri"/>
                          <a:cs typeface="Calibri"/>
                        </a:rPr>
                        <a:t>applications</a:t>
                      </a:r>
                      <a:r>
                        <a:rPr sz="2000" spc="-55" dirty="0">
                          <a:latin typeface="Calibri"/>
                          <a:cs typeface="Calibri"/>
                        </a:rPr>
                        <a:t> </a:t>
                      </a:r>
                      <a:r>
                        <a:rPr sz="2000" dirty="0">
                          <a:latin typeface="Calibri"/>
                          <a:cs typeface="Calibri"/>
                        </a:rPr>
                        <a:t>present</a:t>
                      </a:r>
                      <a:r>
                        <a:rPr sz="2000" spc="-45" dirty="0">
                          <a:latin typeface="Calibri"/>
                          <a:cs typeface="Calibri"/>
                        </a:rPr>
                        <a:t> </a:t>
                      </a:r>
                      <a:r>
                        <a:rPr sz="2000" dirty="0">
                          <a:latin typeface="Calibri"/>
                          <a:cs typeface="Calibri"/>
                        </a:rPr>
                        <a:t>the</a:t>
                      </a:r>
                      <a:r>
                        <a:rPr sz="2000" spc="-30" dirty="0">
                          <a:latin typeface="Calibri"/>
                          <a:cs typeface="Calibri"/>
                        </a:rPr>
                        <a:t> </a:t>
                      </a:r>
                      <a:r>
                        <a:rPr sz="2000" dirty="0">
                          <a:latin typeface="Calibri"/>
                          <a:cs typeface="Calibri"/>
                        </a:rPr>
                        <a:t>same</a:t>
                      </a:r>
                      <a:r>
                        <a:rPr sz="2000" spc="-35" dirty="0">
                          <a:latin typeface="Calibri"/>
                          <a:cs typeface="Calibri"/>
                        </a:rPr>
                        <a:t> </a:t>
                      </a:r>
                      <a:r>
                        <a:rPr sz="2000" dirty="0">
                          <a:latin typeface="Calibri"/>
                          <a:cs typeface="Calibri"/>
                        </a:rPr>
                        <a:t>menu</a:t>
                      </a:r>
                      <a:r>
                        <a:rPr sz="2000" spc="-25" dirty="0">
                          <a:latin typeface="Calibri"/>
                          <a:cs typeface="Calibri"/>
                        </a:rPr>
                        <a:t> </a:t>
                      </a:r>
                      <a:r>
                        <a:rPr sz="2000" dirty="0">
                          <a:latin typeface="Calibri"/>
                          <a:cs typeface="Calibri"/>
                        </a:rPr>
                        <a:t>formats</a:t>
                      </a:r>
                      <a:r>
                        <a:rPr sz="2000" spc="-15" dirty="0">
                          <a:latin typeface="Calibri"/>
                          <a:cs typeface="Calibri"/>
                        </a:rPr>
                        <a:t> </a:t>
                      </a:r>
                      <a:r>
                        <a:rPr sz="2000" dirty="0">
                          <a:latin typeface="Calibri"/>
                          <a:cs typeface="Calibri"/>
                        </a:rPr>
                        <a:t>to</a:t>
                      </a:r>
                      <a:r>
                        <a:rPr sz="2000" spc="-15" dirty="0">
                          <a:latin typeface="Calibri"/>
                          <a:cs typeface="Calibri"/>
                        </a:rPr>
                        <a:t> </a:t>
                      </a:r>
                      <a:r>
                        <a:rPr sz="2000" spc="-10" dirty="0">
                          <a:latin typeface="Calibri"/>
                          <a:cs typeface="Calibri"/>
                        </a:rPr>
                        <a:t>users.</a:t>
                      </a:r>
                      <a:endParaRPr sz="20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1330452">
                <a:tc>
                  <a:txBody>
                    <a:bodyPr/>
                    <a:lstStyle/>
                    <a:p>
                      <a:pPr marL="73025" algn="just">
                        <a:lnSpc>
                          <a:spcPts val="2050"/>
                        </a:lnSpc>
                      </a:pPr>
                      <a:r>
                        <a:rPr sz="2200" b="1" i="1" spc="-10" dirty="0">
                          <a:solidFill>
                            <a:srgbClr val="C00000"/>
                          </a:solidFill>
                          <a:latin typeface="Calibri"/>
                          <a:cs typeface="Calibri"/>
                        </a:rPr>
                        <a:t>Accelerated</a:t>
                      </a:r>
                      <a:endParaRPr sz="2200">
                        <a:latin typeface="Calibri"/>
                        <a:cs typeface="Calibri"/>
                      </a:endParaRPr>
                    </a:p>
                    <a:p>
                      <a:pPr marL="73025" algn="just">
                        <a:lnSpc>
                          <a:spcPct val="100000"/>
                        </a:lnSpc>
                      </a:pPr>
                      <a:r>
                        <a:rPr sz="2200" b="1" i="1" spc="-10" dirty="0">
                          <a:solidFill>
                            <a:srgbClr val="C00000"/>
                          </a:solidFill>
                          <a:latin typeface="Calibri"/>
                          <a:cs typeface="Calibri"/>
                        </a:rPr>
                        <a:t>development</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gn="just">
                        <a:lnSpc>
                          <a:spcPts val="1945"/>
                        </a:lnSpc>
                        <a:buFont typeface="Arial MT"/>
                        <a:buChar char="•"/>
                        <a:tabLst>
                          <a:tab pos="359410" algn="l"/>
                        </a:tabLst>
                      </a:pPr>
                      <a:r>
                        <a:rPr sz="2000" dirty="0">
                          <a:latin typeface="Calibri"/>
                          <a:cs typeface="Calibri"/>
                        </a:rPr>
                        <a:t>Bringing</a:t>
                      </a:r>
                      <a:r>
                        <a:rPr sz="2000" spc="50" dirty="0">
                          <a:latin typeface="Calibri"/>
                          <a:cs typeface="Calibri"/>
                        </a:rPr>
                        <a:t> </a:t>
                      </a:r>
                      <a:r>
                        <a:rPr sz="2000" dirty="0">
                          <a:latin typeface="Calibri"/>
                          <a:cs typeface="Calibri"/>
                        </a:rPr>
                        <a:t>a</a:t>
                      </a:r>
                      <a:r>
                        <a:rPr sz="2000" spc="35" dirty="0">
                          <a:latin typeface="Calibri"/>
                          <a:cs typeface="Calibri"/>
                        </a:rPr>
                        <a:t> </a:t>
                      </a:r>
                      <a:r>
                        <a:rPr sz="2000" dirty="0">
                          <a:latin typeface="Calibri"/>
                          <a:cs typeface="Calibri"/>
                        </a:rPr>
                        <a:t>system</a:t>
                      </a:r>
                      <a:r>
                        <a:rPr sz="2000" spc="50" dirty="0">
                          <a:latin typeface="Calibri"/>
                          <a:cs typeface="Calibri"/>
                        </a:rPr>
                        <a:t> </a:t>
                      </a:r>
                      <a:r>
                        <a:rPr sz="2000" dirty="0">
                          <a:latin typeface="Calibri"/>
                          <a:cs typeface="Calibri"/>
                        </a:rPr>
                        <a:t>to</a:t>
                      </a:r>
                      <a:r>
                        <a:rPr sz="2000" spc="50" dirty="0">
                          <a:latin typeface="Calibri"/>
                          <a:cs typeface="Calibri"/>
                        </a:rPr>
                        <a:t> </a:t>
                      </a:r>
                      <a:r>
                        <a:rPr sz="2000" dirty="0">
                          <a:latin typeface="Calibri"/>
                          <a:cs typeface="Calibri"/>
                        </a:rPr>
                        <a:t>market</a:t>
                      </a:r>
                      <a:r>
                        <a:rPr sz="2000" spc="45" dirty="0">
                          <a:latin typeface="Calibri"/>
                          <a:cs typeface="Calibri"/>
                        </a:rPr>
                        <a:t> </a:t>
                      </a:r>
                      <a:r>
                        <a:rPr sz="2000" dirty="0">
                          <a:latin typeface="Calibri"/>
                          <a:cs typeface="Calibri"/>
                        </a:rPr>
                        <a:t>as</a:t>
                      </a:r>
                      <a:r>
                        <a:rPr sz="2000" spc="55" dirty="0">
                          <a:latin typeface="Calibri"/>
                          <a:cs typeface="Calibri"/>
                        </a:rPr>
                        <a:t> </a:t>
                      </a:r>
                      <a:r>
                        <a:rPr sz="2000" dirty="0">
                          <a:latin typeface="Calibri"/>
                          <a:cs typeface="Calibri"/>
                        </a:rPr>
                        <a:t>early</a:t>
                      </a:r>
                      <a:r>
                        <a:rPr sz="2000" spc="50" dirty="0">
                          <a:latin typeface="Calibri"/>
                          <a:cs typeface="Calibri"/>
                        </a:rPr>
                        <a:t> </a:t>
                      </a:r>
                      <a:r>
                        <a:rPr sz="2000" dirty="0">
                          <a:latin typeface="Calibri"/>
                          <a:cs typeface="Calibri"/>
                        </a:rPr>
                        <a:t>as</a:t>
                      </a:r>
                      <a:r>
                        <a:rPr sz="2000" spc="35" dirty="0">
                          <a:latin typeface="Calibri"/>
                          <a:cs typeface="Calibri"/>
                        </a:rPr>
                        <a:t> </a:t>
                      </a:r>
                      <a:r>
                        <a:rPr sz="2000" dirty="0">
                          <a:latin typeface="Calibri"/>
                          <a:cs typeface="Calibri"/>
                        </a:rPr>
                        <a:t>possible</a:t>
                      </a:r>
                      <a:r>
                        <a:rPr sz="2000" spc="50" dirty="0">
                          <a:latin typeface="Calibri"/>
                          <a:cs typeface="Calibri"/>
                        </a:rPr>
                        <a:t> </a:t>
                      </a:r>
                      <a:r>
                        <a:rPr sz="2000" dirty="0">
                          <a:latin typeface="Calibri"/>
                          <a:cs typeface="Calibri"/>
                        </a:rPr>
                        <a:t>is</a:t>
                      </a:r>
                      <a:r>
                        <a:rPr sz="2000" spc="55" dirty="0">
                          <a:latin typeface="Calibri"/>
                          <a:cs typeface="Calibri"/>
                        </a:rPr>
                        <a:t> </a:t>
                      </a:r>
                      <a:r>
                        <a:rPr sz="2000" dirty="0">
                          <a:latin typeface="Calibri"/>
                          <a:cs typeface="Calibri"/>
                        </a:rPr>
                        <a:t>often</a:t>
                      </a:r>
                      <a:r>
                        <a:rPr sz="2000" spc="50" dirty="0">
                          <a:latin typeface="Calibri"/>
                          <a:cs typeface="Calibri"/>
                        </a:rPr>
                        <a:t> </a:t>
                      </a:r>
                      <a:r>
                        <a:rPr sz="2000" dirty="0">
                          <a:latin typeface="Calibri"/>
                          <a:cs typeface="Calibri"/>
                        </a:rPr>
                        <a:t>more</a:t>
                      </a:r>
                      <a:r>
                        <a:rPr sz="2000" spc="55" dirty="0">
                          <a:latin typeface="Calibri"/>
                          <a:cs typeface="Calibri"/>
                        </a:rPr>
                        <a:t> </a:t>
                      </a:r>
                      <a:r>
                        <a:rPr sz="2000" dirty="0">
                          <a:latin typeface="Calibri"/>
                          <a:cs typeface="Calibri"/>
                        </a:rPr>
                        <a:t>important</a:t>
                      </a:r>
                      <a:r>
                        <a:rPr sz="2000" spc="60" dirty="0">
                          <a:latin typeface="Calibri"/>
                          <a:cs typeface="Calibri"/>
                        </a:rPr>
                        <a:t> </a:t>
                      </a:r>
                      <a:r>
                        <a:rPr sz="2000" spc="-20" dirty="0">
                          <a:latin typeface="Calibri"/>
                          <a:cs typeface="Calibri"/>
                        </a:rPr>
                        <a:t>than</a:t>
                      </a:r>
                      <a:endParaRPr sz="2000" dirty="0">
                        <a:latin typeface="Calibri"/>
                        <a:cs typeface="Calibri"/>
                      </a:endParaRPr>
                    </a:p>
                    <a:p>
                      <a:pPr marL="359410" algn="just">
                        <a:lnSpc>
                          <a:spcPct val="100000"/>
                        </a:lnSpc>
                      </a:pPr>
                      <a:r>
                        <a:rPr sz="2000" spc="-10" dirty="0">
                          <a:latin typeface="Calibri"/>
                          <a:cs typeface="Calibri"/>
                        </a:rPr>
                        <a:t>overall</a:t>
                      </a:r>
                      <a:r>
                        <a:rPr sz="2000" spc="-65" dirty="0">
                          <a:latin typeface="Calibri"/>
                          <a:cs typeface="Calibri"/>
                        </a:rPr>
                        <a:t> </a:t>
                      </a:r>
                      <a:r>
                        <a:rPr sz="2000" dirty="0">
                          <a:latin typeface="Calibri"/>
                          <a:cs typeface="Calibri"/>
                        </a:rPr>
                        <a:t>development</a:t>
                      </a:r>
                      <a:r>
                        <a:rPr sz="2000" spc="-50" dirty="0">
                          <a:latin typeface="Calibri"/>
                          <a:cs typeface="Calibri"/>
                        </a:rPr>
                        <a:t> </a:t>
                      </a:r>
                      <a:r>
                        <a:rPr sz="2000" spc="-10" dirty="0">
                          <a:latin typeface="Calibri"/>
                          <a:cs typeface="Calibri"/>
                        </a:rPr>
                        <a:t>costs.</a:t>
                      </a:r>
                      <a:endParaRPr sz="2000" dirty="0">
                        <a:latin typeface="Calibri"/>
                        <a:cs typeface="Calibri"/>
                      </a:endParaRPr>
                    </a:p>
                    <a:p>
                      <a:pPr marL="359410" marR="64135" indent="-287020" algn="just">
                        <a:lnSpc>
                          <a:spcPct val="100000"/>
                        </a:lnSpc>
                        <a:buFont typeface="Arial MT"/>
                        <a:buChar char="•"/>
                        <a:tabLst>
                          <a:tab pos="359410" algn="l"/>
                        </a:tabLst>
                      </a:pPr>
                      <a:r>
                        <a:rPr sz="2000" dirty="0">
                          <a:latin typeface="Calibri"/>
                          <a:cs typeface="Calibri"/>
                        </a:rPr>
                        <a:t>Reusing</a:t>
                      </a:r>
                      <a:r>
                        <a:rPr sz="2000" spc="15" dirty="0">
                          <a:latin typeface="Calibri"/>
                          <a:cs typeface="Calibri"/>
                        </a:rPr>
                        <a:t> </a:t>
                      </a:r>
                      <a:r>
                        <a:rPr sz="2000" dirty="0">
                          <a:latin typeface="Calibri"/>
                          <a:cs typeface="Calibri"/>
                        </a:rPr>
                        <a:t>software</a:t>
                      </a:r>
                      <a:r>
                        <a:rPr sz="2000" spc="5" dirty="0">
                          <a:latin typeface="Calibri"/>
                          <a:cs typeface="Calibri"/>
                        </a:rPr>
                        <a:t> </a:t>
                      </a:r>
                      <a:r>
                        <a:rPr sz="2000" dirty="0">
                          <a:latin typeface="Calibri"/>
                          <a:cs typeface="Calibri"/>
                        </a:rPr>
                        <a:t>can</a:t>
                      </a:r>
                      <a:r>
                        <a:rPr sz="2000" spc="15" dirty="0">
                          <a:latin typeface="Calibri"/>
                          <a:cs typeface="Calibri"/>
                        </a:rPr>
                        <a:t> </a:t>
                      </a:r>
                      <a:r>
                        <a:rPr sz="2000" dirty="0">
                          <a:latin typeface="Calibri"/>
                          <a:cs typeface="Calibri"/>
                        </a:rPr>
                        <a:t>speed</a:t>
                      </a:r>
                      <a:r>
                        <a:rPr sz="2000" spc="15" dirty="0">
                          <a:latin typeface="Calibri"/>
                          <a:cs typeface="Calibri"/>
                        </a:rPr>
                        <a:t> </a:t>
                      </a:r>
                      <a:r>
                        <a:rPr sz="2000" dirty="0">
                          <a:latin typeface="Calibri"/>
                          <a:cs typeface="Calibri"/>
                        </a:rPr>
                        <a:t>up</a:t>
                      </a:r>
                      <a:r>
                        <a:rPr sz="2000" spc="15" dirty="0">
                          <a:latin typeface="Calibri"/>
                          <a:cs typeface="Calibri"/>
                        </a:rPr>
                        <a:t> </a:t>
                      </a:r>
                      <a:r>
                        <a:rPr sz="2000" dirty="0">
                          <a:latin typeface="Calibri"/>
                          <a:cs typeface="Calibri"/>
                        </a:rPr>
                        <a:t>system</a:t>
                      </a:r>
                      <a:r>
                        <a:rPr sz="2000" spc="10" dirty="0">
                          <a:latin typeface="Calibri"/>
                          <a:cs typeface="Calibri"/>
                        </a:rPr>
                        <a:t> </a:t>
                      </a:r>
                      <a:r>
                        <a:rPr sz="2000" dirty="0">
                          <a:latin typeface="Calibri"/>
                          <a:cs typeface="Calibri"/>
                        </a:rPr>
                        <a:t>production</a:t>
                      </a:r>
                      <a:r>
                        <a:rPr sz="2000" spc="10" dirty="0">
                          <a:latin typeface="Calibri"/>
                          <a:cs typeface="Calibri"/>
                        </a:rPr>
                        <a:t> </a:t>
                      </a:r>
                      <a:r>
                        <a:rPr sz="2000" dirty="0">
                          <a:latin typeface="Calibri"/>
                          <a:cs typeface="Calibri"/>
                        </a:rPr>
                        <a:t>because</a:t>
                      </a:r>
                      <a:r>
                        <a:rPr sz="2000" spc="10" dirty="0">
                          <a:latin typeface="Calibri"/>
                          <a:cs typeface="Calibri"/>
                        </a:rPr>
                        <a:t> </a:t>
                      </a:r>
                      <a:r>
                        <a:rPr sz="2000" dirty="0">
                          <a:latin typeface="Calibri"/>
                          <a:cs typeface="Calibri"/>
                        </a:rPr>
                        <a:t>both</a:t>
                      </a:r>
                      <a:r>
                        <a:rPr sz="2000" spc="10" dirty="0">
                          <a:latin typeface="Calibri"/>
                          <a:cs typeface="Calibri"/>
                        </a:rPr>
                        <a:t> </a:t>
                      </a:r>
                      <a:r>
                        <a:rPr sz="2000" spc="-10" dirty="0">
                          <a:latin typeface="Calibri"/>
                          <a:cs typeface="Calibri"/>
                        </a:rPr>
                        <a:t>development </a:t>
                      </a:r>
                      <a:r>
                        <a:rPr sz="2000" dirty="0">
                          <a:latin typeface="Calibri"/>
                          <a:cs typeface="Calibri"/>
                        </a:rPr>
                        <a:t>and</a:t>
                      </a:r>
                      <a:r>
                        <a:rPr sz="2000" spc="-30" dirty="0">
                          <a:latin typeface="Calibri"/>
                          <a:cs typeface="Calibri"/>
                        </a:rPr>
                        <a:t> </a:t>
                      </a:r>
                      <a:r>
                        <a:rPr sz="2000" spc="-10" dirty="0">
                          <a:latin typeface="Calibri"/>
                          <a:cs typeface="Calibri"/>
                        </a:rPr>
                        <a:t>validation</a:t>
                      </a:r>
                      <a:r>
                        <a:rPr sz="2000" spc="-45" dirty="0">
                          <a:latin typeface="Calibri"/>
                          <a:cs typeface="Calibri"/>
                        </a:rPr>
                        <a:t> </a:t>
                      </a:r>
                      <a:r>
                        <a:rPr sz="2000" dirty="0">
                          <a:latin typeface="Calibri"/>
                          <a:cs typeface="Calibri"/>
                        </a:rPr>
                        <a:t>time</a:t>
                      </a:r>
                      <a:r>
                        <a:rPr sz="2000" spc="-5" dirty="0">
                          <a:latin typeface="Calibri"/>
                          <a:cs typeface="Calibri"/>
                        </a:rPr>
                        <a:t> </a:t>
                      </a:r>
                      <a:r>
                        <a:rPr sz="2000" dirty="0">
                          <a:latin typeface="Calibri"/>
                          <a:cs typeface="Calibri"/>
                        </a:rPr>
                        <a:t>may</a:t>
                      </a:r>
                      <a:r>
                        <a:rPr sz="2000" spc="5" dirty="0">
                          <a:latin typeface="Calibri"/>
                          <a:cs typeface="Calibri"/>
                        </a:rPr>
                        <a:t> </a:t>
                      </a:r>
                      <a:r>
                        <a:rPr sz="2000" dirty="0">
                          <a:latin typeface="Calibri"/>
                          <a:cs typeface="Calibri"/>
                        </a:rPr>
                        <a:t>be</a:t>
                      </a:r>
                      <a:r>
                        <a:rPr sz="2000" spc="-15" dirty="0">
                          <a:latin typeface="Calibri"/>
                          <a:cs typeface="Calibri"/>
                        </a:rPr>
                        <a:t> </a:t>
                      </a:r>
                      <a:r>
                        <a:rPr sz="2000" spc="-10" dirty="0">
                          <a:latin typeface="Calibri"/>
                          <a:cs typeface="Calibri"/>
                        </a:rPr>
                        <a:t>reduced.</a:t>
                      </a:r>
                      <a:endParaRPr sz="2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716375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90488"/>
            <a:ext cx="3905250" cy="385762"/>
          </a:xfrm>
          <a:prstGeom prst="rect">
            <a:avLst/>
          </a:prstGeom>
        </p:spPr>
        <p:txBody>
          <a:bodyPr vert="horz" wrap="square" lIns="0" tIns="16002" rIns="0" bIns="0" rtlCol="0" anchor="b">
            <a:spAutoFit/>
          </a:bodyPr>
          <a:lstStyle/>
          <a:p>
            <a:pPr marL="15240">
              <a:lnSpc>
                <a:spcPct val="100000"/>
              </a:lnSpc>
              <a:spcBef>
                <a:spcPts val="126"/>
              </a:spcBef>
            </a:pPr>
            <a:r>
              <a:rPr sz="2400" dirty="0"/>
              <a:t>Problems</a:t>
            </a:r>
            <a:r>
              <a:rPr sz="2400" spc="-84" dirty="0"/>
              <a:t> </a:t>
            </a:r>
            <a:r>
              <a:rPr sz="2400" dirty="0"/>
              <a:t>with</a:t>
            </a:r>
            <a:r>
              <a:rPr sz="2400" spc="-84" dirty="0"/>
              <a:t> </a:t>
            </a:r>
            <a:r>
              <a:rPr sz="2400" dirty="0"/>
              <a:t>Software</a:t>
            </a:r>
            <a:r>
              <a:rPr sz="2400" spc="-60" dirty="0"/>
              <a:t> </a:t>
            </a:r>
            <a:r>
              <a:rPr sz="2400" spc="-12" dirty="0"/>
              <a:t>Reuse</a:t>
            </a:r>
            <a:endParaRPr sz="2400"/>
          </a:p>
        </p:txBody>
      </p:sp>
      <p:graphicFrame>
        <p:nvGraphicFramePr>
          <p:cNvPr id="3" name="object 3"/>
          <p:cNvGraphicFramePr>
            <a:graphicFrameLocks noGrp="1"/>
          </p:cNvGraphicFramePr>
          <p:nvPr>
            <p:extLst>
              <p:ext uri="{D42A27DB-BD31-4B8C-83A1-F6EECF244321}">
                <p14:modId xmlns:p14="http://schemas.microsoft.com/office/powerpoint/2010/main" val="1486643379"/>
              </p:ext>
            </p:extLst>
          </p:nvPr>
        </p:nvGraphicFramePr>
        <p:xfrm>
          <a:off x="339366" y="656234"/>
          <a:ext cx="11689236" cy="5627971"/>
        </p:xfrm>
        <a:graphic>
          <a:graphicData uri="http://schemas.openxmlformats.org/drawingml/2006/table">
            <a:tbl>
              <a:tblPr firstRow="1" bandRow="1">
                <a:tableStyleId>{2D5ABB26-0587-4C30-8999-92F81FD0307C}</a:tableStyleId>
              </a:tblPr>
              <a:tblGrid>
                <a:gridCol w="2240130">
                  <a:extLst>
                    <a:ext uri="{9D8B030D-6E8A-4147-A177-3AD203B41FA5}">
                      <a16:colId xmlns:a16="http://schemas.microsoft.com/office/drawing/2014/main" val="20000"/>
                    </a:ext>
                  </a:extLst>
                </a:gridCol>
                <a:gridCol w="9449106">
                  <a:extLst>
                    <a:ext uri="{9D8B030D-6E8A-4147-A177-3AD203B41FA5}">
                      <a16:colId xmlns:a16="http://schemas.microsoft.com/office/drawing/2014/main" val="20001"/>
                    </a:ext>
                  </a:extLst>
                </a:gridCol>
              </a:tblGrid>
              <a:tr h="504444">
                <a:tc>
                  <a:txBody>
                    <a:bodyPr/>
                    <a:lstStyle/>
                    <a:p>
                      <a:pPr marL="446405">
                        <a:lnSpc>
                          <a:spcPct val="100000"/>
                        </a:lnSpc>
                        <a:spcBef>
                          <a:spcPts val="455"/>
                        </a:spcBef>
                      </a:pPr>
                      <a:r>
                        <a:rPr sz="2200" b="1" spc="-10" dirty="0">
                          <a:solidFill>
                            <a:srgbClr val="FFFFFF"/>
                          </a:solidFill>
                          <a:latin typeface="Calibri"/>
                          <a:cs typeface="Calibri"/>
                        </a:rPr>
                        <a:t>Problem</a:t>
                      </a:r>
                      <a:endParaRPr sz="2200" dirty="0">
                        <a:latin typeface="Calibri"/>
                        <a:cs typeface="Calibri"/>
                      </a:endParaRPr>
                    </a:p>
                  </a:txBody>
                  <a:tcPr marL="0" marR="0" marT="6934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063A1"/>
                    </a:solidFill>
                  </a:tcPr>
                </a:tc>
                <a:tc>
                  <a:txBody>
                    <a:bodyPr/>
                    <a:lstStyle/>
                    <a:p>
                      <a:pPr marL="1270" algn="ctr">
                        <a:lnSpc>
                          <a:spcPct val="100000"/>
                        </a:lnSpc>
                        <a:spcBef>
                          <a:spcPts val="455"/>
                        </a:spcBef>
                      </a:pPr>
                      <a:r>
                        <a:rPr sz="2200" b="1" spc="-10" dirty="0">
                          <a:solidFill>
                            <a:srgbClr val="FFFFFF"/>
                          </a:solidFill>
                          <a:latin typeface="Calibri"/>
                          <a:cs typeface="Calibri"/>
                        </a:rPr>
                        <a:t>Explanation</a:t>
                      </a:r>
                      <a:endParaRPr sz="2200">
                        <a:latin typeface="Calibri"/>
                        <a:cs typeface="Calibri"/>
                      </a:endParaRPr>
                    </a:p>
                  </a:txBody>
                  <a:tcPr marL="0" marR="0" marT="6934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063A1"/>
                    </a:solidFill>
                  </a:tcPr>
                </a:tc>
                <a:extLst>
                  <a:ext uri="{0D108BD9-81ED-4DB2-BD59-A6C34878D82A}">
                    <a16:rowId xmlns:a16="http://schemas.microsoft.com/office/drawing/2014/main" val="10000"/>
                  </a:ext>
                </a:extLst>
              </a:tr>
              <a:tr h="998060">
                <a:tc>
                  <a:txBody>
                    <a:bodyPr/>
                    <a:lstStyle/>
                    <a:p>
                      <a:pPr marL="73025">
                        <a:lnSpc>
                          <a:spcPts val="2039"/>
                        </a:lnSpc>
                      </a:pPr>
                      <a:r>
                        <a:rPr sz="2200" b="1" i="1" spc="-10" dirty="0">
                          <a:solidFill>
                            <a:srgbClr val="C00000"/>
                          </a:solidFill>
                          <a:latin typeface="Calibri"/>
                          <a:cs typeface="Calibri"/>
                        </a:rPr>
                        <a:t>Increased</a:t>
                      </a:r>
                      <a:endParaRPr sz="2200">
                        <a:latin typeface="Calibri"/>
                        <a:cs typeface="Calibri"/>
                      </a:endParaRPr>
                    </a:p>
                    <a:p>
                      <a:pPr marL="73025">
                        <a:lnSpc>
                          <a:spcPct val="100000"/>
                        </a:lnSpc>
                      </a:pPr>
                      <a:r>
                        <a:rPr sz="2200" b="1" i="1" spc="-10" dirty="0">
                          <a:solidFill>
                            <a:srgbClr val="C00000"/>
                          </a:solidFill>
                          <a:latin typeface="Calibri"/>
                          <a:cs typeface="Calibri"/>
                        </a:rPr>
                        <a:t>Maintenance</a:t>
                      </a:r>
                      <a:endParaRPr sz="2200">
                        <a:latin typeface="Calibri"/>
                        <a:cs typeface="Calibri"/>
                      </a:endParaRPr>
                    </a:p>
                    <a:p>
                      <a:pPr marL="73025">
                        <a:lnSpc>
                          <a:spcPct val="100000"/>
                        </a:lnSpc>
                      </a:pPr>
                      <a:r>
                        <a:rPr sz="2200" b="1" i="1" spc="-10" dirty="0">
                          <a:solidFill>
                            <a:srgbClr val="C00000"/>
                          </a:solidFill>
                          <a:latin typeface="Calibri"/>
                          <a:cs typeface="Calibri"/>
                        </a:rPr>
                        <a:t>Costs</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gn="just">
                        <a:lnSpc>
                          <a:spcPts val="2039"/>
                        </a:lnSpc>
                        <a:buFont typeface="Arial MT"/>
                        <a:buChar char="•"/>
                        <a:tabLst>
                          <a:tab pos="359410" algn="l"/>
                        </a:tabLst>
                      </a:pPr>
                      <a:r>
                        <a:rPr sz="2200" dirty="0">
                          <a:latin typeface="Calibri"/>
                          <a:cs typeface="Calibri"/>
                        </a:rPr>
                        <a:t>If</a:t>
                      </a:r>
                      <a:r>
                        <a:rPr sz="2200" spc="260" dirty="0">
                          <a:latin typeface="Calibri"/>
                          <a:cs typeface="Calibri"/>
                        </a:rPr>
                        <a:t> </a:t>
                      </a:r>
                      <a:r>
                        <a:rPr sz="2200" dirty="0">
                          <a:latin typeface="Calibri"/>
                          <a:cs typeface="Calibri"/>
                        </a:rPr>
                        <a:t>the</a:t>
                      </a:r>
                      <a:r>
                        <a:rPr sz="2200" spc="270" dirty="0">
                          <a:latin typeface="Calibri"/>
                          <a:cs typeface="Calibri"/>
                        </a:rPr>
                        <a:t> </a:t>
                      </a:r>
                      <a:r>
                        <a:rPr sz="2200" dirty="0">
                          <a:latin typeface="Calibri"/>
                          <a:cs typeface="Calibri"/>
                        </a:rPr>
                        <a:t>source</a:t>
                      </a:r>
                      <a:r>
                        <a:rPr sz="2200" spc="265" dirty="0">
                          <a:latin typeface="Calibri"/>
                          <a:cs typeface="Calibri"/>
                        </a:rPr>
                        <a:t> </a:t>
                      </a:r>
                      <a:r>
                        <a:rPr sz="2200" dirty="0">
                          <a:latin typeface="Calibri"/>
                          <a:cs typeface="Calibri"/>
                        </a:rPr>
                        <a:t>code</a:t>
                      </a:r>
                      <a:r>
                        <a:rPr sz="2200" spc="270" dirty="0">
                          <a:latin typeface="Calibri"/>
                          <a:cs typeface="Calibri"/>
                        </a:rPr>
                        <a:t> </a:t>
                      </a:r>
                      <a:r>
                        <a:rPr sz="2200" dirty="0">
                          <a:latin typeface="Calibri"/>
                          <a:cs typeface="Calibri"/>
                        </a:rPr>
                        <a:t>of</a:t>
                      </a:r>
                      <a:r>
                        <a:rPr sz="2200" spc="265" dirty="0">
                          <a:latin typeface="Calibri"/>
                          <a:cs typeface="Calibri"/>
                        </a:rPr>
                        <a:t> </a:t>
                      </a:r>
                      <a:r>
                        <a:rPr sz="2200" dirty="0">
                          <a:latin typeface="Calibri"/>
                          <a:cs typeface="Calibri"/>
                        </a:rPr>
                        <a:t>a</a:t>
                      </a:r>
                      <a:r>
                        <a:rPr sz="2200" spc="260" dirty="0">
                          <a:latin typeface="Calibri"/>
                          <a:cs typeface="Calibri"/>
                        </a:rPr>
                        <a:t> </a:t>
                      </a:r>
                      <a:r>
                        <a:rPr sz="2200" dirty="0">
                          <a:latin typeface="Calibri"/>
                          <a:cs typeface="Calibri"/>
                        </a:rPr>
                        <a:t>reused</a:t>
                      </a:r>
                      <a:r>
                        <a:rPr sz="2200" spc="275" dirty="0">
                          <a:latin typeface="Calibri"/>
                          <a:cs typeface="Calibri"/>
                        </a:rPr>
                        <a:t> </a:t>
                      </a:r>
                      <a:r>
                        <a:rPr sz="2200" dirty="0">
                          <a:latin typeface="Calibri"/>
                          <a:cs typeface="Calibri"/>
                        </a:rPr>
                        <a:t>software</a:t>
                      </a:r>
                      <a:r>
                        <a:rPr sz="2200" spc="270" dirty="0">
                          <a:latin typeface="Calibri"/>
                          <a:cs typeface="Calibri"/>
                        </a:rPr>
                        <a:t> </a:t>
                      </a:r>
                      <a:r>
                        <a:rPr sz="2200" dirty="0">
                          <a:latin typeface="Calibri"/>
                          <a:cs typeface="Calibri"/>
                        </a:rPr>
                        <a:t>system</a:t>
                      </a:r>
                      <a:r>
                        <a:rPr sz="2200" spc="254" dirty="0">
                          <a:latin typeface="Calibri"/>
                          <a:cs typeface="Calibri"/>
                        </a:rPr>
                        <a:t> </a:t>
                      </a:r>
                      <a:r>
                        <a:rPr sz="2200" dirty="0">
                          <a:latin typeface="Calibri"/>
                          <a:cs typeface="Calibri"/>
                        </a:rPr>
                        <a:t>or</a:t>
                      </a:r>
                      <a:r>
                        <a:rPr sz="2200" spc="260" dirty="0">
                          <a:latin typeface="Calibri"/>
                          <a:cs typeface="Calibri"/>
                        </a:rPr>
                        <a:t> </a:t>
                      </a:r>
                      <a:r>
                        <a:rPr sz="2200" dirty="0">
                          <a:latin typeface="Calibri"/>
                          <a:cs typeface="Calibri"/>
                        </a:rPr>
                        <a:t>component</a:t>
                      </a:r>
                      <a:r>
                        <a:rPr sz="2200" spc="280" dirty="0">
                          <a:latin typeface="Calibri"/>
                          <a:cs typeface="Calibri"/>
                        </a:rPr>
                        <a:t> </a:t>
                      </a:r>
                      <a:r>
                        <a:rPr sz="2200" dirty="0">
                          <a:latin typeface="Calibri"/>
                          <a:cs typeface="Calibri"/>
                        </a:rPr>
                        <a:t>is</a:t>
                      </a:r>
                      <a:r>
                        <a:rPr sz="2200" spc="265" dirty="0">
                          <a:latin typeface="Calibri"/>
                          <a:cs typeface="Calibri"/>
                        </a:rPr>
                        <a:t> </a:t>
                      </a:r>
                      <a:r>
                        <a:rPr sz="2200" spc="-25" dirty="0">
                          <a:latin typeface="Calibri"/>
                          <a:cs typeface="Calibri"/>
                        </a:rPr>
                        <a:t>not</a:t>
                      </a:r>
                      <a:r>
                        <a:rPr lang="en-US" sz="2200" spc="-25" dirty="0">
                          <a:latin typeface="Calibri"/>
                          <a:cs typeface="Calibri"/>
                        </a:rPr>
                        <a:t> </a:t>
                      </a:r>
                      <a:r>
                        <a:rPr sz="2200" dirty="0">
                          <a:latin typeface="Calibri"/>
                          <a:cs typeface="Calibri"/>
                        </a:rPr>
                        <a:t>available</a:t>
                      </a:r>
                      <a:r>
                        <a:rPr sz="2200" spc="290" dirty="0">
                          <a:latin typeface="Calibri"/>
                          <a:cs typeface="Calibri"/>
                        </a:rPr>
                        <a:t> </a:t>
                      </a:r>
                      <a:r>
                        <a:rPr sz="2200" dirty="0">
                          <a:latin typeface="Calibri"/>
                          <a:cs typeface="Calibri"/>
                        </a:rPr>
                        <a:t>then</a:t>
                      </a:r>
                      <a:r>
                        <a:rPr sz="2200" spc="310" dirty="0">
                          <a:latin typeface="Calibri"/>
                          <a:cs typeface="Calibri"/>
                        </a:rPr>
                        <a:t> </a:t>
                      </a:r>
                      <a:r>
                        <a:rPr sz="2200" dirty="0">
                          <a:latin typeface="Calibri"/>
                          <a:cs typeface="Calibri"/>
                        </a:rPr>
                        <a:t>maintenance</a:t>
                      </a:r>
                      <a:r>
                        <a:rPr sz="2200" spc="300" dirty="0">
                          <a:latin typeface="Calibri"/>
                          <a:cs typeface="Calibri"/>
                        </a:rPr>
                        <a:t> </a:t>
                      </a:r>
                      <a:r>
                        <a:rPr sz="2200" dirty="0">
                          <a:latin typeface="Calibri"/>
                          <a:cs typeface="Calibri"/>
                        </a:rPr>
                        <a:t>costs</a:t>
                      </a:r>
                      <a:r>
                        <a:rPr sz="2200" spc="295" dirty="0">
                          <a:latin typeface="Calibri"/>
                          <a:cs typeface="Calibri"/>
                        </a:rPr>
                        <a:t> </a:t>
                      </a:r>
                      <a:r>
                        <a:rPr sz="2200" dirty="0">
                          <a:latin typeface="Calibri"/>
                          <a:cs typeface="Calibri"/>
                        </a:rPr>
                        <a:t>may</a:t>
                      </a:r>
                      <a:r>
                        <a:rPr sz="2200" spc="295" dirty="0">
                          <a:latin typeface="Calibri"/>
                          <a:cs typeface="Calibri"/>
                        </a:rPr>
                        <a:t> </a:t>
                      </a:r>
                      <a:r>
                        <a:rPr sz="2200" dirty="0">
                          <a:latin typeface="Calibri"/>
                          <a:cs typeface="Calibri"/>
                        </a:rPr>
                        <a:t>be</a:t>
                      </a:r>
                      <a:r>
                        <a:rPr sz="2200" spc="295" dirty="0">
                          <a:latin typeface="Calibri"/>
                          <a:cs typeface="Calibri"/>
                        </a:rPr>
                        <a:t> </a:t>
                      </a:r>
                      <a:r>
                        <a:rPr sz="2200" dirty="0">
                          <a:latin typeface="Calibri"/>
                          <a:cs typeface="Calibri"/>
                        </a:rPr>
                        <a:t>higher</a:t>
                      </a:r>
                      <a:r>
                        <a:rPr sz="2200" spc="295" dirty="0">
                          <a:latin typeface="Calibri"/>
                          <a:cs typeface="Calibri"/>
                        </a:rPr>
                        <a:t> </a:t>
                      </a:r>
                      <a:r>
                        <a:rPr sz="2200" dirty="0">
                          <a:latin typeface="Calibri"/>
                          <a:cs typeface="Calibri"/>
                        </a:rPr>
                        <a:t>because</a:t>
                      </a:r>
                      <a:r>
                        <a:rPr sz="2200" spc="300" dirty="0">
                          <a:latin typeface="Calibri"/>
                          <a:cs typeface="Calibri"/>
                        </a:rPr>
                        <a:t> </a:t>
                      </a:r>
                      <a:r>
                        <a:rPr sz="2200" dirty="0">
                          <a:latin typeface="Calibri"/>
                          <a:cs typeface="Calibri"/>
                        </a:rPr>
                        <a:t>the</a:t>
                      </a:r>
                      <a:r>
                        <a:rPr sz="2200" spc="295" dirty="0">
                          <a:latin typeface="Calibri"/>
                          <a:cs typeface="Calibri"/>
                        </a:rPr>
                        <a:t> </a:t>
                      </a:r>
                      <a:r>
                        <a:rPr sz="2200" spc="-10" dirty="0">
                          <a:latin typeface="Calibri"/>
                          <a:cs typeface="Calibri"/>
                        </a:rPr>
                        <a:t>reused </a:t>
                      </a:r>
                      <a:r>
                        <a:rPr sz="2200" dirty="0">
                          <a:latin typeface="Calibri"/>
                          <a:cs typeface="Calibri"/>
                        </a:rPr>
                        <a:t>elements</a:t>
                      </a:r>
                      <a:r>
                        <a:rPr sz="2200" spc="365" dirty="0">
                          <a:latin typeface="Calibri"/>
                          <a:cs typeface="Calibri"/>
                        </a:rPr>
                        <a:t> </a:t>
                      </a:r>
                      <a:r>
                        <a:rPr sz="2200" dirty="0">
                          <a:latin typeface="Calibri"/>
                          <a:cs typeface="Calibri"/>
                        </a:rPr>
                        <a:t>of</a:t>
                      </a:r>
                      <a:r>
                        <a:rPr sz="2200" spc="365" dirty="0">
                          <a:latin typeface="Calibri"/>
                          <a:cs typeface="Calibri"/>
                        </a:rPr>
                        <a:t> </a:t>
                      </a:r>
                      <a:r>
                        <a:rPr sz="2200" dirty="0">
                          <a:latin typeface="Calibri"/>
                          <a:cs typeface="Calibri"/>
                        </a:rPr>
                        <a:t>the</a:t>
                      </a:r>
                      <a:r>
                        <a:rPr sz="2200" spc="365" dirty="0">
                          <a:latin typeface="Calibri"/>
                          <a:cs typeface="Calibri"/>
                        </a:rPr>
                        <a:t> </a:t>
                      </a:r>
                      <a:r>
                        <a:rPr sz="2200" dirty="0">
                          <a:latin typeface="Calibri"/>
                          <a:cs typeface="Calibri"/>
                        </a:rPr>
                        <a:t>system</a:t>
                      </a:r>
                      <a:r>
                        <a:rPr sz="2200" spc="365" dirty="0">
                          <a:latin typeface="Calibri"/>
                          <a:cs typeface="Calibri"/>
                        </a:rPr>
                        <a:t> </a:t>
                      </a:r>
                      <a:r>
                        <a:rPr sz="2200" dirty="0">
                          <a:latin typeface="Calibri"/>
                          <a:cs typeface="Calibri"/>
                        </a:rPr>
                        <a:t>may</a:t>
                      </a:r>
                      <a:r>
                        <a:rPr sz="2200" spc="365" dirty="0">
                          <a:latin typeface="Calibri"/>
                          <a:cs typeface="Calibri"/>
                        </a:rPr>
                        <a:t> </a:t>
                      </a:r>
                      <a:r>
                        <a:rPr sz="2200" dirty="0">
                          <a:latin typeface="Calibri"/>
                          <a:cs typeface="Calibri"/>
                        </a:rPr>
                        <a:t>become</a:t>
                      </a:r>
                      <a:r>
                        <a:rPr sz="2200" spc="370" dirty="0">
                          <a:latin typeface="Calibri"/>
                          <a:cs typeface="Calibri"/>
                        </a:rPr>
                        <a:t> </a:t>
                      </a:r>
                      <a:r>
                        <a:rPr sz="2200" dirty="0">
                          <a:latin typeface="Calibri"/>
                          <a:cs typeface="Calibri"/>
                        </a:rPr>
                        <a:t>increasingly</a:t>
                      </a:r>
                      <a:r>
                        <a:rPr sz="2200" spc="370" dirty="0">
                          <a:latin typeface="Calibri"/>
                          <a:cs typeface="Calibri"/>
                        </a:rPr>
                        <a:t> </a:t>
                      </a:r>
                      <a:r>
                        <a:rPr sz="2200" dirty="0">
                          <a:latin typeface="Calibri"/>
                          <a:cs typeface="Calibri"/>
                        </a:rPr>
                        <a:t>incompatible</a:t>
                      </a:r>
                      <a:r>
                        <a:rPr sz="2200" spc="375" dirty="0">
                          <a:latin typeface="Calibri"/>
                          <a:cs typeface="Calibri"/>
                        </a:rPr>
                        <a:t> </a:t>
                      </a:r>
                      <a:r>
                        <a:rPr sz="2200" spc="-20" dirty="0">
                          <a:latin typeface="Calibri"/>
                          <a:cs typeface="Calibri"/>
                        </a:rPr>
                        <a:t>with </a:t>
                      </a:r>
                      <a:r>
                        <a:rPr sz="2200" spc="-10" dirty="0">
                          <a:latin typeface="Calibri"/>
                          <a:cs typeface="Calibri"/>
                        </a:rPr>
                        <a:t>system</a:t>
                      </a:r>
                      <a:r>
                        <a:rPr sz="2200" spc="-70" dirty="0">
                          <a:latin typeface="Calibri"/>
                          <a:cs typeface="Calibri"/>
                        </a:rPr>
                        <a:t> </a:t>
                      </a:r>
                      <a:r>
                        <a:rPr sz="2200" spc="-10" dirty="0">
                          <a:latin typeface="Calibri"/>
                          <a:cs typeface="Calibri"/>
                        </a:rPr>
                        <a:t>changes.</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391917">
                <a:tc>
                  <a:txBody>
                    <a:bodyPr/>
                    <a:lstStyle/>
                    <a:p>
                      <a:pPr marL="73025">
                        <a:lnSpc>
                          <a:spcPts val="2045"/>
                        </a:lnSpc>
                      </a:pPr>
                      <a:r>
                        <a:rPr sz="2200" b="1" i="1" dirty="0">
                          <a:solidFill>
                            <a:srgbClr val="C00000"/>
                          </a:solidFill>
                          <a:latin typeface="Calibri"/>
                          <a:cs typeface="Calibri"/>
                        </a:rPr>
                        <a:t>Lack</a:t>
                      </a:r>
                      <a:r>
                        <a:rPr sz="2200" b="1" i="1" spc="-25" dirty="0">
                          <a:solidFill>
                            <a:srgbClr val="C00000"/>
                          </a:solidFill>
                          <a:latin typeface="Calibri"/>
                          <a:cs typeface="Calibri"/>
                        </a:rPr>
                        <a:t> </a:t>
                      </a:r>
                      <a:r>
                        <a:rPr sz="2200" b="1" i="1" dirty="0">
                          <a:solidFill>
                            <a:srgbClr val="C00000"/>
                          </a:solidFill>
                          <a:latin typeface="Calibri"/>
                          <a:cs typeface="Calibri"/>
                        </a:rPr>
                        <a:t>of</a:t>
                      </a:r>
                      <a:r>
                        <a:rPr sz="2200" b="1" i="1" spc="-5" dirty="0">
                          <a:solidFill>
                            <a:srgbClr val="C00000"/>
                          </a:solidFill>
                          <a:latin typeface="Calibri"/>
                          <a:cs typeface="Calibri"/>
                        </a:rPr>
                        <a:t> </a:t>
                      </a:r>
                      <a:r>
                        <a:rPr sz="2200" b="1" i="1" spc="-20" dirty="0">
                          <a:solidFill>
                            <a:srgbClr val="C00000"/>
                          </a:solidFill>
                          <a:latin typeface="Calibri"/>
                          <a:cs typeface="Calibri"/>
                        </a:rPr>
                        <a:t>tool</a:t>
                      </a:r>
                      <a:endParaRPr sz="2200">
                        <a:latin typeface="Calibri"/>
                        <a:cs typeface="Calibri"/>
                      </a:endParaRPr>
                    </a:p>
                    <a:p>
                      <a:pPr marL="73025">
                        <a:lnSpc>
                          <a:spcPct val="100000"/>
                        </a:lnSpc>
                      </a:pPr>
                      <a:r>
                        <a:rPr sz="2200" b="1" i="1" spc="-10" dirty="0">
                          <a:solidFill>
                            <a:srgbClr val="C00000"/>
                          </a:solidFill>
                          <a:latin typeface="Calibri"/>
                          <a:cs typeface="Calibri"/>
                        </a:rPr>
                        <a:t>support</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nSpc>
                          <a:spcPts val="2045"/>
                        </a:lnSpc>
                        <a:buFont typeface="Arial MT"/>
                        <a:buChar char="•"/>
                        <a:tabLst>
                          <a:tab pos="359410" algn="l"/>
                        </a:tabLst>
                      </a:pPr>
                      <a:r>
                        <a:rPr sz="2200" dirty="0">
                          <a:latin typeface="Calibri"/>
                          <a:cs typeface="Calibri"/>
                        </a:rPr>
                        <a:t>Some</a:t>
                      </a:r>
                      <a:r>
                        <a:rPr sz="2200" spc="-35" dirty="0">
                          <a:latin typeface="Calibri"/>
                          <a:cs typeface="Calibri"/>
                        </a:rPr>
                        <a:t> </a:t>
                      </a:r>
                      <a:r>
                        <a:rPr sz="2200" dirty="0">
                          <a:latin typeface="Calibri"/>
                          <a:cs typeface="Calibri"/>
                        </a:rPr>
                        <a:t>software</a:t>
                      </a:r>
                      <a:r>
                        <a:rPr sz="2200" spc="-35" dirty="0">
                          <a:latin typeface="Calibri"/>
                          <a:cs typeface="Calibri"/>
                        </a:rPr>
                        <a:t> </a:t>
                      </a:r>
                      <a:r>
                        <a:rPr sz="2200" dirty="0">
                          <a:latin typeface="Calibri"/>
                          <a:cs typeface="Calibri"/>
                        </a:rPr>
                        <a:t>tools</a:t>
                      </a:r>
                      <a:r>
                        <a:rPr sz="2200" spc="-35" dirty="0">
                          <a:latin typeface="Calibri"/>
                          <a:cs typeface="Calibri"/>
                        </a:rPr>
                        <a:t> </a:t>
                      </a:r>
                      <a:r>
                        <a:rPr sz="2200" dirty="0">
                          <a:latin typeface="Calibri"/>
                          <a:cs typeface="Calibri"/>
                        </a:rPr>
                        <a:t>do</a:t>
                      </a:r>
                      <a:r>
                        <a:rPr sz="2200" spc="-30" dirty="0">
                          <a:latin typeface="Calibri"/>
                          <a:cs typeface="Calibri"/>
                        </a:rPr>
                        <a:t> </a:t>
                      </a:r>
                      <a:r>
                        <a:rPr sz="2200" dirty="0">
                          <a:latin typeface="Calibri"/>
                          <a:cs typeface="Calibri"/>
                        </a:rPr>
                        <a:t>not</a:t>
                      </a:r>
                      <a:r>
                        <a:rPr sz="2200" spc="-30" dirty="0">
                          <a:latin typeface="Calibri"/>
                          <a:cs typeface="Calibri"/>
                        </a:rPr>
                        <a:t> </a:t>
                      </a:r>
                      <a:r>
                        <a:rPr sz="2200" dirty="0">
                          <a:latin typeface="Calibri"/>
                          <a:cs typeface="Calibri"/>
                        </a:rPr>
                        <a:t>support</a:t>
                      </a:r>
                      <a:r>
                        <a:rPr sz="2200" spc="-40" dirty="0">
                          <a:latin typeface="Calibri"/>
                          <a:cs typeface="Calibri"/>
                        </a:rPr>
                        <a:t> </a:t>
                      </a:r>
                      <a:r>
                        <a:rPr sz="2200" spc="-10" dirty="0">
                          <a:latin typeface="Calibri"/>
                          <a:cs typeface="Calibri"/>
                        </a:rPr>
                        <a:t>development</a:t>
                      </a:r>
                      <a:r>
                        <a:rPr sz="2200" spc="-35" dirty="0">
                          <a:latin typeface="Calibri"/>
                          <a:cs typeface="Calibri"/>
                        </a:rPr>
                        <a:t> </a:t>
                      </a:r>
                      <a:r>
                        <a:rPr sz="2200" dirty="0">
                          <a:latin typeface="Calibri"/>
                          <a:cs typeface="Calibri"/>
                        </a:rPr>
                        <a:t>with</a:t>
                      </a:r>
                      <a:r>
                        <a:rPr sz="2200" spc="-25" dirty="0">
                          <a:latin typeface="Calibri"/>
                          <a:cs typeface="Calibri"/>
                        </a:rPr>
                        <a:t> </a:t>
                      </a:r>
                      <a:r>
                        <a:rPr sz="2200" spc="-10" dirty="0">
                          <a:latin typeface="Calibri"/>
                          <a:cs typeface="Calibri"/>
                        </a:rPr>
                        <a:t>reuse.</a:t>
                      </a:r>
                      <a:endParaRPr sz="2200" dirty="0">
                        <a:latin typeface="Calibri"/>
                        <a:cs typeface="Calibri"/>
                      </a:endParaRPr>
                    </a:p>
                    <a:p>
                      <a:pPr marL="359410" indent="-286385">
                        <a:lnSpc>
                          <a:spcPct val="100000"/>
                        </a:lnSpc>
                        <a:buFont typeface="Arial MT"/>
                        <a:buChar char="•"/>
                        <a:tabLst>
                          <a:tab pos="359410" algn="l"/>
                          <a:tab pos="632460" algn="l"/>
                          <a:tab pos="1162685" algn="l"/>
                          <a:tab pos="1537970" algn="l"/>
                          <a:tab pos="2386965" algn="l"/>
                          <a:tab pos="2726690" algn="l"/>
                          <a:tab pos="3860800" algn="l"/>
                          <a:tab pos="4196080" algn="l"/>
                          <a:tab pos="5173345" algn="l"/>
                          <a:tab pos="5826760" algn="l"/>
                          <a:tab pos="6426200" algn="l"/>
                          <a:tab pos="6978015" algn="l"/>
                        </a:tabLst>
                      </a:pPr>
                      <a:r>
                        <a:rPr sz="2200" spc="-25" dirty="0">
                          <a:latin typeface="Calibri"/>
                          <a:cs typeface="Calibri"/>
                        </a:rPr>
                        <a:t>It</a:t>
                      </a:r>
                      <a:r>
                        <a:rPr sz="2200" dirty="0">
                          <a:latin typeface="Calibri"/>
                          <a:cs typeface="Calibri"/>
                        </a:rPr>
                        <a:t>	</a:t>
                      </a:r>
                      <a:r>
                        <a:rPr sz="2200" spc="-25" dirty="0">
                          <a:latin typeface="Calibri"/>
                          <a:cs typeface="Calibri"/>
                        </a:rPr>
                        <a:t>may</a:t>
                      </a:r>
                      <a:r>
                        <a:rPr sz="2200" dirty="0">
                          <a:latin typeface="Calibri"/>
                          <a:cs typeface="Calibri"/>
                        </a:rPr>
                        <a:t>	</a:t>
                      </a:r>
                      <a:r>
                        <a:rPr sz="2200" spc="-25" dirty="0">
                          <a:latin typeface="Calibri"/>
                          <a:cs typeface="Calibri"/>
                        </a:rPr>
                        <a:t>be</a:t>
                      </a:r>
                      <a:r>
                        <a:rPr sz="2200" dirty="0">
                          <a:latin typeface="Calibri"/>
                          <a:cs typeface="Calibri"/>
                        </a:rPr>
                        <a:t>	</a:t>
                      </a:r>
                      <a:r>
                        <a:rPr sz="2200" spc="-10" dirty="0">
                          <a:latin typeface="Calibri"/>
                          <a:cs typeface="Calibri"/>
                        </a:rPr>
                        <a:t>difficult</a:t>
                      </a:r>
                      <a:r>
                        <a:rPr lang="en-US" sz="2200" spc="0" baseline="0" dirty="0">
                          <a:latin typeface="Calibri"/>
                          <a:cs typeface="Calibri"/>
                        </a:rPr>
                        <a:t> </a:t>
                      </a:r>
                      <a:r>
                        <a:rPr sz="2200" spc="-25" dirty="0">
                          <a:latin typeface="Calibri"/>
                          <a:cs typeface="Calibri"/>
                        </a:rPr>
                        <a:t>or</a:t>
                      </a:r>
                      <a:r>
                        <a:rPr lang="en-US" sz="2200" spc="0" baseline="0" dirty="0">
                          <a:latin typeface="Calibri"/>
                          <a:cs typeface="Calibri"/>
                        </a:rPr>
                        <a:t> </a:t>
                      </a:r>
                      <a:r>
                        <a:rPr sz="2200" spc="-10" dirty="0">
                          <a:latin typeface="Calibri"/>
                          <a:cs typeface="Calibri"/>
                        </a:rPr>
                        <a:t>impossible</a:t>
                      </a:r>
                      <a:r>
                        <a:rPr lang="en-US" sz="2200" spc="0" baseline="0" dirty="0">
                          <a:latin typeface="Calibri"/>
                          <a:cs typeface="Calibri"/>
                        </a:rPr>
                        <a:t> </a:t>
                      </a:r>
                      <a:r>
                        <a:rPr sz="2200" spc="-25" dirty="0">
                          <a:latin typeface="Calibri"/>
                          <a:cs typeface="Calibri"/>
                        </a:rPr>
                        <a:t>to</a:t>
                      </a:r>
                      <a:r>
                        <a:rPr lang="en-US" sz="2200" spc="0" baseline="0" dirty="0">
                          <a:latin typeface="Calibri"/>
                          <a:cs typeface="Calibri"/>
                        </a:rPr>
                        <a:t> </a:t>
                      </a:r>
                      <a:r>
                        <a:rPr sz="2200" spc="-10" dirty="0">
                          <a:latin typeface="Calibri"/>
                          <a:cs typeface="Calibri"/>
                        </a:rPr>
                        <a:t>integrate</a:t>
                      </a:r>
                      <a:r>
                        <a:rPr lang="en-US" sz="2200" spc="0" baseline="0" dirty="0">
                          <a:latin typeface="Calibri"/>
                          <a:cs typeface="Calibri"/>
                        </a:rPr>
                        <a:t> </a:t>
                      </a:r>
                      <a:r>
                        <a:rPr sz="2200" spc="-10" dirty="0">
                          <a:latin typeface="Calibri"/>
                          <a:cs typeface="Calibri"/>
                        </a:rPr>
                        <a:t>these</a:t>
                      </a:r>
                      <a:r>
                        <a:rPr lang="en-US" sz="2200" spc="-10" dirty="0">
                          <a:latin typeface="Calibri"/>
                          <a:cs typeface="Calibri"/>
                        </a:rPr>
                        <a:t> </a:t>
                      </a:r>
                      <a:r>
                        <a:rPr sz="2200" spc="-10" dirty="0">
                          <a:latin typeface="Calibri"/>
                          <a:cs typeface="Calibri"/>
                        </a:rPr>
                        <a:t>tools</a:t>
                      </a:r>
                      <a:r>
                        <a:rPr lang="en-US" sz="2200" spc="0" baseline="0" dirty="0">
                          <a:latin typeface="Calibri"/>
                          <a:cs typeface="Calibri"/>
                        </a:rPr>
                        <a:t> </a:t>
                      </a:r>
                      <a:r>
                        <a:rPr sz="2200" spc="-20" dirty="0">
                          <a:latin typeface="Calibri"/>
                          <a:cs typeface="Calibri"/>
                        </a:rPr>
                        <a:t>with</a:t>
                      </a:r>
                      <a:r>
                        <a:rPr lang="en-US" sz="2200" spc="0" baseline="0" dirty="0">
                          <a:latin typeface="Calibri"/>
                          <a:cs typeface="Calibri"/>
                        </a:rPr>
                        <a:t> </a:t>
                      </a:r>
                      <a:r>
                        <a:rPr sz="2200" spc="-50" dirty="0">
                          <a:latin typeface="Calibri"/>
                          <a:cs typeface="Calibri"/>
                        </a:rPr>
                        <a:t>a</a:t>
                      </a:r>
                      <a:r>
                        <a:rPr lang="en-US" sz="2200" spc="-50" dirty="0">
                          <a:latin typeface="Calibri"/>
                          <a:cs typeface="Calibri"/>
                        </a:rPr>
                        <a:t> </a:t>
                      </a:r>
                      <a:r>
                        <a:rPr sz="2200" spc="-10" dirty="0">
                          <a:latin typeface="Calibri"/>
                          <a:cs typeface="Calibri"/>
                        </a:rPr>
                        <a:t>component</a:t>
                      </a:r>
                      <a:r>
                        <a:rPr sz="2200" spc="-45" dirty="0">
                          <a:latin typeface="Calibri"/>
                          <a:cs typeface="Calibri"/>
                        </a:rPr>
                        <a:t> </a:t>
                      </a:r>
                      <a:r>
                        <a:rPr sz="2200" dirty="0">
                          <a:latin typeface="Calibri"/>
                          <a:cs typeface="Calibri"/>
                        </a:rPr>
                        <a:t>library</a:t>
                      </a:r>
                      <a:r>
                        <a:rPr sz="2200" spc="-35" dirty="0">
                          <a:latin typeface="Calibri"/>
                          <a:cs typeface="Calibri"/>
                        </a:rPr>
                        <a:t> </a:t>
                      </a:r>
                      <a:r>
                        <a:rPr sz="2200" spc="-10" dirty="0">
                          <a:latin typeface="Calibri"/>
                          <a:cs typeface="Calibri"/>
                        </a:rPr>
                        <a:t>system.</a:t>
                      </a:r>
                      <a:endParaRPr sz="2200" dirty="0">
                        <a:latin typeface="Calibri"/>
                        <a:cs typeface="Calibri"/>
                      </a:endParaRPr>
                    </a:p>
                    <a:p>
                      <a:pPr marL="359410" marR="63500" indent="-287020">
                        <a:lnSpc>
                          <a:spcPct val="100000"/>
                        </a:lnSpc>
                        <a:buFont typeface="Arial MT"/>
                        <a:buChar char="•"/>
                        <a:tabLst>
                          <a:tab pos="359410" algn="l"/>
                        </a:tabLst>
                      </a:pPr>
                      <a:r>
                        <a:rPr sz="2200" dirty="0">
                          <a:latin typeface="Calibri"/>
                          <a:cs typeface="Calibri"/>
                        </a:rPr>
                        <a:t>The</a:t>
                      </a:r>
                      <a:r>
                        <a:rPr sz="2200" spc="150" dirty="0">
                          <a:latin typeface="Calibri"/>
                          <a:cs typeface="Calibri"/>
                        </a:rPr>
                        <a:t> </a:t>
                      </a:r>
                      <a:r>
                        <a:rPr sz="2200" dirty="0">
                          <a:latin typeface="Calibri"/>
                          <a:cs typeface="Calibri"/>
                        </a:rPr>
                        <a:t>software</a:t>
                      </a:r>
                      <a:r>
                        <a:rPr sz="2200" spc="160" dirty="0">
                          <a:latin typeface="Calibri"/>
                          <a:cs typeface="Calibri"/>
                        </a:rPr>
                        <a:t> </a:t>
                      </a:r>
                      <a:r>
                        <a:rPr sz="2200" dirty="0">
                          <a:latin typeface="Calibri"/>
                          <a:cs typeface="Calibri"/>
                        </a:rPr>
                        <a:t>process</a:t>
                      </a:r>
                      <a:r>
                        <a:rPr sz="2200" spc="150" dirty="0">
                          <a:latin typeface="Calibri"/>
                          <a:cs typeface="Calibri"/>
                        </a:rPr>
                        <a:t> </a:t>
                      </a:r>
                      <a:r>
                        <a:rPr sz="2200" dirty="0">
                          <a:latin typeface="Calibri"/>
                          <a:cs typeface="Calibri"/>
                        </a:rPr>
                        <a:t>assumed</a:t>
                      </a:r>
                      <a:r>
                        <a:rPr sz="2200" spc="155" dirty="0">
                          <a:latin typeface="Calibri"/>
                          <a:cs typeface="Calibri"/>
                        </a:rPr>
                        <a:t> </a:t>
                      </a:r>
                      <a:r>
                        <a:rPr sz="2200" dirty="0">
                          <a:latin typeface="Calibri"/>
                          <a:cs typeface="Calibri"/>
                        </a:rPr>
                        <a:t>by</a:t>
                      </a:r>
                      <a:r>
                        <a:rPr sz="2200" spc="145" dirty="0">
                          <a:latin typeface="Calibri"/>
                          <a:cs typeface="Calibri"/>
                        </a:rPr>
                        <a:t> </a:t>
                      </a:r>
                      <a:r>
                        <a:rPr sz="2200" dirty="0">
                          <a:latin typeface="Calibri"/>
                          <a:cs typeface="Calibri"/>
                        </a:rPr>
                        <a:t>these</a:t>
                      </a:r>
                      <a:r>
                        <a:rPr sz="2200" spc="160" dirty="0">
                          <a:latin typeface="Calibri"/>
                          <a:cs typeface="Calibri"/>
                        </a:rPr>
                        <a:t> </a:t>
                      </a:r>
                      <a:r>
                        <a:rPr sz="2200" dirty="0">
                          <a:latin typeface="Calibri"/>
                          <a:cs typeface="Calibri"/>
                        </a:rPr>
                        <a:t>tools</a:t>
                      </a:r>
                      <a:r>
                        <a:rPr sz="2200" spc="150" dirty="0">
                          <a:latin typeface="Calibri"/>
                          <a:cs typeface="Calibri"/>
                        </a:rPr>
                        <a:t> </a:t>
                      </a:r>
                      <a:r>
                        <a:rPr sz="2200" dirty="0">
                          <a:latin typeface="Calibri"/>
                          <a:cs typeface="Calibri"/>
                        </a:rPr>
                        <a:t>may</a:t>
                      </a:r>
                      <a:r>
                        <a:rPr sz="2200" spc="150" dirty="0">
                          <a:latin typeface="Calibri"/>
                          <a:cs typeface="Calibri"/>
                        </a:rPr>
                        <a:t> </a:t>
                      </a:r>
                      <a:r>
                        <a:rPr sz="2200" dirty="0">
                          <a:latin typeface="Calibri"/>
                          <a:cs typeface="Calibri"/>
                        </a:rPr>
                        <a:t>not</a:t>
                      </a:r>
                      <a:r>
                        <a:rPr sz="2200" spc="145" dirty="0">
                          <a:latin typeface="Calibri"/>
                          <a:cs typeface="Calibri"/>
                        </a:rPr>
                        <a:t> </a:t>
                      </a:r>
                      <a:r>
                        <a:rPr sz="2200" dirty="0">
                          <a:latin typeface="Calibri"/>
                          <a:cs typeface="Calibri"/>
                        </a:rPr>
                        <a:t>take</a:t>
                      </a:r>
                      <a:r>
                        <a:rPr sz="2200" spc="150" dirty="0">
                          <a:latin typeface="Calibri"/>
                          <a:cs typeface="Calibri"/>
                        </a:rPr>
                        <a:t> </a:t>
                      </a:r>
                      <a:r>
                        <a:rPr sz="2200" dirty="0">
                          <a:latin typeface="Calibri"/>
                          <a:cs typeface="Calibri"/>
                        </a:rPr>
                        <a:t>reuse</a:t>
                      </a:r>
                      <a:r>
                        <a:rPr sz="2200" spc="165" dirty="0">
                          <a:latin typeface="Calibri"/>
                          <a:cs typeface="Calibri"/>
                        </a:rPr>
                        <a:t> </a:t>
                      </a:r>
                      <a:r>
                        <a:rPr sz="2200" spc="-20" dirty="0">
                          <a:latin typeface="Calibri"/>
                          <a:cs typeface="Calibri"/>
                        </a:rPr>
                        <a:t>into </a:t>
                      </a:r>
                      <a:r>
                        <a:rPr lang="en-US" sz="2200" spc="-20" dirty="0">
                          <a:latin typeface="Calibri"/>
                          <a:cs typeface="Calibri"/>
                        </a:rPr>
                        <a:t>a</a:t>
                      </a:r>
                      <a:r>
                        <a:rPr sz="2200" spc="-10" dirty="0">
                          <a:latin typeface="Calibri"/>
                          <a:cs typeface="Calibri"/>
                        </a:rPr>
                        <a:t>ccount.</a:t>
                      </a:r>
                      <a:endParaRPr sz="2200" dirty="0">
                        <a:latin typeface="Calibri"/>
                        <a:cs typeface="Calibri"/>
                      </a:endParaRPr>
                    </a:p>
                    <a:p>
                      <a:pPr marL="359410" indent="-286385">
                        <a:lnSpc>
                          <a:spcPct val="100000"/>
                        </a:lnSpc>
                        <a:buFont typeface="Arial MT"/>
                        <a:buChar char="•"/>
                        <a:tabLst>
                          <a:tab pos="359410" algn="l"/>
                          <a:tab pos="865505" algn="l"/>
                          <a:tab pos="1139825" algn="l"/>
                          <a:tab pos="2326005" algn="l"/>
                          <a:tab pos="2848610" algn="l"/>
                          <a:tab pos="3248025" algn="l"/>
                          <a:tab pos="3837940" algn="l"/>
                          <a:tab pos="4351655" algn="l"/>
                          <a:tab pos="5212715" algn="l"/>
                          <a:tab pos="6355715" algn="l"/>
                        </a:tabLst>
                      </a:pPr>
                      <a:r>
                        <a:rPr sz="2200" spc="-20" dirty="0">
                          <a:latin typeface="Calibri"/>
                          <a:cs typeface="Calibri"/>
                        </a:rPr>
                        <a:t>This</a:t>
                      </a:r>
                      <a:r>
                        <a:rPr sz="2200" dirty="0">
                          <a:latin typeface="Calibri"/>
                          <a:cs typeface="Calibri"/>
                        </a:rPr>
                        <a:t>	</a:t>
                      </a:r>
                      <a:r>
                        <a:rPr sz="2200" spc="-25" dirty="0">
                          <a:latin typeface="Calibri"/>
                          <a:cs typeface="Calibri"/>
                        </a:rPr>
                        <a:t>is</a:t>
                      </a:r>
                      <a:r>
                        <a:rPr sz="2200" dirty="0">
                          <a:latin typeface="Calibri"/>
                          <a:cs typeface="Calibri"/>
                        </a:rPr>
                        <a:t>	</a:t>
                      </a:r>
                      <a:r>
                        <a:rPr sz="2200" spc="-10" dirty="0">
                          <a:latin typeface="Calibri"/>
                          <a:cs typeface="Calibri"/>
                        </a:rPr>
                        <a:t>particularly</a:t>
                      </a:r>
                      <a:r>
                        <a:rPr lang="en-US" sz="2200" spc="0" baseline="0" dirty="0">
                          <a:latin typeface="Calibri"/>
                          <a:cs typeface="Calibri"/>
                        </a:rPr>
                        <a:t> </a:t>
                      </a:r>
                      <a:r>
                        <a:rPr sz="2200" spc="-20" dirty="0">
                          <a:latin typeface="Calibri"/>
                          <a:cs typeface="Calibri"/>
                        </a:rPr>
                        <a:t>true</a:t>
                      </a:r>
                      <a:r>
                        <a:rPr lang="en-US" sz="2200" spc="0" baseline="0" dirty="0">
                          <a:latin typeface="Calibri"/>
                          <a:cs typeface="Calibri"/>
                        </a:rPr>
                        <a:t> </a:t>
                      </a:r>
                      <a:r>
                        <a:rPr sz="2200" spc="-25" dirty="0">
                          <a:latin typeface="Calibri"/>
                          <a:cs typeface="Calibri"/>
                        </a:rPr>
                        <a:t>for</a:t>
                      </a:r>
                      <a:r>
                        <a:rPr lang="en-US" sz="2200" spc="0" baseline="0" dirty="0">
                          <a:latin typeface="Calibri"/>
                          <a:cs typeface="Calibri"/>
                        </a:rPr>
                        <a:t> </a:t>
                      </a:r>
                      <a:r>
                        <a:rPr sz="2200" spc="-10" dirty="0">
                          <a:latin typeface="Calibri"/>
                          <a:cs typeface="Calibri"/>
                        </a:rPr>
                        <a:t>tools</a:t>
                      </a:r>
                      <a:r>
                        <a:rPr lang="en-US" sz="2200" spc="0" baseline="0" dirty="0">
                          <a:latin typeface="Calibri"/>
                          <a:cs typeface="Calibri"/>
                        </a:rPr>
                        <a:t> </a:t>
                      </a:r>
                      <a:r>
                        <a:rPr sz="2200" spc="-20" dirty="0">
                          <a:latin typeface="Calibri"/>
                          <a:cs typeface="Calibri"/>
                        </a:rPr>
                        <a:t>that</a:t>
                      </a:r>
                      <a:r>
                        <a:rPr lang="en-US" sz="2200" spc="0" baseline="0" dirty="0">
                          <a:latin typeface="Calibri"/>
                          <a:cs typeface="Calibri"/>
                        </a:rPr>
                        <a:t> </a:t>
                      </a:r>
                      <a:r>
                        <a:rPr sz="2200" spc="-10" dirty="0">
                          <a:latin typeface="Calibri"/>
                          <a:cs typeface="Calibri"/>
                        </a:rPr>
                        <a:t>support</a:t>
                      </a:r>
                      <a:r>
                        <a:rPr lang="en-US" sz="2200" spc="0" baseline="0" dirty="0">
                          <a:latin typeface="Calibri"/>
                          <a:cs typeface="Calibri"/>
                        </a:rPr>
                        <a:t> </a:t>
                      </a:r>
                      <a:r>
                        <a:rPr sz="2200" spc="-10" dirty="0">
                          <a:latin typeface="Calibri"/>
                          <a:cs typeface="Calibri"/>
                        </a:rPr>
                        <a:t>embedded</a:t>
                      </a:r>
                      <a:r>
                        <a:rPr lang="en-US" sz="2200" spc="0" baseline="0" dirty="0">
                          <a:latin typeface="Calibri"/>
                          <a:cs typeface="Calibri"/>
                        </a:rPr>
                        <a:t> </a:t>
                      </a:r>
                      <a:r>
                        <a:rPr sz="2200" spc="-10" dirty="0">
                          <a:latin typeface="Calibri"/>
                          <a:cs typeface="Calibri"/>
                        </a:rPr>
                        <a:t>systems</a:t>
                      </a:r>
                      <a:r>
                        <a:rPr lang="en-US" sz="2200" spc="-10" dirty="0">
                          <a:latin typeface="Calibri"/>
                          <a:cs typeface="Calibri"/>
                        </a:rPr>
                        <a:t> </a:t>
                      </a:r>
                      <a:r>
                        <a:rPr sz="2200" dirty="0">
                          <a:latin typeface="Calibri"/>
                          <a:cs typeface="Calibri"/>
                        </a:rPr>
                        <a:t>engineering,</a:t>
                      </a:r>
                      <a:r>
                        <a:rPr sz="2200" spc="-15" dirty="0">
                          <a:latin typeface="Calibri"/>
                          <a:cs typeface="Calibri"/>
                        </a:rPr>
                        <a:t> </a:t>
                      </a:r>
                      <a:r>
                        <a:rPr sz="2200" dirty="0">
                          <a:latin typeface="Calibri"/>
                          <a:cs typeface="Calibri"/>
                        </a:rPr>
                        <a:t>less</a:t>
                      </a:r>
                      <a:r>
                        <a:rPr sz="2200" spc="-40" dirty="0">
                          <a:latin typeface="Calibri"/>
                          <a:cs typeface="Calibri"/>
                        </a:rPr>
                        <a:t> </a:t>
                      </a:r>
                      <a:r>
                        <a:rPr sz="2200" dirty="0">
                          <a:latin typeface="Calibri"/>
                          <a:cs typeface="Calibri"/>
                        </a:rPr>
                        <a:t>so</a:t>
                      </a:r>
                      <a:r>
                        <a:rPr sz="2200" spc="-40" dirty="0">
                          <a:latin typeface="Calibri"/>
                          <a:cs typeface="Calibri"/>
                        </a:rPr>
                        <a:t> </a:t>
                      </a:r>
                      <a:r>
                        <a:rPr sz="2200" dirty="0">
                          <a:latin typeface="Calibri"/>
                          <a:cs typeface="Calibri"/>
                        </a:rPr>
                        <a:t>for</a:t>
                      </a:r>
                      <a:r>
                        <a:rPr sz="2200" spc="-40" dirty="0">
                          <a:latin typeface="Calibri"/>
                          <a:cs typeface="Calibri"/>
                        </a:rPr>
                        <a:t> </a:t>
                      </a:r>
                      <a:r>
                        <a:rPr sz="2200" spc="-10" dirty="0">
                          <a:latin typeface="Calibri"/>
                          <a:cs typeface="Calibri"/>
                        </a:rPr>
                        <a:t>object-</a:t>
                      </a:r>
                      <a:r>
                        <a:rPr sz="2200" dirty="0">
                          <a:latin typeface="Calibri"/>
                          <a:cs typeface="Calibri"/>
                        </a:rPr>
                        <a:t>oriented</a:t>
                      </a:r>
                      <a:r>
                        <a:rPr sz="2200" spc="-10" dirty="0">
                          <a:latin typeface="Calibri"/>
                          <a:cs typeface="Calibri"/>
                        </a:rPr>
                        <a:t> development</a:t>
                      </a:r>
                      <a:r>
                        <a:rPr sz="2200" spc="-35" dirty="0">
                          <a:latin typeface="Calibri"/>
                          <a:cs typeface="Calibri"/>
                        </a:rPr>
                        <a:t> </a:t>
                      </a:r>
                      <a:r>
                        <a:rPr sz="2200" spc="-10" dirty="0">
                          <a:latin typeface="Calibri"/>
                          <a:cs typeface="Calibri"/>
                        </a:rPr>
                        <a:t>tools.</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1733550">
                <a:tc>
                  <a:txBody>
                    <a:bodyPr/>
                    <a:lstStyle/>
                    <a:p>
                      <a:pPr marL="73025">
                        <a:lnSpc>
                          <a:spcPts val="2050"/>
                        </a:lnSpc>
                      </a:pPr>
                      <a:r>
                        <a:rPr sz="2200" b="1" i="1" spc="-20" dirty="0">
                          <a:solidFill>
                            <a:srgbClr val="C00000"/>
                          </a:solidFill>
                          <a:latin typeface="Calibri"/>
                          <a:cs typeface="Calibri"/>
                        </a:rPr>
                        <a:t>Not-</a:t>
                      </a:r>
                      <a:r>
                        <a:rPr sz="2200" b="1" i="1" spc="-10" dirty="0">
                          <a:solidFill>
                            <a:srgbClr val="C00000"/>
                          </a:solidFill>
                          <a:latin typeface="Calibri"/>
                          <a:cs typeface="Calibri"/>
                        </a:rPr>
                        <a:t>invented-</a:t>
                      </a:r>
                      <a:endParaRPr sz="2200">
                        <a:latin typeface="Calibri"/>
                        <a:cs typeface="Calibri"/>
                      </a:endParaRPr>
                    </a:p>
                    <a:p>
                      <a:pPr marL="73025">
                        <a:lnSpc>
                          <a:spcPct val="100000"/>
                        </a:lnSpc>
                      </a:pPr>
                      <a:r>
                        <a:rPr sz="2200" b="1" i="1" dirty="0">
                          <a:solidFill>
                            <a:srgbClr val="C00000"/>
                          </a:solidFill>
                          <a:latin typeface="Calibri"/>
                          <a:cs typeface="Calibri"/>
                        </a:rPr>
                        <a:t>here</a:t>
                      </a:r>
                      <a:r>
                        <a:rPr sz="2200" b="1" i="1" spc="-30" dirty="0">
                          <a:solidFill>
                            <a:srgbClr val="C00000"/>
                          </a:solidFill>
                          <a:latin typeface="Calibri"/>
                          <a:cs typeface="Calibri"/>
                        </a:rPr>
                        <a:t> </a:t>
                      </a:r>
                      <a:r>
                        <a:rPr sz="2200" b="1" i="1" spc="-10" dirty="0">
                          <a:solidFill>
                            <a:srgbClr val="C00000"/>
                          </a:solidFill>
                          <a:latin typeface="Calibri"/>
                          <a:cs typeface="Calibri"/>
                        </a:rPr>
                        <a:t>syndrome</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gn="just">
                        <a:lnSpc>
                          <a:spcPts val="2050"/>
                        </a:lnSpc>
                        <a:buFont typeface="Arial MT"/>
                        <a:buChar char="•"/>
                        <a:tabLst>
                          <a:tab pos="359410" algn="l"/>
                        </a:tabLst>
                      </a:pPr>
                      <a:r>
                        <a:rPr sz="2200" dirty="0">
                          <a:latin typeface="Calibri"/>
                          <a:cs typeface="Calibri"/>
                        </a:rPr>
                        <a:t>Some</a:t>
                      </a:r>
                      <a:r>
                        <a:rPr sz="2200" spc="210" dirty="0">
                          <a:latin typeface="Calibri"/>
                          <a:cs typeface="Calibri"/>
                        </a:rPr>
                        <a:t> </a:t>
                      </a:r>
                      <a:r>
                        <a:rPr sz="2200" dirty="0">
                          <a:latin typeface="Calibri"/>
                          <a:cs typeface="Calibri"/>
                        </a:rPr>
                        <a:t>software</a:t>
                      </a:r>
                      <a:r>
                        <a:rPr sz="2200" spc="215" dirty="0">
                          <a:latin typeface="Calibri"/>
                          <a:cs typeface="Calibri"/>
                        </a:rPr>
                        <a:t> </a:t>
                      </a:r>
                      <a:r>
                        <a:rPr sz="2200" dirty="0">
                          <a:latin typeface="Calibri"/>
                          <a:cs typeface="Calibri"/>
                        </a:rPr>
                        <a:t>engineers</a:t>
                      </a:r>
                      <a:r>
                        <a:rPr sz="2200" spc="210" dirty="0">
                          <a:latin typeface="Calibri"/>
                          <a:cs typeface="Calibri"/>
                        </a:rPr>
                        <a:t> </a:t>
                      </a:r>
                      <a:r>
                        <a:rPr sz="2200" dirty="0">
                          <a:latin typeface="Calibri"/>
                          <a:cs typeface="Calibri"/>
                        </a:rPr>
                        <a:t>prefer</a:t>
                      </a:r>
                      <a:r>
                        <a:rPr sz="2200" spc="204" dirty="0">
                          <a:latin typeface="Calibri"/>
                          <a:cs typeface="Calibri"/>
                        </a:rPr>
                        <a:t> </a:t>
                      </a:r>
                      <a:r>
                        <a:rPr sz="2200" dirty="0">
                          <a:latin typeface="Calibri"/>
                          <a:cs typeface="Calibri"/>
                        </a:rPr>
                        <a:t>to</a:t>
                      </a:r>
                      <a:r>
                        <a:rPr sz="2200" spc="210" dirty="0">
                          <a:latin typeface="Calibri"/>
                          <a:cs typeface="Calibri"/>
                        </a:rPr>
                        <a:t> </a:t>
                      </a:r>
                      <a:r>
                        <a:rPr sz="2200" dirty="0">
                          <a:latin typeface="Calibri"/>
                          <a:cs typeface="Calibri"/>
                        </a:rPr>
                        <a:t>rewrite</a:t>
                      </a:r>
                      <a:r>
                        <a:rPr sz="2200" spc="215" dirty="0">
                          <a:latin typeface="Calibri"/>
                          <a:cs typeface="Calibri"/>
                        </a:rPr>
                        <a:t> </a:t>
                      </a:r>
                      <a:r>
                        <a:rPr sz="2200" dirty="0">
                          <a:latin typeface="Calibri"/>
                          <a:cs typeface="Calibri"/>
                        </a:rPr>
                        <a:t>components</a:t>
                      </a:r>
                      <a:r>
                        <a:rPr sz="2200" spc="215" dirty="0">
                          <a:latin typeface="Calibri"/>
                          <a:cs typeface="Calibri"/>
                        </a:rPr>
                        <a:t> </a:t>
                      </a:r>
                      <a:r>
                        <a:rPr sz="2200" dirty="0">
                          <a:latin typeface="Calibri"/>
                          <a:cs typeface="Calibri"/>
                        </a:rPr>
                        <a:t>because</a:t>
                      </a:r>
                      <a:r>
                        <a:rPr sz="2200" spc="220" dirty="0">
                          <a:latin typeface="Calibri"/>
                          <a:cs typeface="Calibri"/>
                        </a:rPr>
                        <a:t> </a:t>
                      </a:r>
                      <a:r>
                        <a:rPr sz="2200" spc="-20" dirty="0">
                          <a:latin typeface="Calibri"/>
                          <a:cs typeface="Calibri"/>
                        </a:rPr>
                        <a:t>they</a:t>
                      </a:r>
                      <a:r>
                        <a:rPr lang="en-US" sz="2200" spc="0" baseline="0" dirty="0">
                          <a:latin typeface="Calibri"/>
                          <a:cs typeface="Calibri"/>
                        </a:rPr>
                        <a:t> </a:t>
                      </a:r>
                      <a:r>
                        <a:rPr sz="2200" dirty="0">
                          <a:latin typeface="Calibri"/>
                          <a:cs typeface="Calibri"/>
                        </a:rPr>
                        <a:t>believe</a:t>
                      </a:r>
                      <a:r>
                        <a:rPr sz="2200" spc="-30" dirty="0">
                          <a:latin typeface="Calibri"/>
                          <a:cs typeface="Calibri"/>
                        </a:rPr>
                        <a:t> </a:t>
                      </a:r>
                      <a:r>
                        <a:rPr sz="2200" dirty="0">
                          <a:latin typeface="Calibri"/>
                          <a:cs typeface="Calibri"/>
                        </a:rPr>
                        <a:t>they</a:t>
                      </a:r>
                      <a:r>
                        <a:rPr sz="2200" spc="-40" dirty="0">
                          <a:latin typeface="Calibri"/>
                          <a:cs typeface="Calibri"/>
                        </a:rPr>
                        <a:t> </a:t>
                      </a:r>
                      <a:r>
                        <a:rPr sz="2200" dirty="0">
                          <a:latin typeface="Calibri"/>
                          <a:cs typeface="Calibri"/>
                        </a:rPr>
                        <a:t>can</a:t>
                      </a:r>
                      <a:r>
                        <a:rPr sz="2200" spc="-25" dirty="0">
                          <a:latin typeface="Calibri"/>
                          <a:cs typeface="Calibri"/>
                        </a:rPr>
                        <a:t> </a:t>
                      </a:r>
                      <a:r>
                        <a:rPr sz="2200" spc="-10" dirty="0">
                          <a:latin typeface="Calibri"/>
                          <a:cs typeface="Calibri"/>
                        </a:rPr>
                        <a:t>improve</a:t>
                      </a:r>
                      <a:r>
                        <a:rPr sz="2200" spc="-40" dirty="0">
                          <a:latin typeface="Calibri"/>
                          <a:cs typeface="Calibri"/>
                        </a:rPr>
                        <a:t> </a:t>
                      </a:r>
                      <a:r>
                        <a:rPr sz="2200" dirty="0">
                          <a:latin typeface="Calibri"/>
                          <a:cs typeface="Calibri"/>
                        </a:rPr>
                        <a:t>on</a:t>
                      </a:r>
                      <a:r>
                        <a:rPr sz="2200" spc="-25" dirty="0">
                          <a:latin typeface="Calibri"/>
                          <a:cs typeface="Calibri"/>
                        </a:rPr>
                        <a:t> </a:t>
                      </a:r>
                      <a:r>
                        <a:rPr sz="2200" spc="-10" dirty="0">
                          <a:latin typeface="Calibri"/>
                          <a:cs typeface="Calibri"/>
                        </a:rPr>
                        <a:t>them.</a:t>
                      </a:r>
                      <a:endParaRPr sz="2200" dirty="0">
                        <a:latin typeface="Calibri"/>
                        <a:cs typeface="Calibri"/>
                      </a:endParaRPr>
                    </a:p>
                    <a:p>
                      <a:pPr marL="359410" marR="64769" indent="-287020" algn="just">
                        <a:lnSpc>
                          <a:spcPct val="100000"/>
                        </a:lnSpc>
                        <a:buFont typeface="Arial MT"/>
                        <a:buChar char="•"/>
                        <a:tabLst>
                          <a:tab pos="359410" algn="l"/>
                        </a:tabLst>
                      </a:pPr>
                      <a:r>
                        <a:rPr sz="2200" dirty="0">
                          <a:latin typeface="Calibri"/>
                          <a:cs typeface="Calibri"/>
                        </a:rPr>
                        <a:t>This</a:t>
                      </a:r>
                      <a:r>
                        <a:rPr sz="2200" spc="60" dirty="0">
                          <a:latin typeface="Calibri"/>
                          <a:cs typeface="Calibri"/>
                        </a:rPr>
                        <a:t> </a:t>
                      </a:r>
                      <a:r>
                        <a:rPr sz="2200" dirty="0">
                          <a:latin typeface="Calibri"/>
                          <a:cs typeface="Calibri"/>
                        </a:rPr>
                        <a:t>is</a:t>
                      </a:r>
                      <a:r>
                        <a:rPr sz="2200" spc="65" dirty="0">
                          <a:latin typeface="Calibri"/>
                          <a:cs typeface="Calibri"/>
                        </a:rPr>
                        <a:t> </a:t>
                      </a:r>
                      <a:r>
                        <a:rPr sz="2200" dirty="0">
                          <a:latin typeface="Calibri"/>
                          <a:cs typeface="Calibri"/>
                        </a:rPr>
                        <a:t>partly</a:t>
                      </a:r>
                      <a:r>
                        <a:rPr sz="2200" spc="60" dirty="0">
                          <a:latin typeface="Calibri"/>
                          <a:cs typeface="Calibri"/>
                        </a:rPr>
                        <a:t> </a:t>
                      </a:r>
                      <a:r>
                        <a:rPr sz="2200" dirty="0">
                          <a:latin typeface="Calibri"/>
                          <a:cs typeface="Calibri"/>
                        </a:rPr>
                        <a:t>to</a:t>
                      </a:r>
                      <a:r>
                        <a:rPr sz="2200" spc="80" dirty="0">
                          <a:latin typeface="Calibri"/>
                          <a:cs typeface="Calibri"/>
                        </a:rPr>
                        <a:t> </a:t>
                      </a:r>
                      <a:r>
                        <a:rPr sz="2200" dirty="0">
                          <a:latin typeface="Calibri"/>
                          <a:cs typeface="Calibri"/>
                        </a:rPr>
                        <a:t>do</a:t>
                      </a:r>
                      <a:r>
                        <a:rPr sz="2200" spc="55" dirty="0">
                          <a:latin typeface="Calibri"/>
                          <a:cs typeface="Calibri"/>
                        </a:rPr>
                        <a:t> </a:t>
                      </a:r>
                      <a:r>
                        <a:rPr sz="2200" dirty="0">
                          <a:latin typeface="Calibri"/>
                          <a:cs typeface="Calibri"/>
                        </a:rPr>
                        <a:t>with</a:t>
                      </a:r>
                      <a:r>
                        <a:rPr sz="2200" spc="65" dirty="0">
                          <a:latin typeface="Calibri"/>
                          <a:cs typeface="Calibri"/>
                        </a:rPr>
                        <a:t> </a:t>
                      </a:r>
                      <a:r>
                        <a:rPr sz="2200" dirty="0">
                          <a:latin typeface="Calibri"/>
                          <a:cs typeface="Calibri"/>
                        </a:rPr>
                        <a:t>trust</a:t>
                      </a:r>
                      <a:r>
                        <a:rPr sz="2200" spc="60" dirty="0">
                          <a:latin typeface="Calibri"/>
                          <a:cs typeface="Calibri"/>
                        </a:rPr>
                        <a:t> </a:t>
                      </a:r>
                      <a:r>
                        <a:rPr sz="2200" dirty="0">
                          <a:latin typeface="Calibri"/>
                          <a:cs typeface="Calibri"/>
                        </a:rPr>
                        <a:t>and</a:t>
                      </a:r>
                      <a:r>
                        <a:rPr sz="2200" spc="70" dirty="0">
                          <a:latin typeface="Calibri"/>
                          <a:cs typeface="Calibri"/>
                        </a:rPr>
                        <a:t> </a:t>
                      </a:r>
                      <a:r>
                        <a:rPr sz="2200" dirty="0">
                          <a:latin typeface="Calibri"/>
                          <a:cs typeface="Calibri"/>
                        </a:rPr>
                        <a:t>partly</a:t>
                      </a:r>
                      <a:r>
                        <a:rPr sz="2200" spc="70" dirty="0">
                          <a:latin typeface="Calibri"/>
                          <a:cs typeface="Calibri"/>
                        </a:rPr>
                        <a:t> </a:t>
                      </a:r>
                      <a:r>
                        <a:rPr sz="2200" dirty="0">
                          <a:latin typeface="Calibri"/>
                          <a:cs typeface="Calibri"/>
                        </a:rPr>
                        <a:t>to</a:t>
                      </a:r>
                      <a:r>
                        <a:rPr sz="2200" spc="55" dirty="0">
                          <a:latin typeface="Calibri"/>
                          <a:cs typeface="Calibri"/>
                        </a:rPr>
                        <a:t> </a:t>
                      </a:r>
                      <a:r>
                        <a:rPr sz="2200" dirty="0">
                          <a:latin typeface="Calibri"/>
                          <a:cs typeface="Calibri"/>
                        </a:rPr>
                        <a:t>do</a:t>
                      </a:r>
                      <a:r>
                        <a:rPr sz="2200" spc="75" dirty="0">
                          <a:latin typeface="Calibri"/>
                          <a:cs typeface="Calibri"/>
                        </a:rPr>
                        <a:t> </a:t>
                      </a:r>
                      <a:r>
                        <a:rPr sz="2200" dirty="0">
                          <a:latin typeface="Calibri"/>
                          <a:cs typeface="Calibri"/>
                        </a:rPr>
                        <a:t>with</a:t>
                      </a:r>
                      <a:r>
                        <a:rPr sz="2200" spc="60" dirty="0">
                          <a:latin typeface="Calibri"/>
                          <a:cs typeface="Calibri"/>
                        </a:rPr>
                        <a:t> </a:t>
                      </a:r>
                      <a:r>
                        <a:rPr sz="2200" dirty="0">
                          <a:latin typeface="Calibri"/>
                          <a:cs typeface="Calibri"/>
                        </a:rPr>
                        <a:t>the</a:t>
                      </a:r>
                      <a:r>
                        <a:rPr sz="2200" spc="70" dirty="0">
                          <a:latin typeface="Calibri"/>
                          <a:cs typeface="Calibri"/>
                        </a:rPr>
                        <a:t> </a:t>
                      </a:r>
                      <a:r>
                        <a:rPr sz="2200" dirty="0">
                          <a:latin typeface="Calibri"/>
                          <a:cs typeface="Calibri"/>
                        </a:rPr>
                        <a:t>fact</a:t>
                      </a:r>
                      <a:r>
                        <a:rPr sz="2200" spc="70" dirty="0">
                          <a:latin typeface="Calibri"/>
                          <a:cs typeface="Calibri"/>
                        </a:rPr>
                        <a:t> </a:t>
                      </a:r>
                      <a:r>
                        <a:rPr sz="2200" dirty="0">
                          <a:latin typeface="Calibri"/>
                          <a:cs typeface="Calibri"/>
                        </a:rPr>
                        <a:t>that</a:t>
                      </a:r>
                      <a:r>
                        <a:rPr sz="2200" spc="65" dirty="0">
                          <a:latin typeface="Calibri"/>
                          <a:cs typeface="Calibri"/>
                        </a:rPr>
                        <a:t> </a:t>
                      </a:r>
                      <a:r>
                        <a:rPr sz="2200" spc="-10" dirty="0">
                          <a:latin typeface="Calibri"/>
                          <a:cs typeface="Calibri"/>
                        </a:rPr>
                        <a:t>writing </a:t>
                      </a:r>
                      <a:r>
                        <a:rPr sz="2200" dirty="0">
                          <a:latin typeface="Calibri"/>
                          <a:cs typeface="Calibri"/>
                        </a:rPr>
                        <a:t>original</a:t>
                      </a:r>
                      <a:r>
                        <a:rPr sz="2200" spc="125" dirty="0">
                          <a:latin typeface="Calibri"/>
                          <a:cs typeface="Calibri"/>
                        </a:rPr>
                        <a:t>  </a:t>
                      </a:r>
                      <a:r>
                        <a:rPr sz="2200" dirty="0">
                          <a:latin typeface="Calibri"/>
                          <a:cs typeface="Calibri"/>
                        </a:rPr>
                        <a:t>software</a:t>
                      </a:r>
                      <a:r>
                        <a:rPr sz="2200" spc="130" dirty="0">
                          <a:latin typeface="Calibri"/>
                          <a:cs typeface="Calibri"/>
                        </a:rPr>
                        <a:t>  </a:t>
                      </a:r>
                      <a:r>
                        <a:rPr sz="2200" dirty="0">
                          <a:latin typeface="Calibri"/>
                          <a:cs typeface="Calibri"/>
                        </a:rPr>
                        <a:t>is</a:t>
                      </a:r>
                      <a:r>
                        <a:rPr sz="2200" spc="125" dirty="0">
                          <a:latin typeface="Calibri"/>
                          <a:cs typeface="Calibri"/>
                        </a:rPr>
                        <a:t>  </a:t>
                      </a:r>
                      <a:r>
                        <a:rPr sz="2200" dirty="0">
                          <a:latin typeface="Calibri"/>
                          <a:cs typeface="Calibri"/>
                        </a:rPr>
                        <a:t>seen</a:t>
                      </a:r>
                      <a:r>
                        <a:rPr sz="2200" spc="130" dirty="0">
                          <a:latin typeface="Calibri"/>
                          <a:cs typeface="Calibri"/>
                        </a:rPr>
                        <a:t>  </a:t>
                      </a:r>
                      <a:r>
                        <a:rPr sz="2200" dirty="0">
                          <a:latin typeface="Calibri"/>
                          <a:cs typeface="Calibri"/>
                        </a:rPr>
                        <a:t>as</a:t>
                      </a:r>
                      <a:r>
                        <a:rPr sz="2200" spc="125" dirty="0">
                          <a:latin typeface="Calibri"/>
                          <a:cs typeface="Calibri"/>
                        </a:rPr>
                        <a:t>  </a:t>
                      </a:r>
                      <a:r>
                        <a:rPr sz="2200" dirty="0">
                          <a:latin typeface="Calibri"/>
                          <a:cs typeface="Calibri"/>
                        </a:rPr>
                        <a:t>more</a:t>
                      </a:r>
                      <a:r>
                        <a:rPr sz="2200" spc="125" dirty="0">
                          <a:latin typeface="Calibri"/>
                          <a:cs typeface="Calibri"/>
                        </a:rPr>
                        <a:t>  </a:t>
                      </a:r>
                      <a:r>
                        <a:rPr sz="2200" dirty="0">
                          <a:latin typeface="Calibri"/>
                          <a:cs typeface="Calibri"/>
                        </a:rPr>
                        <a:t>challenging</a:t>
                      </a:r>
                      <a:r>
                        <a:rPr sz="2200" spc="130" dirty="0">
                          <a:latin typeface="Calibri"/>
                          <a:cs typeface="Calibri"/>
                        </a:rPr>
                        <a:t>  </a:t>
                      </a:r>
                      <a:r>
                        <a:rPr sz="2200" dirty="0">
                          <a:latin typeface="Calibri"/>
                          <a:cs typeface="Calibri"/>
                        </a:rPr>
                        <a:t>than</a:t>
                      </a:r>
                      <a:r>
                        <a:rPr sz="2200" spc="130" dirty="0">
                          <a:latin typeface="Calibri"/>
                          <a:cs typeface="Calibri"/>
                        </a:rPr>
                        <a:t>  </a:t>
                      </a:r>
                      <a:r>
                        <a:rPr sz="2200" dirty="0">
                          <a:latin typeface="Calibri"/>
                          <a:cs typeface="Calibri"/>
                        </a:rPr>
                        <a:t>reusing</a:t>
                      </a:r>
                      <a:r>
                        <a:rPr sz="2200" spc="130" dirty="0">
                          <a:latin typeface="Calibri"/>
                          <a:cs typeface="Calibri"/>
                        </a:rPr>
                        <a:t>  </a:t>
                      </a:r>
                      <a:r>
                        <a:rPr sz="2200" spc="-10" dirty="0">
                          <a:latin typeface="Calibri"/>
                          <a:cs typeface="Calibri"/>
                        </a:rPr>
                        <a:t>other people’s</a:t>
                      </a:r>
                      <a:r>
                        <a:rPr sz="2200" spc="-75" dirty="0">
                          <a:latin typeface="Calibri"/>
                          <a:cs typeface="Calibri"/>
                        </a:rPr>
                        <a:t> </a:t>
                      </a:r>
                      <a:r>
                        <a:rPr sz="2200" spc="-10" dirty="0">
                          <a:latin typeface="Calibri"/>
                          <a:cs typeface="Calibri"/>
                        </a:rPr>
                        <a:t>software.</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225869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263525"/>
            <a:ext cx="3817938" cy="384175"/>
          </a:xfrm>
          <a:prstGeom prst="rect">
            <a:avLst/>
          </a:prstGeom>
        </p:spPr>
        <p:txBody>
          <a:bodyPr vert="horz" wrap="square" lIns="0" tIns="16002" rIns="0" bIns="0" rtlCol="0" anchor="b">
            <a:spAutoFit/>
          </a:bodyPr>
          <a:lstStyle/>
          <a:p>
            <a:pPr marL="15240">
              <a:lnSpc>
                <a:spcPct val="100000"/>
              </a:lnSpc>
              <a:spcBef>
                <a:spcPts val="126"/>
              </a:spcBef>
            </a:pPr>
            <a:r>
              <a:rPr sz="2400" dirty="0"/>
              <a:t>Problems</a:t>
            </a:r>
            <a:r>
              <a:rPr sz="2400" spc="-84" dirty="0"/>
              <a:t> </a:t>
            </a:r>
            <a:r>
              <a:rPr sz="2400" dirty="0"/>
              <a:t>with</a:t>
            </a:r>
            <a:r>
              <a:rPr sz="2400" spc="-78" dirty="0"/>
              <a:t> </a:t>
            </a:r>
            <a:r>
              <a:rPr sz="2400" dirty="0"/>
              <a:t>software</a:t>
            </a:r>
            <a:r>
              <a:rPr sz="2400" spc="-72" dirty="0"/>
              <a:t> </a:t>
            </a:r>
            <a:r>
              <a:rPr sz="2400" spc="-24" dirty="0"/>
              <a:t>reuse</a:t>
            </a:r>
            <a:endParaRPr sz="2400"/>
          </a:p>
        </p:txBody>
      </p:sp>
      <p:graphicFrame>
        <p:nvGraphicFramePr>
          <p:cNvPr id="3" name="object 3"/>
          <p:cNvGraphicFramePr>
            <a:graphicFrameLocks noGrp="1"/>
          </p:cNvGraphicFramePr>
          <p:nvPr>
            <p:extLst>
              <p:ext uri="{D42A27DB-BD31-4B8C-83A1-F6EECF244321}">
                <p14:modId xmlns:p14="http://schemas.microsoft.com/office/powerpoint/2010/main" val="219596529"/>
              </p:ext>
            </p:extLst>
          </p:nvPr>
        </p:nvGraphicFramePr>
        <p:xfrm>
          <a:off x="801682" y="1166851"/>
          <a:ext cx="10369296" cy="3970781"/>
        </p:xfrm>
        <a:graphic>
          <a:graphicData uri="http://schemas.openxmlformats.org/drawingml/2006/table">
            <a:tbl>
              <a:tblPr firstRow="1" bandRow="1">
                <a:tableStyleId>{2D5ABB26-0587-4C30-8999-92F81FD0307C}</a:tableStyleId>
              </a:tblPr>
              <a:tblGrid>
                <a:gridCol w="2419350">
                  <a:extLst>
                    <a:ext uri="{9D8B030D-6E8A-4147-A177-3AD203B41FA5}">
                      <a16:colId xmlns:a16="http://schemas.microsoft.com/office/drawing/2014/main" val="20000"/>
                    </a:ext>
                  </a:extLst>
                </a:gridCol>
                <a:gridCol w="7949946">
                  <a:extLst>
                    <a:ext uri="{9D8B030D-6E8A-4147-A177-3AD203B41FA5}">
                      <a16:colId xmlns:a16="http://schemas.microsoft.com/office/drawing/2014/main" val="20001"/>
                    </a:ext>
                  </a:extLst>
                </a:gridCol>
              </a:tblGrid>
              <a:tr h="503681">
                <a:tc>
                  <a:txBody>
                    <a:bodyPr/>
                    <a:lstStyle/>
                    <a:p>
                      <a:pPr marL="72390">
                        <a:lnSpc>
                          <a:spcPct val="100000"/>
                        </a:lnSpc>
                        <a:spcBef>
                          <a:spcPts val="455"/>
                        </a:spcBef>
                      </a:pPr>
                      <a:r>
                        <a:rPr sz="2200" b="1" spc="-10" dirty="0">
                          <a:solidFill>
                            <a:srgbClr val="FFFFFF"/>
                          </a:solidFill>
                          <a:latin typeface="Calibri"/>
                          <a:cs typeface="Calibri"/>
                        </a:rPr>
                        <a:t>Problem</a:t>
                      </a:r>
                      <a:endParaRPr sz="2200" dirty="0">
                        <a:latin typeface="Calibri"/>
                        <a:cs typeface="Calibri"/>
                      </a:endParaRPr>
                    </a:p>
                  </a:txBody>
                  <a:tcPr marL="0" marR="0" marT="6934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063A1"/>
                    </a:solidFill>
                  </a:tcPr>
                </a:tc>
                <a:tc>
                  <a:txBody>
                    <a:bodyPr/>
                    <a:lstStyle/>
                    <a:p>
                      <a:pPr marL="73025">
                        <a:lnSpc>
                          <a:spcPct val="100000"/>
                        </a:lnSpc>
                        <a:spcBef>
                          <a:spcPts val="455"/>
                        </a:spcBef>
                      </a:pPr>
                      <a:r>
                        <a:rPr sz="2200" b="1" spc="-10" dirty="0">
                          <a:solidFill>
                            <a:srgbClr val="FFFFFF"/>
                          </a:solidFill>
                          <a:latin typeface="Calibri"/>
                          <a:cs typeface="Calibri"/>
                        </a:rPr>
                        <a:t>Explanation</a:t>
                      </a:r>
                      <a:endParaRPr sz="2200">
                        <a:latin typeface="Calibri"/>
                        <a:cs typeface="Calibri"/>
                      </a:endParaRPr>
                    </a:p>
                  </a:txBody>
                  <a:tcPr marL="0" marR="0" marT="6934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8063A1"/>
                    </a:solidFill>
                  </a:tcPr>
                </a:tc>
                <a:extLst>
                  <a:ext uri="{0D108BD9-81ED-4DB2-BD59-A6C34878D82A}">
                    <a16:rowId xmlns:a16="http://schemas.microsoft.com/office/drawing/2014/main" val="10000"/>
                  </a:ext>
                </a:extLst>
              </a:tr>
              <a:tr h="1404366">
                <a:tc>
                  <a:txBody>
                    <a:bodyPr/>
                    <a:lstStyle/>
                    <a:p>
                      <a:pPr marL="72390">
                        <a:lnSpc>
                          <a:spcPts val="2045"/>
                        </a:lnSpc>
                      </a:pPr>
                      <a:r>
                        <a:rPr sz="2200" b="1" i="1" spc="-10" dirty="0">
                          <a:solidFill>
                            <a:srgbClr val="C00000"/>
                          </a:solidFill>
                          <a:latin typeface="Calibri"/>
                          <a:cs typeface="Calibri"/>
                        </a:rPr>
                        <a:t>Creating,</a:t>
                      </a:r>
                      <a:endParaRPr sz="2200" dirty="0">
                        <a:latin typeface="Calibri"/>
                        <a:cs typeface="Calibri"/>
                      </a:endParaRPr>
                    </a:p>
                    <a:p>
                      <a:pPr marL="72390" marR="132715">
                        <a:lnSpc>
                          <a:spcPct val="100000"/>
                        </a:lnSpc>
                      </a:pPr>
                      <a:r>
                        <a:rPr sz="2200" b="1" i="1" dirty="0">
                          <a:solidFill>
                            <a:srgbClr val="C00000"/>
                          </a:solidFill>
                          <a:latin typeface="Calibri"/>
                          <a:cs typeface="Calibri"/>
                        </a:rPr>
                        <a:t>Maintaining,</a:t>
                      </a:r>
                      <a:r>
                        <a:rPr sz="2200" b="1" i="1" spc="-75" dirty="0">
                          <a:solidFill>
                            <a:srgbClr val="C00000"/>
                          </a:solidFill>
                          <a:latin typeface="Calibri"/>
                          <a:cs typeface="Calibri"/>
                        </a:rPr>
                        <a:t> </a:t>
                      </a:r>
                      <a:r>
                        <a:rPr sz="2200" b="1" i="1" spc="-25" dirty="0">
                          <a:solidFill>
                            <a:srgbClr val="C00000"/>
                          </a:solidFill>
                          <a:latin typeface="Calibri"/>
                          <a:cs typeface="Calibri"/>
                        </a:rPr>
                        <a:t>and </a:t>
                      </a:r>
                      <a:r>
                        <a:rPr sz="2200" b="1" i="1" dirty="0">
                          <a:solidFill>
                            <a:srgbClr val="C00000"/>
                          </a:solidFill>
                          <a:latin typeface="Calibri"/>
                          <a:cs typeface="Calibri"/>
                        </a:rPr>
                        <a:t>using</a:t>
                      </a:r>
                      <a:r>
                        <a:rPr sz="2200" b="1" i="1" spc="-20" dirty="0">
                          <a:solidFill>
                            <a:srgbClr val="C00000"/>
                          </a:solidFill>
                          <a:latin typeface="Calibri"/>
                          <a:cs typeface="Calibri"/>
                        </a:rPr>
                        <a:t> </a:t>
                      </a:r>
                      <a:r>
                        <a:rPr sz="2200" b="1" i="1" dirty="0">
                          <a:solidFill>
                            <a:srgbClr val="C00000"/>
                          </a:solidFill>
                          <a:latin typeface="Calibri"/>
                          <a:cs typeface="Calibri"/>
                        </a:rPr>
                        <a:t>a</a:t>
                      </a:r>
                      <a:r>
                        <a:rPr sz="2200" b="1" i="1" spc="-20" dirty="0">
                          <a:solidFill>
                            <a:srgbClr val="C00000"/>
                          </a:solidFill>
                          <a:latin typeface="Calibri"/>
                          <a:cs typeface="Calibri"/>
                        </a:rPr>
                        <a:t> </a:t>
                      </a:r>
                      <a:r>
                        <a:rPr sz="2200" b="1" i="1" spc="-10" dirty="0">
                          <a:solidFill>
                            <a:srgbClr val="C00000"/>
                          </a:solidFill>
                          <a:latin typeface="Calibri"/>
                          <a:cs typeface="Calibri"/>
                        </a:rPr>
                        <a:t>component library</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gn="just">
                        <a:lnSpc>
                          <a:spcPts val="2045"/>
                        </a:lnSpc>
                        <a:buFont typeface="Arial MT"/>
                        <a:buChar char="•"/>
                        <a:tabLst>
                          <a:tab pos="359410" algn="l"/>
                          <a:tab pos="1516380" algn="l"/>
                          <a:tab pos="1792605" algn="l"/>
                          <a:tab pos="2757170" algn="l"/>
                          <a:tab pos="3993515" algn="l"/>
                          <a:tab pos="4752340" algn="l"/>
                          <a:tab pos="5270500" algn="l"/>
                          <a:tab pos="6241415" algn="l"/>
                        </a:tabLst>
                      </a:pPr>
                      <a:r>
                        <a:rPr sz="2200" spc="-10" dirty="0">
                          <a:latin typeface="Calibri"/>
                          <a:cs typeface="Calibri"/>
                        </a:rPr>
                        <a:t>Populating</a:t>
                      </a:r>
                      <a:r>
                        <a:rPr sz="2200" dirty="0">
                          <a:latin typeface="Calibri"/>
                          <a:cs typeface="Calibri"/>
                        </a:rPr>
                        <a:t>	</a:t>
                      </a:r>
                      <a:r>
                        <a:rPr sz="2200" spc="-50" dirty="0">
                          <a:latin typeface="Calibri"/>
                          <a:cs typeface="Calibri"/>
                        </a:rPr>
                        <a:t>a</a:t>
                      </a:r>
                      <a:r>
                        <a:rPr lang="en-US" sz="2200" spc="0" baseline="0" dirty="0">
                          <a:latin typeface="Calibri"/>
                          <a:cs typeface="Calibri"/>
                        </a:rPr>
                        <a:t> </a:t>
                      </a:r>
                      <a:r>
                        <a:rPr sz="2200" spc="-10" dirty="0">
                          <a:latin typeface="Calibri"/>
                          <a:cs typeface="Calibri"/>
                        </a:rPr>
                        <a:t>reusable</a:t>
                      </a:r>
                      <a:r>
                        <a:rPr lang="en-US" sz="2200" spc="0" baseline="0" dirty="0">
                          <a:latin typeface="Calibri"/>
                          <a:cs typeface="Calibri"/>
                        </a:rPr>
                        <a:t> </a:t>
                      </a:r>
                      <a:r>
                        <a:rPr sz="2200" spc="-10" dirty="0">
                          <a:latin typeface="Calibri"/>
                          <a:cs typeface="Calibri"/>
                        </a:rPr>
                        <a:t>component</a:t>
                      </a:r>
                      <a:r>
                        <a:rPr sz="2200" dirty="0">
                          <a:latin typeface="Calibri"/>
                          <a:cs typeface="Calibri"/>
                        </a:rPr>
                        <a:t>	</a:t>
                      </a:r>
                      <a:r>
                        <a:rPr sz="2200" spc="-10" dirty="0">
                          <a:latin typeface="Calibri"/>
                          <a:cs typeface="Calibri"/>
                        </a:rPr>
                        <a:t>library</a:t>
                      </a:r>
                      <a:r>
                        <a:rPr lang="en-US" sz="2200" spc="0" baseline="0" dirty="0">
                          <a:latin typeface="Calibri"/>
                          <a:cs typeface="Calibri"/>
                        </a:rPr>
                        <a:t> </a:t>
                      </a:r>
                      <a:r>
                        <a:rPr sz="2200" spc="-25" dirty="0">
                          <a:latin typeface="Calibri"/>
                          <a:cs typeface="Calibri"/>
                        </a:rPr>
                        <a:t>and</a:t>
                      </a:r>
                      <a:r>
                        <a:rPr lang="en-US" sz="2200" spc="0" baseline="0" dirty="0">
                          <a:latin typeface="Calibri"/>
                          <a:cs typeface="Calibri"/>
                        </a:rPr>
                        <a:t> </a:t>
                      </a:r>
                      <a:r>
                        <a:rPr sz="2200" spc="-10" dirty="0">
                          <a:latin typeface="Calibri"/>
                          <a:cs typeface="Calibri"/>
                        </a:rPr>
                        <a:t>ensuring</a:t>
                      </a:r>
                      <a:r>
                        <a:rPr sz="2200" dirty="0">
                          <a:latin typeface="Calibri"/>
                          <a:cs typeface="Calibri"/>
                        </a:rPr>
                        <a:t>	</a:t>
                      </a:r>
                      <a:r>
                        <a:rPr sz="2200" spc="-25" dirty="0">
                          <a:latin typeface="Calibri"/>
                          <a:cs typeface="Calibri"/>
                        </a:rPr>
                        <a:t>the</a:t>
                      </a:r>
                      <a:r>
                        <a:rPr lang="en-US" sz="2200" spc="-25" dirty="0">
                          <a:latin typeface="Calibri"/>
                          <a:cs typeface="Calibri"/>
                        </a:rPr>
                        <a:t> </a:t>
                      </a:r>
                      <a:r>
                        <a:rPr sz="2200" dirty="0">
                          <a:latin typeface="Calibri"/>
                          <a:cs typeface="Calibri"/>
                        </a:rPr>
                        <a:t>software</a:t>
                      </a:r>
                      <a:r>
                        <a:rPr sz="2200" spc="-40" dirty="0">
                          <a:latin typeface="Calibri"/>
                          <a:cs typeface="Calibri"/>
                        </a:rPr>
                        <a:t> </a:t>
                      </a:r>
                      <a:r>
                        <a:rPr sz="2200" spc="-10" dirty="0">
                          <a:latin typeface="Calibri"/>
                          <a:cs typeface="Calibri"/>
                        </a:rPr>
                        <a:t>developers</a:t>
                      </a:r>
                      <a:r>
                        <a:rPr sz="2200" spc="-30" dirty="0">
                          <a:latin typeface="Calibri"/>
                          <a:cs typeface="Calibri"/>
                        </a:rPr>
                        <a:t> </a:t>
                      </a:r>
                      <a:r>
                        <a:rPr sz="2200" dirty="0">
                          <a:latin typeface="Calibri"/>
                          <a:cs typeface="Calibri"/>
                        </a:rPr>
                        <a:t>can</a:t>
                      </a:r>
                      <a:r>
                        <a:rPr sz="2200" spc="-20" dirty="0">
                          <a:latin typeface="Calibri"/>
                          <a:cs typeface="Calibri"/>
                        </a:rPr>
                        <a:t> </a:t>
                      </a:r>
                      <a:r>
                        <a:rPr sz="2200" dirty="0">
                          <a:latin typeface="Calibri"/>
                          <a:cs typeface="Calibri"/>
                        </a:rPr>
                        <a:t>use</a:t>
                      </a:r>
                      <a:r>
                        <a:rPr sz="2200" spc="-40" dirty="0">
                          <a:latin typeface="Calibri"/>
                          <a:cs typeface="Calibri"/>
                        </a:rPr>
                        <a:t> </a:t>
                      </a:r>
                      <a:r>
                        <a:rPr sz="2200" dirty="0">
                          <a:latin typeface="Calibri"/>
                          <a:cs typeface="Calibri"/>
                        </a:rPr>
                        <a:t>this</a:t>
                      </a:r>
                      <a:r>
                        <a:rPr sz="2200" spc="-40" dirty="0">
                          <a:latin typeface="Calibri"/>
                          <a:cs typeface="Calibri"/>
                        </a:rPr>
                        <a:t> </a:t>
                      </a:r>
                      <a:r>
                        <a:rPr sz="2200" dirty="0">
                          <a:latin typeface="Calibri"/>
                          <a:cs typeface="Calibri"/>
                        </a:rPr>
                        <a:t>library</a:t>
                      </a:r>
                      <a:r>
                        <a:rPr sz="2200" spc="-40" dirty="0">
                          <a:latin typeface="Calibri"/>
                          <a:cs typeface="Calibri"/>
                        </a:rPr>
                        <a:t> </a:t>
                      </a:r>
                      <a:r>
                        <a:rPr sz="2200" dirty="0">
                          <a:latin typeface="Calibri"/>
                          <a:cs typeface="Calibri"/>
                        </a:rPr>
                        <a:t>can</a:t>
                      </a:r>
                      <a:r>
                        <a:rPr sz="2200" spc="-20" dirty="0">
                          <a:latin typeface="Calibri"/>
                          <a:cs typeface="Calibri"/>
                        </a:rPr>
                        <a:t> </a:t>
                      </a:r>
                      <a:r>
                        <a:rPr sz="2200" dirty="0">
                          <a:latin typeface="Calibri"/>
                          <a:cs typeface="Calibri"/>
                        </a:rPr>
                        <a:t>be</a:t>
                      </a:r>
                      <a:r>
                        <a:rPr sz="2200" spc="-30" dirty="0">
                          <a:latin typeface="Calibri"/>
                          <a:cs typeface="Calibri"/>
                        </a:rPr>
                        <a:t> </a:t>
                      </a:r>
                      <a:r>
                        <a:rPr sz="2200" spc="-10" dirty="0">
                          <a:latin typeface="Calibri"/>
                          <a:cs typeface="Calibri"/>
                        </a:rPr>
                        <a:t>expensive.</a:t>
                      </a:r>
                      <a:endParaRPr sz="2200" dirty="0">
                        <a:latin typeface="Calibri"/>
                        <a:cs typeface="Calibri"/>
                      </a:endParaRPr>
                    </a:p>
                    <a:p>
                      <a:pPr marL="359410" marR="62865" indent="-287020" algn="just">
                        <a:lnSpc>
                          <a:spcPct val="100000"/>
                        </a:lnSpc>
                        <a:buFont typeface="Arial MT"/>
                        <a:buChar char="•"/>
                        <a:tabLst>
                          <a:tab pos="359410" algn="l"/>
                        </a:tabLst>
                      </a:pPr>
                      <a:r>
                        <a:rPr sz="2200" dirty="0">
                          <a:latin typeface="Calibri"/>
                          <a:cs typeface="Calibri"/>
                        </a:rPr>
                        <a:t>Development</a:t>
                      </a:r>
                      <a:r>
                        <a:rPr sz="2200" spc="285" dirty="0">
                          <a:latin typeface="Calibri"/>
                          <a:cs typeface="Calibri"/>
                        </a:rPr>
                        <a:t> </a:t>
                      </a:r>
                      <a:r>
                        <a:rPr sz="2200" dirty="0">
                          <a:latin typeface="Calibri"/>
                          <a:cs typeface="Calibri"/>
                        </a:rPr>
                        <a:t>processes</a:t>
                      </a:r>
                      <a:r>
                        <a:rPr sz="2200" spc="300" dirty="0">
                          <a:latin typeface="Calibri"/>
                          <a:cs typeface="Calibri"/>
                        </a:rPr>
                        <a:t> </a:t>
                      </a:r>
                      <a:r>
                        <a:rPr sz="2200" dirty="0">
                          <a:latin typeface="Calibri"/>
                          <a:cs typeface="Calibri"/>
                        </a:rPr>
                        <a:t>have</a:t>
                      </a:r>
                      <a:r>
                        <a:rPr sz="2200" spc="290" dirty="0">
                          <a:latin typeface="Calibri"/>
                          <a:cs typeface="Calibri"/>
                        </a:rPr>
                        <a:t> </a:t>
                      </a:r>
                      <a:r>
                        <a:rPr sz="2200" dirty="0">
                          <a:latin typeface="Calibri"/>
                          <a:cs typeface="Calibri"/>
                        </a:rPr>
                        <a:t>to</a:t>
                      </a:r>
                      <a:r>
                        <a:rPr sz="2200" spc="275" dirty="0">
                          <a:latin typeface="Calibri"/>
                          <a:cs typeface="Calibri"/>
                        </a:rPr>
                        <a:t> </a:t>
                      </a:r>
                      <a:r>
                        <a:rPr sz="2200" dirty="0">
                          <a:latin typeface="Calibri"/>
                          <a:cs typeface="Calibri"/>
                        </a:rPr>
                        <a:t>be</a:t>
                      </a:r>
                      <a:r>
                        <a:rPr sz="2200" spc="295" dirty="0">
                          <a:latin typeface="Calibri"/>
                          <a:cs typeface="Calibri"/>
                        </a:rPr>
                        <a:t> </a:t>
                      </a:r>
                      <a:r>
                        <a:rPr sz="2200" dirty="0">
                          <a:latin typeface="Calibri"/>
                          <a:cs typeface="Calibri"/>
                        </a:rPr>
                        <a:t>adapted</a:t>
                      </a:r>
                      <a:r>
                        <a:rPr sz="2200" spc="300" dirty="0">
                          <a:latin typeface="Calibri"/>
                          <a:cs typeface="Calibri"/>
                        </a:rPr>
                        <a:t> </a:t>
                      </a:r>
                      <a:r>
                        <a:rPr sz="2200" dirty="0">
                          <a:latin typeface="Calibri"/>
                          <a:cs typeface="Calibri"/>
                        </a:rPr>
                        <a:t>to</a:t>
                      </a:r>
                      <a:r>
                        <a:rPr sz="2200" spc="300" dirty="0">
                          <a:latin typeface="Calibri"/>
                          <a:cs typeface="Calibri"/>
                        </a:rPr>
                        <a:t> </a:t>
                      </a:r>
                      <a:r>
                        <a:rPr sz="2200" dirty="0">
                          <a:latin typeface="Calibri"/>
                          <a:cs typeface="Calibri"/>
                        </a:rPr>
                        <a:t>ensure</a:t>
                      </a:r>
                      <a:r>
                        <a:rPr sz="2200" spc="295" dirty="0">
                          <a:latin typeface="Calibri"/>
                          <a:cs typeface="Calibri"/>
                        </a:rPr>
                        <a:t> </a:t>
                      </a:r>
                      <a:r>
                        <a:rPr sz="2200" dirty="0">
                          <a:latin typeface="Calibri"/>
                          <a:cs typeface="Calibri"/>
                        </a:rPr>
                        <a:t>that</a:t>
                      </a:r>
                      <a:r>
                        <a:rPr sz="2200" spc="290" dirty="0">
                          <a:latin typeface="Calibri"/>
                          <a:cs typeface="Calibri"/>
                        </a:rPr>
                        <a:t> </a:t>
                      </a:r>
                      <a:r>
                        <a:rPr sz="2200" spc="-25" dirty="0">
                          <a:latin typeface="Calibri"/>
                          <a:cs typeface="Calibri"/>
                        </a:rPr>
                        <a:t>the </a:t>
                      </a:r>
                      <a:r>
                        <a:rPr sz="2200" dirty="0">
                          <a:latin typeface="Calibri"/>
                          <a:cs typeface="Calibri"/>
                        </a:rPr>
                        <a:t>library</a:t>
                      </a:r>
                      <a:r>
                        <a:rPr sz="2200" spc="-25" dirty="0">
                          <a:latin typeface="Calibri"/>
                          <a:cs typeface="Calibri"/>
                        </a:rPr>
                        <a:t> </a:t>
                      </a:r>
                      <a:r>
                        <a:rPr sz="2200" dirty="0">
                          <a:latin typeface="Calibri"/>
                          <a:cs typeface="Calibri"/>
                        </a:rPr>
                        <a:t>is</a:t>
                      </a:r>
                      <a:r>
                        <a:rPr sz="2200" spc="-30" dirty="0">
                          <a:latin typeface="Calibri"/>
                          <a:cs typeface="Calibri"/>
                        </a:rPr>
                        <a:t> </a:t>
                      </a:r>
                      <a:r>
                        <a:rPr sz="2200" spc="-20" dirty="0">
                          <a:latin typeface="Calibri"/>
                          <a:cs typeface="Calibri"/>
                        </a:rPr>
                        <a:t>used.</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062734">
                <a:tc>
                  <a:txBody>
                    <a:bodyPr/>
                    <a:lstStyle/>
                    <a:p>
                      <a:pPr marL="72390">
                        <a:lnSpc>
                          <a:spcPts val="2045"/>
                        </a:lnSpc>
                      </a:pPr>
                      <a:r>
                        <a:rPr sz="2200" b="1" i="1" spc="-10" dirty="0">
                          <a:solidFill>
                            <a:srgbClr val="C00000"/>
                          </a:solidFill>
                          <a:latin typeface="Calibri"/>
                          <a:cs typeface="Calibri"/>
                        </a:rPr>
                        <a:t>Finding,</a:t>
                      </a:r>
                      <a:endParaRPr sz="2200">
                        <a:latin typeface="Calibri"/>
                        <a:cs typeface="Calibri"/>
                      </a:endParaRPr>
                    </a:p>
                    <a:p>
                      <a:pPr marL="72390" marR="470534">
                        <a:lnSpc>
                          <a:spcPct val="100000"/>
                        </a:lnSpc>
                      </a:pPr>
                      <a:r>
                        <a:rPr sz="2200" b="1" i="1" spc="-10" dirty="0">
                          <a:solidFill>
                            <a:srgbClr val="C00000"/>
                          </a:solidFill>
                          <a:latin typeface="Calibri"/>
                          <a:cs typeface="Calibri"/>
                        </a:rPr>
                        <a:t>Understanding, </a:t>
                      </a:r>
                      <a:r>
                        <a:rPr sz="2200" b="1" i="1" dirty="0">
                          <a:solidFill>
                            <a:srgbClr val="C00000"/>
                          </a:solidFill>
                          <a:latin typeface="Calibri"/>
                          <a:cs typeface="Calibri"/>
                        </a:rPr>
                        <a:t>and</a:t>
                      </a:r>
                      <a:r>
                        <a:rPr sz="2200" b="1" i="1" spc="-25" dirty="0">
                          <a:solidFill>
                            <a:srgbClr val="C00000"/>
                          </a:solidFill>
                          <a:latin typeface="Calibri"/>
                          <a:cs typeface="Calibri"/>
                        </a:rPr>
                        <a:t> </a:t>
                      </a:r>
                      <a:r>
                        <a:rPr sz="2200" b="1" i="1" spc="-10" dirty="0">
                          <a:solidFill>
                            <a:srgbClr val="C00000"/>
                          </a:solidFill>
                          <a:latin typeface="Calibri"/>
                          <a:cs typeface="Calibri"/>
                        </a:rPr>
                        <a:t>Adapting reusable components</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gn="just">
                        <a:lnSpc>
                          <a:spcPts val="2045"/>
                        </a:lnSpc>
                        <a:buFont typeface="Arial MT"/>
                        <a:buChar char="•"/>
                        <a:tabLst>
                          <a:tab pos="359410" algn="l"/>
                          <a:tab pos="1367155" algn="l"/>
                          <a:tab pos="2703830" algn="l"/>
                          <a:tab pos="3322954" algn="l"/>
                          <a:tab pos="3691890" algn="l"/>
                          <a:tab pos="4103370" algn="l"/>
                          <a:tab pos="5283200" algn="l"/>
                          <a:tab pos="5631815" algn="l"/>
                          <a:tab pos="5918200" algn="l"/>
                        </a:tabLst>
                      </a:pPr>
                      <a:r>
                        <a:rPr sz="2200" spc="-10" dirty="0">
                          <a:latin typeface="Calibri"/>
                          <a:cs typeface="Calibri"/>
                        </a:rPr>
                        <a:t>Software</a:t>
                      </a:r>
                      <a:r>
                        <a:rPr lang="en-US" sz="2200" spc="0" baseline="0" dirty="0">
                          <a:latin typeface="Calibri"/>
                          <a:cs typeface="Calibri"/>
                        </a:rPr>
                        <a:t> </a:t>
                      </a:r>
                      <a:r>
                        <a:rPr sz="2200" spc="-10" dirty="0">
                          <a:latin typeface="Calibri"/>
                          <a:cs typeface="Calibri"/>
                        </a:rPr>
                        <a:t>components</a:t>
                      </a:r>
                      <a:r>
                        <a:rPr lang="en-US" sz="2200" spc="0" baseline="0" dirty="0">
                          <a:latin typeface="Calibri"/>
                          <a:cs typeface="Calibri"/>
                        </a:rPr>
                        <a:t> </a:t>
                      </a:r>
                      <a:r>
                        <a:rPr sz="2200" spc="-20" dirty="0">
                          <a:latin typeface="Calibri"/>
                          <a:cs typeface="Calibri"/>
                        </a:rPr>
                        <a:t>have</a:t>
                      </a:r>
                      <a:r>
                        <a:rPr lang="en-US" sz="2200" spc="0" baseline="0" dirty="0">
                          <a:latin typeface="Calibri"/>
                          <a:cs typeface="Calibri"/>
                        </a:rPr>
                        <a:t> </a:t>
                      </a:r>
                      <a:r>
                        <a:rPr sz="2200" spc="-25" dirty="0">
                          <a:latin typeface="Calibri"/>
                          <a:cs typeface="Calibri"/>
                        </a:rPr>
                        <a:t>to</a:t>
                      </a:r>
                      <a:r>
                        <a:rPr lang="en-US" sz="2200" spc="0" baseline="0" dirty="0">
                          <a:latin typeface="Calibri"/>
                          <a:cs typeface="Calibri"/>
                        </a:rPr>
                        <a:t> </a:t>
                      </a:r>
                      <a:r>
                        <a:rPr sz="2200" spc="-25" dirty="0">
                          <a:latin typeface="Calibri"/>
                          <a:cs typeface="Calibri"/>
                        </a:rPr>
                        <a:t>be</a:t>
                      </a:r>
                      <a:r>
                        <a:rPr lang="en-US" sz="2200" spc="0" baseline="0" dirty="0">
                          <a:latin typeface="Calibri"/>
                          <a:cs typeface="Calibri"/>
                        </a:rPr>
                        <a:t> </a:t>
                      </a:r>
                      <a:r>
                        <a:rPr sz="2200" spc="-10" dirty="0">
                          <a:latin typeface="Calibri"/>
                          <a:cs typeface="Calibri"/>
                        </a:rPr>
                        <a:t>discovered</a:t>
                      </a:r>
                      <a:r>
                        <a:rPr lang="en-US" sz="2200" spc="0" baseline="0" dirty="0">
                          <a:latin typeface="Calibri"/>
                          <a:cs typeface="Calibri"/>
                        </a:rPr>
                        <a:t> </a:t>
                      </a:r>
                      <a:r>
                        <a:rPr sz="2200" spc="-25" dirty="0">
                          <a:latin typeface="Calibri"/>
                          <a:cs typeface="Calibri"/>
                        </a:rPr>
                        <a:t>in</a:t>
                      </a:r>
                      <a:r>
                        <a:rPr sz="2200" dirty="0">
                          <a:latin typeface="Calibri"/>
                          <a:cs typeface="Calibri"/>
                        </a:rPr>
                        <a:t>	</a:t>
                      </a:r>
                      <a:r>
                        <a:rPr sz="2200" spc="-50" dirty="0">
                          <a:latin typeface="Calibri"/>
                          <a:cs typeface="Calibri"/>
                        </a:rPr>
                        <a:t>a</a:t>
                      </a:r>
                      <a:r>
                        <a:rPr lang="en-US" sz="2200" spc="-50" dirty="0">
                          <a:latin typeface="Calibri"/>
                          <a:cs typeface="Calibri"/>
                        </a:rPr>
                        <a:t> </a:t>
                      </a:r>
                      <a:r>
                        <a:rPr sz="2200" spc="-10" dirty="0">
                          <a:latin typeface="Calibri"/>
                          <a:cs typeface="Calibri"/>
                        </a:rPr>
                        <a:t>library,</a:t>
                      </a:r>
                      <a:endParaRPr sz="2200" dirty="0">
                        <a:latin typeface="Calibri"/>
                        <a:cs typeface="Calibri"/>
                      </a:endParaRPr>
                    </a:p>
                    <a:p>
                      <a:pPr marL="359410" algn="just">
                        <a:lnSpc>
                          <a:spcPct val="100000"/>
                        </a:lnSpc>
                        <a:tabLst>
                          <a:tab pos="1623060" algn="l"/>
                          <a:tab pos="2221865" algn="l"/>
                          <a:tab pos="3490595" algn="l"/>
                          <a:tab pos="4449445" algn="l"/>
                          <a:tab pos="4834890" algn="l"/>
                          <a:tab pos="5490210" algn="l"/>
                          <a:tab pos="5852795" algn="l"/>
                          <a:tab pos="6153150" algn="l"/>
                        </a:tabLst>
                      </a:pPr>
                      <a:r>
                        <a:rPr lang="en-US" sz="2200" spc="-10" dirty="0">
                          <a:latin typeface="Calibri"/>
                          <a:cs typeface="Calibri"/>
                        </a:rPr>
                        <a:t>U</a:t>
                      </a:r>
                      <a:r>
                        <a:rPr sz="2200" spc="-10" dirty="0">
                          <a:latin typeface="Calibri"/>
                          <a:cs typeface="Calibri"/>
                        </a:rPr>
                        <a:t>nderstood</a:t>
                      </a:r>
                      <a:r>
                        <a:rPr lang="en-US" sz="2200" spc="0" baseline="0" dirty="0">
                          <a:latin typeface="Calibri"/>
                          <a:cs typeface="Calibri"/>
                        </a:rPr>
                        <a:t> </a:t>
                      </a:r>
                      <a:r>
                        <a:rPr sz="2200" spc="-20" dirty="0">
                          <a:latin typeface="Calibri"/>
                          <a:cs typeface="Calibri"/>
                        </a:rPr>
                        <a:t>and,</a:t>
                      </a:r>
                      <a:r>
                        <a:rPr lang="en-US" sz="2200" spc="0" baseline="0" dirty="0">
                          <a:latin typeface="Calibri"/>
                          <a:cs typeface="Calibri"/>
                        </a:rPr>
                        <a:t> </a:t>
                      </a:r>
                      <a:r>
                        <a:rPr sz="2200" spc="-10" dirty="0">
                          <a:latin typeface="Calibri"/>
                          <a:cs typeface="Calibri"/>
                        </a:rPr>
                        <a:t>sometimes,</a:t>
                      </a:r>
                      <a:r>
                        <a:rPr lang="en-US" sz="2200" spc="0" baseline="0" dirty="0">
                          <a:latin typeface="Calibri"/>
                          <a:cs typeface="Calibri"/>
                        </a:rPr>
                        <a:t> </a:t>
                      </a:r>
                      <a:r>
                        <a:rPr sz="2200" spc="-10" dirty="0">
                          <a:latin typeface="Calibri"/>
                          <a:cs typeface="Calibri"/>
                        </a:rPr>
                        <a:t>adapted</a:t>
                      </a:r>
                      <a:r>
                        <a:rPr sz="2200" dirty="0">
                          <a:latin typeface="Calibri"/>
                          <a:cs typeface="Calibri"/>
                        </a:rPr>
                        <a:t>	</a:t>
                      </a:r>
                      <a:r>
                        <a:rPr sz="2200" spc="-25" dirty="0">
                          <a:latin typeface="Calibri"/>
                          <a:cs typeface="Calibri"/>
                        </a:rPr>
                        <a:t>to</a:t>
                      </a:r>
                      <a:r>
                        <a:rPr lang="en-US" sz="2200" spc="0" baseline="0" dirty="0">
                          <a:latin typeface="Calibri"/>
                          <a:cs typeface="Calibri"/>
                        </a:rPr>
                        <a:t> </a:t>
                      </a:r>
                      <a:r>
                        <a:rPr sz="2200" spc="-20" dirty="0">
                          <a:latin typeface="Calibri"/>
                          <a:cs typeface="Calibri"/>
                        </a:rPr>
                        <a:t>work</a:t>
                      </a:r>
                      <a:r>
                        <a:rPr sz="2200" dirty="0">
                          <a:latin typeface="Calibri"/>
                          <a:cs typeface="Calibri"/>
                        </a:rPr>
                        <a:t>	</a:t>
                      </a:r>
                      <a:r>
                        <a:rPr sz="2200" spc="-25" dirty="0">
                          <a:latin typeface="Calibri"/>
                          <a:cs typeface="Calibri"/>
                        </a:rPr>
                        <a:t>in</a:t>
                      </a:r>
                      <a:r>
                        <a:rPr sz="2200" dirty="0">
                          <a:latin typeface="Calibri"/>
                          <a:cs typeface="Calibri"/>
                        </a:rPr>
                        <a:t>	</a:t>
                      </a:r>
                      <a:r>
                        <a:rPr sz="2200" spc="-50" dirty="0">
                          <a:latin typeface="Calibri"/>
                          <a:cs typeface="Calibri"/>
                        </a:rPr>
                        <a:t>a</a:t>
                      </a:r>
                      <a:r>
                        <a:rPr sz="2200" dirty="0">
                          <a:latin typeface="Calibri"/>
                          <a:cs typeface="Calibri"/>
                        </a:rPr>
                        <a:t>	</a:t>
                      </a:r>
                      <a:r>
                        <a:rPr sz="2200" spc="-25" dirty="0">
                          <a:latin typeface="Calibri"/>
                          <a:cs typeface="Calibri"/>
                        </a:rPr>
                        <a:t>new</a:t>
                      </a:r>
                      <a:r>
                        <a:rPr lang="en-US" sz="2200" spc="-25" dirty="0">
                          <a:latin typeface="Calibri"/>
                          <a:cs typeface="Calibri"/>
                        </a:rPr>
                        <a:t> </a:t>
                      </a:r>
                      <a:r>
                        <a:rPr sz="2200" spc="-10" dirty="0">
                          <a:latin typeface="Calibri"/>
                          <a:cs typeface="Calibri"/>
                        </a:rPr>
                        <a:t>environment.</a:t>
                      </a:r>
                      <a:endParaRPr sz="2200" dirty="0">
                        <a:latin typeface="Calibri"/>
                        <a:cs typeface="Calibri"/>
                      </a:endParaRPr>
                    </a:p>
                    <a:p>
                      <a:pPr marL="359410" marR="62865" indent="-287020" algn="just">
                        <a:lnSpc>
                          <a:spcPct val="100000"/>
                        </a:lnSpc>
                        <a:buFont typeface="Arial MT"/>
                        <a:buChar char="•"/>
                        <a:tabLst>
                          <a:tab pos="359410" algn="l"/>
                        </a:tabLst>
                      </a:pPr>
                      <a:r>
                        <a:rPr sz="2200" dirty="0">
                          <a:latin typeface="Calibri"/>
                          <a:cs typeface="Calibri"/>
                        </a:rPr>
                        <a:t>Engineers</a:t>
                      </a:r>
                      <a:r>
                        <a:rPr sz="2200" spc="-45" dirty="0">
                          <a:latin typeface="Calibri"/>
                          <a:cs typeface="Calibri"/>
                        </a:rPr>
                        <a:t> </a:t>
                      </a:r>
                      <a:r>
                        <a:rPr sz="2200" dirty="0">
                          <a:latin typeface="Calibri"/>
                          <a:cs typeface="Calibri"/>
                        </a:rPr>
                        <a:t>must</a:t>
                      </a:r>
                      <a:r>
                        <a:rPr sz="2200" spc="-40" dirty="0">
                          <a:latin typeface="Calibri"/>
                          <a:cs typeface="Calibri"/>
                        </a:rPr>
                        <a:t> </a:t>
                      </a:r>
                      <a:r>
                        <a:rPr sz="2200" dirty="0">
                          <a:latin typeface="Calibri"/>
                          <a:cs typeface="Calibri"/>
                        </a:rPr>
                        <a:t>be</a:t>
                      </a:r>
                      <a:r>
                        <a:rPr sz="2200" spc="-45" dirty="0">
                          <a:latin typeface="Calibri"/>
                          <a:cs typeface="Calibri"/>
                        </a:rPr>
                        <a:t> </a:t>
                      </a:r>
                      <a:r>
                        <a:rPr sz="2200" dirty="0">
                          <a:latin typeface="Calibri"/>
                          <a:cs typeface="Calibri"/>
                        </a:rPr>
                        <a:t>reasonably</a:t>
                      </a:r>
                      <a:r>
                        <a:rPr sz="2200" spc="-30" dirty="0">
                          <a:latin typeface="Calibri"/>
                          <a:cs typeface="Calibri"/>
                        </a:rPr>
                        <a:t> </a:t>
                      </a:r>
                      <a:r>
                        <a:rPr sz="2200" dirty="0">
                          <a:latin typeface="Calibri"/>
                          <a:cs typeface="Calibri"/>
                        </a:rPr>
                        <a:t>confident</a:t>
                      </a:r>
                      <a:r>
                        <a:rPr sz="2200" spc="-40" dirty="0">
                          <a:latin typeface="Calibri"/>
                          <a:cs typeface="Calibri"/>
                        </a:rPr>
                        <a:t> </a:t>
                      </a:r>
                      <a:r>
                        <a:rPr sz="2200" dirty="0">
                          <a:latin typeface="Calibri"/>
                          <a:cs typeface="Calibri"/>
                        </a:rPr>
                        <a:t>of</a:t>
                      </a:r>
                      <a:r>
                        <a:rPr sz="2200" spc="-40" dirty="0">
                          <a:latin typeface="Calibri"/>
                          <a:cs typeface="Calibri"/>
                        </a:rPr>
                        <a:t> </a:t>
                      </a:r>
                      <a:r>
                        <a:rPr sz="2200" dirty="0">
                          <a:latin typeface="Calibri"/>
                          <a:cs typeface="Calibri"/>
                        </a:rPr>
                        <a:t>finding</a:t>
                      </a:r>
                      <a:r>
                        <a:rPr sz="2200" spc="-35" dirty="0">
                          <a:latin typeface="Calibri"/>
                          <a:cs typeface="Calibri"/>
                        </a:rPr>
                        <a:t> </a:t>
                      </a:r>
                      <a:r>
                        <a:rPr sz="2200" dirty="0">
                          <a:latin typeface="Calibri"/>
                          <a:cs typeface="Calibri"/>
                        </a:rPr>
                        <a:t>a</a:t>
                      </a:r>
                      <a:r>
                        <a:rPr sz="2200" spc="-40" dirty="0">
                          <a:latin typeface="Calibri"/>
                          <a:cs typeface="Calibri"/>
                        </a:rPr>
                        <a:t> </a:t>
                      </a:r>
                      <a:r>
                        <a:rPr sz="2200" dirty="0">
                          <a:latin typeface="Calibri"/>
                          <a:cs typeface="Calibri"/>
                        </a:rPr>
                        <a:t>component</a:t>
                      </a:r>
                      <a:r>
                        <a:rPr sz="2200" spc="-30" dirty="0">
                          <a:latin typeface="Calibri"/>
                          <a:cs typeface="Calibri"/>
                        </a:rPr>
                        <a:t> </a:t>
                      </a:r>
                      <a:r>
                        <a:rPr sz="2200" spc="-25" dirty="0">
                          <a:latin typeface="Calibri"/>
                          <a:cs typeface="Calibri"/>
                        </a:rPr>
                        <a:t>in </a:t>
                      </a:r>
                      <a:r>
                        <a:rPr sz="2200" dirty="0">
                          <a:latin typeface="Calibri"/>
                          <a:cs typeface="Calibri"/>
                        </a:rPr>
                        <a:t>the</a:t>
                      </a:r>
                      <a:r>
                        <a:rPr sz="2200" spc="-25" dirty="0">
                          <a:latin typeface="Calibri"/>
                          <a:cs typeface="Calibri"/>
                        </a:rPr>
                        <a:t> </a:t>
                      </a:r>
                      <a:r>
                        <a:rPr sz="2200" dirty="0">
                          <a:latin typeface="Calibri"/>
                          <a:cs typeface="Calibri"/>
                        </a:rPr>
                        <a:t>library</a:t>
                      </a:r>
                      <a:r>
                        <a:rPr sz="2200" spc="-30" dirty="0">
                          <a:latin typeface="Calibri"/>
                          <a:cs typeface="Calibri"/>
                        </a:rPr>
                        <a:t> </a:t>
                      </a:r>
                      <a:r>
                        <a:rPr sz="2200" dirty="0">
                          <a:latin typeface="Calibri"/>
                          <a:cs typeface="Calibri"/>
                        </a:rPr>
                        <a:t>before</a:t>
                      </a:r>
                      <a:r>
                        <a:rPr sz="2200" spc="-25" dirty="0">
                          <a:latin typeface="Calibri"/>
                          <a:cs typeface="Calibri"/>
                        </a:rPr>
                        <a:t> </a:t>
                      </a:r>
                      <a:r>
                        <a:rPr sz="2200" dirty="0">
                          <a:latin typeface="Calibri"/>
                          <a:cs typeface="Calibri"/>
                        </a:rPr>
                        <a:t>they</a:t>
                      </a:r>
                      <a:r>
                        <a:rPr sz="2200" spc="-25" dirty="0">
                          <a:latin typeface="Calibri"/>
                          <a:cs typeface="Calibri"/>
                        </a:rPr>
                        <a:t> </a:t>
                      </a:r>
                      <a:r>
                        <a:rPr sz="2200" dirty="0">
                          <a:latin typeface="Calibri"/>
                          <a:cs typeface="Calibri"/>
                        </a:rPr>
                        <a:t>include</a:t>
                      </a:r>
                      <a:r>
                        <a:rPr sz="2200" spc="-20" dirty="0">
                          <a:latin typeface="Calibri"/>
                          <a:cs typeface="Calibri"/>
                        </a:rPr>
                        <a:t> </a:t>
                      </a:r>
                      <a:r>
                        <a:rPr sz="2200" dirty="0">
                          <a:latin typeface="Calibri"/>
                          <a:cs typeface="Calibri"/>
                        </a:rPr>
                        <a:t>a</a:t>
                      </a:r>
                      <a:r>
                        <a:rPr sz="2200" spc="-30" dirty="0">
                          <a:latin typeface="Calibri"/>
                          <a:cs typeface="Calibri"/>
                        </a:rPr>
                        <a:t> </a:t>
                      </a:r>
                      <a:r>
                        <a:rPr sz="2200" spc="-10" dirty="0">
                          <a:latin typeface="Calibri"/>
                          <a:cs typeface="Calibri"/>
                        </a:rPr>
                        <a:t>component</a:t>
                      </a:r>
                      <a:r>
                        <a:rPr sz="2200" spc="-25" dirty="0">
                          <a:latin typeface="Calibri"/>
                          <a:cs typeface="Calibri"/>
                        </a:rPr>
                        <a:t> </a:t>
                      </a:r>
                      <a:r>
                        <a:rPr sz="2200" dirty="0">
                          <a:latin typeface="Calibri"/>
                          <a:cs typeface="Calibri"/>
                        </a:rPr>
                        <a:t>search</a:t>
                      </a:r>
                      <a:r>
                        <a:rPr sz="2200" spc="-20" dirty="0">
                          <a:latin typeface="Calibri"/>
                          <a:cs typeface="Calibri"/>
                        </a:rPr>
                        <a:t> </a:t>
                      </a:r>
                      <a:r>
                        <a:rPr sz="2200" dirty="0">
                          <a:latin typeface="Calibri"/>
                          <a:cs typeface="Calibri"/>
                        </a:rPr>
                        <a:t>as</a:t>
                      </a:r>
                      <a:r>
                        <a:rPr sz="2200" spc="-25" dirty="0">
                          <a:latin typeface="Calibri"/>
                          <a:cs typeface="Calibri"/>
                        </a:rPr>
                        <a:t> </a:t>
                      </a:r>
                      <a:r>
                        <a:rPr sz="2200" dirty="0">
                          <a:latin typeface="Calibri"/>
                          <a:cs typeface="Calibri"/>
                        </a:rPr>
                        <a:t>part</a:t>
                      </a:r>
                      <a:r>
                        <a:rPr sz="2200" spc="-25" dirty="0">
                          <a:latin typeface="Calibri"/>
                          <a:cs typeface="Calibri"/>
                        </a:rPr>
                        <a:t> </a:t>
                      </a:r>
                      <a:r>
                        <a:rPr sz="2200" dirty="0">
                          <a:latin typeface="Calibri"/>
                          <a:cs typeface="Calibri"/>
                        </a:rPr>
                        <a:t>of</a:t>
                      </a:r>
                      <a:r>
                        <a:rPr sz="2200" spc="-25" dirty="0">
                          <a:latin typeface="Calibri"/>
                          <a:cs typeface="Calibri"/>
                        </a:rPr>
                        <a:t> </a:t>
                      </a:r>
                      <a:r>
                        <a:rPr sz="2200" spc="-10" dirty="0">
                          <a:latin typeface="Calibri"/>
                          <a:cs typeface="Calibri"/>
                        </a:rPr>
                        <a:t>their </a:t>
                      </a:r>
                      <a:r>
                        <a:rPr sz="2200" dirty="0">
                          <a:latin typeface="Calibri"/>
                          <a:cs typeface="Calibri"/>
                        </a:rPr>
                        <a:t>normal</a:t>
                      </a:r>
                      <a:r>
                        <a:rPr sz="2200" spc="-30" dirty="0">
                          <a:latin typeface="Calibri"/>
                          <a:cs typeface="Calibri"/>
                        </a:rPr>
                        <a:t> </a:t>
                      </a:r>
                      <a:r>
                        <a:rPr sz="2200" spc="-10" dirty="0">
                          <a:latin typeface="Calibri"/>
                          <a:cs typeface="Calibri"/>
                        </a:rPr>
                        <a:t>development</a:t>
                      </a:r>
                      <a:r>
                        <a:rPr sz="2200" spc="-25" dirty="0">
                          <a:latin typeface="Calibri"/>
                          <a:cs typeface="Calibri"/>
                        </a:rPr>
                        <a:t> </a:t>
                      </a:r>
                      <a:r>
                        <a:rPr sz="2200" spc="-10" dirty="0">
                          <a:latin typeface="Calibri"/>
                          <a:cs typeface="Calibri"/>
                        </a:rPr>
                        <a:t>process.</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675109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176213"/>
            <a:ext cx="3048000" cy="385762"/>
          </a:xfrm>
          <a:prstGeom prst="rect">
            <a:avLst/>
          </a:prstGeom>
        </p:spPr>
        <p:txBody>
          <a:bodyPr vert="horz" wrap="square" lIns="0" tIns="16002" rIns="0" bIns="0" rtlCol="0" anchor="b">
            <a:spAutoFit/>
          </a:bodyPr>
          <a:lstStyle/>
          <a:p>
            <a:pPr marL="15240">
              <a:lnSpc>
                <a:spcPct val="100000"/>
              </a:lnSpc>
              <a:spcBef>
                <a:spcPts val="126"/>
              </a:spcBef>
              <a:tabLst>
                <a:tab pos="457200" algn="l"/>
              </a:tabLst>
            </a:pPr>
            <a:r>
              <a:rPr sz="2400" spc="-30" dirty="0"/>
              <a:t>1.</a:t>
            </a:r>
            <a:r>
              <a:rPr sz="2400" dirty="0"/>
              <a:t>	The</a:t>
            </a:r>
            <a:r>
              <a:rPr sz="2400" spc="-66" dirty="0"/>
              <a:t> </a:t>
            </a:r>
            <a:r>
              <a:rPr sz="2400" dirty="0"/>
              <a:t>reuse</a:t>
            </a:r>
            <a:r>
              <a:rPr sz="2400" spc="-42" dirty="0"/>
              <a:t> </a:t>
            </a:r>
            <a:r>
              <a:rPr sz="2400" spc="-12" dirty="0"/>
              <a:t>landscape</a:t>
            </a:r>
            <a:endParaRPr sz="2400"/>
          </a:p>
        </p:txBody>
      </p:sp>
      <p:sp>
        <p:nvSpPr>
          <p:cNvPr id="3" name="object 3"/>
          <p:cNvSpPr txBox="1"/>
          <p:nvPr/>
        </p:nvSpPr>
        <p:spPr>
          <a:xfrm>
            <a:off x="919521" y="602133"/>
            <a:ext cx="10438638" cy="1910010"/>
          </a:xfrm>
          <a:prstGeom prst="rect">
            <a:avLst/>
          </a:prstGeom>
        </p:spPr>
        <p:txBody>
          <a:bodyPr vert="horz" wrap="square" lIns="0" tIns="14478" rIns="0" bIns="0" rtlCol="0">
            <a:spAutoFit/>
          </a:bodyPr>
          <a:lstStyle/>
          <a:p>
            <a:pPr marL="425958" indent="-410718">
              <a:spcBef>
                <a:spcPts val="114"/>
              </a:spcBef>
              <a:buFont typeface="Arial MT"/>
              <a:buChar char="•"/>
              <a:tabLst>
                <a:tab pos="425958" algn="l"/>
              </a:tabLst>
            </a:pPr>
            <a:r>
              <a:rPr sz="2280" dirty="0">
                <a:latin typeface="Calibri"/>
                <a:cs typeface="Calibri"/>
              </a:rPr>
              <a:t>Reuse</a:t>
            </a:r>
            <a:r>
              <a:rPr sz="2280" spc="-12" dirty="0">
                <a:latin typeface="Calibri"/>
                <a:cs typeface="Calibri"/>
              </a:rPr>
              <a:t> </a:t>
            </a:r>
            <a:r>
              <a:rPr sz="2280" dirty="0">
                <a:latin typeface="Calibri"/>
                <a:cs typeface="Calibri"/>
              </a:rPr>
              <a:t>is</a:t>
            </a:r>
            <a:r>
              <a:rPr sz="2280" spc="-12" dirty="0">
                <a:latin typeface="Calibri"/>
                <a:cs typeface="Calibri"/>
              </a:rPr>
              <a:t> </a:t>
            </a:r>
            <a:r>
              <a:rPr sz="2280" dirty="0">
                <a:latin typeface="Calibri"/>
                <a:cs typeface="Calibri"/>
              </a:rPr>
              <a:t>often</a:t>
            </a:r>
            <a:r>
              <a:rPr sz="2280" spc="-18" dirty="0">
                <a:latin typeface="Calibri"/>
                <a:cs typeface="Calibri"/>
              </a:rPr>
              <a:t> </a:t>
            </a:r>
            <a:r>
              <a:rPr sz="2280" dirty="0">
                <a:latin typeface="Calibri"/>
                <a:cs typeface="Calibri"/>
              </a:rPr>
              <a:t>simply</a:t>
            </a:r>
            <a:r>
              <a:rPr sz="2280" spc="-12" dirty="0">
                <a:latin typeface="Calibri"/>
                <a:cs typeface="Calibri"/>
              </a:rPr>
              <a:t> </a:t>
            </a:r>
            <a:r>
              <a:rPr sz="2280" dirty="0">
                <a:latin typeface="Calibri"/>
                <a:cs typeface="Calibri"/>
              </a:rPr>
              <a:t>thought</a:t>
            </a:r>
            <a:r>
              <a:rPr sz="2280" spc="-12" dirty="0">
                <a:latin typeface="Calibri"/>
                <a:cs typeface="Calibri"/>
              </a:rPr>
              <a:t> </a:t>
            </a:r>
            <a:r>
              <a:rPr sz="2280" dirty="0">
                <a:latin typeface="Calibri"/>
                <a:cs typeface="Calibri"/>
              </a:rPr>
              <a:t>of</a:t>
            </a:r>
            <a:r>
              <a:rPr sz="2280" spc="-18" dirty="0">
                <a:latin typeface="Calibri"/>
                <a:cs typeface="Calibri"/>
              </a:rPr>
              <a:t> </a:t>
            </a:r>
            <a:r>
              <a:rPr sz="2280" dirty="0">
                <a:latin typeface="Calibri"/>
                <a:cs typeface="Calibri"/>
              </a:rPr>
              <a:t>as</a:t>
            </a:r>
            <a:r>
              <a:rPr sz="2280" spc="-18" dirty="0">
                <a:latin typeface="Calibri"/>
                <a:cs typeface="Calibri"/>
              </a:rPr>
              <a:t> </a:t>
            </a:r>
            <a:r>
              <a:rPr sz="2280" dirty="0">
                <a:latin typeface="Calibri"/>
                <a:cs typeface="Calibri"/>
              </a:rPr>
              <a:t>the</a:t>
            </a:r>
            <a:r>
              <a:rPr sz="2280" spc="-12" dirty="0">
                <a:latin typeface="Calibri"/>
                <a:cs typeface="Calibri"/>
              </a:rPr>
              <a:t> </a:t>
            </a:r>
            <a:r>
              <a:rPr sz="2280" dirty="0">
                <a:latin typeface="Calibri"/>
                <a:cs typeface="Calibri"/>
              </a:rPr>
              <a:t>reuse</a:t>
            </a:r>
            <a:r>
              <a:rPr sz="2280" spc="-18" dirty="0">
                <a:latin typeface="Calibri"/>
                <a:cs typeface="Calibri"/>
              </a:rPr>
              <a:t> </a:t>
            </a:r>
            <a:r>
              <a:rPr sz="2280" dirty="0">
                <a:latin typeface="Calibri"/>
                <a:cs typeface="Calibri"/>
              </a:rPr>
              <a:t>of</a:t>
            </a:r>
            <a:r>
              <a:rPr sz="2280" spc="-24" dirty="0">
                <a:latin typeface="Calibri"/>
                <a:cs typeface="Calibri"/>
              </a:rPr>
              <a:t> </a:t>
            </a:r>
            <a:r>
              <a:rPr sz="2280" spc="-12" dirty="0">
                <a:latin typeface="Calibri"/>
                <a:cs typeface="Calibri"/>
              </a:rPr>
              <a:t>system</a:t>
            </a:r>
            <a:r>
              <a:rPr sz="2280" spc="-30" dirty="0">
                <a:latin typeface="Calibri"/>
                <a:cs typeface="Calibri"/>
              </a:rPr>
              <a:t> </a:t>
            </a:r>
            <a:r>
              <a:rPr sz="2280" dirty="0">
                <a:latin typeface="Calibri"/>
                <a:cs typeface="Calibri"/>
              </a:rPr>
              <a:t>components,</a:t>
            </a:r>
            <a:r>
              <a:rPr sz="2280" spc="-18" dirty="0">
                <a:latin typeface="Calibri"/>
                <a:cs typeface="Calibri"/>
              </a:rPr>
              <a:t> </a:t>
            </a:r>
            <a:r>
              <a:rPr sz="2280" dirty="0">
                <a:latin typeface="Calibri"/>
                <a:cs typeface="Calibri"/>
              </a:rPr>
              <a:t>there</a:t>
            </a:r>
            <a:r>
              <a:rPr sz="2280" spc="-18" dirty="0">
                <a:latin typeface="Calibri"/>
                <a:cs typeface="Calibri"/>
              </a:rPr>
              <a:t> </a:t>
            </a:r>
            <a:r>
              <a:rPr sz="2280" dirty="0">
                <a:latin typeface="Calibri"/>
                <a:cs typeface="Calibri"/>
              </a:rPr>
              <a:t>are</a:t>
            </a:r>
            <a:r>
              <a:rPr sz="2280" spc="-6" dirty="0">
                <a:latin typeface="Calibri"/>
                <a:cs typeface="Calibri"/>
              </a:rPr>
              <a:t> </a:t>
            </a:r>
            <a:r>
              <a:rPr sz="2280" spc="-24" dirty="0">
                <a:latin typeface="Calibri"/>
                <a:cs typeface="Calibri"/>
              </a:rPr>
              <a:t>many</a:t>
            </a:r>
            <a:endParaRPr sz="2280">
              <a:latin typeface="Calibri"/>
              <a:cs typeface="Calibri"/>
            </a:endParaRPr>
          </a:p>
          <a:p>
            <a:pPr marL="426720"/>
            <a:r>
              <a:rPr sz="2280" spc="-24" dirty="0">
                <a:latin typeface="Calibri"/>
                <a:cs typeface="Calibri"/>
              </a:rPr>
              <a:t>different</a:t>
            </a:r>
            <a:r>
              <a:rPr sz="2280" spc="-36" dirty="0">
                <a:latin typeface="Calibri"/>
                <a:cs typeface="Calibri"/>
              </a:rPr>
              <a:t> </a:t>
            </a:r>
            <a:r>
              <a:rPr sz="2280" spc="-12" dirty="0">
                <a:latin typeface="Calibri"/>
                <a:cs typeface="Calibri"/>
              </a:rPr>
              <a:t>approaches</a:t>
            </a:r>
            <a:r>
              <a:rPr sz="2280" spc="-30" dirty="0">
                <a:latin typeface="Calibri"/>
                <a:cs typeface="Calibri"/>
              </a:rPr>
              <a:t> </a:t>
            </a:r>
            <a:r>
              <a:rPr sz="2280" dirty="0">
                <a:latin typeface="Calibri"/>
                <a:cs typeface="Calibri"/>
              </a:rPr>
              <a:t>to</a:t>
            </a:r>
            <a:r>
              <a:rPr sz="2280" spc="-54" dirty="0">
                <a:latin typeface="Calibri"/>
                <a:cs typeface="Calibri"/>
              </a:rPr>
              <a:t> </a:t>
            </a:r>
            <a:r>
              <a:rPr sz="2280" dirty="0">
                <a:latin typeface="Calibri"/>
                <a:cs typeface="Calibri"/>
              </a:rPr>
              <a:t>reuse</a:t>
            </a:r>
            <a:r>
              <a:rPr sz="2280" spc="-48" dirty="0">
                <a:latin typeface="Calibri"/>
                <a:cs typeface="Calibri"/>
              </a:rPr>
              <a:t> </a:t>
            </a:r>
            <a:r>
              <a:rPr sz="2280" dirty="0">
                <a:latin typeface="Calibri"/>
                <a:cs typeface="Calibri"/>
              </a:rPr>
              <a:t>that</a:t>
            </a:r>
            <a:r>
              <a:rPr sz="2280" spc="-66" dirty="0">
                <a:latin typeface="Calibri"/>
                <a:cs typeface="Calibri"/>
              </a:rPr>
              <a:t> </a:t>
            </a:r>
            <a:r>
              <a:rPr sz="2280" dirty="0">
                <a:latin typeface="Calibri"/>
                <a:cs typeface="Calibri"/>
              </a:rPr>
              <a:t>may</a:t>
            </a:r>
            <a:r>
              <a:rPr sz="2280" spc="-48" dirty="0">
                <a:latin typeface="Calibri"/>
                <a:cs typeface="Calibri"/>
              </a:rPr>
              <a:t> </a:t>
            </a:r>
            <a:r>
              <a:rPr sz="2280" dirty="0">
                <a:latin typeface="Calibri"/>
                <a:cs typeface="Calibri"/>
              </a:rPr>
              <a:t>be</a:t>
            </a:r>
            <a:r>
              <a:rPr sz="2280" spc="-48" dirty="0">
                <a:latin typeface="Calibri"/>
                <a:cs typeface="Calibri"/>
              </a:rPr>
              <a:t> </a:t>
            </a:r>
            <a:r>
              <a:rPr sz="2280" spc="-12" dirty="0">
                <a:latin typeface="Calibri"/>
                <a:cs typeface="Calibri"/>
              </a:rPr>
              <a:t>used.</a:t>
            </a:r>
            <a:endParaRPr sz="2280">
              <a:latin typeface="Calibri"/>
              <a:cs typeface="Calibri"/>
            </a:endParaRPr>
          </a:p>
          <a:p>
            <a:pPr marL="426720" marR="6096" indent="-411480">
              <a:spcBef>
                <a:spcPts val="551"/>
              </a:spcBef>
              <a:buFont typeface="Arial MT"/>
              <a:buChar char="•"/>
              <a:tabLst>
                <a:tab pos="426720" algn="l"/>
              </a:tabLst>
            </a:pPr>
            <a:r>
              <a:rPr sz="2280" dirty="0">
                <a:latin typeface="Calibri"/>
                <a:cs typeface="Calibri"/>
              </a:rPr>
              <a:t>Reuse</a:t>
            </a:r>
            <a:r>
              <a:rPr sz="2280" spc="114" dirty="0">
                <a:latin typeface="Calibri"/>
                <a:cs typeface="Calibri"/>
              </a:rPr>
              <a:t> </a:t>
            </a:r>
            <a:r>
              <a:rPr sz="2280" dirty="0">
                <a:latin typeface="Calibri"/>
                <a:cs typeface="Calibri"/>
              </a:rPr>
              <a:t>is</a:t>
            </a:r>
            <a:r>
              <a:rPr sz="2280" spc="108" dirty="0">
                <a:latin typeface="Calibri"/>
                <a:cs typeface="Calibri"/>
              </a:rPr>
              <a:t> </a:t>
            </a:r>
            <a:r>
              <a:rPr sz="2280" dirty="0">
                <a:latin typeface="Calibri"/>
                <a:cs typeface="Calibri"/>
              </a:rPr>
              <a:t>possible</a:t>
            </a:r>
            <a:r>
              <a:rPr sz="2280" spc="114" dirty="0">
                <a:latin typeface="Calibri"/>
                <a:cs typeface="Calibri"/>
              </a:rPr>
              <a:t> </a:t>
            </a:r>
            <a:r>
              <a:rPr sz="2280" dirty="0">
                <a:latin typeface="Calibri"/>
                <a:cs typeface="Calibri"/>
              </a:rPr>
              <a:t>at</a:t>
            </a:r>
            <a:r>
              <a:rPr sz="2280" spc="102" dirty="0">
                <a:latin typeface="Calibri"/>
                <a:cs typeface="Calibri"/>
              </a:rPr>
              <a:t> </a:t>
            </a:r>
            <a:r>
              <a:rPr sz="2280" dirty="0">
                <a:latin typeface="Calibri"/>
                <a:cs typeface="Calibri"/>
              </a:rPr>
              <a:t>a</a:t>
            </a:r>
            <a:r>
              <a:rPr sz="2280" spc="102" dirty="0">
                <a:latin typeface="Calibri"/>
                <a:cs typeface="Calibri"/>
              </a:rPr>
              <a:t> </a:t>
            </a:r>
            <a:r>
              <a:rPr sz="2280" dirty="0">
                <a:latin typeface="Calibri"/>
                <a:cs typeface="Calibri"/>
              </a:rPr>
              <a:t>range</a:t>
            </a:r>
            <a:r>
              <a:rPr sz="2280" spc="114" dirty="0">
                <a:latin typeface="Calibri"/>
                <a:cs typeface="Calibri"/>
              </a:rPr>
              <a:t> </a:t>
            </a:r>
            <a:r>
              <a:rPr sz="2280" dirty="0">
                <a:latin typeface="Calibri"/>
                <a:cs typeface="Calibri"/>
              </a:rPr>
              <a:t>of</a:t>
            </a:r>
            <a:r>
              <a:rPr sz="2280" spc="96" dirty="0">
                <a:latin typeface="Calibri"/>
                <a:cs typeface="Calibri"/>
              </a:rPr>
              <a:t> </a:t>
            </a:r>
            <a:r>
              <a:rPr sz="2280" dirty="0">
                <a:latin typeface="Calibri"/>
                <a:cs typeface="Calibri"/>
              </a:rPr>
              <a:t>levels</a:t>
            </a:r>
            <a:r>
              <a:rPr sz="2280" spc="114" dirty="0">
                <a:latin typeface="Calibri"/>
                <a:cs typeface="Calibri"/>
              </a:rPr>
              <a:t> </a:t>
            </a:r>
            <a:r>
              <a:rPr sz="2280" dirty="0">
                <a:latin typeface="Calibri"/>
                <a:cs typeface="Calibri"/>
              </a:rPr>
              <a:t>from</a:t>
            </a:r>
            <a:r>
              <a:rPr sz="2280" spc="96" dirty="0">
                <a:latin typeface="Calibri"/>
                <a:cs typeface="Calibri"/>
              </a:rPr>
              <a:t> </a:t>
            </a:r>
            <a:r>
              <a:rPr sz="2280" dirty="0">
                <a:latin typeface="Calibri"/>
                <a:cs typeface="Calibri"/>
              </a:rPr>
              <a:t>simple</a:t>
            </a:r>
            <a:r>
              <a:rPr sz="2280" spc="108" dirty="0">
                <a:latin typeface="Calibri"/>
                <a:cs typeface="Calibri"/>
              </a:rPr>
              <a:t> </a:t>
            </a:r>
            <a:r>
              <a:rPr sz="2280" dirty="0">
                <a:latin typeface="Calibri"/>
                <a:cs typeface="Calibri"/>
              </a:rPr>
              <a:t>functions</a:t>
            </a:r>
            <a:r>
              <a:rPr sz="2280" spc="108" dirty="0">
                <a:latin typeface="Calibri"/>
                <a:cs typeface="Calibri"/>
              </a:rPr>
              <a:t> </a:t>
            </a:r>
            <a:r>
              <a:rPr sz="2280" dirty="0">
                <a:latin typeface="Calibri"/>
                <a:cs typeface="Calibri"/>
              </a:rPr>
              <a:t>to</a:t>
            </a:r>
            <a:r>
              <a:rPr sz="2280" spc="96" dirty="0">
                <a:latin typeface="Calibri"/>
                <a:cs typeface="Calibri"/>
              </a:rPr>
              <a:t> </a:t>
            </a:r>
            <a:r>
              <a:rPr sz="2280" dirty="0">
                <a:latin typeface="Calibri"/>
                <a:cs typeface="Calibri"/>
              </a:rPr>
              <a:t>complete</a:t>
            </a:r>
            <a:r>
              <a:rPr sz="2280" spc="108" dirty="0">
                <a:latin typeface="Calibri"/>
                <a:cs typeface="Calibri"/>
              </a:rPr>
              <a:t> </a:t>
            </a:r>
            <a:r>
              <a:rPr sz="2280" spc="-12" dirty="0">
                <a:latin typeface="Calibri"/>
                <a:cs typeface="Calibri"/>
              </a:rPr>
              <a:t>application systems.</a:t>
            </a:r>
            <a:endParaRPr sz="2280">
              <a:latin typeface="Calibri"/>
              <a:cs typeface="Calibri"/>
            </a:endParaRPr>
          </a:p>
          <a:p>
            <a:pPr marL="425958" indent="-410718">
              <a:spcBef>
                <a:spcPts val="546"/>
              </a:spcBef>
              <a:buFont typeface="Arial MT"/>
              <a:buChar char="•"/>
              <a:tabLst>
                <a:tab pos="425958" algn="l"/>
              </a:tabLst>
            </a:pPr>
            <a:r>
              <a:rPr sz="2280" dirty="0">
                <a:latin typeface="Calibri"/>
                <a:cs typeface="Calibri"/>
              </a:rPr>
              <a:t>The</a:t>
            </a:r>
            <a:r>
              <a:rPr sz="2280" spc="-66" dirty="0">
                <a:latin typeface="Calibri"/>
                <a:cs typeface="Calibri"/>
              </a:rPr>
              <a:t> </a:t>
            </a:r>
            <a:r>
              <a:rPr sz="2280" dirty="0">
                <a:latin typeface="Calibri"/>
                <a:cs typeface="Calibri"/>
              </a:rPr>
              <a:t>reuse</a:t>
            </a:r>
            <a:r>
              <a:rPr sz="2280" spc="-60" dirty="0">
                <a:latin typeface="Calibri"/>
                <a:cs typeface="Calibri"/>
              </a:rPr>
              <a:t> </a:t>
            </a:r>
            <a:r>
              <a:rPr sz="2280" dirty="0">
                <a:latin typeface="Calibri"/>
                <a:cs typeface="Calibri"/>
              </a:rPr>
              <a:t>landscape</a:t>
            </a:r>
            <a:r>
              <a:rPr sz="2280" spc="-66" dirty="0">
                <a:latin typeface="Calibri"/>
                <a:cs typeface="Calibri"/>
              </a:rPr>
              <a:t> </a:t>
            </a:r>
            <a:r>
              <a:rPr sz="2280" spc="-12" dirty="0">
                <a:latin typeface="Calibri"/>
                <a:cs typeface="Calibri"/>
              </a:rPr>
              <a:t>covers</a:t>
            </a:r>
            <a:r>
              <a:rPr sz="2280" spc="-60" dirty="0">
                <a:latin typeface="Calibri"/>
                <a:cs typeface="Calibri"/>
              </a:rPr>
              <a:t> </a:t>
            </a:r>
            <a:r>
              <a:rPr sz="2280" dirty="0">
                <a:latin typeface="Calibri"/>
                <a:cs typeface="Calibri"/>
              </a:rPr>
              <a:t>the</a:t>
            </a:r>
            <a:r>
              <a:rPr sz="2280" spc="-66" dirty="0">
                <a:latin typeface="Calibri"/>
                <a:cs typeface="Calibri"/>
              </a:rPr>
              <a:t> </a:t>
            </a:r>
            <a:r>
              <a:rPr sz="2280" dirty="0">
                <a:latin typeface="Calibri"/>
                <a:cs typeface="Calibri"/>
              </a:rPr>
              <a:t>range</a:t>
            </a:r>
            <a:r>
              <a:rPr sz="2280" spc="-54" dirty="0">
                <a:latin typeface="Calibri"/>
                <a:cs typeface="Calibri"/>
              </a:rPr>
              <a:t> </a:t>
            </a:r>
            <a:r>
              <a:rPr sz="2280" dirty="0">
                <a:latin typeface="Calibri"/>
                <a:cs typeface="Calibri"/>
              </a:rPr>
              <a:t>of</a:t>
            </a:r>
            <a:r>
              <a:rPr sz="2280" spc="-72" dirty="0">
                <a:latin typeface="Calibri"/>
                <a:cs typeface="Calibri"/>
              </a:rPr>
              <a:t> </a:t>
            </a:r>
            <a:r>
              <a:rPr sz="2280" dirty="0">
                <a:latin typeface="Calibri"/>
                <a:cs typeface="Calibri"/>
              </a:rPr>
              <a:t>possible</a:t>
            </a:r>
            <a:r>
              <a:rPr sz="2280" spc="-66" dirty="0">
                <a:latin typeface="Calibri"/>
                <a:cs typeface="Calibri"/>
              </a:rPr>
              <a:t> </a:t>
            </a:r>
            <a:r>
              <a:rPr sz="2280" dirty="0">
                <a:latin typeface="Calibri"/>
                <a:cs typeface="Calibri"/>
              </a:rPr>
              <a:t>reuse</a:t>
            </a:r>
            <a:r>
              <a:rPr sz="2280" spc="-66" dirty="0">
                <a:latin typeface="Calibri"/>
                <a:cs typeface="Calibri"/>
              </a:rPr>
              <a:t> </a:t>
            </a:r>
            <a:r>
              <a:rPr sz="2280" spc="-12" dirty="0">
                <a:latin typeface="Calibri"/>
                <a:cs typeface="Calibri"/>
              </a:rPr>
              <a:t>techniques.</a:t>
            </a:r>
            <a:endParaRPr sz="2280">
              <a:latin typeface="Calibri"/>
              <a:cs typeface="Calibri"/>
            </a:endParaRPr>
          </a:p>
        </p:txBody>
      </p:sp>
      <p:pic>
        <p:nvPicPr>
          <p:cNvPr id="4" name="object 4"/>
          <p:cNvPicPr/>
          <p:nvPr/>
        </p:nvPicPr>
        <p:blipFill>
          <a:blip r:embed="rId2" cstate="print"/>
          <a:stretch>
            <a:fillRect/>
          </a:stretch>
        </p:blipFill>
        <p:spPr>
          <a:xfrm>
            <a:off x="2438767" y="2626856"/>
            <a:ext cx="7028051" cy="3559235"/>
          </a:xfrm>
          <a:prstGeom prst="rect">
            <a:avLst/>
          </a:prstGeom>
        </p:spPr>
      </p:pic>
    </p:spTree>
    <p:extLst>
      <p:ext uri="{BB962C8B-B14F-4D97-AF65-F5344CB8AC3E}">
        <p14:creationId xmlns:p14="http://schemas.microsoft.com/office/powerpoint/2010/main" val="16249759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201" y="78425"/>
            <a:ext cx="5545074" cy="385490"/>
          </a:xfrm>
          <a:prstGeom prst="rect">
            <a:avLst/>
          </a:prstGeom>
        </p:spPr>
        <p:txBody>
          <a:bodyPr vert="horz" wrap="square" lIns="0" tIns="16002" rIns="0" bIns="0" rtlCol="0">
            <a:spAutoFit/>
          </a:bodyPr>
          <a:lstStyle/>
          <a:p>
            <a:pPr marL="425958" indent="-410718">
              <a:spcBef>
                <a:spcPts val="126"/>
              </a:spcBef>
              <a:buFont typeface="Arial MT"/>
              <a:buChar char="•"/>
              <a:tabLst>
                <a:tab pos="425958" algn="l"/>
              </a:tabLst>
            </a:pPr>
            <a:r>
              <a:rPr sz="2400" b="1" dirty="0">
                <a:latin typeface="Calibri"/>
                <a:cs typeface="Calibri"/>
              </a:rPr>
              <a:t>Approaches</a:t>
            </a:r>
            <a:r>
              <a:rPr sz="2400" b="1" spc="-78" dirty="0">
                <a:latin typeface="Calibri"/>
                <a:cs typeface="Calibri"/>
              </a:rPr>
              <a:t> </a:t>
            </a:r>
            <a:r>
              <a:rPr sz="2400" b="1" dirty="0">
                <a:latin typeface="Calibri"/>
                <a:cs typeface="Calibri"/>
              </a:rPr>
              <a:t>that</a:t>
            </a:r>
            <a:r>
              <a:rPr sz="2400" b="1" spc="-60" dirty="0">
                <a:latin typeface="Calibri"/>
                <a:cs typeface="Calibri"/>
              </a:rPr>
              <a:t> </a:t>
            </a:r>
            <a:r>
              <a:rPr sz="2400" b="1" dirty="0">
                <a:latin typeface="Calibri"/>
                <a:cs typeface="Calibri"/>
              </a:rPr>
              <a:t>support</a:t>
            </a:r>
            <a:r>
              <a:rPr sz="2400" b="1" spc="-96" dirty="0">
                <a:latin typeface="Calibri"/>
                <a:cs typeface="Calibri"/>
              </a:rPr>
              <a:t> </a:t>
            </a:r>
            <a:r>
              <a:rPr sz="2400" b="1" dirty="0">
                <a:latin typeface="Calibri"/>
                <a:cs typeface="Calibri"/>
              </a:rPr>
              <a:t>software</a:t>
            </a:r>
            <a:r>
              <a:rPr sz="2400" b="1" spc="-60" dirty="0">
                <a:latin typeface="Calibri"/>
                <a:cs typeface="Calibri"/>
              </a:rPr>
              <a:t> </a:t>
            </a:r>
            <a:r>
              <a:rPr sz="2400" b="1" spc="-12" dirty="0">
                <a:latin typeface="Calibri"/>
                <a:cs typeface="Calibri"/>
              </a:rPr>
              <a:t>reuse</a:t>
            </a:r>
            <a:endParaRPr sz="2400">
              <a:latin typeface="Calibri"/>
              <a:cs typeface="Calibri"/>
            </a:endParaRPr>
          </a:p>
        </p:txBody>
      </p:sp>
      <p:graphicFrame>
        <p:nvGraphicFramePr>
          <p:cNvPr id="3" name="object 3"/>
          <p:cNvGraphicFramePr>
            <a:graphicFrameLocks noGrp="1"/>
          </p:cNvGraphicFramePr>
          <p:nvPr>
            <p:extLst>
              <p:ext uri="{D42A27DB-BD31-4B8C-83A1-F6EECF244321}">
                <p14:modId xmlns:p14="http://schemas.microsoft.com/office/powerpoint/2010/main" val="955575663"/>
              </p:ext>
            </p:extLst>
          </p:nvPr>
        </p:nvGraphicFramePr>
        <p:xfrm>
          <a:off x="320512" y="569823"/>
          <a:ext cx="11613822" cy="6090666"/>
        </p:xfrm>
        <a:graphic>
          <a:graphicData uri="http://schemas.openxmlformats.org/drawingml/2006/table">
            <a:tbl>
              <a:tblPr firstRow="1" bandRow="1">
                <a:tableStyleId>{2D5ABB26-0587-4C30-8999-92F81FD0307C}</a:tableStyleId>
              </a:tblPr>
              <a:tblGrid>
                <a:gridCol w="2687405">
                  <a:extLst>
                    <a:ext uri="{9D8B030D-6E8A-4147-A177-3AD203B41FA5}">
                      <a16:colId xmlns:a16="http://schemas.microsoft.com/office/drawing/2014/main" val="20000"/>
                    </a:ext>
                  </a:extLst>
                </a:gridCol>
                <a:gridCol w="8926417">
                  <a:extLst>
                    <a:ext uri="{9D8B030D-6E8A-4147-A177-3AD203B41FA5}">
                      <a16:colId xmlns:a16="http://schemas.microsoft.com/office/drawing/2014/main" val="20001"/>
                    </a:ext>
                  </a:extLst>
                </a:gridCol>
              </a:tblGrid>
              <a:tr h="541020">
                <a:tc>
                  <a:txBody>
                    <a:bodyPr/>
                    <a:lstStyle/>
                    <a:p>
                      <a:pPr marL="496570" algn="just">
                        <a:lnSpc>
                          <a:spcPct val="100000"/>
                        </a:lnSpc>
                        <a:spcBef>
                          <a:spcPts val="450"/>
                        </a:spcBef>
                      </a:pPr>
                      <a:r>
                        <a:rPr sz="2400" b="1" spc="-10" dirty="0">
                          <a:solidFill>
                            <a:srgbClr val="FFFFFF"/>
                          </a:solidFill>
                          <a:latin typeface="Calibri"/>
                          <a:cs typeface="Calibri"/>
                        </a:rPr>
                        <a:t>Approach</a:t>
                      </a:r>
                      <a:endParaRPr sz="2400" dirty="0">
                        <a:latin typeface="Calibri"/>
                        <a:cs typeface="Calibri"/>
                      </a:endParaRPr>
                    </a:p>
                  </a:txBody>
                  <a:tcPr marL="0" marR="0" marT="685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BBA58"/>
                    </a:solidFill>
                  </a:tcPr>
                </a:tc>
                <a:tc>
                  <a:txBody>
                    <a:bodyPr/>
                    <a:lstStyle/>
                    <a:p>
                      <a:pPr marL="1905" algn="just">
                        <a:lnSpc>
                          <a:spcPct val="100000"/>
                        </a:lnSpc>
                        <a:spcBef>
                          <a:spcPts val="450"/>
                        </a:spcBef>
                      </a:pPr>
                      <a:r>
                        <a:rPr sz="2400" b="1" spc="-10" dirty="0">
                          <a:solidFill>
                            <a:srgbClr val="FFFFFF"/>
                          </a:solidFill>
                          <a:latin typeface="Calibri"/>
                          <a:cs typeface="Calibri"/>
                        </a:rPr>
                        <a:t>Description</a:t>
                      </a:r>
                      <a:endParaRPr sz="2400">
                        <a:latin typeface="Calibri"/>
                        <a:cs typeface="Calibri"/>
                      </a:endParaRPr>
                    </a:p>
                  </a:txBody>
                  <a:tcPr marL="0" marR="0" marT="685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BBA58"/>
                    </a:solidFill>
                  </a:tcPr>
                </a:tc>
                <a:extLst>
                  <a:ext uri="{0D108BD9-81ED-4DB2-BD59-A6C34878D82A}">
                    <a16:rowId xmlns:a16="http://schemas.microsoft.com/office/drawing/2014/main" val="10000"/>
                  </a:ext>
                </a:extLst>
              </a:tr>
              <a:tr h="745236">
                <a:tc>
                  <a:txBody>
                    <a:bodyPr/>
                    <a:lstStyle/>
                    <a:p>
                      <a:pPr marL="73025" algn="just">
                        <a:lnSpc>
                          <a:spcPts val="2045"/>
                        </a:lnSpc>
                      </a:pPr>
                      <a:r>
                        <a:rPr sz="2200" b="1" i="1" spc="-10" dirty="0">
                          <a:solidFill>
                            <a:srgbClr val="C00000"/>
                          </a:solidFill>
                          <a:latin typeface="Calibri"/>
                          <a:cs typeface="Calibri"/>
                        </a:rPr>
                        <a:t>Architectural</a:t>
                      </a:r>
                      <a:endParaRPr sz="2200">
                        <a:latin typeface="Calibri"/>
                        <a:cs typeface="Calibri"/>
                      </a:endParaRPr>
                    </a:p>
                    <a:p>
                      <a:pPr marL="73025" algn="just">
                        <a:lnSpc>
                          <a:spcPct val="100000"/>
                        </a:lnSpc>
                      </a:pPr>
                      <a:r>
                        <a:rPr sz="2200" b="1" i="1" spc="-10" dirty="0">
                          <a:solidFill>
                            <a:srgbClr val="C00000"/>
                          </a:solidFill>
                          <a:latin typeface="Calibri"/>
                          <a:cs typeface="Calibri"/>
                        </a:rPr>
                        <a:t>Patterns</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gn="just">
                        <a:lnSpc>
                          <a:spcPts val="2045"/>
                        </a:lnSpc>
                        <a:buFont typeface="Arial MT"/>
                        <a:buChar char="•"/>
                        <a:tabLst>
                          <a:tab pos="359410" algn="l"/>
                        </a:tabLst>
                      </a:pPr>
                      <a:r>
                        <a:rPr sz="2200" dirty="0">
                          <a:latin typeface="Calibri"/>
                          <a:cs typeface="Calibri"/>
                        </a:rPr>
                        <a:t>Standard</a:t>
                      </a:r>
                      <a:r>
                        <a:rPr sz="2200" spc="365" dirty="0">
                          <a:latin typeface="Calibri"/>
                          <a:cs typeface="Calibri"/>
                        </a:rPr>
                        <a:t> </a:t>
                      </a:r>
                      <a:r>
                        <a:rPr sz="2200" dirty="0">
                          <a:latin typeface="Calibri"/>
                          <a:cs typeface="Calibri"/>
                        </a:rPr>
                        <a:t>software</a:t>
                      </a:r>
                      <a:r>
                        <a:rPr sz="2200" spc="365" dirty="0">
                          <a:latin typeface="Calibri"/>
                          <a:cs typeface="Calibri"/>
                        </a:rPr>
                        <a:t> </a:t>
                      </a:r>
                      <a:r>
                        <a:rPr sz="2200" dirty="0">
                          <a:latin typeface="Calibri"/>
                          <a:cs typeface="Calibri"/>
                        </a:rPr>
                        <a:t>architectures</a:t>
                      </a:r>
                      <a:r>
                        <a:rPr sz="2200" spc="370" dirty="0">
                          <a:latin typeface="Calibri"/>
                          <a:cs typeface="Calibri"/>
                        </a:rPr>
                        <a:t> </a:t>
                      </a:r>
                      <a:r>
                        <a:rPr sz="2200" dirty="0">
                          <a:latin typeface="Calibri"/>
                          <a:cs typeface="Calibri"/>
                        </a:rPr>
                        <a:t>that</a:t>
                      </a:r>
                      <a:r>
                        <a:rPr sz="2200" spc="355" dirty="0">
                          <a:latin typeface="Calibri"/>
                          <a:cs typeface="Calibri"/>
                        </a:rPr>
                        <a:t> </a:t>
                      </a:r>
                      <a:r>
                        <a:rPr sz="2200" b="1" i="1" dirty="0">
                          <a:solidFill>
                            <a:srgbClr val="006FC0"/>
                          </a:solidFill>
                          <a:latin typeface="Calibri"/>
                          <a:cs typeface="Calibri"/>
                        </a:rPr>
                        <a:t>support</a:t>
                      </a:r>
                      <a:r>
                        <a:rPr sz="2200" b="1" i="1" spc="375" dirty="0">
                          <a:solidFill>
                            <a:srgbClr val="006FC0"/>
                          </a:solidFill>
                          <a:latin typeface="Calibri"/>
                          <a:cs typeface="Calibri"/>
                        </a:rPr>
                        <a:t> </a:t>
                      </a:r>
                      <a:r>
                        <a:rPr sz="2200" b="1" i="1" dirty="0">
                          <a:solidFill>
                            <a:srgbClr val="006FC0"/>
                          </a:solidFill>
                          <a:latin typeface="Calibri"/>
                          <a:cs typeface="Calibri"/>
                        </a:rPr>
                        <a:t>common</a:t>
                      </a:r>
                      <a:r>
                        <a:rPr sz="2200" b="1" i="1" spc="355" dirty="0">
                          <a:solidFill>
                            <a:srgbClr val="006FC0"/>
                          </a:solidFill>
                          <a:latin typeface="Calibri"/>
                          <a:cs typeface="Calibri"/>
                        </a:rPr>
                        <a:t> </a:t>
                      </a:r>
                      <a:r>
                        <a:rPr sz="2200" b="1" i="1" dirty="0">
                          <a:solidFill>
                            <a:srgbClr val="006FC0"/>
                          </a:solidFill>
                          <a:latin typeface="Calibri"/>
                          <a:cs typeface="Calibri"/>
                        </a:rPr>
                        <a:t>types</a:t>
                      </a:r>
                      <a:r>
                        <a:rPr sz="2200" b="1" i="1" spc="375" dirty="0">
                          <a:solidFill>
                            <a:srgbClr val="006FC0"/>
                          </a:solidFill>
                          <a:latin typeface="Calibri"/>
                          <a:cs typeface="Calibri"/>
                        </a:rPr>
                        <a:t> </a:t>
                      </a:r>
                      <a:r>
                        <a:rPr sz="2200" b="1" i="1" spc="-25" dirty="0">
                          <a:solidFill>
                            <a:srgbClr val="006FC0"/>
                          </a:solidFill>
                          <a:latin typeface="Calibri"/>
                          <a:cs typeface="Calibri"/>
                        </a:rPr>
                        <a:t>of</a:t>
                      </a:r>
                      <a:r>
                        <a:rPr lang="en-US" sz="2200" b="1" i="1" spc="-25" dirty="0">
                          <a:solidFill>
                            <a:srgbClr val="006FC0"/>
                          </a:solidFill>
                          <a:latin typeface="Calibri"/>
                          <a:cs typeface="Calibri"/>
                        </a:rPr>
                        <a:t> </a:t>
                      </a:r>
                      <a:r>
                        <a:rPr sz="2200" b="1" i="1" dirty="0">
                          <a:solidFill>
                            <a:srgbClr val="006FC0"/>
                          </a:solidFill>
                          <a:latin typeface="Calibri"/>
                          <a:cs typeface="Calibri"/>
                        </a:rPr>
                        <a:t>application</a:t>
                      </a:r>
                      <a:r>
                        <a:rPr sz="2200" b="1" i="1" spc="-45" dirty="0">
                          <a:solidFill>
                            <a:srgbClr val="006FC0"/>
                          </a:solidFill>
                          <a:latin typeface="Calibri"/>
                          <a:cs typeface="Calibri"/>
                        </a:rPr>
                        <a:t> </a:t>
                      </a:r>
                      <a:r>
                        <a:rPr sz="2200" b="1" i="1" spc="-10" dirty="0">
                          <a:solidFill>
                            <a:srgbClr val="006FC0"/>
                          </a:solidFill>
                          <a:latin typeface="Calibri"/>
                          <a:cs typeface="Calibri"/>
                        </a:rPr>
                        <a:t>systems</a:t>
                      </a:r>
                      <a:r>
                        <a:rPr sz="2200" b="1" i="1" spc="-15" dirty="0">
                          <a:solidFill>
                            <a:srgbClr val="006FC0"/>
                          </a:solidFill>
                          <a:latin typeface="Calibri"/>
                          <a:cs typeface="Calibri"/>
                        </a:rPr>
                        <a:t> </a:t>
                      </a:r>
                      <a:r>
                        <a:rPr sz="2200" dirty="0">
                          <a:latin typeface="Calibri"/>
                          <a:cs typeface="Calibri"/>
                        </a:rPr>
                        <a:t>are</a:t>
                      </a:r>
                      <a:r>
                        <a:rPr sz="2200" spc="-30" dirty="0">
                          <a:latin typeface="Calibri"/>
                          <a:cs typeface="Calibri"/>
                        </a:rPr>
                        <a:t> </a:t>
                      </a:r>
                      <a:r>
                        <a:rPr sz="2200" dirty="0">
                          <a:latin typeface="Calibri"/>
                          <a:cs typeface="Calibri"/>
                        </a:rPr>
                        <a:t>used</a:t>
                      </a:r>
                      <a:r>
                        <a:rPr sz="2200" spc="-20" dirty="0">
                          <a:latin typeface="Calibri"/>
                          <a:cs typeface="Calibri"/>
                        </a:rPr>
                        <a:t> </a:t>
                      </a:r>
                      <a:r>
                        <a:rPr sz="2200" dirty="0">
                          <a:latin typeface="Calibri"/>
                          <a:cs typeface="Calibri"/>
                        </a:rPr>
                        <a:t>as</a:t>
                      </a:r>
                      <a:r>
                        <a:rPr sz="2200" spc="-30" dirty="0">
                          <a:latin typeface="Calibri"/>
                          <a:cs typeface="Calibri"/>
                        </a:rPr>
                        <a:t> </a:t>
                      </a:r>
                      <a:r>
                        <a:rPr sz="2200" dirty="0">
                          <a:latin typeface="Calibri"/>
                          <a:cs typeface="Calibri"/>
                        </a:rPr>
                        <a:t>the</a:t>
                      </a:r>
                      <a:r>
                        <a:rPr sz="2200" spc="-15" dirty="0">
                          <a:latin typeface="Calibri"/>
                          <a:cs typeface="Calibri"/>
                        </a:rPr>
                        <a:t> </a:t>
                      </a:r>
                      <a:r>
                        <a:rPr sz="2200" dirty="0">
                          <a:latin typeface="Calibri"/>
                          <a:cs typeface="Calibri"/>
                        </a:rPr>
                        <a:t>basis</a:t>
                      </a:r>
                      <a:r>
                        <a:rPr sz="2200" spc="-45" dirty="0">
                          <a:latin typeface="Calibri"/>
                          <a:cs typeface="Calibri"/>
                        </a:rPr>
                        <a:t> </a:t>
                      </a:r>
                      <a:r>
                        <a:rPr sz="2200" dirty="0">
                          <a:latin typeface="Calibri"/>
                          <a:cs typeface="Calibri"/>
                        </a:rPr>
                        <a:t>of</a:t>
                      </a:r>
                      <a:r>
                        <a:rPr sz="2200" spc="-30" dirty="0">
                          <a:latin typeface="Calibri"/>
                          <a:cs typeface="Calibri"/>
                        </a:rPr>
                        <a:t> </a:t>
                      </a:r>
                      <a:r>
                        <a:rPr sz="2200" spc="-10" dirty="0">
                          <a:latin typeface="Calibri"/>
                          <a:cs typeface="Calibri"/>
                        </a:rPr>
                        <a:t>applications.</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075182">
                <a:tc>
                  <a:txBody>
                    <a:bodyPr/>
                    <a:lstStyle/>
                    <a:p>
                      <a:pPr marL="73025" algn="just">
                        <a:lnSpc>
                          <a:spcPts val="2045"/>
                        </a:lnSpc>
                      </a:pPr>
                      <a:r>
                        <a:rPr sz="2200" b="1" i="1" dirty="0">
                          <a:solidFill>
                            <a:srgbClr val="C00000"/>
                          </a:solidFill>
                          <a:latin typeface="Calibri"/>
                          <a:cs typeface="Calibri"/>
                        </a:rPr>
                        <a:t>Design</a:t>
                      </a:r>
                      <a:r>
                        <a:rPr sz="2200" b="1" i="1" spc="-70" dirty="0">
                          <a:solidFill>
                            <a:srgbClr val="C00000"/>
                          </a:solidFill>
                          <a:latin typeface="Calibri"/>
                          <a:cs typeface="Calibri"/>
                        </a:rPr>
                        <a:t> </a:t>
                      </a:r>
                      <a:r>
                        <a:rPr sz="2200" b="1" i="1" spc="-10" dirty="0">
                          <a:solidFill>
                            <a:srgbClr val="C00000"/>
                          </a:solidFill>
                          <a:latin typeface="Calibri"/>
                          <a:cs typeface="Calibri"/>
                        </a:rPr>
                        <a:t>Patterns</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gn="just">
                        <a:lnSpc>
                          <a:spcPts val="2045"/>
                        </a:lnSpc>
                        <a:buFont typeface="Arial MT"/>
                        <a:buChar char="•"/>
                        <a:tabLst>
                          <a:tab pos="359410" algn="l"/>
                        </a:tabLst>
                      </a:pPr>
                      <a:r>
                        <a:rPr sz="2200" dirty="0">
                          <a:latin typeface="Calibri"/>
                          <a:cs typeface="Calibri"/>
                        </a:rPr>
                        <a:t>Generic</a:t>
                      </a:r>
                      <a:r>
                        <a:rPr sz="2200" spc="-35" dirty="0">
                          <a:latin typeface="Calibri"/>
                          <a:cs typeface="Calibri"/>
                        </a:rPr>
                        <a:t> </a:t>
                      </a:r>
                      <a:r>
                        <a:rPr sz="2200" spc="-10" dirty="0">
                          <a:latin typeface="Calibri"/>
                          <a:cs typeface="Calibri"/>
                        </a:rPr>
                        <a:t>abstractions</a:t>
                      </a:r>
                      <a:r>
                        <a:rPr sz="2200" spc="-25" dirty="0">
                          <a:latin typeface="Calibri"/>
                          <a:cs typeface="Calibri"/>
                        </a:rPr>
                        <a:t> </a:t>
                      </a:r>
                      <a:r>
                        <a:rPr sz="2200" dirty="0">
                          <a:latin typeface="Calibri"/>
                          <a:cs typeface="Calibri"/>
                        </a:rPr>
                        <a:t>that</a:t>
                      </a:r>
                      <a:r>
                        <a:rPr sz="2200" spc="-35" dirty="0">
                          <a:latin typeface="Calibri"/>
                          <a:cs typeface="Calibri"/>
                        </a:rPr>
                        <a:t> </a:t>
                      </a:r>
                      <a:r>
                        <a:rPr sz="2200" dirty="0">
                          <a:latin typeface="Calibri"/>
                          <a:cs typeface="Calibri"/>
                        </a:rPr>
                        <a:t>occur</a:t>
                      </a:r>
                      <a:r>
                        <a:rPr sz="2200" spc="-20" dirty="0">
                          <a:latin typeface="Calibri"/>
                          <a:cs typeface="Calibri"/>
                        </a:rPr>
                        <a:t> </a:t>
                      </a:r>
                      <a:r>
                        <a:rPr sz="2200" dirty="0">
                          <a:latin typeface="Calibri"/>
                          <a:cs typeface="Calibri"/>
                        </a:rPr>
                        <a:t>across</a:t>
                      </a:r>
                      <a:r>
                        <a:rPr sz="2200" spc="-25" dirty="0">
                          <a:latin typeface="Calibri"/>
                          <a:cs typeface="Calibri"/>
                        </a:rPr>
                        <a:t> </a:t>
                      </a:r>
                      <a:r>
                        <a:rPr sz="2200" dirty="0">
                          <a:latin typeface="Calibri"/>
                          <a:cs typeface="Calibri"/>
                        </a:rPr>
                        <a:t>applications</a:t>
                      </a:r>
                      <a:r>
                        <a:rPr sz="2200" spc="-20" dirty="0">
                          <a:latin typeface="Calibri"/>
                          <a:cs typeface="Calibri"/>
                        </a:rPr>
                        <a:t> </a:t>
                      </a:r>
                      <a:r>
                        <a:rPr sz="2200" dirty="0">
                          <a:latin typeface="Calibri"/>
                          <a:cs typeface="Calibri"/>
                        </a:rPr>
                        <a:t>are</a:t>
                      </a:r>
                      <a:r>
                        <a:rPr sz="2200" spc="-30" dirty="0">
                          <a:latin typeface="Calibri"/>
                          <a:cs typeface="Calibri"/>
                        </a:rPr>
                        <a:t> </a:t>
                      </a:r>
                      <a:r>
                        <a:rPr sz="2200" spc="-10" dirty="0">
                          <a:latin typeface="Calibri"/>
                          <a:cs typeface="Calibri"/>
                        </a:rPr>
                        <a:t>represented</a:t>
                      </a:r>
                      <a:r>
                        <a:rPr lang="en-US" sz="2200" spc="-10" dirty="0">
                          <a:latin typeface="Calibri"/>
                          <a:cs typeface="Calibri"/>
                        </a:rPr>
                        <a:t> </a:t>
                      </a:r>
                      <a:r>
                        <a:rPr sz="2200" dirty="0">
                          <a:latin typeface="Calibri"/>
                          <a:cs typeface="Calibri"/>
                        </a:rPr>
                        <a:t>as</a:t>
                      </a:r>
                      <a:r>
                        <a:rPr sz="2200" spc="420" dirty="0">
                          <a:latin typeface="Calibri"/>
                          <a:cs typeface="Calibri"/>
                        </a:rPr>
                        <a:t> </a:t>
                      </a:r>
                      <a:r>
                        <a:rPr sz="2200" dirty="0">
                          <a:latin typeface="Calibri"/>
                          <a:cs typeface="Calibri"/>
                        </a:rPr>
                        <a:t>design</a:t>
                      </a:r>
                      <a:r>
                        <a:rPr sz="2200" spc="425" dirty="0">
                          <a:latin typeface="Calibri"/>
                          <a:cs typeface="Calibri"/>
                        </a:rPr>
                        <a:t> </a:t>
                      </a:r>
                      <a:r>
                        <a:rPr sz="2200" dirty="0">
                          <a:latin typeface="Calibri"/>
                          <a:cs typeface="Calibri"/>
                        </a:rPr>
                        <a:t>patterns</a:t>
                      </a:r>
                      <a:r>
                        <a:rPr sz="2200" spc="420" dirty="0">
                          <a:latin typeface="Calibri"/>
                          <a:cs typeface="Calibri"/>
                        </a:rPr>
                        <a:t> </a:t>
                      </a:r>
                      <a:r>
                        <a:rPr sz="2200" b="1" i="1" dirty="0">
                          <a:solidFill>
                            <a:srgbClr val="006FC0"/>
                          </a:solidFill>
                          <a:latin typeface="Calibri"/>
                          <a:cs typeface="Calibri"/>
                        </a:rPr>
                        <a:t>showing</a:t>
                      </a:r>
                      <a:r>
                        <a:rPr sz="2200" b="1" i="1" spc="415" dirty="0">
                          <a:solidFill>
                            <a:srgbClr val="006FC0"/>
                          </a:solidFill>
                          <a:latin typeface="Calibri"/>
                          <a:cs typeface="Calibri"/>
                        </a:rPr>
                        <a:t> </a:t>
                      </a:r>
                      <a:r>
                        <a:rPr sz="2200" b="1" i="1" dirty="0">
                          <a:solidFill>
                            <a:srgbClr val="006FC0"/>
                          </a:solidFill>
                          <a:latin typeface="Calibri"/>
                          <a:cs typeface="Calibri"/>
                        </a:rPr>
                        <a:t>abstract</a:t>
                      </a:r>
                      <a:r>
                        <a:rPr sz="2200" b="1" i="1" spc="415" dirty="0">
                          <a:solidFill>
                            <a:srgbClr val="006FC0"/>
                          </a:solidFill>
                          <a:latin typeface="Calibri"/>
                          <a:cs typeface="Calibri"/>
                        </a:rPr>
                        <a:t> </a:t>
                      </a:r>
                      <a:r>
                        <a:rPr sz="2200" b="1" i="1" dirty="0">
                          <a:solidFill>
                            <a:srgbClr val="006FC0"/>
                          </a:solidFill>
                          <a:latin typeface="Calibri"/>
                          <a:cs typeface="Calibri"/>
                        </a:rPr>
                        <a:t>and</a:t>
                      </a:r>
                      <a:r>
                        <a:rPr sz="2200" b="1" i="1" spc="425" dirty="0">
                          <a:solidFill>
                            <a:srgbClr val="006FC0"/>
                          </a:solidFill>
                          <a:latin typeface="Calibri"/>
                          <a:cs typeface="Calibri"/>
                        </a:rPr>
                        <a:t> </a:t>
                      </a:r>
                      <a:r>
                        <a:rPr sz="2200" b="1" i="1" dirty="0">
                          <a:solidFill>
                            <a:srgbClr val="006FC0"/>
                          </a:solidFill>
                          <a:latin typeface="Calibri"/>
                          <a:cs typeface="Calibri"/>
                        </a:rPr>
                        <a:t>concrete</a:t>
                      </a:r>
                      <a:r>
                        <a:rPr sz="2200" b="1" i="1" spc="420" dirty="0">
                          <a:solidFill>
                            <a:srgbClr val="006FC0"/>
                          </a:solidFill>
                          <a:latin typeface="Calibri"/>
                          <a:cs typeface="Calibri"/>
                        </a:rPr>
                        <a:t> </a:t>
                      </a:r>
                      <a:r>
                        <a:rPr sz="2200" b="1" i="1" dirty="0">
                          <a:solidFill>
                            <a:srgbClr val="006FC0"/>
                          </a:solidFill>
                          <a:latin typeface="Calibri"/>
                          <a:cs typeface="Calibri"/>
                        </a:rPr>
                        <a:t>objects</a:t>
                      </a:r>
                      <a:r>
                        <a:rPr sz="2200" b="1" i="1" spc="415" dirty="0">
                          <a:solidFill>
                            <a:srgbClr val="006FC0"/>
                          </a:solidFill>
                          <a:latin typeface="Calibri"/>
                          <a:cs typeface="Calibri"/>
                        </a:rPr>
                        <a:t> </a:t>
                      </a:r>
                      <a:r>
                        <a:rPr sz="2200" b="1" i="1" spc="-25" dirty="0">
                          <a:solidFill>
                            <a:srgbClr val="006FC0"/>
                          </a:solidFill>
                          <a:latin typeface="Calibri"/>
                          <a:cs typeface="Calibri"/>
                        </a:rPr>
                        <a:t>and</a:t>
                      </a:r>
                      <a:r>
                        <a:rPr lang="en-US" sz="2200" b="1" i="1" spc="-25" dirty="0">
                          <a:solidFill>
                            <a:srgbClr val="006FC0"/>
                          </a:solidFill>
                          <a:latin typeface="Calibri"/>
                          <a:cs typeface="Calibri"/>
                        </a:rPr>
                        <a:t> </a:t>
                      </a:r>
                      <a:r>
                        <a:rPr sz="2200" b="1" i="1" spc="-10" dirty="0">
                          <a:solidFill>
                            <a:srgbClr val="006FC0"/>
                          </a:solidFill>
                          <a:latin typeface="Calibri"/>
                          <a:cs typeface="Calibri"/>
                        </a:rPr>
                        <a:t>interactions.</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745998">
                <a:tc>
                  <a:txBody>
                    <a:bodyPr/>
                    <a:lstStyle/>
                    <a:p>
                      <a:pPr marL="73025" algn="just">
                        <a:lnSpc>
                          <a:spcPts val="2045"/>
                        </a:lnSpc>
                      </a:pPr>
                      <a:r>
                        <a:rPr sz="2200" b="1" i="1" spc="-20" dirty="0">
                          <a:solidFill>
                            <a:srgbClr val="C00000"/>
                          </a:solidFill>
                          <a:latin typeface="Calibri"/>
                          <a:cs typeface="Calibri"/>
                        </a:rPr>
                        <a:t>Component-Based</a:t>
                      </a:r>
                      <a:endParaRPr sz="2200" dirty="0">
                        <a:latin typeface="Calibri"/>
                        <a:cs typeface="Calibri"/>
                      </a:endParaRPr>
                    </a:p>
                    <a:p>
                      <a:pPr marL="73025" algn="just">
                        <a:lnSpc>
                          <a:spcPct val="100000"/>
                        </a:lnSpc>
                      </a:pPr>
                      <a:r>
                        <a:rPr sz="2200" b="1" i="1" spc="-10" dirty="0">
                          <a:solidFill>
                            <a:srgbClr val="C00000"/>
                          </a:solidFill>
                          <a:latin typeface="Calibri"/>
                          <a:cs typeface="Calibri"/>
                        </a:rPr>
                        <a:t>Development</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gn="just">
                        <a:lnSpc>
                          <a:spcPts val="2045"/>
                        </a:lnSpc>
                        <a:buFont typeface="Arial MT"/>
                        <a:buChar char="•"/>
                        <a:tabLst>
                          <a:tab pos="359410" algn="l"/>
                        </a:tabLst>
                      </a:pPr>
                      <a:r>
                        <a:rPr sz="2200" dirty="0">
                          <a:latin typeface="Calibri"/>
                          <a:cs typeface="Calibri"/>
                        </a:rPr>
                        <a:t>Systems</a:t>
                      </a:r>
                      <a:r>
                        <a:rPr sz="2200" spc="110" dirty="0">
                          <a:latin typeface="Calibri"/>
                          <a:cs typeface="Calibri"/>
                        </a:rPr>
                        <a:t> </a:t>
                      </a:r>
                      <a:r>
                        <a:rPr sz="2200" dirty="0">
                          <a:latin typeface="Calibri"/>
                          <a:cs typeface="Calibri"/>
                        </a:rPr>
                        <a:t>are</a:t>
                      </a:r>
                      <a:r>
                        <a:rPr sz="2200" spc="114" dirty="0">
                          <a:latin typeface="Calibri"/>
                          <a:cs typeface="Calibri"/>
                        </a:rPr>
                        <a:t> </a:t>
                      </a:r>
                      <a:r>
                        <a:rPr sz="2200" dirty="0">
                          <a:latin typeface="Calibri"/>
                          <a:cs typeface="Calibri"/>
                        </a:rPr>
                        <a:t>developed</a:t>
                      </a:r>
                      <a:r>
                        <a:rPr sz="2200" spc="130" dirty="0">
                          <a:latin typeface="Calibri"/>
                          <a:cs typeface="Calibri"/>
                        </a:rPr>
                        <a:t> </a:t>
                      </a:r>
                      <a:r>
                        <a:rPr sz="2200" dirty="0">
                          <a:latin typeface="Calibri"/>
                          <a:cs typeface="Calibri"/>
                        </a:rPr>
                        <a:t>by</a:t>
                      </a:r>
                      <a:r>
                        <a:rPr sz="2200" spc="120" dirty="0">
                          <a:latin typeface="Calibri"/>
                          <a:cs typeface="Calibri"/>
                        </a:rPr>
                        <a:t> </a:t>
                      </a:r>
                      <a:r>
                        <a:rPr sz="2200" b="1" i="1" dirty="0">
                          <a:solidFill>
                            <a:srgbClr val="006FC0"/>
                          </a:solidFill>
                          <a:latin typeface="Calibri"/>
                          <a:cs typeface="Calibri"/>
                        </a:rPr>
                        <a:t>integrating</a:t>
                      </a:r>
                      <a:r>
                        <a:rPr sz="2200" b="1" i="1" spc="114" dirty="0">
                          <a:solidFill>
                            <a:srgbClr val="006FC0"/>
                          </a:solidFill>
                          <a:latin typeface="Calibri"/>
                          <a:cs typeface="Calibri"/>
                        </a:rPr>
                        <a:t> </a:t>
                      </a:r>
                      <a:r>
                        <a:rPr sz="2200" b="1" i="1" dirty="0">
                          <a:solidFill>
                            <a:srgbClr val="006FC0"/>
                          </a:solidFill>
                          <a:latin typeface="Calibri"/>
                          <a:cs typeface="Calibri"/>
                        </a:rPr>
                        <a:t>components</a:t>
                      </a:r>
                      <a:r>
                        <a:rPr sz="2200" b="1" i="1" spc="130" dirty="0">
                          <a:solidFill>
                            <a:srgbClr val="006FC0"/>
                          </a:solidFill>
                          <a:latin typeface="Calibri"/>
                          <a:cs typeface="Calibri"/>
                        </a:rPr>
                        <a:t> </a:t>
                      </a:r>
                      <a:r>
                        <a:rPr sz="2200" dirty="0">
                          <a:latin typeface="Calibri"/>
                          <a:cs typeface="Calibri"/>
                        </a:rPr>
                        <a:t>(collections</a:t>
                      </a:r>
                      <a:r>
                        <a:rPr sz="2200" spc="140" dirty="0">
                          <a:latin typeface="Calibri"/>
                          <a:cs typeface="Calibri"/>
                        </a:rPr>
                        <a:t> </a:t>
                      </a:r>
                      <a:r>
                        <a:rPr sz="2200" spc="-25" dirty="0">
                          <a:latin typeface="Calibri"/>
                          <a:cs typeface="Calibri"/>
                        </a:rPr>
                        <a:t>of</a:t>
                      </a:r>
                      <a:endParaRPr sz="2200" dirty="0">
                        <a:latin typeface="Calibri"/>
                        <a:cs typeface="Calibri"/>
                      </a:endParaRPr>
                    </a:p>
                    <a:p>
                      <a:pPr marL="359410" algn="just">
                        <a:lnSpc>
                          <a:spcPct val="100000"/>
                        </a:lnSpc>
                      </a:pPr>
                      <a:r>
                        <a:rPr sz="2200" dirty="0">
                          <a:latin typeface="Calibri"/>
                          <a:cs typeface="Calibri"/>
                        </a:rPr>
                        <a:t>objects)</a:t>
                      </a:r>
                      <a:r>
                        <a:rPr sz="2200" spc="-30" dirty="0">
                          <a:latin typeface="Calibri"/>
                          <a:cs typeface="Calibri"/>
                        </a:rPr>
                        <a:t> </a:t>
                      </a:r>
                      <a:r>
                        <a:rPr sz="2200" dirty="0">
                          <a:latin typeface="Calibri"/>
                          <a:cs typeface="Calibri"/>
                        </a:rPr>
                        <a:t>that</a:t>
                      </a:r>
                      <a:r>
                        <a:rPr sz="2200" spc="-40" dirty="0">
                          <a:latin typeface="Calibri"/>
                          <a:cs typeface="Calibri"/>
                        </a:rPr>
                        <a:t> </a:t>
                      </a:r>
                      <a:r>
                        <a:rPr sz="2200" dirty="0">
                          <a:latin typeface="Calibri"/>
                          <a:cs typeface="Calibri"/>
                        </a:rPr>
                        <a:t>conform</a:t>
                      </a:r>
                      <a:r>
                        <a:rPr sz="2200" spc="-35" dirty="0">
                          <a:latin typeface="Calibri"/>
                          <a:cs typeface="Calibri"/>
                        </a:rPr>
                        <a:t> </a:t>
                      </a:r>
                      <a:r>
                        <a:rPr sz="2200" dirty="0">
                          <a:latin typeface="Calibri"/>
                          <a:cs typeface="Calibri"/>
                        </a:rPr>
                        <a:t>to</a:t>
                      </a:r>
                      <a:r>
                        <a:rPr sz="2200" spc="-35" dirty="0">
                          <a:latin typeface="Calibri"/>
                          <a:cs typeface="Calibri"/>
                        </a:rPr>
                        <a:t> </a:t>
                      </a:r>
                      <a:r>
                        <a:rPr sz="2200" spc="-20" dirty="0">
                          <a:latin typeface="Calibri"/>
                          <a:cs typeface="Calibri"/>
                        </a:rPr>
                        <a:t>component-</a:t>
                      </a:r>
                      <a:r>
                        <a:rPr sz="2200" dirty="0">
                          <a:latin typeface="Calibri"/>
                          <a:cs typeface="Calibri"/>
                        </a:rPr>
                        <a:t>model</a:t>
                      </a:r>
                      <a:r>
                        <a:rPr sz="2200" spc="-35" dirty="0">
                          <a:latin typeface="Calibri"/>
                          <a:cs typeface="Calibri"/>
                        </a:rPr>
                        <a:t> </a:t>
                      </a:r>
                      <a:r>
                        <a:rPr sz="2200" spc="-10" dirty="0">
                          <a:latin typeface="Calibri"/>
                          <a:cs typeface="Calibri"/>
                        </a:rPr>
                        <a:t>standards.</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745236">
                <a:tc>
                  <a:txBody>
                    <a:bodyPr/>
                    <a:lstStyle/>
                    <a:p>
                      <a:pPr marL="73025" algn="just">
                        <a:lnSpc>
                          <a:spcPts val="2050"/>
                        </a:lnSpc>
                      </a:pPr>
                      <a:r>
                        <a:rPr sz="2200" b="1" i="1" spc="-10" dirty="0">
                          <a:solidFill>
                            <a:srgbClr val="C00000"/>
                          </a:solidFill>
                          <a:latin typeface="Calibri"/>
                          <a:cs typeface="Calibri"/>
                        </a:rPr>
                        <a:t>Application</a:t>
                      </a:r>
                      <a:endParaRPr sz="2200">
                        <a:latin typeface="Calibri"/>
                        <a:cs typeface="Calibri"/>
                      </a:endParaRPr>
                    </a:p>
                    <a:p>
                      <a:pPr marL="73025" algn="just">
                        <a:lnSpc>
                          <a:spcPct val="100000"/>
                        </a:lnSpc>
                      </a:pPr>
                      <a:r>
                        <a:rPr sz="2200" b="1" i="1" spc="-10" dirty="0">
                          <a:solidFill>
                            <a:srgbClr val="C00000"/>
                          </a:solidFill>
                          <a:latin typeface="Calibri"/>
                          <a:cs typeface="Calibri"/>
                        </a:rPr>
                        <a:t>Frameworks</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gn="just">
                        <a:lnSpc>
                          <a:spcPts val="2050"/>
                        </a:lnSpc>
                        <a:buFont typeface="Arial MT"/>
                        <a:buChar char="•"/>
                        <a:tabLst>
                          <a:tab pos="359410" algn="l"/>
                          <a:tab pos="1511935" algn="l"/>
                          <a:tab pos="1839595" algn="l"/>
                          <a:tab pos="2723515" algn="l"/>
                          <a:tab pos="3209925" algn="l"/>
                          <a:tab pos="4156710" algn="l"/>
                          <a:tab pos="4933950" algn="l"/>
                          <a:tab pos="5370195" algn="l"/>
                          <a:tab pos="6273800" algn="l"/>
                        </a:tabLst>
                      </a:pPr>
                      <a:r>
                        <a:rPr sz="2200" spc="-10" dirty="0">
                          <a:latin typeface="Calibri"/>
                          <a:cs typeface="Calibri"/>
                        </a:rPr>
                        <a:t>Collections</a:t>
                      </a:r>
                      <a:r>
                        <a:rPr sz="2200" dirty="0">
                          <a:latin typeface="Calibri"/>
                          <a:cs typeface="Calibri"/>
                        </a:rPr>
                        <a:t>	</a:t>
                      </a:r>
                      <a:r>
                        <a:rPr sz="2200" spc="-25" dirty="0">
                          <a:latin typeface="Calibri"/>
                          <a:cs typeface="Calibri"/>
                        </a:rPr>
                        <a:t>of</a:t>
                      </a:r>
                      <a:r>
                        <a:rPr sz="2200" dirty="0">
                          <a:latin typeface="Calibri"/>
                          <a:cs typeface="Calibri"/>
                        </a:rPr>
                        <a:t>	</a:t>
                      </a:r>
                      <a:r>
                        <a:rPr sz="2200" spc="-10" dirty="0">
                          <a:latin typeface="Calibri"/>
                          <a:cs typeface="Calibri"/>
                        </a:rPr>
                        <a:t>abstract</a:t>
                      </a:r>
                      <a:r>
                        <a:rPr sz="2200" dirty="0">
                          <a:latin typeface="Calibri"/>
                          <a:cs typeface="Calibri"/>
                        </a:rPr>
                        <a:t>	</a:t>
                      </a:r>
                      <a:r>
                        <a:rPr sz="2200" spc="-25" dirty="0">
                          <a:latin typeface="Calibri"/>
                          <a:cs typeface="Calibri"/>
                        </a:rPr>
                        <a:t>and</a:t>
                      </a:r>
                      <a:r>
                        <a:rPr sz="2200" dirty="0">
                          <a:latin typeface="Calibri"/>
                          <a:cs typeface="Calibri"/>
                        </a:rPr>
                        <a:t>	</a:t>
                      </a:r>
                      <a:r>
                        <a:rPr sz="2200" spc="-10" dirty="0">
                          <a:latin typeface="Calibri"/>
                          <a:cs typeface="Calibri"/>
                        </a:rPr>
                        <a:t>concrete</a:t>
                      </a:r>
                      <a:r>
                        <a:rPr sz="2200" dirty="0">
                          <a:latin typeface="Calibri"/>
                          <a:cs typeface="Calibri"/>
                        </a:rPr>
                        <a:t>	</a:t>
                      </a:r>
                      <a:r>
                        <a:rPr sz="2200" spc="-10" dirty="0">
                          <a:latin typeface="Calibri"/>
                          <a:cs typeface="Calibri"/>
                        </a:rPr>
                        <a:t>classes</a:t>
                      </a:r>
                      <a:r>
                        <a:rPr sz="2200" dirty="0">
                          <a:latin typeface="Calibri"/>
                          <a:cs typeface="Calibri"/>
                        </a:rPr>
                        <a:t>	</a:t>
                      </a:r>
                      <a:r>
                        <a:rPr sz="2200" spc="-25" dirty="0">
                          <a:latin typeface="Calibri"/>
                          <a:cs typeface="Calibri"/>
                        </a:rPr>
                        <a:t>are</a:t>
                      </a:r>
                      <a:r>
                        <a:rPr lang="en-US" sz="2200" spc="-25" dirty="0">
                          <a:latin typeface="Calibri"/>
                          <a:cs typeface="Calibri"/>
                        </a:rPr>
                        <a:t> </a:t>
                      </a:r>
                      <a:r>
                        <a:rPr sz="2200" spc="-10" dirty="0">
                          <a:latin typeface="Calibri"/>
                          <a:cs typeface="Calibri"/>
                        </a:rPr>
                        <a:t>adapted</a:t>
                      </a:r>
                      <a:r>
                        <a:rPr lang="en-US" sz="2200" spc="0" baseline="0" dirty="0">
                          <a:latin typeface="Calibri"/>
                          <a:cs typeface="Calibri"/>
                        </a:rPr>
                        <a:t> </a:t>
                      </a:r>
                      <a:r>
                        <a:rPr sz="2200" spc="-25" dirty="0">
                          <a:latin typeface="Calibri"/>
                          <a:cs typeface="Calibri"/>
                        </a:rPr>
                        <a:t>and</a:t>
                      </a:r>
                      <a:r>
                        <a:rPr lang="en-US" sz="2200" spc="-25" dirty="0">
                          <a:latin typeface="Calibri"/>
                          <a:cs typeface="Calibri"/>
                        </a:rPr>
                        <a:t> </a:t>
                      </a:r>
                      <a:r>
                        <a:rPr sz="2200" dirty="0">
                          <a:latin typeface="Calibri"/>
                          <a:cs typeface="Calibri"/>
                        </a:rPr>
                        <a:t>extended</a:t>
                      </a:r>
                      <a:r>
                        <a:rPr sz="2200" spc="-75" dirty="0">
                          <a:latin typeface="Calibri"/>
                          <a:cs typeface="Calibri"/>
                        </a:rPr>
                        <a:t> </a:t>
                      </a:r>
                      <a:r>
                        <a:rPr sz="2200" dirty="0">
                          <a:latin typeface="Calibri"/>
                          <a:cs typeface="Calibri"/>
                        </a:rPr>
                        <a:t>to</a:t>
                      </a:r>
                      <a:r>
                        <a:rPr sz="2200" spc="-90" dirty="0">
                          <a:latin typeface="Calibri"/>
                          <a:cs typeface="Calibri"/>
                        </a:rPr>
                        <a:t> </a:t>
                      </a:r>
                      <a:r>
                        <a:rPr sz="2200" dirty="0">
                          <a:latin typeface="Calibri"/>
                          <a:cs typeface="Calibri"/>
                        </a:rPr>
                        <a:t>create</a:t>
                      </a:r>
                      <a:r>
                        <a:rPr sz="2200" spc="-80" dirty="0">
                          <a:latin typeface="Calibri"/>
                          <a:cs typeface="Calibri"/>
                        </a:rPr>
                        <a:t> </a:t>
                      </a:r>
                      <a:r>
                        <a:rPr sz="2200" dirty="0">
                          <a:latin typeface="Calibri"/>
                          <a:cs typeface="Calibri"/>
                        </a:rPr>
                        <a:t>application</a:t>
                      </a:r>
                      <a:r>
                        <a:rPr sz="2200" spc="-65" dirty="0">
                          <a:latin typeface="Calibri"/>
                          <a:cs typeface="Calibri"/>
                        </a:rPr>
                        <a:t> </a:t>
                      </a:r>
                      <a:r>
                        <a:rPr sz="2200" spc="-10" dirty="0">
                          <a:latin typeface="Calibri"/>
                          <a:cs typeface="Calibri"/>
                        </a:rPr>
                        <a:t>systems.</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745998">
                <a:tc>
                  <a:txBody>
                    <a:bodyPr/>
                    <a:lstStyle/>
                    <a:p>
                      <a:pPr marL="73025" algn="just">
                        <a:lnSpc>
                          <a:spcPts val="2050"/>
                        </a:lnSpc>
                      </a:pPr>
                      <a:r>
                        <a:rPr sz="2200" b="1" i="1" dirty="0">
                          <a:solidFill>
                            <a:srgbClr val="C00000"/>
                          </a:solidFill>
                          <a:latin typeface="Calibri"/>
                          <a:cs typeface="Calibri"/>
                        </a:rPr>
                        <a:t>Legacy</a:t>
                      </a:r>
                      <a:r>
                        <a:rPr sz="2200" b="1" i="1" spc="-75" dirty="0">
                          <a:solidFill>
                            <a:srgbClr val="C00000"/>
                          </a:solidFill>
                          <a:latin typeface="Calibri"/>
                          <a:cs typeface="Calibri"/>
                        </a:rPr>
                        <a:t> </a:t>
                      </a:r>
                      <a:r>
                        <a:rPr sz="2200" b="1" i="1" spc="-10" dirty="0">
                          <a:solidFill>
                            <a:srgbClr val="C00000"/>
                          </a:solidFill>
                          <a:latin typeface="Calibri"/>
                          <a:cs typeface="Calibri"/>
                        </a:rPr>
                        <a:t>System</a:t>
                      </a:r>
                      <a:endParaRPr sz="2200">
                        <a:latin typeface="Calibri"/>
                        <a:cs typeface="Calibri"/>
                      </a:endParaRPr>
                    </a:p>
                    <a:p>
                      <a:pPr marL="73025" algn="just">
                        <a:lnSpc>
                          <a:spcPct val="100000"/>
                        </a:lnSpc>
                      </a:pPr>
                      <a:r>
                        <a:rPr sz="2200" b="1" i="1" spc="-10" dirty="0">
                          <a:solidFill>
                            <a:srgbClr val="C00000"/>
                          </a:solidFill>
                          <a:latin typeface="Calibri"/>
                          <a:cs typeface="Calibri"/>
                        </a:rPr>
                        <a:t>Wrapping</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gn="just">
                        <a:lnSpc>
                          <a:spcPts val="2050"/>
                        </a:lnSpc>
                        <a:buFont typeface="Arial MT"/>
                        <a:buChar char="•"/>
                        <a:tabLst>
                          <a:tab pos="359410" algn="l"/>
                        </a:tabLst>
                      </a:pPr>
                      <a:r>
                        <a:rPr sz="2200" dirty="0">
                          <a:latin typeface="Calibri"/>
                          <a:cs typeface="Calibri"/>
                        </a:rPr>
                        <a:t>Legacy</a:t>
                      </a:r>
                      <a:r>
                        <a:rPr sz="2200" spc="145" dirty="0">
                          <a:latin typeface="Calibri"/>
                          <a:cs typeface="Calibri"/>
                        </a:rPr>
                        <a:t> </a:t>
                      </a:r>
                      <a:r>
                        <a:rPr sz="2200" dirty="0">
                          <a:latin typeface="Calibri"/>
                          <a:cs typeface="Calibri"/>
                        </a:rPr>
                        <a:t>systems</a:t>
                      </a:r>
                      <a:r>
                        <a:rPr sz="2200" spc="160" dirty="0">
                          <a:latin typeface="Calibri"/>
                          <a:cs typeface="Calibri"/>
                        </a:rPr>
                        <a:t> </a:t>
                      </a:r>
                      <a:r>
                        <a:rPr sz="2200" dirty="0">
                          <a:latin typeface="Calibri"/>
                          <a:cs typeface="Calibri"/>
                        </a:rPr>
                        <a:t>are</a:t>
                      </a:r>
                      <a:r>
                        <a:rPr sz="2200" spc="155" dirty="0">
                          <a:latin typeface="Calibri"/>
                          <a:cs typeface="Calibri"/>
                        </a:rPr>
                        <a:t> </a:t>
                      </a:r>
                      <a:r>
                        <a:rPr sz="2200" dirty="0">
                          <a:latin typeface="Calibri"/>
                          <a:cs typeface="Calibri"/>
                        </a:rPr>
                        <a:t>‘wrapped’</a:t>
                      </a:r>
                      <a:r>
                        <a:rPr sz="2200" spc="180" dirty="0">
                          <a:latin typeface="Calibri"/>
                          <a:cs typeface="Calibri"/>
                        </a:rPr>
                        <a:t> </a:t>
                      </a:r>
                      <a:r>
                        <a:rPr sz="2200" dirty="0">
                          <a:latin typeface="Calibri"/>
                          <a:cs typeface="Calibri"/>
                        </a:rPr>
                        <a:t>by</a:t>
                      </a:r>
                      <a:r>
                        <a:rPr sz="2200" spc="150" dirty="0">
                          <a:latin typeface="Calibri"/>
                          <a:cs typeface="Calibri"/>
                        </a:rPr>
                        <a:t> </a:t>
                      </a:r>
                      <a:r>
                        <a:rPr sz="2200" b="1" i="1" dirty="0">
                          <a:solidFill>
                            <a:srgbClr val="006FC0"/>
                          </a:solidFill>
                          <a:latin typeface="Calibri"/>
                          <a:cs typeface="Calibri"/>
                        </a:rPr>
                        <a:t>defining</a:t>
                      </a:r>
                      <a:r>
                        <a:rPr sz="2200" b="1" i="1" spc="150" dirty="0">
                          <a:solidFill>
                            <a:srgbClr val="006FC0"/>
                          </a:solidFill>
                          <a:latin typeface="Calibri"/>
                          <a:cs typeface="Calibri"/>
                        </a:rPr>
                        <a:t> </a:t>
                      </a:r>
                      <a:r>
                        <a:rPr sz="2200" b="1" i="1" dirty="0">
                          <a:solidFill>
                            <a:srgbClr val="006FC0"/>
                          </a:solidFill>
                          <a:latin typeface="Calibri"/>
                          <a:cs typeface="Calibri"/>
                        </a:rPr>
                        <a:t>a</a:t>
                      </a:r>
                      <a:r>
                        <a:rPr sz="2200" b="1" i="1" spc="160" dirty="0">
                          <a:solidFill>
                            <a:srgbClr val="006FC0"/>
                          </a:solidFill>
                          <a:latin typeface="Calibri"/>
                          <a:cs typeface="Calibri"/>
                        </a:rPr>
                        <a:t> </a:t>
                      </a:r>
                      <a:r>
                        <a:rPr sz="2200" b="1" i="1" dirty="0">
                          <a:solidFill>
                            <a:srgbClr val="006FC0"/>
                          </a:solidFill>
                          <a:latin typeface="Calibri"/>
                          <a:cs typeface="Calibri"/>
                        </a:rPr>
                        <a:t>set</a:t>
                      </a:r>
                      <a:r>
                        <a:rPr sz="2200" b="1" i="1" spc="165" dirty="0">
                          <a:solidFill>
                            <a:srgbClr val="006FC0"/>
                          </a:solidFill>
                          <a:latin typeface="Calibri"/>
                          <a:cs typeface="Calibri"/>
                        </a:rPr>
                        <a:t> </a:t>
                      </a:r>
                      <a:r>
                        <a:rPr sz="2200" b="1" i="1" dirty="0">
                          <a:solidFill>
                            <a:srgbClr val="006FC0"/>
                          </a:solidFill>
                          <a:latin typeface="Calibri"/>
                          <a:cs typeface="Calibri"/>
                        </a:rPr>
                        <a:t>of</a:t>
                      </a:r>
                      <a:r>
                        <a:rPr sz="2200" b="1" i="1" spc="155" dirty="0">
                          <a:solidFill>
                            <a:srgbClr val="006FC0"/>
                          </a:solidFill>
                          <a:latin typeface="Calibri"/>
                          <a:cs typeface="Calibri"/>
                        </a:rPr>
                        <a:t> </a:t>
                      </a:r>
                      <a:r>
                        <a:rPr sz="2200" b="1" i="1" dirty="0">
                          <a:solidFill>
                            <a:srgbClr val="006FC0"/>
                          </a:solidFill>
                          <a:latin typeface="Calibri"/>
                          <a:cs typeface="Calibri"/>
                        </a:rPr>
                        <a:t>interfaces</a:t>
                      </a:r>
                      <a:r>
                        <a:rPr sz="2200" b="1" i="1" spc="155" dirty="0">
                          <a:solidFill>
                            <a:srgbClr val="006FC0"/>
                          </a:solidFill>
                          <a:latin typeface="Calibri"/>
                          <a:cs typeface="Calibri"/>
                        </a:rPr>
                        <a:t> </a:t>
                      </a:r>
                      <a:r>
                        <a:rPr sz="2200" spc="-25" dirty="0">
                          <a:latin typeface="Calibri"/>
                          <a:cs typeface="Calibri"/>
                        </a:rPr>
                        <a:t>and</a:t>
                      </a:r>
                      <a:endParaRPr sz="2200">
                        <a:latin typeface="Calibri"/>
                        <a:cs typeface="Calibri"/>
                      </a:endParaRPr>
                    </a:p>
                    <a:p>
                      <a:pPr marL="359410" algn="just">
                        <a:lnSpc>
                          <a:spcPct val="100000"/>
                        </a:lnSpc>
                      </a:pPr>
                      <a:r>
                        <a:rPr sz="2200" spc="-10" dirty="0">
                          <a:latin typeface="Calibri"/>
                          <a:cs typeface="Calibri"/>
                        </a:rPr>
                        <a:t>providing</a:t>
                      </a:r>
                      <a:r>
                        <a:rPr sz="2200" spc="-35" dirty="0">
                          <a:latin typeface="Calibri"/>
                          <a:cs typeface="Calibri"/>
                        </a:rPr>
                        <a:t> </a:t>
                      </a:r>
                      <a:r>
                        <a:rPr sz="2200" dirty="0">
                          <a:latin typeface="Calibri"/>
                          <a:cs typeface="Calibri"/>
                        </a:rPr>
                        <a:t>access</a:t>
                      </a:r>
                      <a:r>
                        <a:rPr sz="2200" spc="-35" dirty="0">
                          <a:latin typeface="Calibri"/>
                          <a:cs typeface="Calibri"/>
                        </a:rPr>
                        <a:t> </a:t>
                      </a:r>
                      <a:r>
                        <a:rPr sz="2200" dirty="0">
                          <a:latin typeface="Calibri"/>
                          <a:cs typeface="Calibri"/>
                        </a:rPr>
                        <a:t>to</a:t>
                      </a:r>
                      <a:r>
                        <a:rPr sz="2200" spc="-45" dirty="0">
                          <a:latin typeface="Calibri"/>
                          <a:cs typeface="Calibri"/>
                        </a:rPr>
                        <a:t> </a:t>
                      </a:r>
                      <a:r>
                        <a:rPr sz="2200" dirty="0">
                          <a:latin typeface="Calibri"/>
                          <a:cs typeface="Calibri"/>
                        </a:rPr>
                        <a:t>these</a:t>
                      </a:r>
                      <a:r>
                        <a:rPr sz="2200" spc="-40" dirty="0">
                          <a:latin typeface="Calibri"/>
                          <a:cs typeface="Calibri"/>
                        </a:rPr>
                        <a:t> </a:t>
                      </a:r>
                      <a:r>
                        <a:rPr sz="2200" dirty="0">
                          <a:latin typeface="Calibri"/>
                          <a:cs typeface="Calibri"/>
                        </a:rPr>
                        <a:t>legacy</a:t>
                      </a:r>
                      <a:r>
                        <a:rPr sz="2200" spc="-35" dirty="0">
                          <a:latin typeface="Calibri"/>
                          <a:cs typeface="Calibri"/>
                        </a:rPr>
                        <a:t> </a:t>
                      </a:r>
                      <a:r>
                        <a:rPr sz="2200" spc="-10" dirty="0">
                          <a:latin typeface="Calibri"/>
                          <a:cs typeface="Calibri"/>
                        </a:rPr>
                        <a:t>systems</a:t>
                      </a:r>
                      <a:r>
                        <a:rPr sz="2200" spc="-45" dirty="0">
                          <a:latin typeface="Calibri"/>
                          <a:cs typeface="Calibri"/>
                        </a:rPr>
                        <a:t> </a:t>
                      </a:r>
                      <a:r>
                        <a:rPr sz="2200" dirty="0">
                          <a:latin typeface="Calibri"/>
                          <a:cs typeface="Calibri"/>
                        </a:rPr>
                        <a:t>through</a:t>
                      </a:r>
                      <a:r>
                        <a:rPr sz="2200" spc="-45" dirty="0">
                          <a:latin typeface="Calibri"/>
                          <a:cs typeface="Calibri"/>
                        </a:rPr>
                        <a:t> </a:t>
                      </a:r>
                      <a:r>
                        <a:rPr sz="2200" dirty="0">
                          <a:latin typeface="Calibri"/>
                          <a:cs typeface="Calibri"/>
                        </a:rPr>
                        <a:t>these</a:t>
                      </a:r>
                      <a:r>
                        <a:rPr sz="2200" spc="-35" dirty="0">
                          <a:latin typeface="Calibri"/>
                          <a:cs typeface="Calibri"/>
                        </a:rPr>
                        <a:t> </a:t>
                      </a:r>
                      <a:r>
                        <a:rPr sz="2200" spc="-10" dirty="0">
                          <a:latin typeface="Calibri"/>
                          <a:cs typeface="Calibri"/>
                        </a:rPr>
                        <a:t>interfaces.</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745998">
                <a:tc>
                  <a:txBody>
                    <a:bodyPr/>
                    <a:lstStyle/>
                    <a:p>
                      <a:pPr marL="73025" algn="just">
                        <a:lnSpc>
                          <a:spcPts val="2050"/>
                        </a:lnSpc>
                      </a:pPr>
                      <a:r>
                        <a:rPr sz="2200" b="1" i="1" spc="-10" dirty="0">
                          <a:solidFill>
                            <a:srgbClr val="C00000"/>
                          </a:solidFill>
                          <a:latin typeface="Calibri"/>
                          <a:cs typeface="Calibri"/>
                        </a:rPr>
                        <a:t>Service-Oriented</a:t>
                      </a:r>
                      <a:endParaRPr sz="2200">
                        <a:latin typeface="Calibri"/>
                        <a:cs typeface="Calibri"/>
                      </a:endParaRPr>
                    </a:p>
                    <a:p>
                      <a:pPr marL="73025" algn="just">
                        <a:lnSpc>
                          <a:spcPct val="100000"/>
                        </a:lnSpc>
                      </a:pPr>
                      <a:r>
                        <a:rPr sz="2200" b="1" i="1" spc="-10" dirty="0">
                          <a:solidFill>
                            <a:srgbClr val="C00000"/>
                          </a:solidFill>
                          <a:latin typeface="Calibri"/>
                          <a:cs typeface="Calibri"/>
                        </a:rPr>
                        <a:t>Systems</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gn="just">
                        <a:lnSpc>
                          <a:spcPts val="2050"/>
                        </a:lnSpc>
                        <a:buFont typeface="Arial MT"/>
                        <a:buChar char="•"/>
                        <a:tabLst>
                          <a:tab pos="359410" algn="l"/>
                        </a:tabLst>
                      </a:pPr>
                      <a:r>
                        <a:rPr sz="2200" dirty="0">
                          <a:latin typeface="Calibri"/>
                          <a:cs typeface="Calibri"/>
                        </a:rPr>
                        <a:t>Systems</a:t>
                      </a:r>
                      <a:r>
                        <a:rPr sz="2200" spc="195" dirty="0">
                          <a:latin typeface="Calibri"/>
                          <a:cs typeface="Calibri"/>
                        </a:rPr>
                        <a:t> </a:t>
                      </a:r>
                      <a:r>
                        <a:rPr sz="2200" dirty="0">
                          <a:latin typeface="Calibri"/>
                          <a:cs typeface="Calibri"/>
                        </a:rPr>
                        <a:t>are</a:t>
                      </a:r>
                      <a:r>
                        <a:rPr sz="2200" spc="195" dirty="0">
                          <a:latin typeface="Calibri"/>
                          <a:cs typeface="Calibri"/>
                        </a:rPr>
                        <a:t> </a:t>
                      </a:r>
                      <a:r>
                        <a:rPr sz="2200" dirty="0">
                          <a:latin typeface="Calibri"/>
                          <a:cs typeface="Calibri"/>
                        </a:rPr>
                        <a:t>developed</a:t>
                      </a:r>
                      <a:r>
                        <a:rPr sz="2200" spc="204" dirty="0">
                          <a:latin typeface="Calibri"/>
                          <a:cs typeface="Calibri"/>
                        </a:rPr>
                        <a:t> </a:t>
                      </a:r>
                      <a:r>
                        <a:rPr sz="2200" dirty="0">
                          <a:latin typeface="Calibri"/>
                          <a:cs typeface="Calibri"/>
                        </a:rPr>
                        <a:t>by</a:t>
                      </a:r>
                      <a:r>
                        <a:rPr sz="2200" spc="190" dirty="0">
                          <a:latin typeface="Calibri"/>
                          <a:cs typeface="Calibri"/>
                        </a:rPr>
                        <a:t> </a:t>
                      </a:r>
                      <a:r>
                        <a:rPr sz="2200" b="1" i="1" dirty="0">
                          <a:solidFill>
                            <a:srgbClr val="006FC0"/>
                          </a:solidFill>
                          <a:latin typeface="Calibri"/>
                          <a:cs typeface="Calibri"/>
                        </a:rPr>
                        <a:t>linking</a:t>
                      </a:r>
                      <a:r>
                        <a:rPr sz="2200" b="1" i="1" spc="195" dirty="0">
                          <a:solidFill>
                            <a:srgbClr val="006FC0"/>
                          </a:solidFill>
                          <a:latin typeface="Calibri"/>
                          <a:cs typeface="Calibri"/>
                        </a:rPr>
                        <a:t> </a:t>
                      </a:r>
                      <a:r>
                        <a:rPr sz="2200" b="1" i="1" dirty="0">
                          <a:solidFill>
                            <a:srgbClr val="006FC0"/>
                          </a:solidFill>
                          <a:latin typeface="Calibri"/>
                          <a:cs typeface="Calibri"/>
                        </a:rPr>
                        <a:t>shared</a:t>
                      </a:r>
                      <a:r>
                        <a:rPr sz="2200" b="1" i="1" spc="200" dirty="0">
                          <a:solidFill>
                            <a:srgbClr val="006FC0"/>
                          </a:solidFill>
                          <a:latin typeface="Calibri"/>
                          <a:cs typeface="Calibri"/>
                        </a:rPr>
                        <a:t> </a:t>
                      </a:r>
                      <a:r>
                        <a:rPr sz="2200" b="1" i="1" dirty="0">
                          <a:solidFill>
                            <a:srgbClr val="006FC0"/>
                          </a:solidFill>
                          <a:latin typeface="Calibri"/>
                          <a:cs typeface="Calibri"/>
                        </a:rPr>
                        <a:t>services</a:t>
                      </a:r>
                      <a:r>
                        <a:rPr sz="2200" dirty="0">
                          <a:latin typeface="Calibri"/>
                          <a:cs typeface="Calibri"/>
                        </a:rPr>
                        <a:t>,</a:t>
                      </a:r>
                      <a:r>
                        <a:rPr sz="2200" spc="200" dirty="0">
                          <a:latin typeface="Calibri"/>
                          <a:cs typeface="Calibri"/>
                        </a:rPr>
                        <a:t> </a:t>
                      </a:r>
                      <a:r>
                        <a:rPr sz="2200" dirty="0">
                          <a:latin typeface="Calibri"/>
                          <a:cs typeface="Calibri"/>
                        </a:rPr>
                        <a:t>which</a:t>
                      </a:r>
                      <a:r>
                        <a:rPr sz="2200" spc="204" dirty="0">
                          <a:latin typeface="Calibri"/>
                          <a:cs typeface="Calibri"/>
                        </a:rPr>
                        <a:t> </a:t>
                      </a:r>
                      <a:r>
                        <a:rPr sz="2200" dirty="0">
                          <a:latin typeface="Calibri"/>
                          <a:cs typeface="Calibri"/>
                        </a:rPr>
                        <a:t>may</a:t>
                      </a:r>
                      <a:r>
                        <a:rPr sz="2200" spc="200" dirty="0">
                          <a:latin typeface="Calibri"/>
                          <a:cs typeface="Calibri"/>
                        </a:rPr>
                        <a:t> </a:t>
                      </a:r>
                      <a:r>
                        <a:rPr sz="2200" spc="-25" dirty="0">
                          <a:latin typeface="Calibri"/>
                          <a:cs typeface="Calibri"/>
                        </a:rPr>
                        <a:t>be</a:t>
                      </a:r>
                      <a:r>
                        <a:rPr lang="en-US" sz="2200" spc="-25" dirty="0">
                          <a:latin typeface="Calibri"/>
                          <a:cs typeface="Calibri"/>
                        </a:rPr>
                        <a:t> </a:t>
                      </a:r>
                      <a:r>
                        <a:rPr sz="2200" dirty="0">
                          <a:latin typeface="Calibri"/>
                          <a:cs typeface="Calibri"/>
                        </a:rPr>
                        <a:t>externally</a:t>
                      </a:r>
                      <a:r>
                        <a:rPr sz="2200" spc="-105" dirty="0">
                          <a:latin typeface="Calibri"/>
                          <a:cs typeface="Calibri"/>
                        </a:rPr>
                        <a:t> </a:t>
                      </a:r>
                      <a:r>
                        <a:rPr sz="2200" spc="-10" dirty="0">
                          <a:latin typeface="Calibri"/>
                          <a:cs typeface="Calibri"/>
                        </a:rPr>
                        <a:t>provided.</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745998">
                <a:tc>
                  <a:txBody>
                    <a:bodyPr/>
                    <a:lstStyle/>
                    <a:p>
                      <a:pPr marL="73025" algn="just">
                        <a:lnSpc>
                          <a:spcPts val="2050"/>
                        </a:lnSpc>
                      </a:pPr>
                      <a:r>
                        <a:rPr sz="2200" b="1" i="1" dirty="0">
                          <a:solidFill>
                            <a:srgbClr val="C00000"/>
                          </a:solidFill>
                          <a:latin typeface="Calibri"/>
                          <a:cs typeface="Calibri"/>
                        </a:rPr>
                        <a:t>Software</a:t>
                      </a:r>
                      <a:r>
                        <a:rPr sz="2200" b="1" i="1" spc="-90" dirty="0">
                          <a:solidFill>
                            <a:srgbClr val="C00000"/>
                          </a:solidFill>
                          <a:latin typeface="Calibri"/>
                          <a:cs typeface="Calibri"/>
                        </a:rPr>
                        <a:t> </a:t>
                      </a:r>
                      <a:r>
                        <a:rPr sz="2200" b="1" i="1" spc="-10" dirty="0">
                          <a:solidFill>
                            <a:srgbClr val="C00000"/>
                          </a:solidFill>
                          <a:latin typeface="Calibri"/>
                          <a:cs typeface="Calibri"/>
                        </a:rPr>
                        <a:t>Product</a:t>
                      </a:r>
                      <a:endParaRPr sz="2200">
                        <a:latin typeface="Calibri"/>
                        <a:cs typeface="Calibri"/>
                      </a:endParaRPr>
                    </a:p>
                    <a:p>
                      <a:pPr marL="73025" algn="just">
                        <a:lnSpc>
                          <a:spcPct val="100000"/>
                        </a:lnSpc>
                      </a:pPr>
                      <a:r>
                        <a:rPr sz="2200" b="1" i="1" spc="-10" dirty="0">
                          <a:solidFill>
                            <a:srgbClr val="C00000"/>
                          </a:solidFill>
                          <a:latin typeface="Calibri"/>
                          <a:cs typeface="Calibri"/>
                        </a:rPr>
                        <a:t>Lines</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59410" indent="-286385" algn="just">
                        <a:lnSpc>
                          <a:spcPts val="2050"/>
                        </a:lnSpc>
                        <a:buFont typeface="Arial MT"/>
                        <a:buChar char="•"/>
                        <a:tabLst>
                          <a:tab pos="359410" algn="l"/>
                        </a:tabLst>
                      </a:pPr>
                      <a:r>
                        <a:rPr sz="2200" dirty="0">
                          <a:latin typeface="Calibri"/>
                          <a:cs typeface="Calibri"/>
                        </a:rPr>
                        <a:t>An</a:t>
                      </a:r>
                      <a:r>
                        <a:rPr sz="2200" spc="80" dirty="0">
                          <a:latin typeface="Calibri"/>
                          <a:cs typeface="Calibri"/>
                        </a:rPr>
                        <a:t> </a:t>
                      </a:r>
                      <a:r>
                        <a:rPr sz="2200" dirty="0">
                          <a:latin typeface="Calibri"/>
                          <a:cs typeface="Calibri"/>
                        </a:rPr>
                        <a:t>application</a:t>
                      </a:r>
                      <a:r>
                        <a:rPr sz="2200" spc="95" dirty="0">
                          <a:latin typeface="Calibri"/>
                          <a:cs typeface="Calibri"/>
                        </a:rPr>
                        <a:t> </a:t>
                      </a:r>
                      <a:r>
                        <a:rPr sz="2200" dirty="0">
                          <a:latin typeface="Calibri"/>
                          <a:cs typeface="Calibri"/>
                        </a:rPr>
                        <a:t>type</a:t>
                      </a:r>
                      <a:r>
                        <a:rPr sz="2200" spc="85" dirty="0">
                          <a:latin typeface="Calibri"/>
                          <a:cs typeface="Calibri"/>
                        </a:rPr>
                        <a:t> </a:t>
                      </a:r>
                      <a:r>
                        <a:rPr sz="2200" dirty="0">
                          <a:latin typeface="Calibri"/>
                          <a:cs typeface="Calibri"/>
                        </a:rPr>
                        <a:t>is</a:t>
                      </a:r>
                      <a:r>
                        <a:rPr sz="2200" spc="85" dirty="0">
                          <a:latin typeface="Calibri"/>
                          <a:cs typeface="Calibri"/>
                        </a:rPr>
                        <a:t> </a:t>
                      </a:r>
                      <a:r>
                        <a:rPr sz="2200" b="1" i="1" dirty="0">
                          <a:solidFill>
                            <a:srgbClr val="006FC0"/>
                          </a:solidFill>
                          <a:latin typeface="Calibri"/>
                          <a:cs typeface="Calibri"/>
                        </a:rPr>
                        <a:t>generalized</a:t>
                      </a:r>
                      <a:r>
                        <a:rPr sz="2200" b="1" i="1" spc="85" dirty="0">
                          <a:solidFill>
                            <a:srgbClr val="006FC0"/>
                          </a:solidFill>
                          <a:latin typeface="Calibri"/>
                          <a:cs typeface="Calibri"/>
                        </a:rPr>
                        <a:t> </a:t>
                      </a:r>
                      <a:r>
                        <a:rPr sz="2200" b="1" i="1" dirty="0">
                          <a:solidFill>
                            <a:srgbClr val="006FC0"/>
                          </a:solidFill>
                          <a:latin typeface="Calibri"/>
                          <a:cs typeface="Calibri"/>
                        </a:rPr>
                        <a:t>around</a:t>
                      </a:r>
                      <a:r>
                        <a:rPr sz="2200" b="1" i="1" spc="80" dirty="0">
                          <a:solidFill>
                            <a:srgbClr val="006FC0"/>
                          </a:solidFill>
                          <a:latin typeface="Calibri"/>
                          <a:cs typeface="Calibri"/>
                        </a:rPr>
                        <a:t> </a:t>
                      </a:r>
                      <a:r>
                        <a:rPr sz="2200" b="1" i="1" dirty="0">
                          <a:solidFill>
                            <a:srgbClr val="006FC0"/>
                          </a:solidFill>
                          <a:latin typeface="Calibri"/>
                          <a:cs typeface="Calibri"/>
                        </a:rPr>
                        <a:t>a</a:t>
                      </a:r>
                      <a:r>
                        <a:rPr sz="2200" b="1" i="1" spc="80" dirty="0">
                          <a:solidFill>
                            <a:srgbClr val="006FC0"/>
                          </a:solidFill>
                          <a:latin typeface="Calibri"/>
                          <a:cs typeface="Calibri"/>
                        </a:rPr>
                        <a:t> </a:t>
                      </a:r>
                      <a:r>
                        <a:rPr sz="2200" b="1" i="1" dirty="0">
                          <a:solidFill>
                            <a:srgbClr val="006FC0"/>
                          </a:solidFill>
                          <a:latin typeface="Calibri"/>
                          <a:cs typeface="Calibri"/>
                        </a:rPr>
                        <a:t>common</a:t>
                      </a:r>
                      <a:r>
                        <a:rPr sz="2200" b="1" i="1" spc="75" dirty="0">
                          <a:solidFill>
                            <a:srgbClr val="006FC0"/>
                          </a:solidFill>
                          <a:latin typeface="Calibri"/>
                          <a:cs typeface="Calibri"/>
                        </a:rPr>
                        <a:t> </a:t>
                      </a:r>
                      <a:r>
                        <a:rPr sz="2200" b="1" i="1" spc="-10" dirty="0">
                          <a:solidFill>
                            <a:srgbClr val="006FC0"/>
                          </a:solidFill>
                          <a:latin typeface="Calibri"/>
                          <a:cs typeface="Calibri"/>
                        </a:rPr>
                        <a:t>architecture</a:t>
                      </a:r>
                      <a:endParaRPr sz="2200" dirty="0">
                        <a:latin typeface="Calibri"/>
                        <a:cs typeface="Calibri"/>
                      </a:endParaRPr>
                    </a:p>
                    <a:p>
                      <a:pPr marL="359410" algn="just">
                        <a:lnSpc>
                          <a:spcPct val="100000"/>
                        </a:lnSpc>
                      </a:pPr>
                      <a:r>
                        <a:rPr sz="2200" dirty="0">
                          <a:latin typeface="Calibri"/>
                          <a:cs typeface="Calibri"/>
                        </a:rPr>
                        <a:t>so</a:t>
                      </a:r>
                      <a:r>
                        <a:rPr sz="2200" spc="-45" dirty="0">
                          <a:latin typeface="Calibri"/>
                          <a:cs typeface="Calibri"/>
                        </a:rPr>
                        <a:t> </a:t>
                      </a:r>
                      <a:r>
                        <a:rPr sz="2200" dirty="0">
                          <a:latin typeface="Calibri"/>
                          <a:cs typeface="Calibri"/>
                        </a:rPr>
                        <a:t>that</a:t>
                      </a:r>
                      <a:r>
                        <a:rPr sz="2200" spc="-45" dirty="0">
                          <a:latin typeface="Calibri"/>
                          <a:cs typeface="Calibri"/>
                        </a:rPr>
                        <a:t> </a:t>
                      </a:r>
                      <a:r>
                        <a:rPr sz="2200" dirty="0">
                          <a:latin typeface="Calibri"/>
                          <a:cs typeface="Calibri"/>
                        </a:rPr>
                        <a:t>it</a:t>
                      </a:r>
                      <a:r>
                        <a:rPr sz="2200" spc="-30" dirty="0">
                          <a:latin typeface="Calibri"/>
                          <a:cs typeface="Calibri"/>
                        </a:rPr>
                        <a:t> </a:t>
                      </a:r>
                      <a:r>
                        <a:rPr sz="2200" dirty="0">
                          <a:latin typeface="Calibri"/>
                          <a:cs typeface="Calibri"/>
                        </a:rPr>
                        <a:t>can</a:t>
                      </a:r>
                      <a:r>
                        <a:rPr sz="2200" spc="-35" dirty="0">
                          <a:latin typeface="Calibri"/>
                          <a:cs typeface="Calibri"/>
                        </a:rPr>
                        <a:t> </a:t>
                      </a:r>
                      <a:r>
                        <a:rPr sz="2200" dirty="0">
                          <a:latin typeface="Calibri"/>
                          <a:cs typeface="Calibri"/>
                        </a:rPr>
                        <a:t>be</a:t>
                      </a:r>
                      <a:r>
                        <a:rPr sz="2200" spc="-30" dirty="0">
                          <a:latin typeface="Calibri"/>
                          <a:cs typeface="Calibri"/>
                        </a:rPr>
                        <a:t> </a:t>
                      </a:r>
                      <a:r>
                        <a:rPr sz="2200" dirty="0">
                          <a:latin typeface="Calibri"/>
                          <a:cs typeface="Calibri"/>
                        </a:rPr>
                        <a:t>adapted</a:t>
                      </a:r>
                      <a:r>
                        <a:rPr sz="2200" spc="-25" dirty="0">
                          <a:latin typeface="Calibri"/>
                          <a:cs typeface="Calibri"/>
                        </a:rPr>
                        <a:t> </a:t>
                      </a:r>
                      <a:r>
                        <a:rPr sz="2200" dirty="0">
                          <a:latin typeface="Calibri"/>
                          <a:cs typeface="Calibri"/>
                        </a:rPr>
                        <a:t>for</a:t>
                      </a:r>
                      <a:r>
                        <a:rPr sz="2200" spc="-35" dirty="0">
                          <a:latin typeface="Calibri"/>
                          <a:cs typeface="Calibri"/>
                        </a:rPr>
                        <a:t> </a:t>
                      </a:r>
                      <a:r>
                        <a:rPr sz="2200" spc="-10" dirty="0">
                          <a:latin typeface="Calibri"/>
                          <a:cs typeface="Calibri"/>
                        </a:rPr>
                        <a:t>different</a:t>
                      </a:r>
                      <a:r>
                        <a:rPr sz="2200" spc="-45" dirty="0">
                          <a:latin typeface="Calibri"/>
                          <a:cs typeface="Calibri"/>
                        </a:rPr>
                        <a:t> </a:t>
                      </a:r>
                      <a:r>
                        <a:rPr sz="2200" spc="-10" dirty="0">
                          <a:latin typeface="Calibri"/>
                          <a:cs typeface="Calibri"/>
                        </a:rPr>
                        <a:t>customers.</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3118494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1764646620"/>
              </p:ext>
            </p:extLst>
          </p:nvPr>
        </p:nvGraphicFramePr>
        <p:xfrm>
          <a:off x="903807" y="224180"/>
          <a:ext cx="11021099" cy="6197280"/>
        </p:xfrm>
        <a:graphic>
          <a:graphicData uri="http://schemas.openxmlformats.org/drawingml/2006/table">
            <a:tbl>
              <a:tblPr firstRow="1" bandRow="1">
                <a:tableStyleId>{2D5ABB26-0587-4C30-8999-92F81FD0307C}</a:tableStyleId>
              </a:tblPr>
              <a:tblGrid>
                <a:gridCol w="3097024">
                  <a:extLst>
                    <a:ext uri="{9D8B030D-6E8A-4147-A177-3AD203B41FA5}">
                      <a16:colId xmlns:a16="http://schemas.microsoft.com/office/drawing/2014/main" val="20000"/>
                    </a:ext>
                  </a:extLst>
                </a:gridCol>
                <a:gridCol w="7924075">
                  <a:extLst>
                    <a:ext uri="{9D8B030D-6E8A-4147-A177-3AD203B41FA5}">
                      <a16:colId xmlns:a16="http://schemas.microsoft.com/office/drawing/2014/main" val="20001"/>
                    </a:ext>
                  </a:extLst>
                </a:gridCol>
              </a:tblGrid>
              <a:tr h="504444">
                <a:tc>
                  <a:txBody>
                    <a:bodyPr/>
                    <a:lstStyle/>
                    <a:p>
                      <a:pPr marL="765175" algn="just">
                        <a:lnSpc>
                          <a:spcPct val="100000"/>
                        </a:lnSpc>
                        <a:spcBef>
                          <a:spcPts val="455"/>
                        </a:spcBef>
                      </a:pPr>
                      <a:r>
                        <a:rPr sz="2200" b="1" spc="-10" dirty="0">
                          <a:solidFill>
                            <a:srgbClr val="FFFFFF"/>
                          </a:solidFill>
                          <a:latin typeface="Calibri"/>
                          <a:cs typeface="Calibri"/>
                        </a:rPr>
                        <a:t>Approach</a:t>
                      </a:r>
                      <a:endParaRPr sz="2200" dirty="0">
                        <a:latin typeface="Calibri"/>
                        <a:cs typeface="Calibri"/>
                      </a:endParaRPr>
                    </a:p>
                  </a:txBody>
                  <a:tcPr marL="0" marR="0" marT="6934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BBA58"/>
                    </a:solidFill>
                  </a:tcPr>
                </a:tc>
                <a:tc>
                  <a:txBody>
                    <a:bodyPr/>
                    <a:lstStyle/>
                    <a:p>
                      <a:pPr marL="2540" algn="just">
                        <a:lnSpc>
                          <a:spcPct val="100000"/>
                        </a:lnSpc>
                        <a:spcBef>
                          <a:spcPts val="455"/>
                        </a:spcBef>
                      </a:pPr>
                      <a:r>
                        <a:rPr sz="2200" b="1" spc="-10" dirty="0">
                          <a:solidFill>
                            <a:srgbClr val="FFFFFF"/>
                          </a:solidFill>
                          <a:latin typeface="Calibri"/>
                          <a:cs typeface="Calibri"/>
                        </a:rPr>
                        <a:t>Description</a:t>
                      </a:r>
                      <a:endParaRPr sz="2200">
                        <a:latin typeface="Calibri"/>
                        <a:cs typeface="Calibri"/>
                      </a:endParaRPr>
                    </a:p>
                  </a:txBody>
                  <a:tcPr marL="0" marR="0" marT="6934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BBA58"/>
                    </a:solidFill>
                  </a:tcPr>
                </a:tc>
                <a:extLst>
                  <a:ext uri="{0D108BD9-81ED-4DB2-BD59-A6C34878D82A}">
                    <a16:rowId xmlns:a16="http://schemas.microsoft.com/office/drawing/2014/main" val="10000"/>
                  </a:ext>
                </a:extLst>
              </a:tr>
              <a:tr h="745236">
                <a:tc>
                  <a:txBody>
                    <a:bodyPr/>
                    <a:lstStyle/>
                    <a:p>
                      <a:pPr marL="73025" algn="just">
                        <a:lnSpc>
                          <a:spcPts val="2045"/>
                        </a:lnSpc>
                      </a:pPr>
                      <a:r>
                        <a:rPr sz="2200" b="1" i="1" dirty="0">
                          <a:solidFill>
                            <a:srgbClr val="C00000"/>
                          </a:solidFill>
                          <a:latin typeface="Calibri"/>
                          <a:cs typeface="Calibri"/>
                        </a:rPr>
                        <a:t>COTS</a:t>
                      </a:r>
                      <a:r>
                        <a:rPr sz="2200" b="1" i="1" spc="-75" dirty="0">
                          <a:solidFill>
                            <a:srgbClr val="C00000"/>
                          </a:solidFill>
                          <a:latin typeface="Calibri"/>
                          <a:cs typeface="Calibri"/>
                        </a:rPr>
                        <a:t> </a:t>
                      </a:r>
                      <a:r>
                        <a:rPr sz="2200" b="1" i="1" dirty="0">
                          <a:solidFill>
                            <a:srgbClr val="C00000"/>
                          </a:solidFill>
                          <a:latin typeface="Calibri"/>
                          <a:cs typeface="Calibri"/>
                        </a:rPr>
                        <a:t>Product</a:t>
                      </a:r>
                      <a:r>
                        <a:rPr sz="2200" b="1" i="1" spc="-55" dirty="0">
                          <a:solidFill>
                            <a:srgbClr val="C00000"/>
                          </a:solidFill>
                          <a:latin typeface="Calibri"/>
                          <a:cs typeface="Calibri"/>
                        </a:rPr>
                        <a:t> </a:t>
                      </a:r>
                      <a:r>
                        <a:rPr sz="2200" b="1" i="1" spc="-20" dirty="0">
                          <a:solidFill>
                            <a:srgbClr val="C00000"/>
                          </a:solidFill>
                          <a:latin typeface="Calibri"/>
                          <a:cs typeface="Calibri"/>
                        </a:rPr>
                        <a:t>Reuse</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60045" indent="-287020" algn="just">
                        <a:lnSpc>
                          <a:spcPts val="2045"/>
                        </a:lnSpc>
                        <a:buFont typeface="Arial MT"/>
                        <a:buChar char="•"/>
                        <a:tabLst>
                          <a:tab pos="360045" algn="l"/>
                          <a:tab pos="1287780" algn="l"/>
                          <a:tab pos="1766570" algn="l"/>
                          <a:tab pos="2924810" algn="l"/>
                          <a:tab pos="3325495" algn="l"/>
                          <a:tab pos="4586605" algn="l"/>
                          <a:tab pos="5127625" algn="l"/>
                        </a:tabLst>
                      </a:pPr>
                      <a:r>
                        <a:rPr sz="2200" spc="-10" dirty="0">
                          <a:latin typeface="Calibri"/>
                          <a:cs typeface="Calibri"/>
                        </a:rPr>
                        <a:t>Systems</a:t>
                      </a:r>
                      <a:r>
                        <a:rPr sz="2200" dirty="0">
                          <a:latin typeface="Calibri"/>
                          <a:cs typeface="Calibri"/>
                        </a:rPr>
                        <a:t>	</a:t>
                      </a:r>
                      <a:r>
                        <a:rPr lang="en-US" sz="2200" dirty="0">
                          <a:latin typeface="Calibri"/>
                          <a:cs typeface="Calibri"/>
                        </a:rPr>
                        <a:t> </a:t>
                      </a:r>
                      <a:r>
                        <a:rPr sz="2200" spc="-25" dirty="0">
                          <a:latin typeface="Calibri"/>
                          <a:cs typeface="Calibri"/>
                        </a:rPr>
                        <a:t>are</a:t>
                      </a:r>
                      <a:r>
                        <a:rPr sz="2200" dirty="0">
                          <a:latin typeface="Calibri"/>
                          <a:cs typeface="Calibri"/>
                        </a:rPr>
                        <a:t>	</a:t>
                      </a:r>
                      <a:r>
                        <a:rPr sz="2200" spc="-10" dirty="0">
                          <a:latin typeface="Calibri"/>
                          <a:cs typeface="Calibri"/>
                        </a:rPr>
                        <a:t>developed</a:t>
                      </a:r>
                      <a:r>
                        <a:rPr lang="en-US" sz="2200" spc="0" baseline="0" dirty="0">
                          <a:latin typeface="Calibri"/>
                          <a:cs typeface="Calibri"/>
                        </a:rPr>
                        <a:t> </a:t>
                      </a:r>
                      <a:r>
                        <a:rPr sz="2200" spc="-25" dirty="0">
                          <a:latin typeface="Calibri"/>
                          <a:cs typeface="Calibri"/>
                        </a:rPr>
                        <a:t>by</a:t>
                      </a:r>
                      <a:r>
                        <a:rPr sz="2200" dirty="0">
                          <a:latin typeface="Calibri"/>
                          <a:cs typeface="Calibri"/>
                        </a:rPr>
                        <a:t>	</a:t>
                      </a:r>
                      <a:r>
                        <a:rPr sz="2200" b="1" i="1" spc="-10" dirty="0">
                          <a:solidFill>
                            <a:srgbClr val="006FC0"/>
                          </a:solidFill>
                          <a:latin typeface="Calibri"/>
                          <a:cs typeface="Calibri"/>
                        </a:rPr>
                        <a:t>configuring</a:t>
                      </a:r>
                      <a:r>
                        <a:rPr lang="en-US" sz="2200" b="1" i="1" spc="0" baseline="0" dirty="0">
                          <a:solidFill>
                            <a:srgbClr val="006FC0"/>
                          </a:solidFill>
                          <a:latin typeface="Calibri"/>
                          <a:cs typeface="Calibri"/>
                        </a:rPr>
                        <a:t> </a:t>
                      </a:r>
                      <a:r>
                        <a:rPr sz="2200" b="1" i="1" spc="-25" dirty="0">
                          <a:solidFill>
                            <a:srgbClr val="006FC0"/>
                          </a:solidFill>
                          <a:latin typeface="Calibri"/>
                          <a:cs typeface="Calibri"/>
                        </a:rPr>
                        <a:t>and</a:t>
                      </a:r>
                      <a:r>
                        <a:rPr lang="en-US" sz="2200" b="1" i="1" spc="0" baseline="0" dirty="0">
                          <a:solidFill>
                            <a:srgbClr val="006FC0"/>
                          </a:solidFill>
                          <a:latin typeface="Calibri"/>
                          <a:cs typeface="Calibri"/>
                        </a:rPr>
                        <a:t> </a:t>
                      </a:r>
                      <a:r>
                        <a:rPr sz="2200" b="1" i="1" spc="-10" dirty="0">
                          <a:solidFill>
                            <a:srgbClr val="006FC0"/>
                          </a:solidFill>
                          <a:latin typeface="Calibri"/>
                          <a:cs typeface="Calibri"/>
                        </a:rPr>
                        <a:t>integrating</a:t>
                      </a:r>
                      <a:endParaRPr sz="2200" dirty="0">
                        <a:latin typeface="Calibri"/>
                        <a:cs typeface="Calibri"/>
                      </a:endParaRPr>
                    </a:p>
                    <a:p>
                      <a:pPr marL="360045" algn="just">
                        <a:lnSpc>
                          <a:spcPct val="100000"/>
                        </a:lnSpc>
                      </a:pPr>
                      <a:r>
                        <a:rPr sz="2200" b="1" i="1" dirty="0">
                          <a:solidFill>
                            <a:srgbClr val="006FC0"/>
                          </a:solidFill>
                          <a:latin typeface="Calibri"/>
                          <a:cs typeface="Calibri"/>
                        </a:rPr>
                        <a:t>existing</a:t>
                      </a:r>
                      <a:r>
                        <a:rPr sz="2200" b="1" i="1" spc="-65" dirty="0">
                          <a:solidFill>
                            <a:srgbClr val="006FC0"/>
                          </a:solidFill>
                          <a:latin typeface="Calibri"/>
                          <a:cs typeface="Calibri"/>
                        </a:rPr>
                        <a:t> </a:t>
                      </a:r>
                      <a:r>
                        <a:rPr sz="2200" b="1" i="1" dirty="0">
                          <a:solidFill>
                            <a:srgbClr val="006FC0"/>
                          </a:solidFill>
                          <a:latin typeface="Calibri"/>
                          <a:cs typeface="Calibri"/>
                        </a:rPr>
                        <a:t>application</a:t>
                      </a:r>
                      <a:r>
                        <a:rPr sz="2200" b="1" i="1" spc="-70" dirty="0">
                          <a:solidFill>
                            <a:srgbClr val="006FC0"/>
                          </a:solidFill>
                          <a:latin typeface="Calibri"/>
                          <a:cs typeface="Calibri"/>
                        </a:rPr>
                        <a:t> </a:t>
                      </a:r>
                      <a:r>
                        <a:rPr sz="2200" b="1" i="1" spc="-10" dirty="0">
                          <a:solidFill>
                            <a:srgbClr val="006FC0"/>
                          </a:solidFill>
                          <a:latin typeface="Calibri"/>
                          <a:cs typeface="Calibri"/>
                        </a:rPr>
                        <a:t>systems.</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745236">
                <a:tc>
                  <a:txBody>
                    <a:bodyPr/>
                    <a:lstStyle/>
                    <a:p>
                      <a:pPr marL="73025" algn="just">
                        <a:lnSpc>
                          <a:spcPts val="2045"/>
                        </a:lnSpc>
                      </a:pPr>
                      <a:r>
                        <a:rPr sz="2200" b="1" i="1" dirty="0">
                          <a:solidFill>
                            <a:srgbClr val="C00000"/>
                          </a:solidFill>
                          <a:latin typeface="Calibri"/>
                          <a:cs typeface="Calibri"/>
                        </a:rPr>
                        <a:t>ERP</a:t>
                      </a:r>
                      <a:r>
                        <a:rPr sz="2200" b="1" i="1" spc="-10" dirty="0">
                          <a:solidFill>
                            <a:srgbClr val="C00000"/>
                          </a:solidFill>
                          <a:latin typeface="Calibri"/>
                          <a:cs typeface="Calibri"/>
                        </a:rPr>
                        <a:t> Systems</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60045" indent="-287020" algn="just">
                        <a:lnSpc>
                          <a:spcPts val="2045"/>
                        </a:lnSpc>
                        <a:buFont typeface="Arial MT"/>
                        <a:buChar char="•"/>
                        <a:tabLst>
                          <a:tab pos="360045" algn="l"/>
                          <a:tab pos="1610995" algn="l"/>
                          <a:tab pos="2562225" algn="l"/>
                          <a:tab pos="3161030" algn="l"/>
                          <a:tab pos="4495165" algn="l"/>
                          <a:tab pos="5395595" algn="l"/>
                        </a:tabLst>
                      </a:pPr>
                      <a:r>
                        <a:rPr sz="2200" spc="-20" dirty="0">
                          <a:latin typeface="Calibri"/>
                          <a:cs typeface="Calibri"/>
                        </a:rPr>
                        <a:t>Large-</a:t>
                      </a:r>
                      <a:r>
                        <a:rPr sz="2200" spc="-10" dirty="0">
                          <a:latin typeface="Calibri"/>
                          <a:cs typeface="Calibri"/>
                        </a:rPr>
                        <a:t>scale</a:t>
                      </a:r>
                      <a:r>
                        <a:rPr sz="2200" dirty="0">
                          <a:latin typeface="Calibri"/>
                          <a:cs typeface="Calibri"/>
                        </a:rPr>
                        <a:t>	</a:t>
                      </a:r>
                      <a:r>
                        <a:rPr lang="en-US" sz="2200" dirty="0">
                          <a:latin typeface="Calibri"/>
                          <a:cs typeface="Calibri"/>
                        </a:rPr>
                        <a:t> </a:t>
                      </a:r>
                      <a:r>
                        <a:rPr sz="2200" spc="-10" dirty="0">
                          <a:latin typeface="Calibri"/>
                          <a:cs typeface="Calibri"/>
                        </a:rPr>
                        <a:t>systems</a:t>
                      </a:r>
                      <a:r>
                        <a:rPr sz="2200" dirty="0">
                          <a:latin typeface="Calibri"/>
                          <a:cs typeface="Calibri"/>
                        </a:rPr>
                        <a:t>	</a:t>
                      </a:r>
                      <a:r>
                        <a:rPr sz="2200" spc="-20" dirty="0">
                          <a:latin typeface="Calibri"/>
                          <a:cs typeface="Calibri"/>
                        </a:rPr>
                        <a:t>that</a:t>
                      </a:r>
                      <a:r>
                        <a:rPr sz="2200" dirty="0">
                          <a:latin typeface="Calibri"/>
                          <a:cs typeface="Calibri"/>
                        </a:rPr>
                        <a:t>	</a:t>
                      </a:r>
                      <a:r>
                        <a:rPr sz="2200" spc="-10" dirty="0">
                          <a:latin typeface="Calibri"/>
                          <a:cs typeface="Calibri"/>
                        </a:rPr>
                        <a:t>encapsulate</a:t>
                      </a:r>
                      <a:r>
                        <a:rPr sz="2200" dirty="0">
                          <a:latin typeface="Calibri"/>
                          <a:cs typeface="Calibri"/>
                        </a:rPr>
                        <a:t>	</a:t>
                      </a:r>
                      <a:r>
                        <a:rPr sz="2200" spc="-10" dirty="0">
                          <a:latin typeface="Calibri"/>
                          <a:cs typeface="Calibri"/>
                        </a:rPr>
                        <a:t>generic</a:t>
                      </a:r>
                      <a:r>
                        <a:rPr lang="en-US" sz="2200" spc="0" baseline="0" dirty="0">
                          <a:latin typeface="Calibri"/>
                          <a:cs typeface="Calibri"/>
                        </a:rPr>
                        <a:t> </a:t>
                      </a:r>
                      <a:r>
                        <a:rPr sz="2200" spc="-10" dirty="0">
                          <a:latin typeface="Calibri"/>
                          <a:cs typeface="Calibri"/>
                        </a:rPr>
                        <a:t>business</a:t>
                      </a:r>
                      <a:r>
                        <a:rPr lang="en-US" sz="2200" spc="-10" dirty="0">
                          <a:latin typeface="Calibri"/>
                          <a:cs typeface="Calibri"/>
                        </a:rPr>
                        <a:t> </a:t>
                      </a:r>
                      <a:r>
                        <a:rPr sz="2200" dirty="0">
                          <a:latin typeface="Calibri"/>
                          <a:cs typeface="Calibri"/>
                        </a:rPr>
                        <a:t>functionality</a:t>
                      </a:r>
                      <a:r>
                        <a:rPr sz="2200" spc="-35" dirty="0">
                          <a:latin typeface="Calibri"/>
                          <a:cs typeface="Calibri"/>
                        </a:rPr>
                        <a:t> </a:t>
                      </a:r>
                      <a:r>
                        <a:rPr sz="2200" dirty="0">
                          <a:latin typeface="Calibri"/>
                          <a:cs typeface="Calibri"/>
                        </a:rPr>
                        <a:t>and</a:t>
                      </a:r>
                      <a:r>
                        <a:rPr sz="2200" spc="-30" dirty="0">
                          <a:latin typeface="Calibri"/>
                          <a:cs typeface="Calibri"/>
                        </a:rPr>
                        <a:t> </a:t>
                      </a:r>
                      <a:r>
                        <a:rPr sz="2200" dirty="0">
                          <a:latin typeface="Calibri"/>
                          <a:cs typeface="Calibri"/>
                        </a:rPr>
                        <a:t>rules</a:t>
                      </a:r>
                      <a:r>
                        <a:rPr sz="2200" spc="-40" dirty="0">
                          <a:latin typeface="Calibri"/>
                          <a:cs typeface="Calibri"/>
                        </a:rPr>
                        <a:t> </a:t>
                      </a:r>
                      <a:r>
                        <a:rPr sz="2200" dirty="0">
                          <a:latin typeface="Calibri"/>
                          <a:cs typeface="Calibri"/>
                        </a:rPr>
                        <a:t>are</a:t>
                      </a:r>
                      <a:r>
                        <a:rPr sz="2200" spc="-45" dirty="0">
                          <a:latin typeface="Calibri"/>
                          <a:cs typeface="Calibri"/>
                        </a:rPr>
                        <a:t> </a:t>
                      </a:r>
                      <a:r>
                        <a:rPr sz="2200" spc="-10" dirty="0">
                          <a:latin typeface="Calibri"/>
                          <a:cs typeface="Calibri"/>
                        </a:rPr>
                        <a:t>configured</a:t>
                      </a:r>
                      <a:r>
                        <a:rPr sz="2200" spc="-20" dirty="0">
                          <a:latin typeface="Calibri"/>
                          <a:cs typeface="Calibri"/>
                        </a:rPr>
                        <a:t> </a:t>
                      </a:r>
                      <a:r>
                        <a:rPr sz="2200" dirty="0">
                          <a:latin typeface="Calibri"/>
                          <a:cs typeface="Calibri"/>
                        </a:rPr>
                        <a:t>for</a:t>
                      </a:r>
                      <a:r>
                        <a:rPr sz="2200" spc="-50" dirty="0">
                          <a:latin typeface="Calibri"/>
                          <a:cs typeface="Calibri"/>
                        </a:rPr>
                        <a:t> </a:t>
                      </a:r>
                      <a:r>
                        <a:rPr sz="2200" dirty="0">
                          <a:latin typeface="Calibri"/>
                          <a:cs typeface="Calibri"/>
                        </a:rPr>
                        <a:t>an</a:t>
                      </a:r>
                      <a:r>
                        <a:rPr sz="2200" spc="-30" dirty="0">
                          <a:latin typeface="Calibri"/>
                          <a:cs typeface="Calibri"/>
                        </a:rPr>
                        <a:t> </a:t>
                      </a:r>
                      <a:r>
                        <a:rPr sz="2200" spc="-10" dirty="0">
                          <a:latin typeface="Calibri"/>
                          <a:cs typeface="Calibri"/>
                        </a:rPr>
                        <a:t>organization.</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745998">
                <a:tc>
                  <a:txBody>
                    <a:bodyPr/>
                    <a:lstStyle/>
                    <a:p>
                      <a:pPr marL="73025" algn="just">
                        <a:lnSpc>
                          <a:spcPts val="2045"/>
                        </a:lnSpc>
                      </a:pPr>
                      <a:r>
                        <a:rPr sz="2200" b="1" i="1" spc="-10" dirty="0">
                          <a:solidFill>
                            <a:srgbClr val="C00000"/>
                          </a:solidFill>
                          <a:latin typeface="Calibri"/>
                          <a:cs typeface="Calibri"/>
                        </a:rPr>
                        <a:t>Configurable</a:t>
                      </a:r>
                      <a:r>
                        <a:rPr sz="2200" b="1" i="1" dirty="0">
                          <a:solidFill>
                            <a:srgbClr val="C00000"/>
                          </a:solidFill>
                          <a:latin typeface="Calibri"/>
                          <a:cs typeface="Calibri"/>
                        </a:rPr>
                        <a:t> </a:t>
                      </a:r>
                      <a:r>
                        <a:rPr sz="2200" b="1" i="1" spc="-10" dirty="0">
                          <a:solidFill>
                            <a:srgbClr val="C00000"/>
                          </a:solidFill>
                          <a:latin typeface="Calibri"/>
                          <a:cs typeface="Calibri"/>
                        </a:rPr>
                        <a:t>Vertical</a:t>
                      </a:r>
                      <a:endParaRPr sz="2200">
                        <a:latin typeface="Calibri"/>
                        <a:cs typeface="Calibri"/>
                      </a:endParaRPr>
                    </a:p>
                    <a:p>
                      <a:pPr marL="73025" algn="just">
                        <a:lnSpc>
                          <a:spcPct val="100000"/>
                        </a:lnSpc>
                      </a:pPr>
                      <a:r>
                        <a:rPr sz="2200" b="1" i="1" spc="-10" dirty="0">
                          <a:solidFill>
                            <a:srgbClr val="C00000"/>
                          </a:solidFill>
                          <a:latin typeface="Calibri"/>
                          <a:cs typeface="Calibri"/>
                        </a:rPr>
                        <a:t>Applications</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60045" indent="-287020" algn="just">
                        <a:lnSpc>
                          <a:spcPts val="2045"/>
                        </a:lnSpc>
                        <a:buFont typeface="Arial MT"/>
                        <a:buChar char="•"/>
                        <a:tabLst>
                          <a:tab pos="360045" algn="l"/>
                        </a:tabLst>
                      </a:pPr>
                      <a:r>
                        <a:rPr sz="2200" dirty="0">
                          <a:latin typeface="Calibri"/>
                          <a:cs typeface="Calibri"/>
                        </a:rPr>
                        <a:t>Generic</a:t>
                      </a:r>
                      <a:r>
                        <a:rPr sz="2200" spc="120" dirty="0">
                          <a:latin typeface="Calibri"/>
                          <a:cs typeface="Calibri"/>
                        </a:rPr>
                        <a:t> </a:t>
                      </a:r>
                      <a:r>
                        <a:rPr sz="2200" dirty="0">
                          <a:latin typeface="Calibri"/>
                          <a:cs typeface="Calibri"/>
                        </a:rPr>
                        <a:t>systems</a:t>
                      </a:r>
                      <a:r>
                        <a:rPr sz="2200" spc="125" dirty="0">
                          <a:latin typeface="Calibri"/>
                          <a:cs typeface="Calibri"/>
                        </a:rPr>
                        <a:t> </a:t>
                      </a:r>
                      <a:r>
                        <a:rPr sz="2200" dirty="0">
                          <a:latin typeface="Calibri"/>
                          <a:cs typeface="Calibri"/>
                        </a:rPr>
                        <a:t>are</a:t>
                      </a:r>
                      <a:r>
                        <a:rPr sz="2200" spc="125" dirty="0">
                          <a:latin typeface="Calibri"/>
                          <a:cs typeface="Calibri"/>
                        </a:rPr>
                        <a:t> </a:t>
                      </a:r>
                      <a:r>
                        <a:rPr sz="2200" dirty="0">
                          <a:latin typeface="Calibri"/>
                          <a:cs typeface="Calibri"/>
                        </a:rPr>
                        <a:t>designed</a:t>
                      </a:r>
                      <a:r>
                        <a:rPr sz="2200" spc="120" dirty="0">
                          <a:latin typeface="Calibri"/>
                          <a:cs typeface="Calibri"/>
                        </a:rPr>
                        <a:t> </a:t>
                      </a:r>
                      <a:r>
                        <a:rPr sz="2200" dirty="0">
                          <a:latin typeface="Calibri"/>
                          <a:cs typeface="Calibri"/>
                        </a:rPr>
                        <a:t>so</a:t>
                      </a:r>
                      <a:r>
                        <a:rPr sz="2200" spc="125" dirty="0">
                          <a:latin typeface="Calibri"/>
                          <a:cs typeface="Calibri"/>
                        </a:rPr>
                        <a:t> </a:t>
                      </a:r>
                      <a:r>
                        <a:rPr sz="2200" dirty="0">
                          <a:latin typeface="Calibri"/>
                          <a:cs typeface="Calibri"/>
                        </a:rPr>
                        <a:t>that</a:t>
                      </a:r>
                      <a:r>
                        <a:rPr sz="2200" spc="120" dirty="0">
                          <a:latin typeface="Calibri"/>
                          <a:cs typeface="Calibri"/>
                        </a:rPr>
                        <a:t> </a:t>
                      </a:r>
                      <a:r>
                        <a:rPr sz="2200" dirty="0">
                          <a:latin typeface="Calibri"/>
                          <a:cs typeface="Calibri"/>
                        </a:rPr>
                        <a:t>they</a:t>
                      </a:r>
                      <a:r>
                        <a:rPr sz="2200" spc="120" dirty="0">
                          <a:latin typeface="Calibri"/>
                          <a:cs typeface="Calibri"/>
                        </a:rPr>
                        <a:t> </a:t>
                      </a:r>
                      <a:r>
                        <a:rPr sz="2200" dirty="0">
                          <a:latin typeface="Calibri"/>
                          <a:cs typeface="Calibri"/>
                        </a:rPr>
                        <a:t>can</a:t>
                      </a:r>
                      <a:r>
                        <a:rPr sz="2200" spc="125" dirty="0">
                          <a:latin typeface="Calibri"/>
                          <a:cs typeface="Calibri"/>
                        </a:rPr>
                        <a:t> </a:t>
                      </a:r>
                      <a:r>
                        <a:rPr sz="2200" dirty="0">
                          <a:latin typeface="Calibri"/>
                          <a:cs typeface="Calibri"/>
                        </a:rPr>
                        <a:t>be</a:t>
                      </a:r>
                      <a:r>
                        <a:rPr sz="2200" spc="125" dirty="0">
                          <a:latin typeface="Calibri"/>
                          <a:cs typeface="Calibri"/>
                        </a:rPr>
                        <a:t> </a:t>
                      </a:r>
                      <a:r>
                        <a:rPr sz="2200" b="1" i="1" spc="-10" dirty="0">
                          <a:solidFill>
                            <a:srgbClr val="006FC0"/>
                          </a:solidFill>
                          <a:latin typeface="Calibri"/>
                          <a:cs typeface="Calibri"/>
                        </a:rPr>
                        <a:t>configured</a:t>
                      </a:r>
                      <a:endParaRPr sz="2200" dirty="0">
                        <a:latin typeface="Calibri"/>
                        <a:cs typeface="Calibri"/>
                      </a:endParaRPr>
                    </a:p>
                    <a:p>
                      <a:pPr marL="360045" algn="just">
                        <a:lnSpc>
                          <a:spcPct val="100000"/>
                        </a:lnSpc>
                      </a:pPr>
                      <a:r>
                        <a:rPr sz="2200" b="1" i="1" dirty="0">
                          <a:solidFill>
                            <a:srgbClr val="006FC0"/>
                          </a:solidFill>
                          <a:latin typeface="Calibri"/>
                          <a:cs typeface="Calibri"/>
                        </a:rPr>
                        <a:t>to</a:t>
                      </a:r>
                      <a:r>
                        <a:rPr sz="2200" b="1" i="1" spc="-30" dirty="0">
                          <a:solidFill>
                            <a:srgbClr val="006FC0"/>
                          </a:solidFill>
                          <a:latin typeface="Calibri"/>
                          <a:cs typeface="Calibri"/>
                        </a:rPr>
                        <a:t> </a:t>
                      </a:r>
                      <a:r>
                        <a:rPr sz="2200" b="1" i="1" dirty="0">
                          <a:solidFill>
                            <a:srgbClr val="006FC0"/>
                          </a:solidFill>
                          <a:latin typeface="Calibri"/>
                          <a:cs typeface="Calibri"/>
                        </a:rPr>
                        <a:t>the</a:t>
                      </a:r>
                      <a:r>
                        <a:rPr sz="2200" b="1" i="1" spc="-20" dirty="0">
                          <a:solidFill>
                            <a:srgbClr val="006FC0"/>
                          </a:solidFill>
                          <a:latin typeface="Calibri"/>
                          <a:cs typeface="Calibri"/>
                        </a:rPr>
                        <a:t> </a:t>
                      </a:r>
                      <a:r>
                        <a:rPr sz="2200" b="1" i="1" dirty="0">
                          <a:solidFill>
                            <a:srgbClr val="006FC0"/>
                          </a:solidFill>
                          <a:latin typeface="Calibri"/>
                          <a:cs typeface="Calibri"/>
                        </a:rPr>
                        <a:t>needs</a:t>
                      </a:r>
                      <a:r>
                        <a:rPr sz="2200" b="1" i="1" spc="-30" dirty="0">
                          <a:solidFill>
                            <a:srgbClr val="006FC0"/>
                          </a:solidFill>
                          <a:latin typeface="Calibri"/>
                          <a:cs typeface="Calibri"/>
                        </a:rPr>
                        <a:t> </a:t>
                      </a:r>
                      <a:r>
                        <a:rPr sz="2200" b="1" i="1" dirty="0">
                          <a:solidFill>
                            <a:srgbClr val="006FC0"/>
                          </a:solidFill>
                          <a:latin typeface="Calibri"/>
                          <a:cs typeface="Calibri"/>
                        </a:rPr>
                        <a:t>of</a:t>
                      </a:r>
                      <a:r>
                        <a:rPr sz="2200" b="1" i="1" spc="-30" dirty="0">
                          <a:solidFill>
                            <a:srgbClr val="006FC0"/>
                          </a:solidFill>
                          <a:latin typeface="Calibri"/>
                          <a:cs typeface="Calibri"/>
                        </a:rPr>
                        <a:t> </a:t>
                      </a:r>
                      <a:r>
                        <a:rPr sz="2200" b="1" i="1" dirty="0">
                          <a:solidFill>
                            <a:srgbClr val="006FC0"/>
                          </a:solidFill>
                          <a:latin typeface="Calibri"/>
                          <a:cs typeface="Calibri"/>
                        </a:rPr>
                        <a:t>specific</a:t>
                      </a:r>
                      <a:r>
                        <a:rPr sz="2200" b="1" i="1" spc="-35" dirty="0">
                          <a:solidFill>
                            <a:srgbClr val="006FC0"/>
                          </a:solidFill>
                          <a:latin typeface="Calibri"/>
                          <a:cs typeface="Calibri"/>
                        </a:rPr>
                        <a:t> </a:t>
                      </a:r>
                      <a:r>
                        <a:rPr sz="2200" b="1" i="1" spc="-10" dirty="0">
                          <a:solidFill>
                            <a:srgbClr val="006FC0"/>
                          </a:solidFill>
                          <a:latin typeface="Calibri"/>
                          <a:cs typeface="Calibri"/>
                        </a:rPr>
                        <a:t>system</a:t>
                      </a:r>
                      <a:r>
                        <a:rPr sz="2200" b="1" i="1" spc="-30" dirty="0">
                          <a:solidFill>
                            <a:srgbClr val="006FC0"/>
                          </a:solidFill>
                          <a:latin typeface="Calibri"/>
                          <a:cs typeface="Calibri"/>
                        </a:rPr>
                        <a:t> </a:t>
                      </a:r>
                      <a:r>
                        <a:rPr sz="2200" b="1" i="1" spc="-10" dirty="0">
                          <a:solidFill>
                            <a:srgbClr val="006FC0"/>
                          </a:solidFill>
                          <a:latin typeface="Calibri"/>
                          <a:cs typeface="Calibri"/>
                        </a:rPr>
                        <a:t>customers.</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745998">
                <a:tc>
                  <a:txBody>
                    <a:bodyPr/>
                    <a:lstStyle/>
                    <a:p>
                      <a:pPr marL="73025" algn="just">
                        <a:lnSpc>
                          <a:spcPts val="2045"/>
                        </a:lnSpc>
                      </a:pPr>
                      <a:r>
                        <a:rPr sz="2200" b="1" i="1" dirty="0">
                          <a:solidFill>
                            <a:srgbClr val="C00000"/>
                          </a:solidFill>
                          <a:latin typeface="Calibri"/>
                          <a:cs typeface="Calibri"/>
                        </a:rPr>
                        <a:t>Program</a:t>
                      </a:r>
                      <a:r>
                        <a:rPr sz="2200" b="1" i="1" spc="-55" dirty="0">
                          <a:solidFill>
                            <a:srgbClr val="C00000"/>
                          </a:solidFill>
                          <a:latin typeface="Calibri"/>
                          <a:cs typeface="Calibri"/>
                        </a:rPr>
                        <a:t> </a:t>
                      </a:r>
                      <a:r>
                        <a:rPr sz="2200" b="1" i="1" spc="-10" dirty="0">
                          <a:solidFill>
                            <a:srgbClr val="C00000"/>
                          </a:solidFill>
                          <a:latin typeface="Calibri"/>
                          <a:cs typeface="Calibri"/>
                        </a:rPr>
                        <a:t>Libraries</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60045" indent="-287020" algn="just">
                        <a:lnSpc>
                          <a:spcPts val="2045"/>
                        </a:lnSpc>
                        <a:buFont typeface="Arial MT"/>
                        <a:buChar char="•"/>
                        <a:tabLst>
                          <a:tab pos="360045" algn="l"/>
                        </a:tabLst>
                      </a:pPr>
                      <a:r>
                        <a:rPr sz="2200" dirty="0">
                          <a:latin typeface="Calibri"/>
                          <a:cs typeface="Calibri"/>
                        </a:rPr>
                        <a:t>Class</a:t>
                      </a:r>
                      <a:r>
                        <a:rPr sz="2200" spc="290" dirty="0">
                          <a:latin typeface="Calibri"/>
                          <a:cs typeface="Calibri"/>
                        </a:rPr>
                        <a:t> </a:t>
                      </a:r>
                      <a:r>
                        <a:rPr sz="2200" dirty="0">
                          <a:latin typeface="Calibri"/>
                          <a:cs typeface="Calibri"/>
                        </a:rPr>
                        <a:t>and</a:t>
                      </a:r>
                      <a:r>
                        <a:rPr sz="2200" spc="295" dirty="0">
                          <a:latin typeface="Calibri"/>
                          <a:cs typeface="Calibri"/>
                        </a:rPr>
                        <a:t> </a:t>
                      </a:r>
                      <a:r>
                        <a:rPr sz="2200" dirty="0">
                          <a:latin typeface="Calibri"/>
                          <a:cs typeface="Calibri"/>
                        </a:rPr>
                        <a:t>function</a:t>
                      </a:r>
                      <a:r>
                        <a:rPr sz="2200" spc="300" dirty="0">
                          <a:latin typeface="Calibri"/>
                          <a:cs typeface="Calibri"/>
                        </a:rPr>
                        <a:t> </a:t>
                      </a:r>
                      <a:r>
                        <a:rPr sz="2200" dirty="0">
                          <a:latin typeface="Calibri"/>
                          <a:cs typeface="Calibri"/>
                        </a:rPr>
                        <a:t>libraries</a:t>
                      </a:r>
                      <a:r>
                        <a:rPr sz="2200" spc="300" dirty="0">
                          <a:latin typeface="Calibri"/>
                          <a:cs typeface="Calibri"/>
                        </a:rPr>
                        <a:t> </a:t>
                      </a:r>
                      <a:r>
                        <a:rPr sz="2200" dirty="0">
                          <a:latin typeface="Calibri"/>
                          <a:cs typeface="Calibri"/>
                        </a:rPr>
                        <a:t>that</a:t>
                      </a:r>
                      <a:r>
                        <a:rPr sz="2200" spc="290" dirty="0">
                          <a:latin typeface="Calibri"/>
                          <a:cs typeface="Calibri"/>
                        </a:rPr>
                        <a:t> </a:t>
                      </a:r>
                      <a:r>
                        <a:rPr sz="2200" dirty="0">
                          <a:latin typeface="Calibri"/>
                          <a:cs typeface="Calibri"/>
                        </a:rPr>
                        <a:t>implement</a:t>
                      </a:r>
                      <a:r>
                        <a:rPr sz="2200" spc="285" dirty="0">
                          <a:latin typeface="Calibri"/>
                          <a:cs typeface="Calibri"/>
                        </a:rPr>
                        <a:t> </a:t>
                      </a:r>
                      <a:r>
                        <a:rPr sz="2200" dirty="0">
                          <a:latin typeface="Calibri"/>
                          <a:cs typeface="Calibri"/>
                        </a:rPr>
                        <a:t>commonly</a:t>
                      </a:r>
                      <a:r>
                        <a:rPr sz="2200" spc="300" dirty="0">
                          <a:latin typeface="Calibri"/>
                          <a:cs typeface="Calibri"/>
                        </a:rPr>
                        <a:t> </a:t>
                      </a:r>
                      <a:r>
                        <a:rPr sz="2200" spc="-20" dirty="0">
                          <a:latin typeface="Calibri"/>
                          <a:cs typeface="Calibri"/>
                        </a:rPr>
                        <a:t>used</a:t>
                      </a:r>
                      <a:endParaRPr sz="2200">
                        <a:latin typeface="Calibri"/>
                        <a:cs typeface="Calibri"/>
                      </a:endParaRPr>
                    </a:p>
                    <a:p>
                      <a:pPr marL="360045" algn="just">
                        <a:lnSpc>
                          <a:spcPct val="100000"/>
                        </a:lnSpc>
                      </a:pPr>
                      <a:r>
                        <a:rPr sz="2200" spc="-10" dirty="0">
                          <a:latin typeface="Calibri"/>
                          <a:cs typeface="Calibri"/>
                        </a:rPr>
                        <a:t>abstractions</a:t>
                      </a:r>
                      <a:r>
                        <a:rPr sz="2200" spc="-40" dirty="0">
                          <a:latin typeface="Calibri"/>
                          <a:cs typeface="Calibri"/>
                        </a:rPr>
                        <a:t> </a:t>
                      </a:r>
                      <a:r>
                        <a:rPr sz="2200" dirty="0">
                          <a:latin typeface="Calibri"/>
                          <a:cs typeface="Calibri"/>
                        </a:rPr>
                        <a:t>are</a:t>
                      </a:r>
                      <a:r>
                        <a:rPr sz="2200" spc="-40" dirty="0">
                          <a:latin typeface="Calibri"/>
                          <a:cs typeface="Calibri"/>
                        </a:rPr>
                        <a:t> </a:t>
                      </a:r>
                      <a:r>
                        <a:rPr sz="2200" dirty="0">
                          <a:latin typeface="Calibri"/>
                          <a:cs typeface="Calibri"/>
                        </a:rPr>
                        <a:t>available</a:t>
                      </a:r>
                      <a:r>
                        <a:rPr sz="2200" spc="-50" dirty="0">
                          <a:latin typeface="Calibri"/>
                          <a:cs typeface="Calibri"/>
                        </a:rPr>
                        <a:t> </a:t>
                      </a:r>
                      <a:r>
                        <a:rPr sz="2200" dirty="0">
                          <a:latin typeface="Calibri"/>
                          <a:cs typeface="Calibri"/>
                        </a:rPr>
                        <a:t>for</a:t>
                      </a:r>
                      <a:r>
                        <a:rPr sz="2200" spc="-40" dirty="0">
                          <a:latin typeface="Calibri"/>
                          <a:cs typeface="Calibri"/>
                        </a:rPr>
                        <a:t> </a:t>
                      </a:r>
                      <a:r>
                        <a:rPr sz="2200" spc="-10" dirty="0">
                          <a:latin typeface="Calibri"/>
                          <a:cs typeface="Calibri"/>
                        </a:rPr>
                        <a:t>reuse.</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889188">
                <a:tc>
                  <a:txBody>
                    <a:bodyPr/>
                    <a:lstStyle/>
                    <a:p>
                      <a:pPr marL="73025" algn="just">
                        <a:lnSpc>
                          <a:spcPts val="2045"/>
                        </a:lnSpc>
                      </a:pPr>
                      <a:r>
                        <a:rPr sz="2200" b="1" i="1" spc="-10" dirty="0">
                          <a:solidFill>
                            <a:srgbClr val="C00000"/>
                          </a:solidFill>
                          <a:latin typeface="Calibri"/>
                          <a:cs typeface="Calibri"/>
                        </a:rPr>
                        <a:t>Model-Driven</a:t>
                      </a:r>
                      <a:endParaRPr sz="2200">
                        <a:latin typeface="Calibri"/>
                        <a:cs typeface="Calibri"/>
                      </a:endParaRPr>
                    </a:p>
                    <a:p>
                      <a:pPr marL="73025" algn="just">
                        <a:lnSpc>
                          <a:spcPct val="100000"/>
                        </a:lnSpc>
                      </a:pPr>
                      <a:r>
                        <a:rPr sz="2200" b="1" i="1" spc="-10" dirty="0">
                          <a:solidFill>
                            <a:srgbClr val="C00000"/>
                          </a:solidFill>
                          <a:latin typeface="Calibri"/>
                          <a:cs typeface="Calibri"/>
                        </a:rPr>
                        <a:t>Engineering</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60045" indent="-287020" algn="just">
                        <a:lnSpc>
                          <a:spcPts val="2045"/>
                        </a:lnSpc>
                        <a:buFont typeface="Arial MT"/>
                        <a:buChar char="•"/>
                        <a:tabLst>
                          <a:tab pos="360045" algn="l"/>
                          <a:tab pos="1490345" algn="l"/>
                          <a:tab pos="1929764" algn="l"/>
                          <a:tab pos="3361054" algn="l"/>
                          <a:tab pos="3857625" algn="l"/>
                          <a:tab pos="4862195" algn="l"/>
                          <a:tab pos="5839460" algn="l"/>
                        </a:tabLst>
                      </a:pPr>
                      <a:r>
                        <a:rPr sz="2200" spc="-10" dirty="0">
                          <a:latin typeface="Calibri"/>
                          <a:cs typeface="Calibri"/>
                        </a:rPr>
                        <a:t>Software</a:t>
                      </a:r>
                      <a:r>
                        <a:rPr sz="2200" dirty="0">
                          <a:latin typeface="Calibri"/>
                          <a:cs typeface="Calibri"/>
                        </a:rPr>
                        <a:t>	</a:t>
                      </a:r>
                      <a:r>
                        <a:rPr sz="2200" spc="-25" dirty="0">
                          <a:latin typeface="Calibri"/>
                          <a:cs typeface="Calibri"/>
                        </a:rPr>
                        <a:t>is</a:t>
                      </a:r>
                      <a:r>
                        <a:rPr sz="2200" dirty="0">
                          <a:latin typeface="Calibri"/>
                          <a:cs typeface="Calibri"/>
                        </a:rPr>
                        <a:t>	</a:t>
                      </a:r>
                      <a:r>
                        <a:rPr sz="2200" spc="-10" dirty="0">
                          <a:latin typeface="Calibri"/>
                          <a:cs typeface="Calibri"/>
                        </a:rPr>
                        <a:t>represented</a:t>
                      </a:r>
                      <a:r>
                        <a:rPr sz="2200" dirty="0">
                          <a:latin typeface="Calibri"/>
                          <a:cs typeface="Calibri"/>
                        </a:rPr>
                        <a:t>	</a:t>
                      </a:r>
                      <a:r>
                        <a:rPr sz="2200" spc="-25" dirty="0">
                          <a:latin typeface="Calibri"/>
                          <a:cs typeface="Calibri"/>
                        </a:rPr>
                        <a:t>as</a:t>
                      </a:r>
                      <a:r>
                        <a:rPr sz="2200" dirty="0">
                          <a:latin typeface="Calibri"/>
                          <a:cs typeface="Calibri"/>
                        </a:rPr>
                        <a:t>	</a:t>
                      </a:r>
                      <a:r>
                        <a:rPr sz="2200" spc="-10" dirty="0">
                          <a:latin typeface="Calibri"/>
                          <a:cs typeface="Calibri"/>
                        </a:rPr>
                        <a:t>domain</a:t>
                      </a:r>
                      <a:r>
                        <a:rPr sz="2200" dirty="0">
                          <a:latin typeface="Calibri"/>
                          <a:cs typeface="Calibri"/>
                        </a:rPr>
                        <a:t>	</a:t>
                      </a:r>
                      <a:r>
                        <a:rPr sz="2200" spc="-10" dirty="0">
                          <a:latin typeface="Calibri"/>
                          <a:cs typeface="Calibri"/>
                        </a:rPr>
                        <a:t>models</a:t>
                      </a:r>
                      <a:r>
                        <a:rPr sz="2200" dirty="0">
                          <a:latin typeface="Calibri"/>
                          <a:cs typeface="Calibri"/>
                        </a:rPr>
                        <a:t>	</a:t>
                      </a:r>
                      <a:r>
                        <a:rPr sz="2200" spc="-25" dirty="0">
                          <a:latin typeface="Calibri"/>
                          <a:cs typeface="Calibri"/>
                        </a:rPr>
                        <a:t>and</a:t>
                      </a:r>
                      <a:r>
                        <a:rPr lang="en-US" sz="2200" spc="0" baseline="0" dirty="0">
                          <a:latin typeface="Calibri"/>
                          <a:cs typeface="Calibri"/>
                        </a:rPr>
                        <a:t> </a:t>
                      </a:r>
                      <a:r>
                        <a:rPr sz="2200" dirty="0">
                          <a:latin typeface="Calibri"/>
                          <a:cs typeface="Calibri"/>
                        </a:rPr>
                        <a:t>implementation</a:t>
                      </a:r>
                      <a:r>
                        <a:rPr sz="2200" spc="295" dirty="0">
                          <a:latin typeface="Calibri"/>
                          <a:cs typeface="Calibri"/>
                        </a:rPr>
                        <a:t> </a:t>
                      </a:r>
                      <a:r>
                        <a:rPr sz="2200" dirty="0">
                          <a:latin typeface="Calibri"/>
                          <a:cs typeface="Calibri"/>
                        </a:rPr>
                        <a:t>independent</a:t>
                      </a:r>
                      <a:r>
                        <a:rPr sz="2200" spc="290" dirty="0">
                          <a:latin typeface="Calibri"/>
                          <a:cs typeface="Calibri"/>
                        </a:rPr>
                        <a:t> </a:t>
                      </a:r>
                      <a:r>
                        <a:rPr sz="2200" dirty="0">
                          <a:latin typeface="Calibri"/>
                          <a:cs typeface="Calibri"/>
                        </a:rPr>
                        <a:t>models</a:t>
                      </a:r>
                      <a:r>
                        <a:rPr sz="2200" spc="280" dirty="0">
                          <a:latin typeface="Calibri"/>
                          <a:cs typeface="Calibri"/>
                        </a:rPr>
                        <a:t> </a:t>
                      </a:r>
                      <a:r>
                        <a:rPr sz="2200" dirty="0">
                          <a:latin typeface="Calibri"/>
                          <a:cs typeface="Calibri"/>
                        </a:rPr>
                        <a:t>and</a:t>
                      </a:r>
                      <a:r>
                        <a:rPr sz="2200" spc="290" dirty="0">
                          <a:latin typeface="Calibri"/>
                          <a:cs typeface="Calibri"/>
                        </a:rPr>
                        <a:t> </a:t>
                      </a:r>
                      <a:r>
                        <a:rPr sz="2200" dirty="0">
                          <a:latin typeface="Calibri"/>
                          <a:cs typeface="Calibri"/>
                        </a:rPr>
                        <a:t>code</a:t>
                      </a:r>
                      <a:r>
                        <a:rPr sz="2200" spc="285" dirty="0">
                          <a:latin typeface="Calibri"/>
                          <a:cs typeface="Calibri"/>
                        </a:rPr>
                        <a:t> </a:t>
                      </a:r>
                      <a:r>
                        <a:rPr sz="2200" dirty="0">
                          <a:latin typeface="Calibri"/>
                          <a:cs typeface="Calibri"/>
                        </a:rPr>
                        <a:t>is</a:t>
                      </a:r>
                      <a:r>
                        <a:rPr sz="2200" spc="285" dirty="0">
                          <a:latin typeface="Calibri"/>
                          <a:cs typeface="Calibri"/>
                        </a:rPr>
                        <a:t> </a:t>
                      </a:r>
                      <a:r>
                        <a:rPr sz="2200" spc="-10" dirty="0">
                          <a:latin typeface="Calibri"/>
                          <a:cs typeface="Calibri"/>
                        </a:rPr>
                        <a:t>generated</a:t>
                      </a:r>
                      <a:endParaRPr sz="2200" dirty="0">
                        <a:latin typeface="Calibri"/>
                        <a:cs typeface="Calibri"/>
                      </a:endParaRPr>
                    </a:p>
                    <a:p>
                      <a:pPr marL="360045" algn="just">
                        <a:lnSpc>
                          <a:spcPct val="100000"/>
                        </a:lnSpc>
                      </a:pPr>
                      <a:r>
                        <a:rPr sz="2200" dirty="0">
                          <a:latin typeface="Calibri"/>
                          <a:cs typeface="Calibri"/>
                        </a:rPr>
                        <a:t>from</a:t>
                      </a:r>
                      <a:r>
                        <a:rPr sz="2200" spc="-50" dirty="0">
                          <a:latin typeface="Calibri"/>
                          <a:cs typeface="Calibri"/>
                        </a:rPr>
                        <a:t> </a:t>
                      </a:r>
                      <a:r>
                        <a:rPr sz="2200" dirty="0">
                          <a:latin typeface="Calibri"/>
                          <a:cs typeface="Calibri"/>
                        </a:rPr>
                        <a:t>these</a:t>
                      </a:r>
                      <a:r>
                        <a:rPr sz="2200" spc="-45" dirty="0">
                          <a:latin typeface="Calibri"/>
                          <a:cs typeface="Calibri"/>
                        </a:rPr>
                        <a:t> </a:t>
                      </a:r>
                      <a:r>
                        <a:rPr sz="2200" spc="-10" dirty="0">
                          <a:latin typeface="Calibri"/>
                          <a:cs typeface="Calibri"/>
                        </a:rPr>
                        <a:t>models.</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1075182">
                <a:tc>
                  <a:txBody>
                    <a:bodyPr/>
                    <a:lstStyle/>
                    <a:p>
                      <a:pPr marL="73025" algn="just">
                        <a:lnSpc>
                          <a:spcPts val="2050"/>
                        </a:lnSpc>
                      </a:pPr>
                      <a:r>
                        <a:rPr sz="2200" b="1" i="1" dirty="0">
                          <a:solidFill>
                            <a:srgbClr val="C00000"/>
                          </a:solidFill>
                          <a:latin typeface="Calibri"/>
                          <a:cs typeface="Calibri"/>
                        </a:rPr>
                        <a:t>Program</a:t>
                      </a:r>
                      <a:r>
                        <a:rPr sz="2200" b="1" i="1" spc="-55" dirty="0">
                          <a:solidFill>
                            <a:srgbClr val="C00000"/>
                          </a:solidFill>
                          <a:latin typeface="Calibri"/>
                          <a:cs typeface="Calibri"/>
                        </a:rPr>
                        <a:t> </a:t>
                      </a:r>
                      <a:r>
                        <a:rPr sz="2200" b="1" i="1" spc="-10" dirty="0">
                          <a:solidFill>
                            <a:srgbClr val="C00000"/>
                          </a:solidFill>
                          <a:latin typeface="Calibri"/>
                          <a:cs typeface="Calibri"/>
                        </a:rPr>
                        <a:t>Generators</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60045" indent="-287020" algn="just">
                        <a:lnSpc>
                          <a:spcPts val="2050"/>
                        </a:lnSpc>
                        <a:buFont typeface="Arial MT"/>
                        <a:buChar char="•"/>
                        <a:tabLst>
                          <a:tab pos="360045" algn="l"/>
                          <a:tab pos="676910" algn="l"/>
                          <a:tab pos="1774189" algn="l"/>
                          <a:tab pos="2603500" algn="l"/>
                          <a:tab pos="3528695" algn="l"/>
                          <a:tab pos="4729480" algn="l"/>
                          <a:tab pos="5106035" algn="l"/>
                          <a:tab pos="5400040" algn="l"/>
                          <a:tab pos="6000750" algn="l"/>
                        </a:tabLst>
                      </a:pPr>
                      <a:r>
                        <a:rPr sz="2200" spc="-50" dirty="0">
                          <a:latin typeface="Calibri"/>
                          <a:cs typeface="Calibri"/>
                        </a:rPr>
                        <a:t>A</a:t>
                      </a:r>
                      <a:r>
                        <a:rPr sz="2200" dirty="0">
                          <a:latin typeface="Calibri"/>
                          <a:cs typeface="Calibri"/>
                        </a:rPr>
                        <a:t>	</a:t>
                      </a:r>
                      <a:r>
                        <a:rPr sz="2200" spc="-10" dirty="0">
                          <a:latin typeface="Calibri"/>
                          <a:cs typeface="Calibri"/>
                        </a:rPr>
                        <a:t>generator</a:t>
                      </a:r>
                      <a:r>
                        <a:rPr lang="en-US" sz="2200" spc="0" baseline="0" dirty="0">
                          <a:latin typeface="Calibri"/>
                          <a:cs typeface="Calibri"/>
                        </a:rPr>
                        <a:t> </a:t>
                      </a:r>
                      <a:r>
                        <a:rPr sz="2200" spc="-10" dirty="0">
                          <a:latin typeface="Calibri"/>
                          <a:cs typeface="Calibri"/>
                        </a:rPr>
                        <a:t>system</a:t>
                      </a:r>
                      <a:r>
                        <a:rPr lang="en-US" sz="2200" spc="0" baseline="0" dirty="0">
                          <a:latin typeface="Calibri"/>
                          <a:cs typeface="Calibri"/>
                        </a:rPr>
                        <a:t> </a:t>
                      </a:r>
                      <a:r>
                        <a:rPr sz="2200" spc="-10" dirty="0">
                          <a:latin typeface="Calibri"/>
                          <a:cs typeface="Calibri"/>
                        </a:rPr>
                        <a:t>embeds</a:t>
                      </a:r>
                      <a:r>
                        <a:rPr lang="en-US" sz="2200" spc="0" baseline="0" dirty="0">
                          <a:latin typeface="Calibri"/>
                          <a:cs typeface="Calibri"/>
                        </a:rPr>
                        <a:t> </a:t>
                      </a:r>
                      <a:r>
                        <a:rPr sz="2200" spc="-10" dirty="0">
                          <a:latin typeface="Calibri"/>
                          <a:cs typeface="Calibri"/>
                        </a:rPr>
                        <a:t>knowledge</a:t>
                      </a:r>
                      <a:r>
                        <a:rPr lang="en-US" sz="2200" spc="0" baseline="0" dirty="0">
                          <a:latin typeface="Calibri"/>
                          <a:cs typeface="Calibri"/>
                        </a:rPr>
                        <a:t> </a:t>
                      </a:r>
                      <a:r>
                        <a:rPr sz="2200" spc="-25" dirty="0">
                          <a:latin typeface="Calibri"/>
                          <a:cs typeface="Calibri"/>
                        </a:rPr>
                        <a:t>of</a:t>
                      </a:r>
                      <a:r>
                        <a:rPr lang="en-US" sz="2200" spc="0" baseline="0" dirty="0">
                          <a:latin typeface="Calibri"/>
                          <a:cs typeface="Calibri"/>
                        </a:rPr>
                        <a:t> </a:t>
                      </a:r>
                      <a:r>
                        <a:rPr sz="2200" spc="-50" dirty="0">
                          <a:latin typeface="Calibri"/>
                          <a:cs typeface="Calibri"/>
                        </a:rPr>
                        <a:t>a</a:t>
                      </a:r>
                      <a:r>
                        <a:rPr sz="2200" dirty="0">
                          <a:latin typeface="Calibri"/>
                          <a:cs typeface="Calibri"/>
                        </a:rPr>
                        <a:t>	</a:t>
                      </a:r>
                      <a:r>
                        <a:rPr sz="2200" spc="-20" dirty="0">
                          <a:latin typeface="Calibri"/>
                          <a:cs typeface="Calibri"/>
                        </a:rPr>
                        <a:t>type</a:t>
                      </a:r>
                      <a:r>
                        <a:rPr sz="2200" dirty="0">
                          <a:latin typeface="Calibri"/>
                          <a:cs typeface="Calibri"/>
                        </a:rPr>
                        <a:t>	</a:t>
                      </a:r>
                      <a:r>
                        <a:rPr sz="2200" spc="-25" dirty="0">
                          <a:latin typeface="Calibri"/>
                          <a:cs typeface="Calibri"/>
                        </a:rPr>
                        <a:t>of</a:t>
                      </a:r>
                      <a:r>
                        <a:rPr lang="en-US" sz="2200" spc="-25" dirty="0">
                          <a:latin typeface="Calibri"/>
                          <a:cs typeface="Calibri"/>
                        </a:rPr>
                        <a:t> </a:t>
                      </a:r>
                      <a:r>
                        <a:rPr sz="2200" dirty="0">
                          <a:latin typeface="Calibri"/>
                          <a:cs typeface="Calibri"/>
                        </a:rPr>
                        <a:t>application</a:t>
                      </a:r>
                      <a:r>
                        <a:rPr sz="2200" spc="285" dirty="0">
                          <a:latin typeface="Calibri"/>
                          <a:cs typeface="Calibri"/>
                        </a:rPr>
                        <a:t> </a:t>
                      </a:r>
                      <a:r>
                        <a:rPr sz="2200" dirty="0">
                          <a:latin typeface="Calibri"/>
                          <a:cs typeface="Calibri"/>
                        </a:rPr>
                        <a:t>and</a:t>
                      </a:r>
                      <a:r>
                        <a:rPr sz="2200" spc="295" dirty="0">
                          <a:latin typeface="Calibri"/>
                          <a:cs typeface="Calibri"/>
                        </a:rPr>
                        <a:t> </a:t>
                      </a:r>
                      <a:r>
                        <a:rPr sz="2200" dirty="0">
                          <a:latin typeface="Calibri"/>
                          <a:cs typeface="Calibri"/>
                        </a:rPr>
                        <a:t>is</a:t>
                      </a:r>
                      <a:r>
                        <a:rPr sz="2200" spc="275" dirty="0">
                          <a:latin typeface="Calibri"/>
                          <a:cs typeface="Calibri"/>
                        </a:rPr>
                        <a:t> </a:t>
                      </a:r>
                      <a:r>
                        <a:rPr sz="2200" dirty="0">
                          <a:latin typeface="Calibri"/>
                          <a:cs typeface="Calibri"/>
                        </a:rPr>
                        <a:t>used</a:t>
                      </a:r>
                      <a:r>
                        <a:rPr sz="2200" spc="280" dirty="0">
                          <a:latin typeface="Calibri"/>
                          <a:cs typeface="Calibri"/>
                        </a:rPr>
                        <a:t> </a:t>
                      </a:r>
                      <a:r>
                        <a:rPr sz="2200" dirty="0">
                          <a:latin typeface="Calibri"/>
                          <a:cs typeface="Calibri"/>
                        </a:rPr>
                        <a:t>to</a:t>
                      </a:r>
                      <a:r>
                        <a:rPr sz="2200" spc="270" dirty="0">
                          <a:latin typeface="Calibri"/>
                          <a:cs typeface="Calibri"/>
                        </a:rPr>
                        <a:t> </a:t>
                      </a:r>
                      <a:r>
                        <a:rPr sz="2200" dirty="0">
                          <a:latin typeface="Calibri"/>
                          <a:cs typeface="Calibri"/>
                        </a:rPr>
                        <a:t>generate</a:t>
                      </a:r>
                      <a:r>
                        <a:rPr sz="2200" spc="280" dirty="0">
                          <a:latin typeface="Calibri"/>
                          <a:cs typeface="Calibri"/>
                        </a:rPr>
                        <a:t> </a:t>
                      </a:r>
                      <a:r>
                        <a:rPr sz="2200" dirty="0">
                          <a:latin typeface="Calibri"/>
                          <a:cs typeface="Calibri"/>
                        </a:rPr>
                        <a:t>systems</a:t>
                      </a:r>
                      <a:r>
                        <a:rPr sz="2200" spc="280" dirty="0">
                          <a:latin typeface="Calibri"/>
                          <a:cs typeface="Calibri"/>
                        </a:rPr>
                        <a:t> </a:t>
                      </a:r>
                      <a:r>
                        <a:rPr sz="2200" dirty="0">
                          <a:latin typeface="Calibri"/>
                          <a:cs typeface="Calibri"/>
                        </a:rPr>
                        <a:t>in</a:t>
                      </a:r>
                      <a:r>
                        <a:rPr sz="2200" spc="270" dirty="0">
                          <a:latin typeface="Calibri"/>
                          <a:cs typeface="Calibri"/>
                        </a:rPr>
                        <a:t> </a:t>
                      </a:r>
                      <a:r>
                        <a:rPr sz="2200" dirty="0">
                          <a:latin typeface="Calibri"/>
                          <a:cs typeface="Calibri"/>
                        </a:rPr>
                        <a:t>that</a:t>
                      </a:r>
                      <a:r>
                        <a:rPr sz="2200" spc="275" dirty="0">
                          <a:latin typeface="Calibri"/>
                          <a:cs typeface="Calibri"/>
                        </a:rPr>
                        <a:t> </a:t>
                      </a:r>
                      <a:r>
                        <a:rPr sz="2200" spc="-10" dirty="0">
                          <a:latin typeface="Calibri"/>
                          <a:cs typeface="Calibri"/>
                        </a:rPr>
                        <a:t>domain </a:t>
                      </a:r>
                      <a:r>
                        <a:rPr sz="2200" dirty="0">
                          <a:latin typeface="Calibri"/>
                          <a:cs typeface="Calibri"/>
                        </a:rPr>
                        <a:t>from</a:t>
                      </a:r>
                      <a:r>
                        <a:rPr sz="2200" spc="-45" dirty="0">
                          <a:latin typeface="Calibri"/>
                          <a:cs typeface="Calibri"/>
                        </a:rPr>
                        <a:t> </a:t>
                      </a:r>
                      <a:r>
                        <a:rPr sz="2200" dirty="0">
                          <a:latin typeface="Calibri"/>
                          <a:cs typeface="Calibri"/>
                        </a:rPr>
                        <a:t>a</a:t>
                      </a:r>
                      <a:r>
                        <a:rPr sz="2200" spc="-45" dirty="0">
                          <a:latin typeface="Calibri"/>
                          <a:cs typeface="Calibri"/>
                        </a:rPr>
                        <a:t> </a:t>
                      </a:r>
                      <a:r>
                        <a:rPr sz="2200" spc="-10" dirty="0">
                          <a:latin typeface="Calibri"/>
                          <a:cs typeface="Calibri"/>
                        </a:rPr>
                        <a:t>user-</a:t>
                      </a:r>
                      <a:r>
                        <a:rPr sz="2200" dirty="0">
                          <a:latin typeface="Calibri"/>
                          <a:cs typeface="Calibri"/>
                        </a:rPr>
                        <a:t>supplied</a:t>
                      </a:r>
                      <a:r>
                        <a:rPr sz="2200" spc="-25" dirty="0">
                          <a:latin typeface="Calibri"/>
                          <a:cs typeface="Calibri"/>
                        </a:rPr>
                        <a:t> </a:t>
                      </a:r>
                      <a:r>
                        <a:rPr sz="2200" spc="-10" dirty="0">
                          <a:latin typeface="Calibri"/>
                          <a:cs typeface="Calibri"/>
                        </a:rPr>
                        <a:t>system</a:t>
                      </a:r>
                      <a:r>
                        <a:rPr sz="2200" spc="-50" dirty="0">
                          <a:latin typeface="Calibri"/>
                          <a:cs typeface="Calibri"/>
                        </a:rPr>
                        <a:t> </a:t>
                      </a:r>
                      <a:r>
                        <a:rPr sz="2200" spc="-10" dirty="0">
                          <a:latin typeface="Calibri"/>
                          <a:cs typeface="Calibri"/>
                        </a:rPr>
                        <a:t>model.</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745998">
                <a:tc>
                  <a:txBody>
                    <a:bodyPr/>
                    <a:lstStyle/>
                    <a:p>
                      <a:pPr marL="73025" algn="just">
                        <a:lnSpc>
                          <a:spcPts val="2050"/>
                        </a:lnSpc>
                      </a:pPr>
                      <a:r>
                        <a:rPr sz="2200" b="1" i="1" spc="-10" dirty="0">
                          <a:solidFill>
                            <a:srgbClr val="C00000"/>
                          </a:solidFill>
                          <a:latin typeface="Calibri"/>
                          <a:cs typeface="Calibri"/>
                        </a:rPr>
                        <a:t>Aspect-Oriented</a:t>
                      </a:r>
                      <a:endParaRPr sz="2200">
                        <a:latin typeface="Calibri"/>
                        <a:cs typeface="Calibri"/>
                      </a:endParaRPr>
                    </a:p>
                    <a:p>
                      <a:pPr marL="73025" algn="just">
                        <a:lnSpc>
                          <a:spcPct val="100000"/>
                        </a:lnSpc>
                      </a:pPr>
                      <a:r>
                        <a:rPr sz="2200" b="1" i="1" dirty="0">
                          <a:solidFill>
                            <a:srgbClr val="C00000"/>
                          </a:solidFill>
                          <a:latin typeface="Calibri"/>
                          <a:cs typeface="Calibri"/>
                        </a:rPr>
                        <a:t>Software</a:t>
                      </a:r>
                      <a:r>
                        <a:rPr sz="2200" b="1" i="1" spc="-75" dirty="0">
                          <a:solidFill>
                            <a:srgbClr val="C00000"/>
                          </a:solidFill>
                          <a:latin typeface="Calibri"/>
                          <a:cs typeface="Calibri"/>
                        </a:rPr>
                        <a:t> </a:t>
                      </a:r>
                      <a:r>
                        <a:rPr sz="2200" b="1" i="1" spc="-10" dirty="0">
                          <a:solidFill>
                            <a:srgbClr val="C00000"/>
                          </a:solidFill>
                          <a:latin typeface="Calibri"/>
                          <a:cs typeface="Calibri"/>
                        </a:rPr>
                        <a:t>Development</a:t>
                      </a:r>
                      <a:endParaRPr sz="2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60045" indent="-287020" algn="just">
                        <a:lnSpc>
                          <a:spcPts val="2050"/>
                        </a:lnSpc>
                        <a:buFont typeface="Arial MT"/>
                        <a:buChar char="•"/>
                        <a:tabLst>
                          <a:tab pos="360045" algn="l"/>
                          <a:tab pos="1177925" algn="l"/>
                          <a:tab pos="2510155" algn="l"/>
                          <a:tab pos="2982595" algn="l"/>
                          <a:tab pos="3868420" algn="l"/>
                          <a:tab pos="4406265" algn="l"/>
                          <a:tab pos="4808855" algn="l"/>
                          <a:tab pos="6008370" algn="l"/>
                        </a:tabLst>
                      </a:pPr>
                      <a:r>
                        <a:rPr sz="2200" spc="-10" dirty="0">
                          <a:latin typeface="Calibri"/>
                          <a:cs typeface="Calibri"/>
                        </a:rPr>
                        <a:t>Shared</a:t>
                      </a:r>
                      <a:r>
                        <a:rPr sz="2200" dirty="0">
                          <a:latin typeface="Calibri"/>
                          <a:cs typeface="Calibri"/>
                        </a:rPr>
                        <a:t>	</a:t>
                      </a:r>
                      <a:r>
                        <a:rPr sz="2200" spc="-10" dirty="0">
                          <a:latin typeface="Calibri"/>
                          <a:cs typeface="Calibri"/>
                        </a:rPr>
                        <a:t>components</a:t>
                      </a:r>
                      <a:r>
                        <a:rPr lang="en-US" sz="2200" spc="0" baseline="0" dirty="0">
                          <a:latin typeface="Calibri"/>
                          <a:cs typeface="Calibri"/>
                        </a:rPr>
                        <a:t> </a:t>
                      </a:r>
                      <a:r>
                        <a:rPr sz="2200" spc="-25" dirty="0">
                          <a:latin typeface="Calibri"/>
                          <a:cs typeface="Calibri"/>
                        </a:rPr>
                        <a:t>are</a:t>
                      </a:r>
                      <a:r>
                        <a:rPr lang="en-US" sz="2200" spc="0" baseline="0" dirty="0">
                          <a:latin typeface="Calibri"/>
                          <a:cs typeface="Calibri"/>
                        </a:rPr>
                        <a:t> </a:t>
                      </a:r>
                      <a:r>
                        <a:rPr sz="2200" spc="-10" dirty="0">
                          <a:latin typeface="Calibri"/>
                          <a:cs typeface="Calibri"/>
                        </a:rPr>
                        <a:t>merged</a:t>
                      </a:r>
                      <a:r>
                        <a:rPr lang="en-US" sz="2200" spc="0" baseline="0" dirty="0">
                          <a:latin typeface="Calibri"/>
                          <a:cs typeface="Calibri"/>
                        </a:rPr>
                        <a:t> </a:t>
                      </a:r>
                      <a:r>
                        <a:rPr sz="2200" spc="-20" dirty="0">
                          <a:latin typeface="Calibri"/>
                          <a:cs typeface="Calibri"/>
                        </a:rPr>
                        <a:t>into</a:t>
                      </a:r>
                      <a:r>
                        <a:rPr lang="en-US" sz="2200" spc="0" baseline="0" dirty="0">
                          <a:latin typeface="Calibri"/>
                          <a:cs typeface="Calibri"/>
                        </a:rPr>
                        <a:t> </a:t>
                      </a:r>
                      <a:r>
                        <a:rPr sz="2200" spc="-25" dirty="0">
                          <a:latin typeface="Calibri"/>
                          <a:cs typeface="Calibri"/>
                        </a:rPr>
                        <a:t>an</a:t>
                      </a:r>
                      <a:r>
                        <a:rPr sz="2200" dirty="0">
                          <a:latin typeface="Calibri"/>
                          <a:cs typeface="Calibri"/>
                        </a:rPr>
                        <a:t>	</a:t>
                      </a:r>
                      <a:r>
                        <a:rPr sz="2200" spc="-10" dirty="0">
                          <a:latin typeface="Calibri"/>
                          <a:cs typeface="Calibri"/>
                        </a:rPr>
                        <a:t>application</a:t>
                      </a:r>
                      <a:r>
                        <a:rPr lang="en-US" sz="2200" spc="0" baseline="0" dirty="0">
                          <a:latin typeface="Calibri"/>
                          <a:cs typeface="Calibri"/>
                        </a:rPr>
                        <a:t> </a:t>
                      </a:r>
                      <a:r>
                        <a:rPr sz="2200" spc="-25" dirty="0">
                          <a:latin typeface="Calibri"/>
                          <a:cs typeface="Calibri"/>
                        </a:rPr>
                        <a:t>at</a:t>
                      </a:r>
                      <a:endParaRPr sz="2200" dirty="0">
                        <a:latin typeface="Calibri"/>
                        <a:cs typeface="Calibri"/>
                      </a:endParaRPr>
                    </a:p>
                    <a:p>
                      <a:pPr marL="360045" algn="just">
                        <a:lnSpc>
                          <a:spcPct val="100000"/>
                        </a:lnSpc>
                      </a:pPr>
                      <a:r>
                        <a:rPr sz="2200" spc="-10" dirty="0">
                          <a:latin typeface="Calibri"/>
                          <a:cs typeface="Calibri"/>
                        </a:rPr>
                        <a:t>different</a:t>
                      </a:r>
                      <a:r>
                        <a:rPr sz="2200" spc="-45" dirty="0">
                          <a:latin typeface="Calibri"/>
                          <a:cs typeface="Calibri"/>
                        </a:rPr>
                        <a:t> </a:t>
                      </a:r>
                      <a:r>
                        <a:rPr sz="2200" dirty="0">
                          <a:latin typeface="Calibri"/>
                          <a:cs typeface="Calibri"/>
                        </a:rPr>
                        <a:t>places</a:t>
                      </a:r>
                      <a:r>
                        <a:rPr sz="2200" spc="-30" dirty="0">
                          <a:latin typeface="Calibri"/>
                          <a:cs typeface="Calibri"/>
                        </a:rPr>
                        <a:t> </a:t>
                      </a:r>
                      <a:r>
                        <a:rPr sz="2200" dirty="0">
                          <a:latin typeface="Calibri"/>
                          <a:cs typeface="Calibri"/>
                        </a:rPr>
                        <a:t>when</a:t>
                      </a:r>
                      <a:r>
                        <a:rPr sz="2200" spc="-25" dirty="0">
                          <a:latin typeface="Calibri"/>
                          <a:cs typeface="Calibri"/>
                        </a:rPr>
                        <a:t> </a:t>
                      </a:r>
                      <a:r>
                        <a:rPr sz="2200" dirty="0">
                          <a:latin typeface="Calibri"/>
                          <a:cs typeface="Calibri"/>
                        </a:rPr>
                        <a:t>the</a:t>
                      </a:r>
                      <a:r>
                        <a:rPr sz="2200" spc="-30" dirty="0">
                          <a:latin typeface="Calibri"/>
                          <a:cs typeface="Calibri"/>
                        </a:rPr>
                        <a:t> </a:t>
                      </a:r>
                      <a:r>
                        <a:rPr sz="2200" spc="-10" dirty="0">
                          <a:latin typeface="Calibri"/>
                          <a:cs typeface="Calibri"/>
                        </a:rPr>
                        <a:t>program</a:t>
                      </a:r>
                      <a:r>
                        <a:rPr sz="2200" spc="-50" dirty="0">
                          <a:latin typeface="Calibri"/>
                          <a:cs typeface="Calibri"/>
                        </a:rPr>
                        <a:t> </a:t>
                      </a:r>
                      <a:r>
                        <a:rPr sz="2200" dirty="0">
                          <a:latin typeface="Calibri"/>
                          <a:cs typeface="Calibri"/>
                        </a:rPr>
                        <a:t>is</a:t>
                      </a:r>
                      <a:r>
                        <a:rPr sz="2200" spc="-40" dirty="0">
                          <a:latin typeface="Calibri"/>
                          <a:cs typeface="Calibri"/>
                        </a:rPr>
                        <a:t> </a:t>
                      </a:r>
                      <a:r>
                        <a:rPr sz="2200" spc="-10" dirty="0">
                          <a:latin typeface="Calibri"/>
                          <a:cs typeface="Calibri"/>
                        </a:rPr>
                        <a:t>compiled.</a:t>
                      </a:r>
                      <a:endParaRPr sz="22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782144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201" y="96652"/>
            <a:ext cx="10440924" cy="5912644"/>
          </a:xfrm>
          <a:prstGeom prst="rect">
            <a:avLst/>
          </a:prstGeom>
        </p:spPr>
        <p:txBody>
          <a:bodyPr vert="horz" wrap="square" lIns="0" tIns="84582" rIns="0" bIns="0" rtlCol="0">
            <a:spAutoFit/>
          </a:bodyPr>
          <a:lstStyle/>
          <a:p>
            <a:pPr marL="425958" indent="-410718">
              <a:spcBef>
                <a:spcPts val="666"/>
              </a:spcBef>
              <a:buFont typeface="Arial MT"/>
              <a:buChar char="•"/>
              <a:tabLst>
                <a:tab pos="425958" algn="l"/>
              </a:tabLst>
            </a:pPr>
            <a:r>
              <a:rPr sz="2280" dirty="0">
                <a:latin typeface="Calibri"/>
                <a:cs typeface="Calibri"/>
              </a:rPr>
              <a:t>Key</a:t>
            </a:r>
            <a:r>
              <a:rPr sz="2280" spc="-72" dirty="0">
                <a:latin typeface="Calibri"/>
                <a:cs typeface="Calibri"/>
              </a:rPr>
              <a:t> </a:t>
            </a:r>
            <a:r>
              <a:rPr sz="2280" spc="-12" dirty="0">
                <a:latin typeface="Calibri"/>
                <a:cs typeface="Calibri"/>
              </a:rPr>
              <a:t>factors</a:t>
            </a:r>
            <a:r>
              <a:rPr sz="2280" spc="-66" dirty="0">
                <a:latin typeface="Calibri"/>
                <a:cs typeface="Calibri"/>
              </a:rPr>
              <a:t> </a:t>
            </a:r>
            <a:r>
              <a:rPr sz="2280" dirty="0">
                <a:latin typeface="Calibri"/>
                <a:cs typeface="Calibri"/>
              </a:rPr>
              <a:t>that</a:t>
            </a:r>
            <a:r>
              <a:rPr sz="2280" spc="-84" dirty="0">
                <a:latin typeface="Calibri"/>
                <a:cs typeface="Calibri"/>
              </a:rPr>
              <a:t> </a:t>
            </a:r>
            <a:r>
              <a:rPr sz="2280" dirty="0">
                <a:latin typeface="Calibri"/>
                <a:cs typeface="Calibri"/>
              </a:rPr>
              <a:t>should</a:t>
            </a:r>
            <a:r>
              <a:rPr sz="2280" spc="366" dirty="0">
                <a:latin typeface="Calibri"/>
                <a:cs typeface="Calibri"/>
              </a:rPr>
              <a:t> </a:t>
            </a:r>
            <a:r>
              <a:rPr sz="2280" dirty="0">
                <a:latin typeface="Calibri"/>
                <a:cs typeface="Calibri"/>
              </a:rPr>
              <a:t>be</a:t>
            </a:r>
            <a:r>
              <a:rPr sz="2280" spc="-72" dirty="0">
                <a:latin typeface="Calibri"/>
                <a:cs typeface="Calibri"/>
              </a:rPr>
              <a:t> </a:t>
            </a:r>
            <a:r>
              <a:rPr sz="2280" dirty="0">
                <a:latin typeface="Calibri"/>
                <a:cs typeface="Calibri"/>
              </a:rPr>
              <a:t>considered</a:t>
            </a:r>
            <a:r>
              <a:rPr sz="2280" spc="-54" dirty="0">
                <a:latin typeface="Calibri"/>
                <a:cs typeface="Calibri"/>
              </a:rPr>
              <a:t> </a:t>
            </a:r>
            <a:r>
              <a:rPr sz="2280" dirty="0">
                <a:latin typeface="Calibri"/>
                <a:cs typeface="Calibri"/>
              </a:rPr>
              <a:t>when</a:t>
            </a:r>
            <a:r>
              <a:rPr sz="2280" spc="-54" dirty="0">
                <a:latin typeface="Calibri"/>
                <a:cs typeface="Calibri"/>
              </a:rPr>
              <a:t> </a:t>
            </a:r>
            <a:r>
              <a:rPr sz="2280" dirty="0">
                <a:latin typeface="Calibri"/>
                <a:cs typeface="Calibri"/>
              </a:rPr>
              <a:t>planning</a:t>
            </a:r>
            <a:r>
              <a:rPr sz="2280" spc="-60" dirty="0">
                <a:latin typeface="Calibri"/>
                <a:cs typeface="Calibri"/>
              </a:rPr>
              <a:t> </a:t>
            </a:r>
            <a:r>
              <a:rPr sz="2280" dirty="0">
                <a:latin typeface="Calibri"/>
                <a:cs typeface="Calibri"/>
              </a:rPr>
              <a:t>reuse</a:t>
            </a:r>
            <a:r>
              <a:rPr sz="2280" spc="-66" dirty="0">
                <a:latin typeface="Calibri"/>
                <a:cs typeface="Calibri"/>
              </a:rPr>
              <a:t> </a:t>
            </a:r>
            <a:r>
              <a:rPr sz="2280" spc="-24" dirty="0">
                <a:latin typeface="Calibri"/>
                <a:cs typeface="Calibri"/>
              </a:rPr>
              <a:t>are:</a:t>
            </a:r>
            <a:endParaRPr sz="2280">
              <a:latin typeface="Calibri"/>
              <a:cs typeface="Calibri"/>
            </a:endParaRPr>
          </a:p>
          <a:p>
            <a:pPr marL="393192" indent="-377952">
              <a:spcBef>
                <a:spcPts val="546"/>
              </a:spcBef>
              <a:buAutoNum type="romanLcParenBoth"/>
              <a:tabLst>
                <a:tab pos="393192" algn="l"/>
              </a:tabLst>
            </a:pPr>
            <a:r>
              <a:rPr sz="2280" b="1" i="1" dirty="0">
                <a:solidFill>
                  <a:srgbClr val="C00000"/>
                </a:solidFill>
                <a:latin typeface="Calibri"/>
                <a:cs typeface="Calibri"/>
              </a:rPr>
              <a:t>The</a:t>
            </a:r>
            <a:r>
              <a:rPr sz="2280" b="1" i="1" spc="-84" dirty="0">
                <a:solidFill>
                  <a:srgbClr val="C00000"/>
                </a:solidFill>
                <a:latin typeface="Calibri"/>
                <a:cs typeface="Calibri"/>
              </a:rPr>
              <a:t> </a:t>
            </a:r>
            <a:r>
              <a:rPr sz="2280" b="1" i="1" spc="-12" dirty="0">
                <a:solidFill>
                  <a:srgbClr val="C00000"/>
                </a:solidFill>
                <a:latin typeface="Calibri"/>
                <a:cs typeface="Calibri"/>
              </a:rPr>
              <a:t>development</a:t>
            </a:r>
            <a:r>
              <a:rPr sz="2280" b="1" i="1" spc="-54" dirty="0">
                <a:solidFill>
                  <a:srgbClr val="C00000"/>
                </a:solidFill>
                <a:latin typeface="Calibri"/>
                <a:cs typeface="Calibri"/>
              </a:rPr>
              <a:t> </a:t>
            </a:r>
            <a:r>
              <a:rPr sz="2280" b="1" i="1" dirty="0">
                <a:solidFill>
                  <a:srgbClr val="C00000"/>
                </a:solidFill>
                <a:latin typeface="Calibri"/>
                <a:cs typeface="Calibri"/>
              </a:rPr>
              <a:t>schedule</a:t>
            </a:r>
            <a:r>
              <a:rPr sz="2280" b="1" i="1" spc="-36" dirty="0">
                <a:solidFill>
                  <a:srgbClr val="C00000"/>
                </a:solidFill>
                <a:latin typeface="Calibri"/>
                <a:cs typeface="Calibri"/>
              </a:rPr>
              <a:t> </a:t>
            </a:r>
            <a:r>
              <a:rPr sz="2280" b="1" i="1" dirty="0">
                <a:solidFill>
                  <a:srgbClr val="C00000"/>
                </a:solidFill>
                <a:latin typeface="Calibri"/>
                <a:cs typeface="Calibri"/>
              </a:rPr>
              <a:t>for</a:t>
            </a:r>
            <a:r>
              <a:rPr sz="2280" b="1" i="1" spc="-66" dirty="0">
                <a:solidFill>
                  <a:srgbClr val="C00000"/>
                </a:solidFill>
                <a:latin typeface="Calibri"/>
                <a:cs typeface="Calibri"/>
              </a:rPr>
              <a:t> </a:t>
            </a:r>
            <a:r>
              <a:rPr sz="2280" b="1" i="1" dirty="0">
                <a:solidFill>
                  <a:srgbClr val="C00000"/>
                </a:solidFill>
                <a:latin typeface="Calibri"/>
                <a:cs typeface="Calibri"/>
              </a:rPr>
              <a:t>the</a:t>
            </a:r>
            <a:r>
              <a:rPr sz="2280" b="1" i="1" spc="-60" dirty="0">
                <a:solidFill>
                  <a:srgbClr val="C00000"/>
                </a:solidFill>
                <a:latin typeface="Calibri"/>
                <a:cs typeface="Calibri"/>
              </a:rPr>
              <a:t> </a:t>
            </a:r>
            <a:r>
              <a:rPr sz="2280" b="1" i="1" spc="-12" dirty="0">
                <a:solidFill>
                  <a:srgbClr val="C00000"/>
                </a:solidFill>
                <a:latin typeface="Calibri"/>
                <a:cs typeface="Calibri"/>
              </a:rPr>
              <a:t>software</a:t>
            </a:r>
            <a:endParaRPr sz="2280">
              <a:latin typeface="Calibri"/>
              <a:cs typeface="Calibri"/>
            </a:endParaRPr>
          </a:p>
          <a:p>
            <a:pPr marL="425958" lvl="1" indent="-410718">
              <a:spcBef>
                <a:spcPts val="551"/>
              </a:spcBef>
              <a:buFont typeface="Arial MT"/>
              <a:buChar char="•"/>
              <a:tabLst>
                <a:tab pos="425958" algn="l"/>
              </a:tabLst>
            </a:pPr>
            <a:r>
              <a:rPr sz="2280" dirty="0">
                <a:latin typeface="Calibri"/>
                <a:cs typeface="Calibri"/>
              </a:rPr>
              <a:t>If</a:t>
            </a:r>
            <a:r>
              <a:rPr sz="2280" spc="491" dirty="0">
                <a:latin typeface="Calibri"/>
                <a:cs typeface="Calibri"/>
              </a:rPr>
              <a:t> </a:t>
            </a:r>
            <a:r>
              <a:rPr sz="2280" dirty="0">
                <a:latin typeface="Calibri"/>
                <a:cs typeface="Calibri"/>
              </a:rPr>
              <a:t>the</a:t>
            </a:r>
            <a:r>
              <a:rPr sz="2280" spc="486" dirty="0">
                <a:latin typeface="Calibri"/>
                <a:cs typeface="Calibri"/>
              </a:rPr>
              <a:t> </a:t>
            </a:r>
            <a:r>
              <a:rPr sz="2280" dirty="0">
                <a:latin typeface="Calibri"/>
                <a:cs typeface="Calibri"/>
              </a:rPr>
              <a:t>software</a:t>
            </a:r>
            <a:r>
              <a:rPr sz="2280" spc="516" dirty="0">
                <a:latin typeface="Calibri"/>
                <a:cs typeface="Calibri"/>
              </a:rPr>
              <a:t> </a:t>
            </a:r>
            <a:r>
              <a:rPr sz="2280" dirty="0">
                <a:latin typeface="Calibri"/>
                <a:cs typeface="Calibri"/>
              </a:rPr>
              <a:t>has</a:t>
            </a:r>
            <a:r>
              <a:rPr sz="2280" spc="504" dirty="0">
                <a:latin typeface="Calibri"/>
                <a:cs typeface="Calibri"/>
              </a:rPr>
              <a:t> </a:t>
            </a:r>
            <a:r>
              <a:rPr sz="2280" dirty="0">
                <a:latin typeface="Calibri"/>
                <a:cs typeface="Calibri"/>
              </a:rPr>
              <a:t>to</a:t>
            </a:r>
            <a:r>
              <a:rPr sz="2280" spc="491" dirty="0">
                <a:latin typeface="Calibri"/>
                <a:cs typeface="Calibri"/>
              </a:rPr>
              <a:t> </a:t>
            </a:r>
            <a:r>
              <a:rPr sz="2280" dirty="0">
                <a:latin typeface="Calibri"/>
                <a:cs typeface="Calibri"/>
              </a:rPr>
              <a:t>be</a:t>
            </a:r>
            <a:r>
              <a:rPr sz="2280" spc="498" dirty="0">
                <a:latin typeface="Calibri"/>
                <a:cs typeface="Calibri"/>
              </a:rPr>
              <a:t> </a:t>
            </a:r>
            <a:r>
              <a:rPr sz="2280" dirty="0">
                <a:latin typeface="Calibri"/>
                <a:cs typeface="Calibri"/>
              </a:rPr>
              <a:t>developed</a:t>
            </a:r>
            <a:r>
              <a:rPr sz="2280" spc="504" dirty="0">
                <a:latin typeface="Calibri"/>
                <a:cs typeface="Calibri"/>
              </a:rPr>
              <a:t> </a:t>
            </a:r>
            <a:r>
              <a:rPr sz="2280" dirty="0">
                <a:latin typeface="Calibri"/>
                <a:cs typeface="Calibri"/>
              </a:rPr>
              <a:t>quickly,</a:t>
            </a:r>
            <a:r>
              <a:rPr sz="2280" spc="486" dirty="0">
                <a:latin typeface="Calibri"/>
                <a:cs typeface="Calibri"/>
              </a:rPr>
              <a:t> </a:t>
            </a:r>
            <a:r>
              <a:rPr sz="2280" dirty="0">
                <a:latin typeface="Calibri"/>
                <a:cs typeface="Calibri"/>
              </a:rPr>
              <a:t>you</a:t>
            </a:r>
            <a:r>
              <a:rPr sz="2280" spc="491" dirty="0">
                <a:latin typeface="Calibri"/>
                <a:cs typeface="Calibri"/>
              </a:rPr>
              <a:t> </a:t>
            </a:r>
            <a:r>
              <a:rPr sz="2280" dirty="0">
                <a:latin typeface="Calibri"/>
                <a:cs typeface="Calibri"/>
              </a:rPr>
              <a:t>should</a:t>
            </a:r>
            <a:r>
              <a:rPr sz="2280" spc="491" dirty="0">
                <a:latin typeface="Calibri"/>
                <a:cs typeface="Calibri"/>
              </a:rPr>
              <a:t> </a:t>
            </a:r>
            <a:r>
              <a:rPr sz="2280" dirty="0">
                <a:latin typeface="Calibri"/>
                <a:cs typeface="Calibri"/>
              </a:rPr>
              <a:t>try</a:t>
            </a:r>
            <a:r>
              <a:rPr sz="2280" spc="498" dirty="0">
                <a:latin typeface="Calibri"/>
                <a:cs typeface="Calibri"/>
              </a:rPr>
              <a:t> </a:t>
            </a:r>
            <a:r>
              <a:rPr sz="2280" dirty="0">
                <a:latin typeface="Calibri"/>
                <a:cs typeface="Calibri"/>
              </a:rPr>
              <a:t>to</a:t>
            </a:r>
            <a:r>
              <a:rPr sz="2280" spc="498" dirty="0">
                <a:latin typeface="Calibri"/>
                <a:cs typeface="Calibri"/>
              </a:rPr>
              <a:t> </a:t>
            </a:r>
            <a:r>
              <a:rPr sz="2280" dirty="0">
                <a:latin typeface="Calibri"/>
                <a:cs typeface="Calibri"/>
              </a:rPr>
              <a:t>reuse</a:t>
            </a:r>
            <a:r>
              <a:rPr sz="2280" spc="498" dirty="0">
                <a:latin typeface="Calibri"/>
                <a:cs typeface="Calibri"/>
              </a:rPr>
              <a:t> </a:t>
            </a:r>
            <a:r>
              <a:rPr sz="2280" spc="-12" dirty="0">
                <a:latin typeface="Calibri"/>
                <a:cs typeface="Calibri"/>
              </a:rPr>
              <a:t>complete</a:t>
            </a:r>
            <a:endParaRPr sz="2280">
              <a:latin typeface="Calibri"/>
              <a:cs typeface="Calibri"/>
            </a:endParaRPr>
          </a:p>
          <a:p>
            <a:pPr marL="425958"/>
            <a:r>
              <a:rPr sz="2280" spc="-24" dirty="0">
                <a:latin typeface="Calibri"/>
                <a:cs typeface="Calibri"/>
              </a:rPr>
              <a:t>systems</a:t>
            </a:r>
            <a:r>
              <a:rPr sz="2280" spc="-96" dirty="0">
                <a:latin typeface="Calibri"/>
                <a:cs typeface="Calibri"/>
              </a:rPr>
              <a:t> </a:t>
            </a:r>
            <a:r>
              <a:rPr sz="2280" dirty="0">
                <a:latin typeface="Calibri"/>
                <a:cs typeface="Calibri"/>
              </a:rPr>
              <a:t>rather</a:t>
            </a:r>
            <a:r>
              <a:rPr sz="2280" spc="-72" dirty="0">
                <a:latin typeface="Calibri"/>
                <a:cs typeface="Calibri"/>
              </a:rPr>
              <a:t> </a:t>
            </a:r>
            <a:r>
              <a:rPr sz="2280" dirty="0">
                <a:latin typeface="Calibri"/>
                <a:cs typeface="Calibri"/>
              </a:rPr>
              <a:t>than</a:t>
            </a:r>
            <a:r>
              <a:rPr sz="2280" spc="-72" dirty="0">
                <a:latin typeface="Calibri"/>
                <a:cs typeface="Calibri"/>
              </a:rPr>
              <a:t> </a:t>
            </a:r>
            <a:r>
              <a:rPr sz="2280" dirty="0">
                <a:latin typeface="Calibri"/>
                <a:cs typeface="Calibri"/>
              </a:rPr>
              <a:t>individual</a:t>
            </a:r>
            <a:r>
              <a:rPr sz="2280" spc="-30" dirty="0">
                <a:latin typeface="Calibri"/>
                <a:cs typeface="Calibri"/>
              </a:rPr>
              <a:t> </a:t>
            </a:r>
            <a:r>
              <a:rPr sz="2280" spc="-12" dirty="0">
                <a:latin typeface="Calibri"/>
                <a:cs typeface="Calibri"/>
              </a:rPr>
              <a:t>components.</a:t>
            </a:r>
            <a:endParaRPr sz="2280">
              <a:latin typeface="Calibri"/>
              <a:cs typeface="Calibri"/>
            </a:endParaRPr>
          </a:p>
          <a:p>
            <a:pPr marL="425958" lvl="1" indent="-410718">
              <a:spcBef>
                <a:spcPts val="546"/>
              </a:spcBef>
              <a:buFont typeface="Arial MT"/>
              <a:buChar char="•"/>
              <a:tabLst>
                <a:tab pos="425958" algn="l"/>
              </a:tabLst>
            </a:pPr>
            <a:r>
              <a:rPr sz="2280" dirty="0">
                <a:latin typeface="Calibri"/>
                <a:cs typeface="Calibri"/>
              </a:rPr>
              <a:t>Although</a:t>
            </a:r>
            <a:r>
              <a:rPr sz="2280" spc="348" dirty="0">
                <a:latin typeface="Calibri"/>
                <a:cs typeface="Calibri"/>
              </a:rPr>
              <a:t> </a:t>
            </a:r>
            <a:r>
              <a:rPr sz="2280" dirty="0">
                <a:latin typeface="Calibri"/>
                <a:cs typeface="Calibri"/>
              </a:rPr>
              <a:t>the</a:t>
            </a:r>
            <a:r>
              <a:rPr sz="2280" spc="342" dirty="0">
                <a:latin typeface="Calibri"/>
                <a:cs typeface="Calibri"/>
              </a:rPr>
              <a:t> </a:t>
            </a:r>
            <a:r>
              <a:rPr sz="2280" dirty="0">
                <a:latin typeface="Calibri"/>
                <a:cs typeface="Calibri"/>
              </a:rPr>
              <a:t>fit</a:t>
            </a:r>
            <a:r>
              <a:rPr sz="2280" spc="348" dirty="0">
                <a:latin typeface="Calibri"/>
                <a:cs typeface="Calibri"/>
              </a:rPr>
              <a:t> </a:t>
            </a:r>
            <a:r>
              <a:rPr sz="2280" dirty="0">
                <a:latin typeface="Calibri"/>
                <a:cs typeface="Calibri"/>
              </a:rPr>
              <a:t>to</a:t>
            </a:r>
            <a:r>
              <a:rPr sz="2280" spc="336" dirty="0">
                <a:latin typeface="Calibri"/>
                <a:cs typeface="Calibri"/>
              </a:rPr>
              <a:t> </a:t>
            </a:r>
            <a:r>
              <a:rPr sz="2280" dirty="0">
                <a:latin typeface="Calibri"/>
                <a:cs typeface="Calibri"/>
              </a:rPr>
              <a:t>requirements</a:t>
            </a:r>
            <a:r>
              <a:rPr sz="2280" spc="348" dirty="0">
                <a:latin typeface="Calibri"/>
                <a:cs typeface="Calibri"/>
              </a:rPr>
              <a:t> </a:t>
            </a:r>
            <a:r>
              <a:rPr sz="2280" dirty="0">
                <a:latin typeface="Calibri"/>
                <a:cs typeface="Calibri"/>
              </a:rPr>
              <a:t>may</a:t>
            </a:r>
            <a:r>
              <a:rPr sz="2280" spc="348" dirty="0">
                <a:latin typeface="Calibri"/>
                <a:cs typeface="Calibri"/>
              </a:rPr>
              <a:t> </a:t>
            </a:r>
            <a:r>
              <a:rPr sz="2280" dirty="0">
                <a:latin typeface="Calibri"/>
                <a:cs typeface="Calibri"/>
              </a:rPr>
              <a:t>be</a:t>
            </a:r>
            <a:r>
              <a:rPr sz="2280" spc="342" dirty="0">
                <a:latin typeface="Calibri"/>
                <a:cs typeface="Calibri"/>
              </a:rPr>
              <a:t> </a:t>
            </a:r>
            <a:r>
              <a:rPr sz="2280" dirty="0">
                <a:latin typeface="Calibri"/>
                <a:cs typeface="Calibri"/>
              </a:rPr>
              <a:t>imperfect,</a:t>
            </a:r>
            <a:r>
              <a:rPr sz="2280" spc="342" dirty="0">
                <a:latin typeface="Calibri"/>
                <a:cs typeface="Calibri"/>
              </a:rPr>
              <a:t> </a:t>
            </a:r>
            <a:r>
              <a:rPr sz="2280" dirty="0">
                <a:latin typeface="Calibri"/>
                <a:cs typeface="Calibri"/>
              </a:rPr>
              <a:t>this</a:t>
            </a:r>
            <a:r>
              <a:rPr sz="2280" spc="342" dirty="0">
                <a:latin typeface="Calibri"/>
                <a:cs typeface="Calibri"/>
              </a:rPr>
              <a:t> </a:t>
            </a:r>
            <a:r>
              <a:rPr sz="2280" dirty="0">
                <a:latin typeface="Calibri"/>
                <a:cs typeface="Calibri"/>
              </a:rPr>
              <a:t>approach</a:t>
            </a:r>
            <a:r>
              <a:rPr sz="2280" spc="342" dirty="0">
                <a:latin typeface="Calibri"/>
                <a:cs typeface="Calibri"/>
              </a:rPr>
              <a:t> </a:t>
            </a:r>
            <a:r>
              <a:rPr sz="2280" dirty="0">
                <a:latin typeface="Calibri"/>
                <a:cs typeface="Calibri"/>
              </a:rPr>
              <a:t>minimizes</a:t>
            </a:r>
            <a:r>
              <a:rPr sz="2280" spc="348" dirty="0">
                <a:latin typeface="Calibri"/>
                <a:cs typeface="Calibri"/>
              </a:rPr>
              <a:t> </a:t>
            </a:r>
            <a:r>
              <a:rPr sz="2280" spc="-30" dirty="0">
                <a:latin typeface="Calibri"/>
                <a:cs typeface="Calibri"/>
              </a:rPr>
              <a:t>the</a:t>
            </a:r>
            <a:endParaRPr sz="2280">
              <a:latin typeface="Calibri"/>
              <a:cs typeface="Calibri"/>
            </a:endParaRPr>
          </a:p>
          <a:p>
            <a:pPr marL="425958"/>
            <a:r>
              <a:rPr sz="2280" dirty="0">
                <a:latin typeface="Calibri"/>
                <a:cs typeface="Calibri"/>
              </a:rPr>
              <a:t>amount</a:t>
            </a:r>
            <a:r>
              <a:rPr sz="2280" spc="-66" dirty="0">
                <a:latin typeface="Calibri"/>
                <a:cs typeface="Calibri"/>
              </a:rPr>
              <a:t> </a:t>
            </a:r>
            <a:r>
              <a:rPr sz="2280" dirty="0">
                <a:latin typeface="Calibri"/>
                <a:cs typeface="Calibri"/>
              </a:rPr>
              <a:t>of</a:t>
            </a:r>
            <a:r>
              <a:rPr sz="2280" spc="-60" dirty="0">
                <a:latin typeface="Calibri"/>
                <a:cs typeface="Calibri"/>
              </a:rPr>
              <a:t> </a:t>
            </a:r>
            <a:r>
              <a:rPr sz="2280" spc="-12" dirty="0">
                <a:latin typeface="Calibri"/>
                <a:cs typeface="Calibri"/>
              </a:rPr>
              <a:t>development</a:t>
            </a:r>
            <a:r>
              <a:rPr sz="2280" spc="-18" dirty="0">
                <a:latin typeface="Calibri"/>
                <a:cs typeface="Calibri"/>
              </a:rPr>
              <a:t> </a:t>
            </a:r>
            <a:r>
              <a:rPr sz="2280" spc="-12" dirty="0">
                <a:latin typeface="Calibri"/>
                <a:cs typeface="Calibri"/>
              </a:rPr>
              <a:t>required.</a:t>
            </a:r>
            <a:endParaRPr sz="2280">
              <a:latin typeface="Calibri"/>
              <a:cs typeface="Calibri"/>
            </a:endParaRPr>
          </a:p>
          <a:p>
            <a:pPr marL="397764" indent="-382524">
              <a:spcBef>
                <a:spcPts val="551"/>
              </a:spcBef>
              <a:buAutoNum type="romanLcParenBoth" startAt="2"/>
              <a:tabLst>
                <a:tab pos="397764" algn="l"/>
              </a:tabLst>
            </a:pPr>
            <a:r>
              <a:rPr sz="2280" b="1" i="1" dirty="0">
                <a:solidFill>
                  <a:srgbClr val="C00000"/>
                </a:solidFill>
                <a:latin typeface="Calibri"/>
                <a:cs typeface="Calibri"/>
              </a:rPr>
              <a:t>The</a:t>
            </a:r>
            <a:r>
              <a:rPr sz="2280" b="1" i="1" spc="-102" dirty="0">
                <a:solidFill>
                  <a:srgbClr val="C00000"/>
                </a:solidFill>
                <a:latin typeface="Calibri"/>
                <a:cs typeface="Calibri"/>
              </a:rPr>
              <a:t> </a:t>
            </a:r>
            <a:r>
              <a:rPr sz="2280" b="1" i="1" dirty="0">
                <a:solidFill>
                  <a:srgbClr val="C00000"/>
                </a:solidFill>
                <a:latin typeface="Calibri"/>
                <a:cs typeface="Calibri"/>
              </a:rPr>
              <a:t>expected</a:t>
            </a:r>
            <a:r>
              <a:rPr sz="2280" b="1" i="1" spc="-78" dirty="0">
                <a:solidFill>
                  <a:srgbClr val="C00000"/>
                </a:solidFill>
                <a:latin typeface="Calibri"/>
                <a:cs typeface="Calibri"/>
              </a:rPr>
              <a:t> </a:t>
            </a:r>
            <a:r>
              <a:rPr sz="2280" b="1" i="1" dirty="0">
                <a:solidFill>
                  <a:srgbClr val="C00000"/>
                </a:solidFill>
                <a:latin typeface="Calibri"/>
                <a:cs typeface="Calibri"/>
              </a:rPr>
              <a:t>software</a:t>
            </a:r>
            <a:r>
              <a:rPr sz="2280" b="1" i="1" spc="-90" dirty="0">
                <a:solidFill>
                  <a:srgbClr val="C00000"/>
                </a:solidFill>
                <a:latin typeface="Calibri"/>
                <a:cs typeface="Calibri"/>
              </a:rPr>
              <a:t> </a:t>
            </a:r>
            <a:r>
              <a:rPr sz="2280" b="1" i="1" spc="-12" dirty="0">
                <a:solidFill>
                  <a:srgbClr val="C00000"/>
                </a:solidFill>
                <a:latin typeface="Calibri"/>
                <a:cs typeface="Calibri"/>
              </a:rPr>
              <a:t>lifetime</a:t>
            </a:r>
            <a:endParaRPr sz="2280">
              <a:latin typeface="Calibri"/>
              <a:cs typeface="Calibri"/>
            </a:endParaRPr>
          </a:p>
          <a:p>
            <a:pPr marL="425958" marR="7620" lvl="1" indent="-411480">
              <a:spcBef>
                <a:spcPts val="546"/>
              </a:spcBef>
              <a:buFont typeface="Arial MT"/>
              <a:buChar char="•"/>
              <a:tabLst>
                <a:tab pos="425958" algn="l"/>
              </a:tabLst>
            </a:pPr>
            <a:r>
              <a:rPr sz="2280" dirty="0">
                <a:latin typeface="Calibri"/>
                <a:cs typeface="Calibri"/>
              </a:rPr>
              <a:t>If</a:t>
            </a:r>
            <a:r>
              <a:rPr sz="2280" spc="12" dirty="0">
                <a:latin typeface="Calibri"/>
                <a:cs typeface="Calibri"/>
              </a:rPr>
              <a:t> </a:t>
            </a:r>
            <a:r>
              <a:rPr sz="2280" dirty="0">
                <a:latin typeface="Calibri"/>
                <a:cs typeface="Calibri"/>
              </a:rPr>
              <a:t>you</a:t>
            </a:r>
            <a:r>
              <a:rPr sz="2280" spc="12" dirty="0">
                <a:latin typeface="Calibri"/>
                <a:cs typeface="Calibri"/>
              </a:rPr>
              <a:t> </a:t>
            </a:r>
            <a:r>
              <a:rPr sz="2280" dirty="0">
                <a:latin typeface="Calibri"/>
                <a:cs typeface="Calibri"/>
              </a:rPr>
              <a:t>are</a:t>
            </a:r>
            <a:r>
              <a:rPr sz="2280" spc="18" dirty="0">
                <a:latin typeface="Calibri"/>
                <a:cs typeface="Calibri"/>
              </a:rPr>
              <a:t> </a:t>
            </a:r>
            <a:r>
              <a:rPr sz="2280" dirty="0">
                <a:latin typeface="Calibri"/>
                <a:cs typeface="Calibri"/>
              </a:rPr>
              <a:t>developing</a:t>
            </a:r>
            <a:r>
              <a:rPr sz="2280" spc="6" dirty="0">
                <a:latin typeface="Calibri"/>
                <a:cs typeface="Calibri"/>
              </a:rPr>
              <a:t> </a:t>
            </a:r>
            <a:r>
              <a:rPr sz="2280" dirty="0">
                <a:latin typeface="Calibri"/>
                <a:cs typeface="Calibri"/>
              </a:rPr>
              <a:t>a</a:t>
            </a:r>
            <a:r>
              <a:rPr sz="2280" spc="24" dirty="0">
                <a:latin typeface="Calibri"/>
                <a:cs typeface="Calibri"/>
              </a:rPr>
              <a:t> </a:t>
            </a:r>
            <a:r>
              <a:rPr sz="2280" spc="-12" dirty="0">
                <a:latin typeface="Calibri"/>
                <a:cs typeface="Calibri"/>
              </a:rPr>
              <a:t>long-</a:t>
            </a:r>
            <a:r>
              <a:rPr sz="2280" dirty="0">
                <a:latin typeface="Calibri"/>
                <a:cs typeface="Calibri"/>
              </a:rPr>
              <a:t>lifetime</a:t>
            </a:r>
            <a:r>
              <a:rPr sz="2280" spc="18" dirty="0">
                <a:latin typeface="Calibri"/>
                <a:cs typeface="Calibri"/>
              </a:rPr>
              <a:t> </a:t>
            </a:r>
            <a:r>
              <a:rPr sz="2280" dirty="0">
                <a:latin typeface="Calibri"/>
                <a:cs typeface="Calibri"/>
              </a:rPr>
              <a:t>system,</a:t>
            </a:r>
            <a:r>
              <a:rPr sz="2280" spc="12" dirty="0">
                <a:latin typeface="Calibri"/>
                <a:cs typeface="Calibri"/>
              </a:rPr>
              <a:t> </a:t>
            </a:r>
            <a:r>
              <a:rPr sz="2280" dirty="0">
                <a:latin typeface="Calibri"/>
                <a:cs typeface="Calibri"/>
              </a:rPr>
              <a:t>you</a:t>
            </a:r>
            <a:r>
              <a:rPr sz="2280" spc="18" dirty="0">
                <a:latin typeface="Calibri"/>
                <a:cs typeface="Calibri"/>
              </a:rPr>
              <a:t> </a:t>
            </a:r>
            <a:r>
              <a:rPr sz="2280" dirty="0">
                <a:latin typeface="Calibri"/>
                <a:cs typeface="Calibri"/>
              </a:rPr>
              <a:t>should</a:t>
            </a:r>
            <a:r>
              <a:rPr sz="2280" spc="12" dirty="0">
                <a:latin typeface="Calibri"/>
                <a:cs typeface="Calibri"/>
              </a:rPr>
              <a:t> </a:t>
            </a:r>
            <a:r>
              <a:rPr sz="2280" dirty="0">
                <a:latin typeface="Calibri"/>
                <a:cs typeface="Calibri"/>
              </a:rPr>
              <a:t>focus</a:t>
            </a:r>
            <a:r>
              <a:rPr sz="2280" spc="18" dirty="0">
                <a:latin typeface="Calibri"/>
                <a:cs typeface="Calibri"/>
              </a:rPr>
              <a:t> </a:t>
            </a:r>
            <a:r>
              <a:rPr sz="2280" dirty="0">
                <a:latin typeface="Calibri"/>
                <a:cs typeface="Calibri"/>
              </a:rPr>
              <a:t>on</a:t>
            </a:r>
            <a:r>
              <a:rPr sz="2280" spc="18" dirty="0">
                <a:latin typeface="Calibri"/>
                <a:cs typeface="Calibri"/>
              </a:rPr>
              <a:t> </a:t>
            </a:r>
            <a:r>
              <a:rPr sz="2280" dirty="0">
                <a:latin typeface="Calibri"/>
                <a:cs typeface="Calibri"/>
              </a:rPr>
              <a:t>the</a:t>
            </a:r>
            <a:r>
              <a:rPr sz="2280" spc="18" dirty="0">
                <a:latin typeface="Calibri"/>
                <a:cs typeface="Calibri"/>
              </a:rPr>
              <a:t> </a:t>
            </a:r>
            <a:r>
              <a:rPr sz="2280" spc="-12" dirty="0">
                <a:latin typeface="Calibri"/>
                <a:cs typeface="Calibri"/>
              </a:rPr>
              <a:t>maintainability </a:t>
            </a:r>
            <a:r>
              <a:rPr sz="2280" dirty="0">
                <a:latin typeface="Calibri"/>
                <a:cs typeface="Calibri"/>
              </a:rPr>
              <a:t>of</a:t>
            </a:r>
            <a:r>
              <a:rPr sz="2280" spc="-30" dirty="0">
                <a:latin typeface="Calibri"/>
                <a:cs typeface="Calibri"/>
              </a:rPr>
              <a:t> </a:t>
            </a:r>
            <a:r>
              <a:rPr sz="2280" dirty="0">
                <a:latin typeface="Calibri"/>
                <a:cs typeface="Calibri"/>
              </a:rPr>
              <a:t>the</a:t>
            </a:r>
            <a:r>
              <a:rPr sz="2280" spc="-18" dirty="0">
                <a:latin typeface="Calibri"/>
                <a:cs typeface="Calibri"/>
              </a:rPr>
              <a:t> </a:t>
            </a:r>
            <a:r>
              <a:rPr sz="2280" spc="-12" dirty="0">
                <a:latin typeface="Calibri"/>
                <a:cs typeface="Calibri"/>
              </a:rPr>
              <a:t>system.</a:t>
            </a:r>
            <a:endParaRPr sz="2280">
              <a:latin typeface="Calibri"/>
              <a:cs typeface="Calibri"/>
            </a:endParaRPr>
          </a:p>
          <a:p>
            <a:pPr marL="425958" lvl="1" indent="-410718">
              <a:spcBef>
                <a:spcPts val="551"/>
              </a:spcBef>
              <a:buFont typeface="Arial MT"/>
              <a:buChar char="•"/>
              <a:tabLst>
                <a:tab pos="425958" algn="l"/>
              </a:tabLst>
            </a:pPr>
            <a:r>
              <a:rPr sz="2280" spc="-24" dirty="0">
                <a:latin typeface="Calibri"/>
                <a:cs typeface="Calibri"/>
              </a:rPr>
              <a:t>You </a:t>
            </a:r>
            <a:r>
              <a:rPr sz="2280" dirty="0">
                <a:latin typeface="Calibri"/>
                <a:cs typeface="Calibri"/>
              </a:rPr>
              <a:t>should</a:t>
            </a:r>
            <a:r>
              <a:rPr sz="2280" spc="-24" dirty="0">
                <a:latin typeface="Calibri"/>
                <a:cs typeface="Calibri"/>
              </a:rPr>
              <a:t> </a:t>
            </a:r>
            <a:r>
              <a:rPr sz="2280" dirty="0">
                <a:latin typeface="Calibri"/>
                <a:cs typeface="Calibri"/>
              </a:rPr>
              <a:t>not</a:t>
            </a:r>
            <a:r>
              <a:rPr sz="2280" spc="-6" dirty="0">
                <a:latin typeface="Calibri"/>
                <a:cs typeface="Calibri"/>
              </a:rPr>
              <a:t> </a:t>
            </a:r>
            <a:r>
              <a:rPr sz="2280" dirty="0">
                <a:latin typeface="Calibri"/>
                <a:cs typeface="Calibri"/>
              </a:rPr>
              <a:t>just</a:t>
            </a:r>
            <a:r>
              <a:rPr sz="2280" spc="-18" dirty="0">
                <a:latin typeface="Calibri"/>
                <a:cs typeface="Calibri"/>
              </a:rPr>
              <a:t> </a:t>
            </a:r>
            <a:r>
              <a:rPr sz="2280" dirty="0">
                <a:latin typeface="Calibri"/>
                <a:cs typeface="Calibri"/>
              </a:rPr>
              <a:t>think</a:t>
            </a:r>
            <a:r>
              <a:rPr sz="2280" spc="-12" dirty="0">
                <a:latin typeface="Calibri"/>
                <a:cs typeface="Calibri"/>
              </a:rPr>
              <a:t> </a:t>
            </a:r>
            <a:r>
              <a:rPr sz="2280" dirty="0">
                <a:latin typeface="Calibri"/>
                <a:cs typeface="Calibri"/>
              </a:rPr>
              <a:t>about</a:t>
            </a:r>
            <a:r>
              <a:rPr sz="2280" spc="-12" dirty="0">
                <a:latin typeface="Calibri"/>
                <a:cs typeface="Calibri"/>
              </a:rPr>
              <a:t> </a:t>
            </a:r>
            <a:r>
              <a:rPr sz="2280" dirty="0">
                <a:latin typeface="Calibri"/>
                <a:cs typeface="Calibri"/>
              </a:rPr>
              <a:t>the</a:t>
            </a:r>
            <a:r>
              <a:rPr sz="2280" spc="-18" dirty="0">
                <a:latin typeface="Calibri"/>
                <a:cs typeface="Calibri"/>
              </a:rPr>
              <a:t> </a:t>
            </a:r>
            <a:r>
              <a:rPr sz="2280" dirty="0">
                <a:latin typeface="Calibri"/>
                <a:cs typeface="Calibri"/>
              </a:rPr>
              <a:t>immediate</a:t>
            </a:r>
            <a:r>
              <a:rPr sz="2280" spc="-6" dirty="0">
                <a:latin typeface="Calibri"/>
                <a:cs typeface="Calibri"/>
              </a:rPr>
              <a:t> </a:t>
            </a:r>
            <a:r>
              <a:rPr sz="2280" dirty="0">
                <a:latin typeface="Calibri"/>
                <a:cs typeface="Calibri"/>
              </a:rPr>
              <a:t>benefits</a:t>
            </a:r>
            <a:r>
              <a:rPr sz="2280" spc="-18" dirty="0">
                <a:latin typeface="Calibri"/>
                <a:cs typeface="Calibri"/>
              </a:rPr>
              <a:t> </a:t>
            </a:r>
            <a:r>
              <a:rPr sz="2280" dirty="0">
                <a:latin typeface="Calibri"/>
                <a:cs typeface="Calibri"/>
              </a:rPr>
              <a:t>of</a:t>
            </a:r>
            <a:r>
              <a:rPr sz="2280" spc="-24" dirty="0">
                <a:latin typeface="Calibri"/>
                <a:cs typeface="Calibri"/>
              </a:rPr>
              <a:t> </a:t>
            </a:r>
            <a:r>
              <a:rPr sz="2280" dirty="0">
                <a:latin typeface="Calibri"/>
                <a:cs typeface="Calibri"/>
              </a:rPr>
              <a:t>reuse</a:t>
            </a:r>
            <a:r>
              <a:rPr sz="2280" spc="-6" dirty="0">
                <a:latin typeface="Calibri"/>
                <a:cs typeface="Calibri"/>
              </a:rPr>
              <a:t> </a:t>
            </a:r>
            <a:r>
              <a:rPr sz="2280" dirty="0">
                <a:latin typeface="Calibri"/>
                <a:cs typeface="Calibri"/>
              </a:rPr>
              <a:t>but</a:t>
            </a:r>
            <a:r>
              <a:rPr sz="2280" spc="-18" dirty="0">
                <a:latin typeface="Calibri"/>
                <a:cs typeface="Calibri"/>
              </a:rPr>
              <a:t> </a:t>
            </a:r>
            <a:r>
              <a:rPr sz="2280" dirty="0">
                <a:latin typeface="Calibri"/>
                <a:cs typeface="Calibri"/>
              </a:rPr>
              <a:t>also</a:t>
            </a:r>
            <a:r>
              <a:rPr sz="2280" spc="-18" dirty="0">
                <a:latin typeface="Calibri"/>
                <a:cs typeface="Calibri"/>
              </a:rPr>
              <a:t> </a:t>
            </a:r>
            <a:r>
              <a:rPr sz="2280" dirty="0">
                <a:latin typeface="Calibri"/>
                <a:cs typeface="Calibri"/>
              </a:rPr>
              <a:t>of</a:t>
            </a:r>
            <a:r>
              <a:rPr sz="2280" spc="-30" dirty="0">
                <a:latin typeface="Calibri"/>
                <a:cs typeface="Calibri"/>
              </a:rPr>
              <a:t> </a:t>
            </a:r>
            <a:r>
              <a:rPr sz="2280" dirty="0">
                <a:latin typeface="Calibri"/>
                <a:cs typeface="Calibri"/>
              </a:rPr>
              <a:t>the</a:t>
            </a:r>
            <a:r>
              <a:rPr sz="2280" spc="-12" dirty="0">
                <a:latin typeface="Calibri"/>
                <a:cs typeface="Calibri"/>
              </a:rPr>
              <a:t> long-</a:t>
            </a:r>
            <a:endParaRPr sz="2280">
              <a:latin typeface="Calibri"/>
              <a:cs typeface="Calibri"/>
            </a:endParaRPr>
          </a:p>
          <a:p>
            <a:pPr marL="425958"/>
            <a:r>
              <a:rPr sz="2280" dirty="0">
                <a:latin typeface="Calibri"/>
                <a:cs typeface="Calibri"/>
              </a:rPr>
              <a:t>term</a:t>
            </a:r>
            <a:r>
              <a:rPr sz="2280" spc="-78" dirty="0">
                <a:latin typeface="Calibri"/>
                <a:cs typeface="Calibri"/>
              </a:rPr>
              <a:t> </a:t>
            </a:r>
            <a:r>
              <a:rPr sz="2280" spc="-12" dirty="0">
                <a:latin typeface="Calibri"/>
                <a:cs typeface="Calibri"/>
              </a:rPr>
              <a:t>implications.</a:t>
            </a:r>
            <a:endParaRPr sz="2280">
              <a:latin typeface="Calibri"/>
              <a:cs typeface="Calibri"/>
            </a:endParaRPr>
          </a:p>
          <a:p>
            <a:pPr marL="468630" indent="-453390" algn="just">
              <a:spcBef>
                <a:spcPts val="546"/>
              </a:spcBef>
              <a:buAutoNum type="romanLcParenBoth" startAt="3"/>
              <a:tabLst>
                <a:tab pos="468630" algn="l"/>
              </a:tabLst>
            </a:pPr>
            <a:r>
              <a:rPr sz="2280" b="1" i="1" dirty="0">
                <a:solidFill>
                  <a:srgbClr val="C00000"/>
                </a:solidFill>
                <a:latin typeface="Calibri"/>
                <a:cs typeface="Calibri"/>
              </a:rPr>
              <a:t>The</a:t>
            </a:r>
            <a:r>
              <a:rPr sz="2280" b="1" i="1" spc="-42" dirty="0">
                <a:solidFill>
                  <a:srgbClr val="C00000"/>
                </a:solidFill>
                <a:latin typeface="Calibri"/>
                <a:cs typeface="Calibri"/>
              </a:rPr>
              <a:t> </a:t>
            </a:r>
            <a:r>
              <a:rPr sz="2280" b="1" i="1" spc="-12" dirty="0">
                <a:solidFill>
                  <a:srgbClr val="C00000"/>
                </a:solidFill>
                <a:latin typeface="Calibri"/>
                <a:cs typeface="Calibri"/>
              </a:rPr>
              <a:t>background,</a:t>
            </a:r>
            <a:r>
              <a:rPr sz="2280" b="1" i="1" spc="-6" dirty="0">
                <a:solidFill>
                  <a:srgbClr val="C00000"/>
                </a:solidFill>
                <a:latin typeface="Calibri"/>
                <a:cs typeface="Calibri"/>
              </a:rPr>
              <a:t> </a:t>
            </a:r>
            <a:r>
              <a:rPr sz="2280" b="1" i="1" dirty="0">
                <a:solidFill>
                  <a:srgbClr val="C00000"/>
                </a:solidFill>
                <a:latin typeface="Calibri"/>
                <a:cs typeface="Calibri"/>
              </a:rPr>
              <a:t>skills</a:t>
            </a:r>
            <a:r>
              <a:rPr sz="2280" b="1" i="1" spc="-54" dirty="0">
                <a:solidFill>
                  <a:srgbClr val="C00000"/>
                </a:solidFill>
                <a:latin typeface="Calibri"/>
                <a:cs typeface="Calibri"/>
              </a:rPr>
              <a:t> </a:t>
            </a:r>
            <a:r>
              <a:rPr sz="2280" b="1" i="1" dirty="0">
                <a:solidFill>
                  <a:srgbClr val="C00000"/>
                </a:solidFill>
                <a:latin typeface="Calibri"/>
                <a:cs typeface="Calibri"/>
              </a:rPr>
              <a:t>and</a:t>
            </a:r>
            <a:r>
              <a:rPr sz="2280" b="1" i="1" spc="-30" dirty="0">
                <a:solidFill>
                  <a:srgbClr val="C00000"/>
                </a:solidFill>
                <a:latin typeface="Calibri"/>
                <a:cs typeface="Calibri"/>
              </a:rPr>
              <a:t> </a:t>
            </a:r>
            <a:r>
              <a:rPr sz="2280" b="1" i="1" spc="-12" dirty="0">
                <a:solidFill>
                  <a:srgbClr val="C00000"/>
                </a:solidFill>
                <a:latin typeface="Calibri"/>
                <a:cs typeface="Calibri"/>
              </a:rPr>
              <a:t>experience</a:t>
            </a:r>
            <a:r>
              <a:rPr sz="2280" b="1" i="1" spc="-18" dirty="0">
                <a:solidFill>
                  <a:srgbClr val="C00000"/>
                </a:solidFill>
                <a:latin typeface="Calibri"/>
                <a:cs typeface="Calibri"/>
              </a:rPr>
              <a:t> </a:t>
            </a:r>
            <a:r>
              <a:rPr sz="2280" b="1" i="1" dirty="0">
                <a:solidFill>
                  <a:srgbClr val="C00000"/>
                </a:solidFill>
                <a:latin typeface="Calibri"/>
                <a:cs typeface="Calibri"/>
              </a:rPr>
              <a:t>of</a:t>
            </a:r>
            <a:r>
              <a:rPr sz="2280" b="1" i="1" spc="-42" dirty="0">
                <a:solidFill>
                  <a:srgbClr val="C00000"/>
                </a:solidFill>
                <a:latin typeface="Calibri"/>
                <a:cs typeface="Calibri"/>
              </a:rPr>
              <a:t> </a:t>
            </a:r>
            <a:r>
              <a:rPr sz="2280" b="1" i="1" dirty="0">
                <a:solidFill>
                  <a:srgbClr val="C00000"/>
                </a:solidFill>
                <a:latin typeface="Calibri"/>
                <a:cs typeface="Calibri"/>
              </a:rPr>
              <a:t>the</a:t>
            </a:r>
            <a:r>
              <a:rPr sz="2280" b="1" i="1" spc="-36" dirty="0">
                <a:solidFill>
                  <a:srgbClr val="C00000"/>
                </a:solidFill>
                <a:latin typeface="Calibri"/>
                <a:cs typeface="Calibri"/>
              </a:rPr>
              <a:t> </a:t>
            </a:r>
            <a:r>
              <a:rPr sz="2280" b="1" i="1" spc="-12" dirty="0">
                <a:solidFill>
                  <a:srgbClr val="C00000"/>
                </a:solidFill>
                <a:latin typeface="Calibri"/>
                <a:cs typeface="Calibri"/>
              </a:rPr>
              <a:t>development</a:t>
            </a:r>
            <a:r>
              <a:rPr sz="2280" b="1" i="1" spc="-30" dirty="0">
                <a:solidFill>
                  <a:srgbClr val="C00000"/>
                </a:solidFill>
                <a:latin typeface="Calibri"/>
                <a:cs typeface="Calibri"/>
              </a:rPr>
              <a:t> </a:t>
            </a:r>
            <a:r>
              <a:rPr sz="2280" b="1" i="1" spc="-24" dirty="0">
                <a:solidFill>
                  <a:srgbClr val="C00000"/>
                </a:solidFill>
                <a:latin typeface="Calibri"/>
                <a:cs typeface="Calibri"/>
              </a:rPr>
              <a:t>team</a:t>
            </a:r>
            <a:endParaRPr sz="2280">
              <a:latin typeface="Calibri"/>
              <a:cs typeface="Calibri"/>
            </a:endParaRPr>
          </a:p>
          <a:p>
            <a:pPr marL="422910" marR="6096" lvl="1" indent="-408432" algn="just">
              <a:spcBef>
                <a:spcPts val="551"/>
              </a:spcBef>
              <a:buFont typeface="Arial MT"/>
              <a:buChar char="•"/>
              <a:tabLst>
                <a:tab pos="425958" algn="l"/>
              </a:tabLst>
            </a:pPr>
            <a:r>
              <a:rPr sz="2280" dirty="0">
                <a:latin typeface="Calibri"/>
                <a:cs typeface="Calibri"/>
              </a:rPr>
              <a:t>All</a:t>
            </a:r>
            <a:r>
              <a:rPr sz="2280" spc="516" dirty="0">
                <a:latin typeface="Calibri"/>
                <a:cs typeface="Calibri"/>
              </a:rPr>
              <a:t> </a:t>
            </a:r>
            <a:r>
              <a:rPr sz="2280" dirty="0">
                <a:latin typeface="Calibri"/>
                <a:cs typeface="Calibri"/>
              </a:rPr>
              <a:t>reuse</a:t>
            </a:r>
            <a:r>
              <a:rPr sz="2280" spc="528" dirty="0">
                <a:latin typeface="Calibri"/>
                <a:cs typeface="Calibri"/>
              </a:rPr>
              <a:t> </a:t>
            </a:r>
            <a:r>
              <a:rPr sz="2280" dirty="0">
                <a:latin typeface="Calibri"/>
                <a:cs typeface="Calibri"/>
              </a:rPr>
              <a:t>technologies</a:t>
            </a:r>
            <a:r>
              <a:rPr sz="2280" spc="528" dirty="0">
                <a:latin typeface="Calibri"/>
                <a:cs typeface="Calibri"/>
              </a:rPr>
              <a:t> </a:t>
            </a:r>
            <a:r>
              <a:rPr sz="2280" dirty="0">
                <a:latin typeface="Calibri"/>
                <a:cs typeface="Calibri"/>
              </a:rPr>
              <a:t>are</a:t>
            </a:r>
            <a:r>
              <a:rPr sz="2280" spc="528" dirty="0">
                <a:latin typeface="Calibri"/>
                <a:cs typeface="Calibri"/>
              </a:rPr>
              <a:t> </a:t>
            </a:r>
            <a:r>
              <a:rPr sz="2280" dirty="0">
                <a:latin typeface="Calibri"/>
                <a:cs typeface="Calibri"/>
              </a:rPr>
              <a:t>fairly</a:t>
            </a:r>
            <a:r>
              <a:rPr sz="2280" spc="528" dirty="0">
                <a:latin typeface="Calibri"/>
                <a:cs typeface="Calibri"/>
              </a:rPr>
              <a:t> </a:t>
            </a:r>
            <a:r>
              <a:rPr sz="2280" dirty="0">
                <a:latin typeface="Calibri"/>
                <a:cs typeface="Calibri"/>
              </a:rPr>
              <a:t>complex,</a:t>
            </a:r>
            <a:r>
              <a:rPr sz="2280" spc="510" dirty="0">
                <a:latin typeface="Calibri"/>
                <a:cs typeface="Calibri"/>
              </a:rPr>
              <a:t> </a:t>
            </a:r>
            <a:r>
              <a:rPr sz="2280" dirty="0">
                <a:latin typeface="Calibri"/>
                <a:cs typeface="Calibri"/>
              </a:rPr>
              <a:t>and</a:t>
            </a:r>
            <a:r>
              <a:rPr sz="2280" spc="528" dirty="0">
                <a:latin typeface="Calibri"/>
                <a:cs typeface="Calibri"/>
              </a:rPr>
              <a:t> </a:t>
            </a:r>
            <a:r>
              <a:rPr sz="2280" dirty="0">
                <a:latin typeface="Calibri"/>
                <a:cs typeface="Calibri"/>
              </a:rPr>
              <a:t>you</a:t>
            </a:r>
            <a:r>
              <a:rPr sz="2280" spc="516" dirty="0">
                <a:latin typeface="Calibri"/>
                <a:cs typeface="Calibri"/>
              </a:rPr>
              <a:t> </a:t>
            </a:r>
            <a:r>
              <a:rPr sz="2280" dirty="0">
                <a:latin typeface="Calibri"/>
                <a:cs typeface="Calibri"/>
              </a:rPr>
              <a:t>need</a:t>
            </a:r>
            <a:r>
              <a:rPr sz="2280" spc="546" dirty="0">
                <a:latin typeface="Calibri"/>
                <a:cs typeface="Calibri"/>
              </a:rPr>
              <a:t> </a:t>
            </a:r>
            <a:r>
              <a:rPr sz="2280" dirty="0">
                <a:latin typeface="Calibri"/>
                <a:cs typeface="Calibri"/>
              </a:rPr>
              <a:t>quite</a:t>
            </a:r>
            <a:r>
              <a:rPr sz="2280" spc="528" dirty="0">
                <a:latin typeface="Calibri"/>
                <a:cs typeface="Calibri"/>
              </a:rPr>
              <a:t> </a:t>
            </a:r>
            <a:r>
              <a:rPr sz="2280" dirty="0">
                <a:latin typeface="Calibri"/>
                <a:cs typeface="Calibri"/>
              </a:rPr>
              <a:t>a</a:t>
            </a:r>
            <a:r>
              <a:rPr sz="2280" spc="521" dirty="0">
                <a:latin typeface="Calibri"/>
                <a:cs typeface="Calibri"/>
              </a:rPr>
              <a:t> </a:t>
            </a:r>
            <a:r>
              <a:rPr sz="2280" dirty="0">
                <a:latin typeface="Calibri"/>
                <a:cs typeface="Calibri"/>
              </a:rPr>
              <a:t>lot</a:t>
            </a:r>
            <a:r>
              <a:rPr sz="2280" spc="528" dirty="0">
                <a:latin typeface="Calibri"/>
                <a:cs typeface="Calibri"/>
              </a:rPr>
              <a:t> </a:t>
            </a:r>
            <a:r>
              <a:rPr sz="2280" dirty="0">
                <a:latin typeface="Calibri"/>
                <a:cs typeface="Calibri"/>
              </a:rPr>
              <a:t>of</a:t>
            </a:r>
            <a:r>
              <a:rPr sz="2280" spc="516" dirty="0">
                <a:latin typeface="Calibri"/>
                <a:cs typeface="Calibri"/>
              </a:rPr>
              <a:t> </a:t>
            </a:r>
            <a:r>
              <a:rPr sz="2280" dirty="0">
                <a:latin typeface="Calibri"/>
                <a:cs typeface="Calibri"/>
              </a:rPr>
              <a:t>time</a:t>
            </a:r>
            <a:r>
              <a:rPr sz="2280" spc="528" dirty="0">
                <a:latin typeface="Calibri"/>
                <a:cs typeface="Calibri"/>
              </a:rPr>
              <a:t> </a:t>
            </a:r>
            <a:r>
              <a:rPr sz="2280" spc="-30" dirty="0">
                <a:latin typeface="Calibri"/>
                <a:cs typeface="Calibri"/>
              </a:rPr>
              <a:t>to 	</a:t>
            </a:r>
            <a:r>
              <a:rPr sz="2280" spc="-12" dirty="0">
                <a:latin typeface="Calibri"/>
                <a:cs typeface="Calibri"/>
              </a:rPr>
              <a:t>understand</a:t>
            </a:r>
            <a:r>
              <a:rPr sz="2280" spc="-60" dirty="0">
                <a:latin typeface="Calibri"/>
                <a:cs typeface="Calibri"/>
              </a:rPr>
              <a:t> </a:t>
            </a:r>
            <a:r>
              <a:rPr sz="2280" dirty="0">
                <a:latin typeface="Calibri"/>
                <a:cs typeface="Calibri"/>
              </a:rPr>
              <a:t>and</a:t>
            </a:r>
            <a:r>
              <a:rPr sz="2280" spc="-42" dirty="0">
                <a:latin typeface="Calibri"/>
                <a:cs typeface="Calibri"/>
              </a:rPr>
              <a:t> </a:t>
            </a:r>
            <a:r>
              <a:rPr sz="2280" dirty="0">
                <a:latin typeface="Calibri"/>
                <a:cs typeface="Calibri"/>
              </a:rPr>
              <a:t>use</a:t>
            </a:r>
            <a:r>
              <a:rPr sz="2280" spc="-54" dirty="0">
                <a:latin typeface="Calibri"/>
                <a:cs typeface="Calibri"/>
              </a:rPr>
              <a:t> </a:t>
            </a:r>
            <a:r>
              <a:rPr sz="2280" dirty="0">
                <a:latin typeface="Calibri"/>
                <a:cs typeface="Calibri"/>
              </a:rPr>
              <a:t>them</a:t>
            </a:r>
            <a:r>
              <a:rPr sz="2280" spc="-60" dirty="0">
                <a:latin typeface="Calibri"/>
                <a:cs typeface="Calibri"/>
              </a:rPr>
              <a:t> </a:t>
            </a:r>
            <a:r>
              <a:rPr sz="2280" spc="-30" dirty="0">
                <a:latin typeface="Calibri"/>
                <a:cs typeface="Calibri"/>
              </a:rPr>
              <a:t>effectively.</a:t>
            </a:r>
            <a:r>
              <a:rPr sz="2280" spc="-60" dirty="0">
                <a:latin typeface="Calibri"/>
                <a:cs typeface="Calibri"/>
              </a:rPr>
              <a:t> </a:t>
            </a:r>
            <a:r>
              <a:rPr sz="2280" spc="-12" dirty="0">
                <a:latin typeface="Calibri"/>
                <a:cs typeface="Calibri"/>
              </a:rPr>
              <a:t>Therefore,</a:t>
            </a:r>
            <a:r>
              <a:rPr sz="2280" spc="-66" dirty="0">
                <a:latin typeface="Calibri"/>
                <a:cs typeface="Calibri"/>
              </a:rPr>
              <a:t> </a:t>
            </a:r>
            <a:r>
              <a:rPr sz="2280" dirty="0">
                <a:latin typeface="Calibri"/>
                <a:cs typeface="Calibri"/>
              </a:rPr>
              <a:t>you</a:t>
            </a:r>
            <a:r>
              <a:rPr sz="2280" spc="-66" dirty="0">
                <a:latin typeface="Calibri"/>
                <a:cs typeface="Calibri"/>
              </a:rPr>
              <a:t> </a:t>
            </a:r>
            <a:r>
              <a:rPr sz="2280" dirty="0">
                <a:latin typeface="Calibri"/>
                <a:cs typeface="Calibri"/>
              </a:rPr>
              <a:t>should</a:t>
            </a:r>
            <a:r>
              <a:rPr sz="2280" spc="-66" dirty="0">
                <a:latin typeface="Calibri"/>
                <a:cs typeface="Calibri"/>
              </a:rPr>
              <a:t> </a:t>
            </a:r>
            <a:r>
              <a:rPr sz="2280" dirty="0">
                <a:latin typeface="Calibri"/>
                <a:cs typeface="Calibri"/>
              </a:rPr>
              <a:t>focus</a:t>
            </a:r>
            <a:r>
              <a:rPr sz="2280" spc="-60" dirty="0">
                <a:latin typeface="Calibri"/>
                <a:cs typeface="Calibri"/>
              </a:rPr>
              <a:t> </a:t>
            </a:r>
            <a:r>
              <a:rPr sz="2280" dirty="0">
                <a:latin typeface="Calibri"/>
                <a:cs typeface="Calibri"/>
              </a:rPr>
              <a:t>your</a:t>
            </a:r>
            <a:r>
              <a:rPr sz="2280" spc="-66" dirty="0">
                <a:latin typeface="Calibri"/>
                <a:cs typeface="Calibri"/>
              </a:rPr>
              <a:t> </a:t>
            </a:r>
            <a:r>
              <a:rPr sz="2280" dirty="0">
                <a:latin typeface="Calibri"/>
                <a:cs typeface="Calibri"/>
              </a:rPr>
              <a:t>reuse</a:t>
            </a:r>
            <a:r>
              <a:rPr sz="2280" spc="-60" dirty="0">
                <a:latin typeface="Calibri"/>
                <a:cs typeface="Calibri"/>
              </a:rPr>
              <a:t> </a:t>
            </a:r>
            <a:r>
              <a:rPr sz="2280" spc="-12" dirty="0">
                <a:latin typeface="Calibri"/>
                <a:cs typeface="Calibri"/>
              </a:rPr>
              <a:t>effort</a:t>
            </a:r>
            <a:r>
              <a:rPr sz="2280" spc="-66" dirty="0">
                <a:latin typeface="Calibri"/>
                <a:cs typeface="Calibri"/>
              </a:rPr>
              <a:t> </a:t>
            </a:r>
            <a:r>
              <a:rPr sz="2280" spc="-30" dirty="0">
                <a:latin typeface="Calibri"/>
                <a:cs typeface="Calibri"/>
              </a:rPr>
              <a:t>in 	</a:t>
            </a:r>
            <a:r>
              <a:rPr sz="2280" dirty="0">
                <a:latin typeface="Calibri"/>
                <a:cs typeface="Calibri"/>
              </a:rPr>
              <a:t>areas</a:t>
            </a:r>
            <a:r>
              <a:rPr sz="2280" spc="-72" dirty="0">
                <a:latin typeface="Calibri"/>
                <a:cs typeface="Calibri"/>
              </a:rPr>
              <a:t> </a:t>
            </a:r>
            <a:r>
              <a:rPr sz="2280" dirty="0">
                <a:latin typeface="Calibri"/>
                <a:cs typeface="Calibri"/>
              </a:rPr>
              <a:t>where</a:t>
            </a:r>
            <a:r>
              <a:rPr sz="2280" spc="-42" dirty="0">
                <a:latin typeface="Calibri"/>
                <a:cs typeface="Calibri"/>
              </a:rPr>
              <a:t> </a:t>
            </a:r>
            <a:r>
              <a:rPr sz="2280" dirty="0">
                <a:latin typeface="Calibri"/>
                <a:cs typeface="Calibri"/>
              </a:rPr>
              <a:t>your</a:t>
            </a:r>
            <a:r>
              <a:rPr sz="2280" spc="-66" dirty="0">
                <a:latin typeface="Calibri"/>
                <a:cs typeface="Calibri"/>
              </a:rPr>
              <a:t> </a:t>
            </a:r>
            <a:r>
              <a:rPr sz="2280" spc="-12" dirty="0">
                <a:latin typeface="Calibri"/>
                <a:cs typeface="Calibri"/>
              </a:rPr>
              <a:t>development</a:t>
            </a:r>
            <a:r>
              <a:rPr sz="2280" spc="-30" dirty="0">
                <a:latin typeface="Calibri"/>
                <a:cs typeface="Calibri"/>
              </a:rPr>
              <a:t> </a:t>
            </a:r>
            <a:r>
              <a:rPr sz="2280" dirty="0">
                <a:latin typeface="Calibri"/>
                <a:cs typeface="Calibri"/>
              </a:rPr>
              <a:t>team</a:t>
            </a:r>
            <a:r>
              <a:rPr sz="2280" spc="-60" dirty="0">
                <a:latin typeface="Calibri"/>
                <a:cs typeface="Calibri"/>
              </a:rPr>
              <a:t> </a:t>
            </a:r>
            <a:r>
              <a:rPr sz="2280" dirty="0">
                <a:latin typeface="Calibri"/>
                <a:cs typeface="Calibri"/>
              </a:rPr>
              <a:t>has</a:t>
            </a:r>
            <a:r>
              <a:rPr sz="2280" spc="-60" dirty="0">
                <a:latin typeface="Calibri"/>
                <a:cs typeface="Calibri"/>
              </a:rPr>
              <a:t> </a:t>
            </a:r>
            <a:r>
              <a:rPr sz="2280" spc="-12" dirty="0">
                <a:latin typeface="Calibri"/>
                <a:cs typeface="Calibri"/>
              </a:rPr>
              <a:t>expertise.</a:t>
            </a:r>
            <a:endParaRPr sz="2280">
              <a:latin typeface="Calibri"/>
              <a:cs typeface="Calibri"/>
            </a:endParaRPr>
          </a:p>
        </p:txBody>
      </p:sp>
    </p:spTree>
    <p:extLst>
      <p:ext uri="{BB962C8B-B14F-4D97-AF65-F5344CB8AC3E}">
        <p14:creationId xmlns:p14="http://schemas.microsoft.com/office/powerpoint/2010/main" val="36273704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05840" y="96652"/>
            <a:ext cx="10355580" cy="6314806"/>
          </a:xfrm>
          <a:prstGeom prst="rect">
            <a:avLst/>
          </a:prstGeom>
        </p:spPr>
        <p:txBody>
          <a:bodyPr vert="horz" wrap="square" lIns="0" tIns="84582" rIns="0" bIns="0" rtlCol="0">
            <a:spAutoFit/>
          </a:bodyPr>
          <a:lstStyle/>
          <a:p>
            <a:pPr marL="464058" indent="-448818" algn="just">
              <a:spcBef>
                <a:spcPts val="666"/>
              </a:spcBef>
              <a:buAutoNum type="romanLcParenBoth" startAt="4"/>
              <a:tabLst>
                <a:tab pos="464058" algn="l"/>
              </a:tabLst>
            </a:pPr>
            <a:r>
              <a:rPr sz="2280" b="1" i="1" dirty="0">
                <a:solidFill>
                  <a:srgbClr val="C00000"/>
                </a:solidFill>
                <a:latin typeface="Calibri"/>
                <a:cs typeface="Calibri"/>
              </a:rPr>
              <a:t>The</a:t>
            </a:r>
            <a:r>
              <a:rPr sz="2280" b="1" i="1" spc="-48" dirty="0">
                <a:solidFill>
                  <a:srgbClr val="C00000"/>
                </a:solidFill>
                <a:latin typeface="Calibri"/>
                <a:cs typeface="Calibri"/>
              </a:rPr>
              <a:t> </a:t>
            </a:r>
            <a:r>
              <a:rPr sz="2280" b="1" i="1" dirty="0">
                <a:solidFill>
                  <a:srgbClr val="C00000"/>
                </a:solidFill>
                <a:latin typeface="Calibri"/>
                <a:cs typeface="Calibri"/>
              </a:rPr>
              <a:t>criticality</a:t>
            </a:r>
            <a:r>
              <a:rPr sz="2280" b="1" i="1" spc="-66" dirty="0">
                <a:solidFill>
                  <a:srgbClr val="C00000"/>
                </a:solidFill>
                <a:latin typeface="Calibri"/>
                <a:cs typeface="Calibri"/>
              </a:rPr>
              <a:t> </a:t>
            </a:r>
            <a:r>
              <a:rPr sz="2280" b="1" i="1" dirty="0">
                <a:solidFill>
                  <a:srgbClr val="C00000"/>
                </a:solidFill>
                <a:latin typeface="Calibri"/>
                <a:cs typeface="Calibri"/>
              </a:rPr>
              <a:t>of</a:t>
            </a:r>
            <a:r>
              <a:rPr sz="2280" b="1" i="1" spc="-54" dirty="0">
                <a:solidFill>
                  <a:srgbClr val="C00000"/>
                </a:solidFill>
                <a:latin typeface="Calibri"/>
                <a:cs typeface="Calibri"/>
              </a:rPr>
              <a:t> </a:t>
            </a:r>
            <a:r>
              <a:rPr sz="2280" b="1" i="1" dirty="0">
                <a:solidFill>
                  <a:srgbClr val="C00000"/>
                </a:solidFill>
                <a:latin typeface="Calibri"/>
                <a:cs typeface="Calibri"/>
              </a:rPr>
              <a:t>the</a:t>
            </a:r>
            <a:r>
              <a:rPr sz="2280" b="1" i="1" spc="-42" dirty="0">
                <a:solidFill>
                  <a:srgbClr val="C00000"/>
                </a:solidFill>
                <a:latin typeface="Calibri"/>
                <a:cs typeface="Calibri"/>
              </a:rPr>
              <a:t> </a:t>
            </a:r>
            <a:r>
              <a:rPr sz="2280" b="1" i="1" dirty="0">
                <a:solidFill>
                  <a:srgbClr val="C00000"/>
                </a:solidFill>
                <a:latin typeface="Calibri"/>
                <a:cs typeface="Calibri"/>
              </a:rPr>
              <a:t>software</a:t>
            </a:r>
            <a:r>
              <a:rPr sz="2280" b="1" i="1" spc="-42" dirty="0">
                <a:solidFill>
                  <a:srgbClr val="C00000"/>
                </a:solidFill>
                <a:latin typeface="Calibri"/>
                <a:cs typeface="Calibri"/>
              </a:rPr>
              <a:t> </a:t>
            </a:r>
            <a:r>
              <a:rPr sz="2280" b="1" i="1" dirty="0">
                <a:solidFill>
                  <a:srgbClr val="C00000"/>
                </a:solidFill>
                <a:latin typeface="Calibri"/>
                <a:cs typeface="Calibri"/>
              </a:rPr>
              <a:t>and</a:t>
            </a:r>
            <a:r>
              <a:rPr sz="2280" b="1" i="1" spc="-42" dirty="0">
                <a:solidFill>
                  <a:srgbClr val="C00000"/>
                </a:solidFill>
                <a:latin typeface="Calibri"/>
                <a:cs typeface="Calibri"/>
              </a:rPr>
              <a:t> </a:t>
            </a:r>
            <a:r>
              <a:rPr sz="2280" b="1" i="1" dirty="0">
                <a:solidFill>
                  <a:srgbClr val="C00000"/>
                </a:solidFill>
                <a:latin typeface="Calibri"/>
                <a:cs typeface="Calibri"/>
              </a:rPr>
              <a:t>its</a:t>
            </a:r>
            <a:r>
              <a:rPr sz="2280" b="1" i="1" spc="-60" dirty="0">
                <a:solidFill>
                  <a:srgbClr val="C00000"/>
                </a:solidFill>
                <a:latin typeface="Calibri"/>
                <a:cs typeface="Calibri"/>
              </a:rPr>
              <a:t> </a:t>
            </a:r>
            <a:r>
              <a:rPr sz="2280" b="1" i="1" spc="-30" dirty="0">
                <a:solidFill>
                  <a:srgbClr val="C00000"/>
                </a:solidFill>
                <a:latin typeface="Calibri"/>
                <a:cs typeface="Calibri"/>
              </a:rPr>
              <a:t>non-</a:t>
            </a:r>
            <a:r>
              <a:rPr sz="2280" b="1" i="1" dirty="0">
                <a:solidFill>
                  <a:srgbClr val="C00000"/>
                </a:solidFill>
                <a:latin typeface="Calibri"/>
                <a:cs typeface="Calibri"/>
              </a:rPr>
              <a:t>functional</a:t>
            </a:r>
            <a:r>
              <a:rPr sz="2280" b="1" i="1" spc="-18" dirty="0">
                <a:solidFill>
                  <a:srgbClr val="C00000"/>
                </a:solidFill>
                <a:latin typeface="Calibri"/>
                <a:cs typeface="Calibri"/>
              </a:rPr>
              <a:t> </a:t>
            </a:r>
            <a:r>
              <a:rPr sz="2280" b="1" i="1" spc="-12" dirty="0">
                <a:solidFill>
                  <a:srgbClr val="C00000"/>
                </a:solidFill>
                <a:latin typeface="Calibri"/>
                <a:cs typeface="Calibri"/>
              </a:rPr>
              <a:t>requirements</a:t>
            </a:r>
            <a:endParaRPr sz="2280" dirty="0">
              <a:latin typeface="Calibri"/>
              <a:cs typeface="Calibri"/>
            </a:endParaRPr>
          </a:p>
          <a:p>
            <a:pPr marL="424434" lvl="1" indent="-409194" algn="just">
              <a:spcBef>
                <a:spcPts val="546"/>
              </a:spcBef>
              <a:buFont typeface="Arial MT"/>
              <a:buChar char="•"/>
              <a:tabLst>
                <a:tab pos="424434" algn="l"/>
              </a:tabLst>
            </a:pPr>
            <a:r>
              <a:rPr sz="2280" dirty="0">
                <a:latin typeface="Calibri"/>
                <a:cs typeface="Calibri"/>
              </a:rPr>
              <a:t>For</a:t>
            </a:r>
            <a:r>
              <a:rPr sz="2280" spc="72" dirty="0">
                <a:latin typeface="Calibri"/>
                <a:cs typeface="Calibri"/>
              </a:rPr>
              <a:t> </a:t>
            </a:r>
            <a:r>
              <a:rPr sz="2280" dirty="0">
                <a:latin typeface="Calibri"/>
                <a:cs typeface="Calibri"/>
              </a:rPr>
              <a:t>a</a:t>
            </a:r>
            <a:r>
              <a:rPr sz="2280" spc="90" dirty="0">
                <a:latin typeface="Calibri"/>
                <a:cs typeface="Calibri"/>
              </a:rPr>
              <a:t> </a:t>
            </a:r>
            <a:r>
              <a:rPr sz="2280" dirty="0">
                <a:latin typeface="Calibri"/>
                <a:cs typeface="Calibri"/>
              </a:rPr>
              <a:t>critical</a:t>
            </a:r>
            <a:r>
              <a:rPr sz="2280" spc="84" dirty="0">
                <a:latin typeface="Calibri"/>
                <a:cs typeface="Calibri"/>
              </a:rPr>
              <a:t> </a:t>
            </a:r>
            <a:r>
              <a:rPr sz="2280" dirty="0">
                <a:latin typeface="Calibri"/>
                <a:cs typeface="Calibri"/>
              </a:rPr>
              <a:t>system</a:t>
            </a:r>
            <a:r>
              <a:rPr sz="2280" spc="90" dirty="0">
                <a:latin typeface="Calibri"/>
                <a:cs typeface="Calibri"/>
              </a:rPr>
              <a:t> </a:t>
            </a:r>
            <a:r>
              <a:rPr sz="2280" dirty="0">
                <a:latin typeface="Calibri"/>
                <a:cs typeface="Calibri"/>
              </a:rPr>
              <a:t>that</a:t>
            </a:r>
            <a:r>
              <a:rPr sz="2280" spc="90" dirty="0">
                <a:latin typeface="Calibri"/>
                <a:cs typeface="Calibri"/>
              </a:rPr>
              <a:t> </a:t>
            </a:r>
            <a:r>
              <a:rPr sz="2280" dirty="0">
                <a:latin typeface="Calibri"/>
                <a:cs typeface="Calibri"/>
              </a:rPr>
              <a:t>has</a:t>
            </a:r>
            <a:r>
              <a:rPr sz="2280" spc="78" dirty="0">
                <a:latin typeface="Calibri"/>
                <a:cs typeface="Calibri"/>
              </a:rPr>
              <a:t> </a:t>
            </a:r>
            <a:r>
              <a:rPr sz="2280" dirty="0">
                <a:latin typeface="Calibri"/>
                <a:cs typeface="Calibri"/>
              </a:rPr>
              <a:t>to</a:t>
            </a:r>
            <a:r>
              <a:rPr sz="2280" spc="78" dirty="0">
                <a:latin typeface="Calibri"/>
                <a:cs typeface="Calibri"/>
              </a:rPr>
              <a:t> </a:t>
            </a:r>
            <a:r>
              <a:rPr sz="2280" dirty="0">
                <a:latin typeface="Calibri"/>
                <a:cs typeface="Calibri"/>
              </a:rPr>
              <a:t>be</a:t>
            </a:r>
            <a:r>
              <a:rPr sz="2280" spc="90" dirty="0">
                <a:latin typeface="Calibri"/>
                <a:cs typeface="Calibri"/>
              </a:rPr>
              <a:t> </a:t>
            </a:r>
            <a:r>
              <a:rPr sz="2280" dirty="0">
                <a:latin typeface="Calibri"/>
                <a:cs typeface="Calibri"/>
              </a:rPr>
              <a:t>certified</a:t>
            </a:r>
            <a:r>
              <a:rPr sz="2280" spc="96" dirty="0">
                <a:latin typeface="Calibri"/>
                <a:cs typeface="Calibri"/>
              </a:rPr>
              <a:t> </a:t>
            </a:r>
            <a:r>
              <a:rPr sz="2280" dirty="0">
                <a:latin typeface="Calibri"/>
                <a:cs typeface="Calibri"/>
              </a:rPr>
              <a:t>by</a:t>
            </a:r>
            <a:r>
              <a:rPr sz="2280" spc="90" dirty="0">
                <a:latin typeface="Calibri"/>
                <a:cs typeface="Calibri"/>
              </a:rPr>
              <a:t> </a:t>
            </a:r>
            <a:r>
              <a:rPr sz="2280" dirty="0">
                <a:latin typeface="Calibri"/>
                <a:cs typeface="Calibri"/>
              </a:rPr>
              <a:t>an</a:t>
            </a:r>
            <a:r>
              <a:rPr sz="2280" spc="84" dirty="0">
                <a:latin typeface="Calibri"/>
                <a:cs typeface="Calibri"/>
              </a:rPr>
              <a:t> </a:t>
            </a:r>
            <a:r>
              <a:rPr sz="2280" dirty="0">
                <a:latin typeface="Calibri"/>
                <a:cs typeface="Calibri"/>
              </a:rPr>
              <a:t>external</a:t>
            </a:r>
            <a:r>
              <a:rPr sz="2280" spc="90" dirty="0">
                <a:latin typeface="Calibri"/>
                <a:cs typeface="Calibri"/>
              </a:rPr>
              <a:t> </a:t>
            </a:r>
            <a:r>
              <a:rPr sz="2280" dirty="0">
                <a:latin typeface="Calibri"/>
                <a:cs typeface="Calibri"/>
              </a:rPr>
              <a:t>regulator</a:t>
            </a:r>
            <a:r>
              <a:rPr sz="2280" spc="96" dirty="0">
                <a:latin typeface="Calibri"/>
                <a:cs typeface="Calibri"/>
              </a:rPr>
              <a:t> </a:t>
            </a:r>
            <a:r>
              <a:rPr sz="2280" dirty="0">
                <a:latin typeface="Calibri"/>
                <a:cs typeface="Calibri"/>
              </a:rPr>
              <a:t>you</a:t>
            </a:r>
            <a:r>
              <a:rPr sz="2280" spc="84" dirty="0">
                <a:latin typeface="Calibri"/>
                <a:cs typeface="Calibri"/>
              </a:rPr>
              <a:t> </a:t>
            </a:r>
            <a:r>
              <a:rPr sz="2280" dirty="0">
                <a:latin typeface="Calibri"/>
                <a:cs typeface="Calibri"/>
              </a:rPr>
              <a:t>may</a:t>
            </a:r>
            <a:r>
              <a:rPr sz="2280" spc="84" dirty="0">
                <a:latin typeface="Calibri"/>
                <a:cs typeface="Calibri"/>
              </a:rPr>
              <a:t> </a:t>
            </a:r>
            <a:r>
              <a:rPr sz="2280" spc="-24" dirty="0">
                <a:latin typeface="Calibri"/>
                <a:cs typeface="Calibri"/>
              </a:rPr>
              <a:t>have</a:t>
            </a:r>
            <a:endParaRPr sz="2280" dirty="0">
              <a:latin typeface="Calibri"/>
              <a:cs typeface="Calibri"/>
            </a:endParaRPr>
          </a:p>
          <a:p>
            <a:pPr marL="426720" algn="just">
              <a:spcBef>
                <a:spcPts val="6"/>
              </a:spcBef>
            </a:pPr>
            <a:r>
              <a:rPr sz="2280" dirty="0">
                <a:latin typeface="Calibri"/>
                <a:cs typeface="Calibri"/>
              </a:rPr>
              <a:t>to</a:t>
            </a:r>
            <a:r>
              <a:rPr sz="2280" spc="-66" dirty="0">
                <a:latin typeface="Calibri"/>
                <a:cs typeface="Calibri"/>
              </a:rPr>
              <a:t> </a:t>
            </a:r>
            <a:r>
              <a:rPr sz="2280" dirty="0">
                <a:latin typeface="Calibri"/>
                <a:cs typeface="Calibri"/>
              </a:rPr>
              <a:t>create</a:t>
            </a:r>
            <a:r>
              <a:rPr sz="2280" spc="-48" dirty="0">
                <a:latin typeface="Calibri"/>
                <a:cs typeface="Calibri"/>
              </a:rPr>
              <a:t> </a:t>
            </a:r>
            <a:r>
              <a:rPr sz="2280" dirty="0">
                <a:latin typeface="Calibri"/>
                <a:cs typeface="Calibri"/>
              </a:rPr>
              <a:t>a</a:t>
            </a:r>
            <a:r>
              <a:rPr sz="2280" spc="-72" dirty="0">
                <a:latin typeface="Calibri"/>
                <a:cs typeface="Calibri"/>
              </a:rPr>
              <a:t> </a:t>
            </a:r>
            <a:r>
              <a:rPr sz="2280" dirty="0">
                <a:latin typeface="Calibri"/>
                <a:cs typeface="Calibri"/>
              </a:rPr>
              <a:t>safety</a:t>
            </a:r>
            <a:r>
              <a:rPr sz="2280" spc="-48" dirty="0">
                <a:latin typeface="Calibri"/>
                <a:cs typeface="Calibri"/>
              </a:rPr>
              <a:t> </a:t>
            </a:r>
            <a:r>
              <a:rPr sz="2280" dirty="0">
                <a:latin typeface="Calibri"/>
                <a:cs typeface="Calibri"/>
              </a:rPr>
              <a:t>or</a:t>
            </a:r>
            <a:r>
              <a:rPr sz="2280" spc="-66" dirty="0">
                <a:latin typeface="Calibri"/>
                <a:cs typeface="Calibri"/>
              </a:rPr>
              <a:t> </a:t>
            </a:r>
            <a:r>
              <a:rPr sz="2280" dirty="0">
                <a:latin typeface="Calibri"/>
                <a:cs typeface="Calibri"/>
              </a:rPr>
              <a:t>security</a:t>
            </a:r>
            <a:r>
              <a:rPr sz="2280" spc="-72" dirty="0">
                <a:latin typeface="Calibri"/>
                <a:cs typeface="Calibri"/>
              </a:rPr>
              <a:t> </a:t>
            </a:r>
            <a:r>
              <a:rPr sz="2280" dirty="0">
                <a:latin typeface="Calibri"/>
                <a:cs typeface="Calibri"/>
              </a:rPr>
              <a:t>case</a:t>
            </a:r>
            <a:r>
              <a:rPr sz="2280" spc="-60" dirty="0">
                <a:latin typeface="Calibri"/>
                <a:cs typeface="Calibri"/>
              </a:rPr>
              <a:t> </a:t>
            </a:r>
            <a:r>
              <a:rPr sz="2280" dirty="0">
                <a:latin typeface="Calibri"/>
                <a:cs typeface="Calibri"/>
              </a:rPr>
              <a:t>for</a:t>
            </a:r>
            <a:r>
              <a:rPr sz="2280" spc="-72" dirty="0">
                <a:latin typeface="Calibri"/>
                <a:cs typeface="Calibri"/>
              </a:rPr>
              <a:t> </a:t>
            </a:r>
            <a:r>
              <a:rPr sz="2280" dirty="0">
                <a:latin typeface="Calibri"/>
                <a:cs typeface="Calibri"/>
              </a:rPr>
              <a:t>the</a:t>
            </a:r>
            <a:r>
              <a:rPr sz="2280" spc="-60" dirty="0">
                <a:latin typeface="Calibri"/>
                <a:cs typeface="Calibri"/>
              </a:rPr>
              <a:t> </a:t>
            </a:r>
            <a:r>
              <a:rPr sz="2280" spc="-12" dirty="0">
                <a:latin typeface="Calibri"/>
                <a:cs typeface="Calibri"/>
              </a:rPr>
              <a:t>system.</a:t>
            </a:r>
            <a:endParaRPr sz="2280" dirty="0">
              <a:latin typeface="Calibri"/>
              <a:cs typeface="Calibri"/>
            </a:endParaRPr>
          </a:p>
          <a:p>
            <a:pPr marL="424434" lvl="1" indent="-409194" algn="just">
              <a:spcBef>
                <a:spcPts val="546"/>
              </a:spcBef>
              <a:buFont typeface="Arial MT"/>
              <a:buChar char="•"/>
              <a:tabLst>
                <a:tab pos="424434" algn="l"/>
              </a:tabLst>
            </a:pPr>
            <a:r>
              <a:rPr sz="2280" dirty="0">
                <a:latin typeface="Calibri"/>
                <a:cs typeface="Calibri"/>
              </a:rPr>
              <a:t>This</a:t>
            </a:r>
            <a:r>
              <a:rPr sz="2280" spc="-54" dirty="0">
                <a:latin typeface="Calibri"/>
                <a:cs typeface="Calibri"/>
              </a:rPr>
              <a:t> </a:t>
            </a:r>
            <a:r>
              <a:rPr sz="2280" dirty="0">
                <a:latin typeface="Calibri"/>
                <a:cs typeface="Calibri"/>
              </a:rPr>
              <a:t>is</a:t>
            </a:r>
            <a:r>
              <a:rPr sz="2280" spc="-66" dirty="0">
                <a:latin typeface="Calibri"/>
                <a:cs typeface="Calibri"/>
              </a:rPr>
              <a:t> </a:t>
            </a:r>
            <a:r>
              <a:rPr sz="2280" dirty="0">
                <a:latin typeface="Calibri"/>
                <a:cs typeface="Calibri"/>
              </a:rPr>
              <a:t>difficult</a:t>
            </a:r>
            <a:r>
              <a:rPr sz="2280" spc="-24" dirty="0">
                <a:latin typeface="Calibri"/>
                <a:cs typeface="Calibri"/>
              </a:rPr>
              <a:t> </a:t>
            </a:r>
            <a:r>
              <a:rPr sz="2280" dirty="0">
                <a:latin typeface="Calibri"/>
                <a:cs typeface="Calibri"/>
              </a:rPr>
              <a:t>if</a:t>
            </a:r>
            <a:r>
              <a:rPr sz="2280" spc="-72" dirty="0">
                <a:latin typeface="Calibri"/>
                <a:cs typeface="Calibri"/>
              </a:rPr>
              <a:t> </a:t>
            </a:r>
            <a:r>
              <a:rPr sz="2280" dirty="0">
                <a:latin typeface="Calibri"/>
                <a:cs typeface="Calibri"/>
              </a:rPr>
              <a:t>you</a:t>
            </a:r>
            <a:r>
              <a:rPr sz="2280" spc="-42" dirty="0">
                <a:latin typeface="Calibri"/>
                <a:cs typeface="Calibri"/>
              </a:rPr>
              <a:t> </a:t>
            </a:r>
            <a:r>
              <a:rPr sz="2280" dirty="0">
                <a:latin typeface="Calibri"/>
                <a:cs typeface="Calibri"/>
              </a:rPr>
              <a:t>don’t</a:t>
            </a:r>
            <a:r>
              <a:rPr sz="2280" spc="-42" dirty="0">
                <a:latin typeface="Calibri"/>
                <a:cs typeface="Calibri"/>
              </a:rPr>
              <a:t> </a:t>
            </a:r>
            <a:r>
              <a:rPr sz="2280" dirty="0">
                <a:latin typeface="Calibri"/>
                <a:cs typeface="Calibri"/>
              </a:rPr>
              <a:t>have</a:t>
            </a:r>
            <a:r>
              <a:rPr sz="2280" spc="-36" dirty="0">
                <a:latin typeface="Calibri"/>
                <a:cs typeface="Calibri"/>
              </a:rPr>
              <a:t> </a:t>
            </a:r>
            <a:r>
              <a:rPr sz="2280" dirty="0">
                <a:latin typeface="Calibri"/>
                <a:cs typeface="Calibri"/>
              </a:rPr>
              <a:t>access</a:t>
            </a:r>
            <a:r>
              <a:rPr sz="2280" spc="-72" dirty="0">
                <a:latin typeface="Calibri"/>
                <a:cs typeface="Calibri"/>
              </a:rPr>
              <a:t> </a:t>
            </a:r>
            <a:r>
              <a:rPr sz="2280" dirty="0">
                <a:latin typeface="Calibri"/>
                <a:cs typeface="Calibri"/>
              </a:rPr>
              <a:t>to</a:t>
            </a:r>
            <a:r>
              <a:rPr sz="2280" spc="-42" dirty="0">
                <a:latin typeface="Calibri"/>
                <a:cs typeface="Calibri"/>
              </a:rPr>
              <a:t> </a:t>
            </a:r>
            <a:r>
              <a:rPr sz="2280" dirty="0">
                <a:latin typeface="Calibri"/>
                <a:cs typeface="Calibri"/>
              </a:rPr>
              <a:t>the</a:t>
            </a:r>
            <a:r>
              <a:rPr sz="2280" spc="-54" dirty="0">
                <a:latin typeface="Calibri"/>
                <a:cs typeface="Calibri"/>
              </a:rPr>
              <a:t> </a:t>
            </a:r>
            <a:r>
              <a:rPr sz="2280" dirty="0">
                <a:latin typeface="Calibri"/>
                <a:cs typeface="Calibri"/>
              </a:rPr>
              <a:t>source</a:t>
            </a:r>
            <a:r>
              <a:rPr sz="2280" spc="-60" dirty="0">
                <a:latin typeface="Calibri"/>
                <a:cs typeface="Calibri"/>
              </a:rPr>
              <a:t> </a:t>
            </a:r>
            <a:r>
              <a:rPr sz="2280" dirty="0">
                <a:latin typeface="Calibri"/>
                <a:cs typeface="Calibri"/>
              </a:rPr>
              <a:t>code</a:t>
            </a:r>
            <a:r>
              <a:rPr sz="2280" spc="-66" dirty="0">
                <a:latin typeface="Calibri"/>
                <a:cs typeface="Calibri"/>
              </a:rPr>
              <a:t> </a:t>
            </a:r>
            <a:r>
              <a:rPr sz="2280" dirty="0">
                <a:latin typeface="Calibri"/>
                <a:cs typeface="Calibri"/>
              </a:rPr>
              <a:t>of</a:t>
            </a:r>
            <a:r>
              <a:rPr sz="2280" spc="-60" dirty="0">
                <a:latin typeface="Calibri"/>
                <a:cs typeface="Calibri"/>
              </a:rPr>
              <a:t> </a:t>
            </a:r>
            <a:r>
              <a:rPr sz="2280" dirty="0">
                <a:latin typeface="Calibri"/>
                <a:cs typeface="Calibri"/>
              </a:rPr>
              <a:t>the</a:t>
            </a:r>
            <a:r>
              <a:rPr sz="2280" spc="-54" dirty="0">
                <a:latin typeface="Calibri"/>
                <a:cs typeface="Calibri"/>
              </a:rPr>
              <a:t> </a:t>
            </a:r>
            <a:r>
              <a:rPr sz="2280" spc="-12" dirty="0">
                <a:latin typeface="Calibri"/>
                <a:cs typeface="Calibri"/>
              </a:rPr>
              <a:t>software.</a:t>
            </a:r>
            <a:endParaRPr sz="2280" dirty="0">
              <a:latin typeface="Calibri"/>
              <a:cs typeface="Calibri"/>
            </a:endParaRPr>
          </a:p>
          <a:p>
            <a:pPr marL="424434" lvl="1" indent="-409194" algn="just">
              <a:spcBef>
                <a:spcPts val="546"/>
              </a:spcBef>
              <a:buFont typeface="Arial MT"/>
              <a:buChar char="•"/>
              <a:tabLst>
                <a:tab pos="424434" algn="l"/>
              </a:tabLst>
            </a:pPr>
            <a:r>
              <a:rPr sz="2280" dirty="0">
                <a:latin typeface="Calibri"/>
                <a:cs typeface="Calibri"/>
              </a:rPr>
              <a:t>If</a:t>
            </a:r>
            <a:r>
              <a:rPr sz="2280" spc="156" dirty="0">
                <a:latin typeface="Calibri"/>
                <a:cs typeface="Calibri"/>
              </a:rPr>
              <a:t> </a:t>
            </a:r>
            <a:r>
              <a:rPr sz="2280" dirty="0">
                <a:latin typeface="Calibri"/>
                <a:cs typeface="Calibri"/>
              </a:rPr>
              <a:t>your</a:t>
            </a:r>
            <a:r>
              <a:rPr sz="2280" spc="162" dirty="0">
                <a:latin typeface="Calibri"/>
                <a:cs typeface="Calibri"/>
              </a:rPr>
              <a:t> </a:t>
            </a:r>
            <a:r>
              <a:rPr sz="2280" dirty="0">
                <a:latin typeface="Calibri"/>
                <a:cs typeface="Calibri"/>
              </a:rPr>
              <a:t>software</a:t>
            </a:r>
            <a:r>
              <a:rPr sz="2280" spc="162" dirty="0">
                <a:latin typeface="Calibri"/>
                <a:cs typeface="Calibri"/>
              </a:rPr>
              <a:t> </a:t>
            </a:r>
            <a:r>
              <a:rPr sz="2280" dirty="0">
                <a:latin typeface="Calibri"/>
                <a:cs typeface="Calibri"/>
              </a:rPr>
              <a:t>has</a:t>
            </a:r>
            <a:r>
              <a:rPr sz="2280" spc="168" dirty="0">
                <a:latin typeface="Calibri"/>
                <a:cs typeface="Calibri"/>
              </a:rPr>
              <a:t> </a:t>
            </a:r>
            <a:r>
              <a:rPr sz="2280" dirty="0">
                <a:latin typeface="Calibri"/>
                <a:cs typeface="Calibri"/>
              </a:rPr>
              <a:t>stringent</a:t>
            </a:r>
            <a:r>
              <a:rPr sz="2280" spc="174" dirty="0">
                <a:latin typeface="Calibri"/>
                <a:cs typeface="Calibri"/>
              </a:rPr>
              <a:t> </a:t>
            </a:r>
            <a:r>
              <a:rPr sz="2280" dirty="0">
                <a:latin typeface="Calibri"/>
                <a:cs typeface="Calibri"/>
              </a:rPr>
              <a:t>performance</a:t>
            </a:r>
            <a:r>
              <a:rPr sz="2280" spc="168" dirty="0">
                <a:latin typeface="Calibri"/>
                <a:cs typeface="Calibri"/>
              </a:rPr>
              <a:t> </a:t>
            </a:r>
            <a:r>
              <a:rPr sz="2280" dirty="0">
                <a:latin typeface="Calibri"/>
                <a:cs typeface="Calibri"/>
              </a:rPr>
              <a:t>requirements,</a:t>
            </a:r>
            <a:r>
              <a:rPr sz="2280" spc="156" dirty="0">
                <a:latin typeface="Calibri"/>
                <a:cs typeface="Calibri"/>
              </a:rPr>
              <a:t> </a:t>
            </a:r>
            <a:r>
              <a:rPr sz="2280" dirty="0">
                <a:latin typeface="Calibri"/>
                <a:cs typeface="Calibri"/>
              </a:rPr>
              <a:t>it</a:t>
            </a:r>
            <a:r>
              <a:rPr sz="2280" spc="180" dirty="0">
                <a:latin typeface="Calibri"/>
                <a:cs typeface="Calibri"/>
              </a:rPr>
              <a:t> </a:t>
            </a:r>
            <a:r>
              <a:rPr sz="2280" dirty="0">
                <a:latin typeface="Calibri"/>
                <a:cs typeface="Calibri"/>
              </a:rPr>
              <a:t>may</a:t>
            </a:r>
            <a:r>
              <a:rPr sz="2280" spc="162" dirty="0">
                <a:latin typeface="Calibri"/>
                <a:cs typeface="Calibri"/>
              </a:rPr>
              <a:t> </a:t>
            </a:r>
            <a:r>
              <a:rPr sz="2280" dirty="0">
                <a:latin typeface="Calibri"/>
                <a:cs typeface="Calibri"/>
              </a:rPr>
              <a:t>be</a:t>
            </a:r>
            <a:r>
              <a:rPr sz="2280" spc="162" dirty="0">
                <a:latin typeface="Calibri"/>
                <a:cs typeface="Calibri"/>
              </a:rPr>
              <a:t> </a:t>
            </a:r>
            <a:r>
              <a:rPr sz="2280" dirty="0">
                <a:latin typeface="Calibri"/>
                <a:cs typeface="Calibri"/>
              </a:rPr>
              <a:t>impossible</a:t>
            </a:r>
            <a:r>
              <a:rPr sz="2280" spc="168" dirty="0">
                <a:latin typeface="Calibri"/>
                <a:cs typeface="Calibri"/>
              </a:rPr>
              <a:t> </a:t>
            </a:r>
            <a:r>
              <a:rPr sz="2280" spc="-30" dirty="0">
                <a:latin typeface="Calibri"/>
                <a:cs typeface="Calibri"/>
              </a:rPr>
              <a:t>to</a:t>
            </a:r>
            <a:endParaRPr sz="2280" dirty="0">
              <a:latin typeface="Calibri"/>
              <a:cs typeface="Calibri"/>
            </a:endParaRPr>
          </a:p>
          <a:p>
            <a:pPr marL="426720" algn="just"/>
            <a:r>
              <a:rPr sz="2280" dirty="0">
                <a:latin typeface="Calibri"/>
                <a:cs typeface="Calibri"/>
              </a:rPr>
              <a:t>use</a:t>
            </a:r>
            <a:r>
              <a:rPr sz="2280" spc="-66" dirty="0">
                <a:latin typeface="Calibri"/>
                <a:cs typeface="Calibri"/>
              </a:rPr>
              <a:t> </a:t>
            </a:r>
            <a:r>
              <a:rPr sz="2280" spc="-12" dirty="0">
                <a:latin typeface="Calibri"/>
                <a:cs typeface="Calibri"/>
              </a:rPr>
              <a:t>strategies</a:t>
            </a:r>
            <a:r>
              <a:rPr sz="2280" spc="-36" dirty="0">
                <a:latin typeface="Calibri"/>
                <a:cs typeface="Calibri"/>
              </a:rPr>
              <a:t> </a:t>
            </a:r>
            <a:r>
              <a:rPr sz="2280" dirty="0">
                <a:latin typeface="Calibri"/>
                <a:cs typeface="Calibri"/>
              </a:rPr>
              <a:t>such</a:t>
            </a:r>
            <a:r>
              <a:rPr sz="2280" spc="-54" dirty="0">
                <a:latin typeface="Calibri"/>
                <a:cs typeface="Calibri"/>
              </a:rPr>
              <a:t> </a:t>
            </a:r>
            <a:r>
              <a:rPr sz="2280" dirty="0">
                <a:latin typeface="Calibri"/>
                <a:cs typeface="Calibri"/>
              </a:rPr>
              <a:t>as</a:t>
            </a:r>
            <a:r>
              <a:rPr sz="2280" spc="-66" dirty="0">
                <a:latin typeface="Calibri"/>
                <a:cs typeface="Calibri"/>
              </a:rPr>
              <a:t> </a:t>
            </a:r>
            <a:r>
              <a:rPr sz="2280" spc="-24" dirty="0">
                <a:latin typeface="Calibri"/>
                <a:cs typeface="Calibri"/>
              </a:rPr>
              <a:t>model-</a:t>
            </a:r>
            <a:r>
              <a:rPr sz="2280" dirty="0">
                <a:latin typeface="Calibri"/>
                <a:cs typeface="Calibri"/>
              </a:rPr>
              <a:t>driven</a:t>
            </a:r>
            <a:r>
              <a:rPr sz="2280" spc="6" dirty="0">
                <a:latin typeface="Calibri"/>
                <a:cs typeface="Calibri"/>
              </a:rPr>
              <a:t> </a:t>
            </a:r>
            <a:r>
              <a:rPr sz="2280" dirty="0">
                <a:latin typeface="Calibri"/>
                <a:cs typeface="Calibri"/>
              </a:rPr>
              <a:t>engineering </a:t>
            </a:r>
            <a:r>
              <a:rPr sz="2280" spc="-12" dirty="0">
                <a:latin typeface="Calibri"/>
                <a:cs typeface="Calibri"/>
              </a:rPr>
              <a:t>(MDE)</a:t>
            </a:r>
            <a:endParaRPr sz="2280" dirty="0">
              <a:latin typeface="Calibri"/>
              <a:cs typeface="Calibri"/>
            </a:endParaRPr>
          </a:p>
          <a:p>
            <a:pPr marL="392430" indent="-377190" algn="just">
              <a:spcBef>
                <a:spcPts val="551"/>
              </a:spcBef>
              <a:buAutoNum type="romanLcParenBoth" startAt="5"/>
              <a:tabLst>
                <a:tab pos="392430" algn="l"/>
              </a:tabLst>
            </a:pPr>
            <a:r>
              <a:rPr sz="2280" b="1" i="1" dirty="0">
                <a:solidFill>
                  <a:srgbClr val="C00000"/>
                </a:solidFill>
                <a:latin typeface="Calibri"/>
                <a:cs typeface="Calibri"/>
              </a:rPr>
              <a:t>The</a:t>
            </a:r>
            <a:r>
              <a:rPr sz="2280" b="1" i="1" spc="-72" dirty="0">
                <a:solidFill>
                  <a:srgbClr val="C00000"/>
                </a:solidFill>
                <a:latin typeface="Calibri"/>
                <a:cs typeface="Calibri"/>
              </a:rPr>
              <a:t> </a:t>
            </a:r>
            <a:r>
              <a:rPr sz="2280" b="1" i="1" dirty="0">
                <a:solidFill>
                  <a:srgbClr val="C00000"/>
                </a:solidFill>
                <a:latin typeface="Calibri"/>
                <a:cs typeface="Calibri"/>
              </a:rPr>
              <a:t>application</a:t>
            </a:r>
            <a:r>
              <a:rPr sz="2280" b="1" i="1" spc="-66" dirty="0">
                <a:solidFill>
                  <a:srgbClr val="C00000"/>
                </a:solidFill>
                <a:latin typeface="Calibri"/>
                <a:cs typeface="Calibri"/>
              </a:rPr>
              <a:t> </a:t>
            </a:r>
            <a:r>
              <a:rPr sz="2280" b="1" i="1" spc="-12" dirty="0">
                <a:solidFill>
                  <a:srgbClr val="C00000"/>
                </a:solidFill>
                <a:latin typeface="Calibri"/>
                <a:cs typeface="Calibri"/>
              </a:rPr>
              <a:t>domain</a:t>
            </a:r>
            <a:endParaRPr sz="2280" dirty="0">
              <a:latin typeface="Calibri"/>
              <a:cs typeface="Calibri"/>
            </a:endParaRPr>
          </a:p>
          <a:p>
            <a:pPr marL="423672" marR="7620" lvl="1" indent="-409194" algn="just">
              <a:spcBef>
                <a:spcPts val="546"/>
              </a:spcBef>
              <a:buFont typeface="Arial MT"/>
              <a:buChar char="•"/>
              <a:tabLst>
                <a:tab pos="426720" algn="l"/>
              </a:tabLst>
            </a:pPr>
            <a:r>
              <a:rPr sz="2280" dirty="0">
                <a:latin typeface="Calibri"/>
                <a:cs typeface="Calibri"/>
              </a:rPr>
              <a:t>In</a:t>
            </a:r>
            <a:r>
              <a:rPr sz="2280" spc="54" dirty="0">
                <a:latin typeface="Calibri"/>
                <a:cs typeface="Calibri"/>
              </a:rPr>
              <a:t>  </a:t>
            </a:r>
            <a:r>
              <a:rPr sz="2280" dirty="0">
                <a:latin typeface="Calibri"/>
                <a:cs typeface="Calibri"/>
              </a:rPr>
              <a:t>many</a:t>
            </a:r>
            <a:r>
              <a:rPr sz="2280" spc="54" dirty="0">
                <a:latin typeface="Calibri"/>
                <a:cs typeface="Calibri"/>
              </a:rPr>
              <a:t>  </a:t>
            </a:r>
            <a:r>
              <a:rPr sz="2280" dirty="0">
                <a:latin typeface="Calibri"/>
                <a:cs typeface="Calibri"/>
              </a:rPr>
              <a:t>application</a:t>
            </a:r>
            <a:r>
              <a:rPr sz="2280" spc="54" dirty="0">
                <a:latin typeface="Calibri"/>
                <a:cs typeface="Calibri"/>
              </a:rPr>
              <a:t>  </a:t>
            </a:r>
            <a:r>
              <a:rPr sz="2280" dirty="0">
                <a:latin typeface="Calibri"/>
                <a:cs typeface="Calibri"/>
              </a:rPr>
              <a:t>domains,</a:t>
            </a:r>
            <a:r>
              <a:rPr sz="2280" spc="54" dirty="0">
                <a:latin typeface="Calibri"/>
                <a:cs typeface="Calibri"/>
              </a:rPr>
              <a:t>  </a:t>
            </a:r>
            <a:r>
              <a:rPr sz="2280" dirty="0">
                <a:latin typeface="Calibri"/>
                <a:cs typeface="Calibri"/>
              </a:rPr>
              <a:t>such</a:t>
            </a:r>
            <a:r>
              <a:rPr sz="2280" spc="60" dirty="0">
                <a:latin typeface="Calibri"/>
                <a:cs typeface="Calibri"/>
              </a:rPr>
              <a:t>  </a:t>
            </a:r>
            <a:r>
              <a:rPr sz="2280" dirty="0">
                <a:latin typeface="Calibri"/>
                <a:cs typeface="Calibri"/>
              </a:rPr>
              <a:t>as</a:t>
            </a:r>
            <a:r>
              <a:rPr sz="2280" spc="54" dirty="0">
                <a:latin typeface="Calibri"/>
                <a:cs typeface="Calibri"/>
              </a:rPr>
              <a:t>  </a:t>
            </a:r>
            <a:r>
              <a:rPr sz="2280" dirty="0">
                <a:latin typeface="Calibri"/>
                <a:cs typeface="Calibri"/>
              </a:rPr>
              <a:t>manufacturing</a:t>
            </a:r>
            <a:r>
              <a:rPr sz="2280" spc="54" dirty="0">
                <a:latin typeface="Calibri"/>
                <a:cs typeface="Calibri"/>
              </a:rPr>
              <a:t>  </a:t>
            </a:r>
            <a:r>
              <a:rPr sz="2280" dirty="0">
                <a:latin typeface="Calibri"/>
                <a:cs typeface="Calibri"/>
              </a:rPr>
              <a:t>and</a:t>
            </a:r>
            <a:r>
              <a:rPr sz="2280" spc="54" dirty="0">
                <a:latin typeface="Calibri"/>
                <a:cs typeface="Calibri"/>
              </a:rPr>
              <a:t>  </a:t>
            </a:r>
            <a:r>
              <a:rPr sz="2280" dirty="0">
                <a:latin typeface="Calibri"/>
                <a:cs typeface="Calibri"/>
              </a:rPr>
              <a:t>medical</a:t>
            </a:r>
            <a:r>
              <a:rPr sz="2280" spc="54" dirty="0">
                <a:latin typeface="Calibri"/>
                <a:cs typeface="Calibri"/>
              </a:rPr>
              <a:t>  </a:t>
            </a:r>
            <a:r>
              <a:rPr sz="2280" spc="-12" dirty="0">
                <a:latin typeface="Calibri"/>
                <a:cs typeface="Calibri"/>
              </a:rPr>
              <a:t>information 	</a:t>
            </a:r>
            <a:r>
              <a:rPr sz="2280" dirty="0">
                <a:latin typeface="Calibri"/>
                <a:cs typeface="Calibri"/>
              </a:rPr>
              <a:t>systems,</a:t>
            </a:r>
            <a:r>
              <a:rPr sz="2280" spc="180" dirty="0">
                <a:latin typeface="Calibri"/>
                <a:cs typeface="Calibri"/>
              </a:rPr>
              <a:t> </a:t>
            </a:r>
            <a:r>
              <a:rPr sz="2280" dirty="0">
                <a:latin typeface="Calibri"/>
                <a:cs typeface="Calibri"/>
              </a:rPr>
              <a:t>there</a:t>
            </a:r>
            <a:r>
              <a:rPr sz="2280" spc="180" dirty="0">
                <a:latin typeface="Calibri"/>
                <a:cs typeface="Calibri"/>
              </a:rPr>
              <a:t> </a:t>
            </a:r>
            <a:r>
              <a:rPr sz="2280" dirty="0">
                <a:latin typeface="Calibri"/>
                <a:cs typeface="Calibri"/>
              </a:rPr>
              <a:t>are</a:t>
            </a:r>
            <a:r>
              <a:rPr sz="2280" spc="198" dirty="0">
                <a:latin typeface="Calibri"/>
                <a:cs typeface="Calibri"/>
              </a:rPr>
              <a:t> </a:t>
            </a:r>
            <a:r>
              <a:rPr sz="2280" dirty="0">
                <a:latin typeface="Calibri"/>
                <a:cs typeface="Calibri"/>
              </a:rPr>
              <a:t>generic</a:t>
            </a:r>
            <a:r>
              <a:rPr sz="2280" spc="192" dirty="0">
                <a:latin typeface="Calibri"/>
                <a:cs typeface="Calibri"/>
              </a:rPr>
              <a:t> </a:t>
            </a:r>
            <a:r>
              <a:rPr sz="2280" dirty="0">
                <a:latin typeface="Calibri"/>
                <a:cs typeface="Calibri"/>
              </a:rPr>
              <a:t>products</a:t>
            </a:r>
            <a:r>
              <a:rPr sz="2280" spc="192" dirty="0">
                <a:latin typeface="Calibri"/>
                <a:cs typeface="Calibri"/>
              </a:rPr>
              <a:t> </a:t>
            </a:r>
            <a:r>
              <a:rPr sz="2280" dirty="0">
                <a:latin typeface="Calibri"/>
                <a:cs typeface="Calibri"/>
              </a:rPr>
              <a:t>that</a:t>
            </a:r>
            <a:r>
              <a:rPr sz="2280" spc="192" dirty="0">
                <a:latin typeface="Calibri"/>
                <a:cs typeface="Calibri"/>
              </a:rPr>
              <a:t> </a:t>
            </a:r>
            <a:r>
              <a:rPr sz="2280" dirty="0">
                <a:latin typeface="Calibri"/>
                <a:cs typeface="Calibri"/>
              </a:rPr>
              <a:t>may</a:t>
            </a:r>
            <a:r>
              <a:rPr sz="2280" spc="180" dirty="0">
                <a:latin typeface="Calibri"/>
                <a:cs typeface="Calibri"/>
              </a:rPr>
              <a:t> </a:t>
            </a:r>
            <a:r>
              <a:rPr sz="2280" dirty="0">
                <a:latin typeface="Calibri"/>
                <a:cs typeface="Calibri"/>
              </a:rPr>
              <a:t>be</a:t>
            </a:r>
            <a:r>
              <a:rPr sz="2280" spc="186" dirty="0">
                <a:latin typeface="Calibri"/>
                <a:cs typeface="Calibri"/>
              </a:rPr>
              <a:t> </a:t>
            </a:r>
            <a:r>
              <a:rPr sz="2280" dirty="0">
                <a:latin typeface="Calibri"/>
                <a:cs typeface="Calibri"/>
              </a:rPr>
              <a:t>reused</a:t>
            </a:r>
            <a:r>
              <a:rPr sz="2280" spc="204" dirty="0">
                <a:latin typeface="Calibri"/>
                <a:cs typeface="Calibri"/>
              </a:rPr>
              <a:t> </a:t>
            </a:r>
            <a:r>
              <a:rPr sz="2280" dirty="0">
                <a:latin typeface="Calibri"/>
                <a:cs typeface="Calibri"/>
              </a:rPr>
              <a:t>by</a:t>
            </a:r>
            <a:r>
              <a:rPr sz="2280" spc="180" dirty="0">
                <a:latin typeface="Calibri"/>
                <a:cs typeface="Calibri"/>
              </a:rPr>
              <a:t> </a:t>
            </a:r>
            <a:r>
              <a:rPr sz="2280" dirty="0">
                <a:latin typeface="Calibri"/>
                <a:cs typeface="Calibri"/>
              </a:rPr>
              <a:t>configuring</a:t>
            </a:r>
            <a:r>
              <a:rPr sz="2280" spc="186" dirty="0">
                <a:latin typeface="Calibri"/>
                <a:cs typeface="Calibri"/>
              </a:rPr>
              <a:t> </a:t>
            </a:r>
            <a:r>
              <a:rPr sz="2280" dirty="0">
                <a:latin typeface="Calibri"/>
                <a:cs typeface="Calibri"/>
              </a:rPr>
              <a:t>them</a:t>
            </a:r>
            <a:r>
              <a:rPr sz="2280" spc="186" dirty="0">
                <a:latin typeface="Calibri"/>
                <a:cs typeface="Calibri"/>
              </a:rPr>
              <a:t> </a:t>
            </a:r>
            <a:r>
              <a:rPr sz="2280" dirty="0">
                <a:latin typeface="Calibri"/>
                <a:cs typeface="Calibri"/>
              </a:rPr>
              <a:t>to</a:t>
            </a:r>
            <a:r>
              <a:rPr sz="2280" spc="186" dirty="0">
                <a:latin typeface="Calibri"/>
                <a:cs typeface="Calibri"/>
              </a:rPr>
              <a:t> </a:t>
            </a:r>
            <a:r>
              <a:rPr sz="2280" spc="-60" dirty="0">
                <a:latin typeface="Calibri"/>
                <a:cs typeface="Calibri"/>
              </a:rPr>
              <a:t>a 	</a:t>
            </a:r>
            <a:r>
              <a:rPr sz="2280" dirty="0">
                <a:latin typeface="Calibri"/>
                <a:cs typeface="Calibri"/>
              </a:rPr>
              <a:t>local</a:t>
            </a:r>
            <a:r>
              <a:rPr sz="2280" spc="-78" dirty="0">
                <a:latin typeface="Calibri"/>
                <a:cs typeface="Calibri"/>
              </a:rPr>
              <a:t> </a:t>
            </a:r>
            <a:r>
              <a:rPr sz="2280" spc="-12" dirty="0">
                <a:latin typeface="Calibri"/>
                <a:cs typeface="Calibri"/>
              </a:rPr>
              <a:t>situation.</a:t>
            </a:r>
            <a:endParaRPr sz="2280" dirty="0">
              <a:latin typeface="Calibri"/>
              <a:cs typeface="Calibri"/>
            </a:endParaRPr>
          </a:p>
          <a:p>
            <a:pPr marL="426720" marR="6096" lvl="1" indent="-412242">
              <a:spcBef>
                <a:spcPts val="551"/>
              </a:spcBef>
              <a:buFont typeface="Arial MT"/>
              <a:buChar char="•"/>
              <a:tabLst>
                <a:tab pos="426720" algn="l"/>
              </a:tabLst>
            </a:pPr>
            <a:r>
              <a:rPr sz="2280" dirty="0">
                <a:latin typeface="Calibri"/>
                <a:cs typeface="Calibri"/>
              </a:rPr>
              <a:t>This</a:t>
            </a:r>
            <a:r>
              <a:rPr sz="2280" spc="474" dirty="0">
                <a:latin typeface="Calibri"/>
                <a:cs typeface="Calibri"/>
              </a:rPr>
              <a:t> </a:t>
            </a:r>
            <a:r>
              <a:rPr sz="2280" dirty="0">
                <a:latin typeface="Calibri"/>
                <a:cs typeface="Calibri"/>
              </a:rPr>
              <a:t>is</a:t>
            </a:r>
            <a:r>
              <a:rPr sz="2280" spc="480" dirty="0">
                <a:latin typeface="Calibri"/>
                <a:cs typeface="Calibri"/>
              </a:rPr>
              <a:t> </a:t>
            </a:r>
            <a:r>
              <a:rPr sz="2280" dirty="0">
                <a:latin typeface="Calibri"/>
                <a:cs typeface="Calibri"/>
              </a:rPr>
              <a:t>one</a:t>
            </a:r>
            <a:r>
              <a:rPr sz="2280" spc="480" dirty="0">
                <a:latin typeface="Calibri"/>
                <a:cs typeface="Calibri"/>
              </a:rPr>
              <a:t> </a:t>
            </a:r>
            <a:r>
              <a:rPr sz="2280" dirty="0">
                <a:latin typeface="Calibri"/>
                <a:cs typeface="Calibri"/>
              </a:rPr>
              <a:t>of</a:t>
            </a:r>
            <a:r>
              <a:rPr sz="2280" spc="456" dirty="0">
                <a:latin typeface="Calibri"/>
                <a:cs typeface="Calibri"/>
              </a:rPr>
              <a:t> </a:t>
            </a:r>
            <a:r>
              <a:rPr sz="2280" dirty="0">
                <a:latin typeface="Calibri"/>
                <a:cs typeface="Calibri"/>
              </a:rPr>
              <a:t>the</a:t>
            </a:r>
            <a:r>
              <a:rPr sz="2280" spc="486" dirty="0">
                <a:latin typeface="Calibri"/>
                <a:cs typeface="Calibri"/>
              </a:rPr>
              <a:t> </a:t>
            </a:r>
            <a:r>
              <a:rPr sz="2280" dirty="0">
                <a:latin typeface="Calibri"/>
                <a:cs typeface="Calibri"/>
              </a:rPr>
              <a:t>most</a:t>
            </a:r>
            <a:r>
              <a:rPr sz="2280" spc="462" dirty="0">
                <a:latin typeface="Calibri"/>
                <a:cs typeface="Calibri"/>
              </a:rPr>
              <a:t> </a:t>
            </a:r>
            <a:r>
              <a:rPr sz="2280" dirty="0">
                <a:latin typeface="Calibri"/>
                <a:cs typeface="Calibri"/>
              </a:rPr>
              <a:t>effective</a:t>
            </a:r>
            <a:r>
              <a:rPr sz="2280" spc="491" dirty="0">
                <a:latin typeface="Calibri"/>
                <a:cs typeface="Calibri"/>
              </a:rPr>
              <a:t> </a:t>
            </a:r>
            <a:r>
              <a:rPr sz="2280" dirty="0">
                <a:latin typeface="Calibri"/>
                <a:cs typeface="Calibri"/>
              </a:rPr>
              <a:t>approaches</a:t>
            </a:r>
            <a:r>
              <a:rPr sz="2280" spc="486" dirty="0">
                <a:latin typeface="Calibri"/>
                <a:cs typeface="Calibri"/>
              </a:rPr>
              <a:t> </a:t>
            </a:r>
            <a:r>
              <a:rPr sz="2280" dirty="0">
                <a:latin typeface="Calibri"/>
                <a:cs typeface="Calibri"/>
              </a:rPr>
              <a:t>to</a:t>
            </a:r>
            <a:r>
              <a:rPr sz="2280" spc="474" dirty="0">
                <a:latin typeface="Calibri"/>
                <a:cs typeface="Calibri"/>
              </a:rPr>
              <a:t> </a:t>
            </a:r>
            <a:r>
              <a:rPr sz="2280" dirty="0">
                <a:latin typeface="Calibri"/>
                <a:cs typeface="Calibri"/>
              </a:rPr>
              <a:t>reuse,</a:t>
            </a:r>
            <a:r>
              <a:rPr sz="2280" spc="486" dirty="0">
                <a:latin typeface="Calibri"/>
                <a:cs typeface="Calibri"/>
              </a:rPr>
              <a:t> </a:t>
            </a:r>
            <a:r>
              <a:rPr sz="2280" dirty="0">
                <a:latin typeface="Calibri"/>
                <a:cs typeface="Calibri"/>
              </a:rPr>
              <a:t>and</a:t>
            </a:r>
            <a:r>
              <a:rPr sz="2280" spc="474" dirty="0">
                <a:latin typeface="Calibri"/>
                <a:cs typeface="Calibri"/>
              </a:rPr>
              <a:t> </a:t>
            </a:r>
            <a:r>
              <a:rPr sz="2280" dirty="0">
                <a:latin typeface="Calibri"/>
                <a:cs typeface="Calibri"/>
              </a:rPr>
              <a:t>it</a:t>
            </a:r>
            <a:r>
              <a:rPr sz="2280" spc="486" dirty="0">
                <a:latin typeface="Calibri"/>
                <a:cs typeface="Calibri"/>
              </a:rPr>
              <a:t> </a:t>
            </a:r>
            <a:r>
              <a:rPr sz="2280" dirty="0">
                <a:latin typeface="Calibri"/>
                <a:cs typeface="Calibri"/>
              </a:rPr>
              <a:t>is</a:t>
            </a:r>
            <a:r>
              <a:rPr sz="2280" spc="480" dirty="0">
                <a:latin typeface="Calibri"/>
                <a:cs typeface="Calibri"/>
              </a:rPr>
              <a:t> </a:t>
            </a:r>
            <a:r>
              <a:rPr sz="2280" dirty="0">
                <a:latin typeface="Calibri"/>
                <a:cs typeface="Calibri"/>
              </a:rPr>
              <a:t>almost</a:t>
            </a:r>
            <a:r>
              <a:rPr sz="2280" spc="468" dirty="0">
                <a:latin typeface="Calibri"/>
                <a:cs typeface="Calibri"/>
              </a:rPr>
              <a:t> </a:t>
            </a:r>
            <a:r>
              <a:rPr sz="2280" spc="-12" dirty="0">
                <a:latin typeface="Calibri"/>
                <a:cs typeface="Calibri"/>
              </a:rPr>
              <a:t>always </a:t>
            </a:r>
            <a:r>
              <a:rPr sz="2280" dirty="0">
                <a:latin typeface="Calibri"/>
                <a:cs typeface="Calibri"/>
              </a:rPr>
              <a:t>cheaper</a:t>
            </a:r>
            <a:r>
              <a:rPr sz="2280" spc="-60" dirty="0">
                <a:latin typeface="Calibri"/>
                <a:cs typeface="Calibri"/>
              </a:rPr>
              <a:t> </a:t>
            </a:r>
            <a:r>
              <a:rPr sz="2280" dirty="0">
                <a:latin typeface="Calibri"/>
                <a:cs typeface="Calibri"/>
              </a:rPr>
              <a:t>to</a:t>
            </a:r>
            <a:r>
              <a:rPr sz="2280" spc="-42" dirty="0">
                <a:latin typeface="Calibri"/>
                <a:cs typeface="Calibri"/>
              </a:rPr>
              <a:t> </a:t>
            </a:r>
            <a:r>
              <a:rPr sz="2280" dirty="0">
                <a:latin typeface="Calibri"/>
                <a:cs typeface="Calibri"/>
              </a:rPr>
              <a:t>buy</a:t>
            </a:r>
            <a:r>
              <a:rPr sz="2280" spc="-54" dirty="0">
                <a:latin typeface="Calibri"/>
                <a:cs typeface="Calibri"/>
              </a:rPr>
              <a:t> </a:t>
            </a:r>
            <a:r>
              <a:rPr sz="2280" dirty="0">
                <a:latin typeface="Calibri"/>
                <a:cs typeface="Calibri"/>
              </a:rPr>
              <a:t>rather</a:t>
            </a:r>
            <a:r>
              <a:rPr sz="2280" spc="-60" dirty="0">
                <a:latin typeface="Calibri"/>
                <a:cs typeface="Calibri"/>
              </a:rPr>
              <a:t> </a:t>
            </a:r>
            <a:r>
              <a:rPr sz="2280" dirty="0">
                <a:latin typeface="Calibri"/>
                <a:cs typeface="Calibri"/>
              </a:rPr>
              <a:t>than</a:t>
            </a:r>
            <a:r>
              <a:rPr sz="2280" spc="-36" dirty="0">
                <a:latin typeface="Calibri"/>
                <a:cs typeface="Calibri"/>
              </a:rPr>
              <a:t> </a:t>
            </a:r>
            <a:r>
              <a:rPr sz="2280" dirty="0">
                <a:latin typeface="Calibri"/>
                <a:cs typeface="Calibri"/>
              </a:rPr>
              <a:t>build</a:t>
            </a:r>
            <a:r>
              <a:rPr sz="2280" spc="-42" dirty="0">
                <a:latin typeface="Calibri"/>
                <a:cs typeface="Calibri"/>
              </a:rPr>
              <a:t> </a:t>
            </a:r>
            <a:r>
              <a:rPr sz="2280" dirty="0">
                <a:latin typeface="Calibri"/>
                <a:cs typeface="Calibri"/>
              </a:rPr>
              <a:t>a</a:t>
            </a:r>
            <a:r>
              <a:rPr sz="2280" spc="-66" dirty="0">
                <a:latin typeface="Calibri"/>
                <a:cs typeface="Calibri"/>
              </a:rPr>
              <a:t> </a:t>
            </a:r>
            <a:r>
              <a:rPr sz="2280" dirty="0">
                <a:latin typeface="Calibri"/>
                <a:cs typeface="Calibri"/>
              </a:rPr>
              <a:t>new</a:t>
            </a:r>
            <a:r>
              <a:rPr sz="2280" spc="-42" dirty="0">
                <a:latin typeface="Calibri"/>
                <a:cs typeface="Calibri"/>
              </a:rPr>
              <a:t> </a:t>
            </a:r>
            <a:r>
              <a:rPr sz="2280" spc="-12" dirty="0">
                <a:latin typeface="Calibri"/>
                <a:cs typeface="Calibri"/>
              </a:rPr>
              <a:t>system.</a:t>
            </a:r>
            <a:endParaRPr sz="2280" dirty="0">
              <a:latin typeface="Calibri"/>
              <a:cs typeface="Calibri"/>
            </a:endParaRPr>
          </a:p>
          <a:p>
            <a:pPr marL="462534" indent="-447294">
              <a:spcBef>
                <a:spcPts val="546"/>
              </a:spcBef>
              <a:buAutoNum type="romanLcParenBoth" startAt="6"/>
              <a:tabLst>
                <a:tab pos="462534" algn="l"/>
              </a:tabLst>
            </a:pPr>
            <a:r>
              <a:rPr sz="2280" b="1" i="1" dirty="0">
                <a:solidFill>
                  <a:srgbClr val="C00000"/>
                </a:solidFill>
                <a:latin typeface="Calibri"/>
                <a:cs typeface="Calibri"/>
              </a:rPr>
              <a:t>The</a:t>
            </a:r>
            <a:r>
              <a:rPr sz="2280" b="1" i="1" spc="-42" dirty="0">
                <a:solidFill>
                  <a:srgbClr val="C00000"/>
                </a:solidFill>
                <a:latin typeface="Calibri"/>
                <a:cs typeface="Calibri"/>
              </a:rPr>
              <a:t> </a:t>
            </a:r>
            <a:r>
              <a:rPr sz="2280" b="1" i="1" dirty="0">
                <a:solidFill>
                  <a:srgbClr val="C00000"/>
                </a:solidFill>
                <a:latin typeface="Calibri"/>
                <a:cs typeface="Calibri"/>
              </a:rPr>
              <a:t>platform</a:t>
            </a:r>
            <a:r>
              <a:rPr sz="2280" b="1" i="1" spc="-42" dirty="0">
                <a:solidFill>
                  <a:srgbClr val="C00000"/>
                </a:solidFill>
                <a:latin typeface="Calibri"/>
                <a:cs typeface="Calibri"/>
              </a:rPr>
              <a:t> </a:t>
            </a:r>
            <a:r>
              <a:rPr sz="2280" b="1" i="1" dirty="0">
                <a:solidFill>
                  <a:srgbClr val="C00000"/>
                </a:solidFill>
                <a:latin typeface="Calibri"/>
                <a:cs typeface="Calibri"/>
              </a:rPr>
              <a:t>on</a:t>
            </a:r>
            <a:r>
              <a:rPr sz="2280" b="1" i="1" spc="-48" dirty="0">
                <a:solidFill>
                  <a:srgbClr val="C00000"/>
                </a:solidFill>
                <a:latin typeface="Calibri"/>
                <a:cs typeface="Calibri"/>
              </a:rPr>
              <a:t> </a:t>
            </a:r>
            <a:r>
              <a:rPr sz="2280" b="1" i="1" dirty="0">
                <a:solidFill>
                  <a:srgbClr val="C00000"/>
                </a:solidFill>
                <a:latin typeface="Calibri"/>
                <a:cs typeface="Calibri"/>
              </a:rPr>
              <a:t>which</a:t>
            </a:r>
            <a:r>
              <a:rPr sz="2280" b="1" i="1" spc="-48" dirty="0">
                <a:solidFill>
                  <a:srgbClr val="C00000"/>
                </a:solidFill>
                <a:latin typeface="Calibri"/>
                <a:cs typeface="Calibri"/>
              </a:rPr>
              <a:t> </a:t>
            </a:r>
            <a:r>
              <a:rPr sz="2280" b="1" i="1" dirty="0">
                <a:solidFill>
                  <a:srgbClr val="C00000"/>
                </a:solidFill>
                <a:latin typeface="Calibri"/>
                <a:cs typeface="Calibri"/>
              </a:rPr>
              <a:t>the</a:t>
            </a:r>
            <a:r>
              <a:rPr sz="2280" b="1" i="1" spc="-42" dirty="0">
                <a:solidFill>
                  <a:srgbClr val="C00000"/>
                </a:solidFill>
                <a:latin typeface="Calibri"/>
                <a:cs typeface="Calibri"/>
              </a:rPr>
              <a:t> </a:t>
            </a:r>
            <a:r>
              <a:rPr sz="2280" b="1" i="1" spc="-12" dirty="0">
                <a:solidFill>
                  <a:srgbClr val="C00000"/>
                </a:solidFill>
                <a:latin typeface="Calibri"/>
                <a:cs typeface="Calibri"/>
              </a:rPr>
              <a:t>system</a:t>
            </a:r>
            <a:r>
              <a:rPr sz="2280" b="1" i="1" spc="-42" dirty="0">
                <a:solidFill>
                  <a:srgbClr val="C00000"/>
                </a:solidFill>
                <a:latin typeface="Calibri"/>
                <a:cs typeface="Calibri"/>
              </a:rPr>
              <a:t> </a:t>
            </a:r>
            <a:r>
              <a:rPr sz="2280" b="1" i="1" dirty="0">
                <a:solidFill>
                  <a:srgbClr val="C00000"/>
                </a:solidFill>
                <a:latin typeface="Calibri"/>
                <a:cs typeface="Calibri"/>
              </a:rPr>
              <a:t>will</a:t>
            </a:r>
            <a:r>
              <a:rPr sz="2280" b="1" i="1" spc="-66" dirty="0">
                <a:solidFill>
                  <a:srgbClr val="C00000"/>
                </a:solidFill>
                <a:latin typeface="Calibri"/>
                <a:cs typeface="Calibri"/>
              </a:rPr>
              <a:t> </a:t>
            </a:r>
            <a:r>
              <a:rPr sz="2280" b="1" i="1" spc="-30" dirty="0">
                <a:solidFill>
                  <a:srgbClr val="C00000"/>
                </a:solidFill>
                <a:latin typeface="Calibri"/>
                <a:cs typeface="Calibri"/>
              </a:rPr>
              <a:t>run</a:t>
            </a:r>
            <a:endParaRPr sz="2280" dirty="0">
              <a:latin typeface="Calibri"/>
              <a:cs typeface="Calibri"/>
            </a:endParaRPr>
          </a:p>
          <a:p>
            <a:pPr marL="426720" lvl="1" indent="-411480">
              <a:spcBef>
                <a:spcPts val="551"/>
              </a:spcBef>
              <a:buFont typeface="Arial MT"/>
              <a:buChar char="•"/>
              <a:tabLst>
                <a:tab pos="426720" algn="l"/>
              </a:tabLst>
            </a:pPr>
            <a:r>
              <a:rPr sz="2280" dirty="0">
                <a:latin typeface="Calibri"/>
                <a:cs typeface="Calibri"/>
              </a:rPr>
              <a:t>Some</a:t>
            </a:r>
            <a:r>
              <a:rPr sz="2280" spc="-54" dirty="0">
                <a:latin typeface="Calibri"/>
                <a:cs typeface="Calibri"/>
              </a:rPr>
              <a:t> </a:t>
            </a:r>
            <a:r>
              <a:rPr sz="2280" spc="-12" dirty="0">
                <a:latin typeface="Calibri"/>
                <a:cs typeface="Calibri"/>
              </a:rPr>
              <a:t>components</a:t>
            </a:r>
            <a:r>
              <a:rPr sz="2280" spc="-54" dirty="0">
                <a:latin typeface="Calibri"/>
                <a:cs typeface="Calibri"/>
              </a:rPr>
              <a:t> </a:t>
            </a:r>
            <a:r>
              <a:rPr sz="2280" dirty="0">
                <a:latin typeface="Calibri"/>
                <a:cs typeface="Calibri"/>
              </a:rPr>
              <a:t>models,</a:t>
            </a:r>
            <a:r>
              <a:rPr sz="2280" spc="-66" dirty="0">
                <a:latin typeface="Calibri"/>
                <a:cs typeface="Calibri"/>
              </a:rPr>
              <a:t> </a:t>
            </a:r>
            <a:r>
              <a:rPr sz="2280" dirty="0">
                <a:latin typeface="Calibri"/>
                <a:cs typeface="Calibri"/>
              </a:rPr>
              <a:t>such</a:t>
            </a:r>
            <a:r>
              <a:rPr sz="2280" spc="-48" dirty="0">
                <a:latin typeface="Calibri"/>
                <a:cs typeface="Calibri"/>
              </a:rPr>
              <a:t> </a:t>
            </a:r>
            <a:r>
              <a:rPr sz="2280" dirty="0">
                <a:latin typeface="Calibri"/>
                <a:cs typeface="Calibri"/>
              </a:rPr>
              <a:t>as</a:t>
            </a:r>
            <a:r>
              <a:rPr sz="2280" spc="-66" dirty="0">
                <a:latin typeface="Calibri"/>
                <a:cs typeface="Calibri"/>
              </a:rPr>
              <a:t> </a:t>
            </a:r>
            <a:r>
              <a:rPr sz="2280" spc="-54" dirty="0">
                <a:latin typeface="Calibri"/>
                <a:cs typeface="Calibri"/>
              </a:rPr>
              <a:t>.NET,</a:t>
            </a:r>
            <a:r>
              <a:rPr sz="2280" spc="-72" dirty="0">
                <a:latin typeface="Calibri"/>
                <a:cs typeface="Calibri"/>
              </a:rPr>
              <a:t> </a:t>
            </a:r>
            <a:r>
              <a:rPr sz="2280" dirty="0">
                <a:latin typeface="Calibri"/>
                <a:cs typeface="Calibri"/>
              </a:rPr>
              <a:t>are</a:t>
            </a:r>
            <a:r>
              <a:rPr sz="2280" spc="-48" dirty="0">
                <a:latin typeface="Calibri"/>
                <a:cs typeface="Calibri"/>
              </a:rPr>
              <a:t> </a:t>
            </a:r>
            <a:r>
              <a:rPr sz="2280" dirty="0">
                <a:latin typeface="Calibri"/>
                <a:cs typeface="Calibri"/>
              </a:rPr>
              <a:t>specific</a:t>
            </a:r>
            <a:r>
              <a:rPr sz="2280" spc="-66" dirty="0">
                <a:latin typeface="Calibri"/>
                <a:cs typeface="Calibri"/>
              </a:rPr>
              <a:t> </a:t>
            </a:r>
            <a:r>
              <a:rPr sz="2280" dirty="0">
                <a:latin typeface="Calibri"/>
                <a:cs typeface="Calibri"/>
              </a:rPr>
              <a:t>to</a:t>
            </a:r>
            <a:r>
              <a:rPr sz="2280" spc="-48" dirty="0">
                <a:latin typeface="Calibri"/>
                <a:cs typeface="Calibri"/>
              </a:rPr>
              <a:t> </a:t>
            </a:r>
            <a:r>
              <a:rPr sz="2280" dirty="0">
                <a:latin typeface="Calibri"/>
                <a:cs typeface="Calibri"/>
              </a:rPr>
              <a:t>Microsoft</a:t>
            </a:r>
            <a:r>
              <a:rPr sz="2280" spc="-42" dirty="0">
                <a:latin typeface="Calibri"/>
                <a:cs typeface="Calibri"/>
              </a:rPr>
              <a:t> </a:t>
            </a:r>
            <a:r>
              <a:rPr sz="2280" spc="-12" dirty="0">
                <a:latin typeface="Calibri"/>
                <a:cs typeface="Calibri"/>
              </a:rPr>
              <a:t>platforms.</a:t>
            </a:r>
            <a:endParaRPr sz="2280" dirty="0">
              <a:latin typeface="Calibri"/>
              <a:cs typeface="Calibri"/>
            </a:endParaRPr>
          </a:p>
          <a:p>
            <a:pPr marL="426720" lvl="1" indent="-411480">
              <a:spcBef>
                <a:spcPts val="546"/>
              </a:spcBef>
              <a:buFont typeface="Arial MT"/>
              <a:buChar char="•"/>
              <a:tabLst>
                <a:tab pos="426720" algn="l"/>
              </a:tabLst>
            </a:pPr>
            <a:r>
              <a:rPr sz="2280" spc="-12" dirty="0">
                <a:latin typeface="Calibri"/>
                <a:cs typeface="Calibri"/>
              </a:rPr>
              <a:t>Similarly,</a:t>
            </a:r>
            <a:r>
              <a:rPr sz="2280" spc="-36" dirty="0">
                <a:latin typeface="Calibri"/>
                <a:cs typeface="Calibri"/>
              </a:rPr>
              <a:t> </a:t>
            </a:r>
            <a:r>
              <a:rPr sz="2280" dirty="0">
                <a:latin typeface="Calibri"/>
                <a:cs typeface="Calibri"/>
              </a:rPr>
              <a:t>generic</a:t>
            </a:r>
            <a:r>
              <a:rPr sz="2280" spc="-36" dirty="0">
                <a:latin typeface="Calibri"/>
                <a:cs typeface="Calibri"/>
              </a:rPr>
              <a:t> </a:t>
            </a:r>
            <a:r>
              <a:rPr sz="2280" spc="-12" dirty="0">
                <a:latin typeface="Calibri"/>
                <a:cs typeface="Calibri"/>
              </a:rPr>
              <a:t>application</a:t>
            </a:r>
            <a:r>
              <a:rPr sz="2280" spc="-36" dirty="0">
                <a:latin typeface="Calibri"/>
                <a:cs typeface="Calibri"/>
              </a:rPr>
              <a:t> </a:t>
            </a:r>
            <a:r>
              <a:rPr sz="2280" spc="-12" dirty="0">
                <a:latin typeface="Calibri"/>
                <a:cs typeface="Calibri"/>
              </a:rPr>
              <a:t>systems</a:t>
            </a:r>
            <a:r>
              <a:rPr sz="2280" spc="-30" dirty="0">
                <a:latin typeface="Calibri"/>
                <a:cs typeface="Calibri"/>
              </a:rPr>
              <a:t> </a:t>
            </a:r>
            <a:r>
              <a:rPr sz="2280" dirty="0">
                <a:latin typeface="Calibri"/>
                <a:cs typeface="Calibri"/>
              </a:rPr>
              <a:t>may</a:t>
            </a:r>
            <a:r>
              <a:rPr sz="2280" spc="-36" dirty="0">
                <a:latin typeface="Calibri"/>
                <a:cs typeface="Calibri"/>
              </a:rPr>
              <a:t> </a:t>
            </a:r>
            <a:r>
              <a:rPr sz="2280" dirty="0">
                <a:latin typeface="Calibri"/>
                <a:cs typeface="Calibri"/>
              </a:rPr>
              <a:t>be</a:t>
            </a:r>
            <a:r>
              <a:rPr sz="2280" spc="-36" dirty="0">
                <a:latin typeface="Calibri"/>
                <a:cs typeface="Calibri"/>
              </a:rPr>
              <a:t> </a:t>
            </a:r>
            <a:r>
              <a:rPr sz="2280" spc="-24" dirty="0">
                <a:latin typeface="Calibri"/>
                <a:cs typeface="Calibri"/>
              </a:rPr>
              <a:t>platform-</a:t>
            </a:r>
            <a:r>
              <a:rPr sz="2280" dirty="0">
                <a:latin typeface="Calibri"/>
                <a:cs typeface="Calibri"/>
              </a:rPr>
              <a:t>specific,</a:t>
            </a:r>
            <a:r>
              <a:rPr sz="2280" spc="-42" dirty="0">
                <a:latin typeface="Calibri"/>
                <a:cs typeface="Calibri"/>
              </a:rPr>
              <a:t> </a:t>
            </a:r>
            <a:r>
              <a:rPr sz="2280" dirty="0">
                <a:latin typeface="Calibri"/>
                <a:cs typeface="Calibri"/>
              </a:rPr>
              <a:t>and</a:t>
            </a:r>
            <a:r>
              <a:rPr sz="2280" spc="-42" dirty="0">
                <a:latin typeface="Calibri"/>
                <a:cs typeface="Calibri"/>
              </a:rPr>
              <a:t> </a:t>
            </a:r>
            <a:r>
              <a:rPr sz="2280" dirty="0">
                <a:latin typeface="Calibri"/>
                <a:cs typeface="Calibri"/>
              </a:rPr>
              <a:t>you</a:t>
            </a:r>
            <a:r>
              <a:rPr sz="2280" spc="-36" dirty="0">
                <a:latin typeface="Calibri"/>
                <a:cs typeface="Calibri"/>
              </a:rPr>
              <a:t> </a:t>
            </a:r>
            <a:r>
              <a:rPr sz="2280" dirty="0">
                <a:latin typeface="Calibri"/>
                <a:cs typeface="Calibri"/>
              </a:rPr>
              <a:t>may</a:t>
            </a:r>
            <a:r>
              <a:rPr sz="2280" spc="-36" dirty="0">
                <a:latin typeface="Calibri"/>
                <a:cs typeface="Calibri"/>
              </a:rPr>
              <a:t> </a:t>
            </a:r>
            <a:r>
              <a:rPr sz="2280" dirty="0">
                <a:latin typeface="Calibri"/>
                <a:cs typeface="Calibri"/>
              </a:rPr>
              <a:t>only</a:t>
            </a:r>
            <a:r>
              <a:rPr sz="2280" spc="-36" dirty="0">
                <a:latin typeface="Calibri"/>
                <a:cs typeface="Calibri"/>
              </a:rPr>
              <a:t> </a:t>
            </a:r>
            <a:r>
              <a:rPr sz="2280" spc="-30" dirty="0">
                <a:latin typeface="Calibri"/>
                <a:cs typeface="Calibri"/>
              </a:rPr>
              <a:t>be</a:t>
            </a:r>
            <a:endParaRPr sz="2280" dirty="0">
              <a:latin typeface="Calibri"/>
              <a:cs typeface="Calibri"/>
            </a:endParaRPr>
          </a:p>
          <a:p>
            <a:pPr marL="426720"/>
            <a:r>
              <a:rPr sz="2280" dirty="0">
                <a:latin typeface="Calibri"/>
                <a:cs typeface="Calibri"/>
              </a:rPr>
              <a:t>able</a:t>
            </a:r>
            <a:r>
              <a:rPr sz="2280" spc="-54" dirty="0">
                <a:latin typeface="Calibri"/>
                <a:cs typeface="Calibri"/>
              </a:rPr>
              <a:t> </a:t>
            </a:r>
            <a:r>
              <a:rPr sz="2280" dirty="0">
                <a:latin typeface="Calibri"/>
                <a:cs typeface="Calibri"/>
              </a:rPr>
              <a:t>to</a:t>
            </a:r>
            <a:r>
              <a:rPr sz="2280" spc="-42" dirty="0">
                <a:latin typeface="Calibri"/>
                <a:cs typeface="Calibri"/>
              </a:rPr>
              <a:t> </a:t>
            </a:r>
            <a:r>
              <a:rPr sz="2280" dirty="0">
                <a:latin typeface="Calibri"/>
                <a:cs typeface="Calibri"/>
              </a:rPr>
              <a:t>reuse</a:t>
            </a:r>
            <a:r>
              <a:rPr sz="2280" spc="-54" dirty="0">
                <a:latin typeface="Calibri"/>
                <a:cs typeface="Calibri"/>
              </a:rPr>
              <a:t> </a:t>
            </a:r>
            <a:r>
              <a:rPr sz="2280" dirty="0">
                <a:latin typeface="Calibri"/>
                <a:cs typeface="Calibri"/>
              </a:rPr>
              <a:t>these</a:t>
            </a:r>
            <a:r>
              <a:rPr sz="2280" spc="-48" dirty="0">
                <a:latin typeface="Calibri"/>
                <a:cs typeface="Calibri"/>
              </a:rPr>
              <a:t> </a:t>
            </a:r>
            <a:r>
              <a:rPr sz="2280" dirty="0">
                <a:latin typeface="Calibri"/>
                <a:cs typeface="Calibri"/>
              </a:rPr>
              <a:t>if</a:t>
            </a:r>
            <a:r>
              <a:rPr sz="2280" spc="-48" dirty="0">
                <a:latin typeface="Calibri"/>
                <a:cs typeface="Calibri"/>
              </a:rPr>
              <a:t> </a:t>
            </a:r>
            <a:r>
              <a:rPr sz="2280" dirty="0">
                <a:latin typeface="Calibri"/>
                <a:cs typeface="Calibri"/>
              </a:rPr>
              <a:t>your</a:t>
            </a:r>
            <a:r>
              <a:rPr sz="2280" spc="-60" dirty="0">
                <a:latin typeface="Calibri"/>
                <a:cs typeface="Calibri"/>
              </a:rPr>
              <a:t> </a:t>
            </a:r>
            <a:r>
              <a:rPr sz="2280" spc="-12" dirty="0">
                <a:latin typeface="Calibri"/>
                <a:cs typeface="Calibri"/>
              </a:rPr>
              <a:t>system</a:t>
            </a:r>
            <a:r>
              <a:rPr sz="2280" spc="-66" dirty="0">
                <a:latin typeface="Calibri"/>
                <a:cs typeface="Calibri"/>
              </a:rPr>
              <a:t> </a:t>
            </a:r>
            <a:r>
              <a:rPr sz="2280" dirty="0">
                <a:latin typeface="Calibri"/>
                <a:cs typeface="Calibri"/>
              </a:rPr>
              <a:t>is</a:t>
            </a:r>
            <a:r>
              <a:rPr sz="2280" spc="-60" dirty="0">
                <a:latin typeface="Calibri"/>
                <a:cs typeface="Calibri"/>
              </a:rPr>
              <a:t> </a:t>
            </a:r>
            <a:r>
              <a:rPr sz="2280" dirty="0">
                <a:latin typeface="Calibri"/>
                <a:cs typeface="Calibri"/>
              </a:rPr>
              <a:t>designed</a:t>
            </a:r>
            <a:r>
              <a:rPr sz="2280" spc="-24" dirty="0">
                <a:latin typeface="Calibri"/>
                <a:cs typeface="Calibri"/>
              </a:rPr>
              <a:t> </a:t>
            </a:r>
            <a:r>
              <a:rPr sz="2280" dirty="0">
                <a:latin typeface="Calibri"/>
                <a:cs typeface="Calibri"/>
              </a:rPr>
              <a:t>for</a:t>
            </a:r>
            <a:r>
              <a:rPr sz="2280" spc="-72" dirty="0">
                <a:latin typeface="Calibri"/>
                <a:cs typeface="Calibri"/>
              </a:rPr>
              <a:t> </a:t>
            </a:r>
            <a:r>
              <a:rPr sz="2280" dirty="0">
                <a:latin typeface="Calibri"/>
                <a:cs typeface="Calibri"/>
              </a:rPr>
              <a:t>the</a:t>
            </a:r>
            <a:r>
              <a:rPr sz="2280" spc="-48" dirty="0">
                <a:latin typeface="Calibri"/>
                <a:cs typeface="Calibri"/>
              </a:rPr>
              <a:t> </a:t>
            </a:r>
            <a:r>
              <a:rPr sz="2280" dirty="0">
                <a:latin typeface="Calibri"/>
                <a:cs typeface="Calibri"/>
              </a:rPr>
              <a:t>same</a:t>
            </a:r>
            <a:r>
              <a:rPr sz="2280" spc="-48" dirty="0">
                <a:latin typeface="Calibri"/>
                <a:cs typeface="Calibri"/>
              </a:rPr>
              <a:t> </a:t>
            </a:r>
            <a:r>
              <a:rPr sz="2280" spc="-12" dirty="0">
                <a:latin typeface="Calibri"/>
                <a:cs typeface="Calibri"/>
              </a:rPr>
              <a:t>platform</a:t>
            </a:r>
            <a:endParaRPr sz="2280" dirty="0">
              <a:latin typeface="Calibri"/>
              <a:cs typeface="Calibri"/>
            </a:endParaRPr>
          </a:p>
        </p:txBody>
      </p:sp>
    </p:spTree>
    <p:extLst>
      <p:ext uri="{BB962C8B-B14F-4D97-AF65-F5344CB8AC3E}">
        <p14:creationId xmlns:p14="http://schemas.microsoft.com/office/powerpoint/2010/main" val="271613933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4514</TotalTime>
  <Words>7529</Words>
  <Application>Microsoft Macintosh PowerPoint</Application>
  <PresentationFormat>Widescreen</PresentationFormat>
  <Paragraphs>654</Paragraphs>
  <Slides>62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Arial MT</vt:lpstr>
      <vt:lpstr>Calibri</vt:lpstr>
      <vt:lpstr>Calibri Light</vt:lpstr>
      <vt:lpstr>Retrospect</vt:lpstr>
      <vt:lpstr>Module 6 Software Evolution</vt:lpstr>
      <vt:lpstr>Topics</vt:lpstr>
      <vt:lpstr>Software Maintenance</vt:lpstr>
      <vt:lpstr>Need for Software Maintenance</vt:lpstr>
      <vt:lpstr>PowerPoint Presentation</vt:lpstr>
      <vt:lpstr>Corrective Software Maintenance</vt:lpstr>
      <vt:lpstr>Adaptive Maintenance</vt:lpstr>
      <vt:lpstr>Perfective Maintenance</vt:lpstr>
      <vt:lpstr>Preventive Maintenance </vt:lpstr>
      <vt:lpstr>Software Configuration Management</vt:lpstr>
      <vt:lpstr>Software Configuration Management</vt:lpstr>
      <vt:lpstr>PowerPoint Presentation</vt:lpstr>
      <vt:lpstr>PowerPoint Presentation</vt:lpstr>
      <vt:lpstr>PowerPoint Presentation</vt:lpstr>
      <vt:lpstr>CM Terminology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CHANGE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RELEASE MANAGEMENT</vt:lpstr>
      <vt:lpstr>PowerPoint Presentation</vt:lpstr>
      <vt:lpstr>PowerPoint Presentation</vt:lpstr>
      <vt:lpstr>PowerPoint Presentation</vt:lpstr>
      <vt:lpstr>Reengineering</vt:lpstr>
      <vt:lpstr>Reengineering</vt:lpstr>
      <vt:lpstr>PowerPoint Presentation</vt:lpstr>
      <vt:lpstr>Reengineering Process Model</vt:lpstr>
      <vt:lpstr>PowerPoint Presentation</vt:lpstr>
      <vt:lpstr>PowerPoint Presentation</vt:lpstr>
      <vt:lpstr>Reverse Engineering</vt:lpstr>
      <vt:lpstr>Reverse Engineering</vt:lpstr>
      <vt:lpstr>PowerPoint Presentation</vt:lpstr>
      <vt:lpstr>Reverse engineering process</vt:lpstr>
      <vt:lpstr>PowerPoint Presentation</vt:lpstr>
      <vt:lpstr>PowerPoint Presentation</vt:lpstr>
      <vt:lpstr>PowerPoint Presentation</vt:lpstr>
      <vt:lpstr>PowerPoint Presentation</vt:lpstr>
      <vt:lpstr>Software Reuse</vt:lpstr>
      <vt:lpstr>SOFTWARE REUSE</vt:lpstr>
      <vt:lpstr>Benefits of Software Reuse</vt:lpstr>
      <vt:lpstr>Problems with Software Reuse</vt:lpstr>
      <vt:lpstr>Problems with software reuse</vt:lpstr>
      <vt:lpstr>1. The reuse landscape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Software Evolution</dc:title>
  <dc:creator>dell</dc:creator>
  <cp:lastModifiedBy>Apoorva Karnwal</cp:lastModifiedBy>
  <cp:revision>35</cp:revision>
  <dcterms:created xsi:type="dcterms:W3CDTF">2025-03-24T09:19:44Z</dcterms:created>
  <dcterms:modified xsi:type="dcterms:W3CDTF">2025-05-07T20:23:28Z</dcterms:modified>
</cp:coreProperties>
</file>