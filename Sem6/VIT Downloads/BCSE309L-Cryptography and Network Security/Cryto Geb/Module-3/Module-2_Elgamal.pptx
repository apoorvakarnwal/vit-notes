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embeddedFontLst>
    <p:embeddedFont>
      <p:font typeface="Lustria" panose="02000603060000020004" pitchFamily="2" charset="0"/>
      <p:regular r:id="rId17"/>
    </p:embeddedFont>
    <p:embeddedFont>
      <p:font typeface="Tahoma" panose="020B060403050404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/jyZq7cOEbR+B230nsjIKip+Y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4"/>
  </p:normalViewPr>
  <p:slideViewPr>
    <p:cSldViewPr snapToGrid="0">
      <p:cViewPr varScale="1">
        <p:scale>
          <a:sx n="97" d="100"/>
          <a:sy n="97" d="100"/>
        </p:scale>
        <p:origin x="192" y="7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mod 17 =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mod 17 = 216 mod 17 =12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mod 17 = 24 mod 17 =5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 is the random integer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 is the random integer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K is the random integer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714348" y="1584864"/>
            <a:ext cx="7786742" cy="40318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Presented in 1984 by Tather Elgamal </a:t>
            </a:r>
            <a:endParaRPr/>
          </a:p>
          <a:p>
            <a:pPr marL="0" marR="0" lvl="0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aspects: </a:t>
            </a:r>
            <a:endParaRPr/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Discrete Logarithm problem </a:t>
            </a:r>
            <a:endParaRPr/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Randomized encryption </a:t>
            </a:r>
            <a:endParaRPr/>
          </a:p>
          <a:p>
            <a:pPr marL="0" marR="0" lvl="0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Application: </a:t>
            </a:r>
            <a:endParaRPr/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Establishing a secure channel for key sharing </a:t>
            </a:r>
            <a:endParaRPr/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Encrypting messages</a:t>
            </a:r>
            <a:endParaRPr sz="32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214678" y="500042"/>
            <a:ext cx="400622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ElGamal Algorithm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2571736" y="500042"/>
            <a:ext cx="36455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1. Key Generation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285720" y="1071546"/>
            <a:ext cx="8358246" cy="618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Alice wants to communicate with Bob.  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Bob generates public and private keys:</a:t>
            </a:r>
            <a:endParaRPr/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Bob select a large prime as a ‘p’.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 a random integer ‘d’ with 2 ≤ d ≤ p-1 and gcd(d,p) = 1.</a:t>
            </a:r>
            <a:endParaRPr/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 ‘g’ (generator) to be a primitive root.</a:t>
            </a:r>
            <a:endParaRPr/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   e ≡ g</a:t>
            </a:r>
            <a:r>
              <a:rPr lang="en-US" sz="3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p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Bob publishes (p,g,e) as his public key.</a:t>
            </a:r>
            <a:endParaRPr/>
          </a:p>
          <a:p>
            <a:pPr marL="457200" marR="0" lvl="1" indent="-203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‘d’ id the  a private key.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2571736" y="642918"/>
            <a:ext cx="49744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2. Encryption procedure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57158" y="1643050"/>
            <a:ext cx="7858180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Alice encrypts data using Bob’s public key: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457200" marR="0" lvl="1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random integer ‘k’ where 2 ≤ k ≤ p-2 and gcd(k,p) = 1.</a:t>
            </a:r>
            <a:endParaRPr/>
          </a:p>
          <a:p>
            <a:pPr marL="457200" marR="0" lvl="1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 C1 = g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p </a:t>
            </a:r>
            <a:endParaRPr/>
          </a:p>
          <a:p>
            <a:pPr marL="457200" marR="0" lvl="1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 C2 = (m * e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mod p.</a:t>
            </a:r>
            <a:endParaRPr/>
          </a:p>
          <a:p>
            <a:pPr marL="457200" marR="0" lvl="1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Alice sends his encrypted message (C1,C2) to Bob.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2571736" y="642918"/>
            <a:ext cx="497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3. Decryption procedure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42910" y="1426478"/>
            <a:ext cx="8215370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Bob decrypt the message (C1, C2) to derive m: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decrypts the message using private key ‘d’ by computing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x= * (C1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p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m = [C2 *(x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p-2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)]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p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67306" y="762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3389582" y="-120075"/>
            <a:ext cx="22509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Example-1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42910" y="1101195"/>
            <a:ext cx="8215370" cy="649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p = 17, Random Integer d = 5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Compute the generator(g) (primitive root of 17),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g=6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Compute 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= g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p 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r>
              <a:rPr lang="en-US" sz="3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17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Therefore, e = 7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Alice send a public key as (17,6,7) and private key as 5.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3328909" y="642918"/>
            <a:ext cx="22509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Example-1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0" y="1644179"/>
            <a:ext cx="9144000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 wants to send the message 13  to Alice :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Chooses a random integer k = 10,  where 1 &lt; k&lt; p-1</a:t>
            </a:r>
            <a:endParaRPr/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Compute C1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g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p = 6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17 = 15</a:t>
            </a:r>
            <a:endParaRPr/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C2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(m * 7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mod 17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= (13 * 7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mod 17                  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= 9</a:t>
            </a:r>
            <a:endParaRPr/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 sends the encrypted message (15,9) to Alice                 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3337788" y="565150"/>
            <a:ext cx="22509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Example-1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6200" y="1228725"/>
            <a:ext cx="8724958" cy="655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Alice receives the message (15,9) and using her private key d = 5 she decrypts the message: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x=  (C1</a:t>
            </a:r>
            <a:r>
              <a:rPr lang="en-US" sz="2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p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x = 15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17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x =  2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[C2 *(x</a:t>
            </a:r>
            <a:r>
              <a:rPr lang="en-US" sz="2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p-2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)]</a:t>
            </a:r>
            <a:r>
              <a:rPr lang="en-US" sz="2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p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m = [9 *(2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17-2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)]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17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=[ 9 * 9] mod 107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=13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is the message sent by Bob. Hence, the original message is derived.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3290437" y="642918"/>
            <a:ext cx="232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Example-2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42910" y="1070420"/>
            <a:ext cx="8215370" cy="655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Alice chooses p = 107, g = 2, d = 67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(1) Compute the Public Key generated by Alice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 wants to send the message “B” (66 in ASCII) to Alice.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random number generated by Bob is 45.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 send the encrypted message to Alice.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Compute the message encrypted by Bob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Compute the message decrypted by Alice.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[C2 *(x</a:t>
            </a:r>
            <a:r>
              <a:rPr lang="en-US" sz="2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p-2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)]</a:t>
            </a:r>
            <a:r>
              <a:rPr lang="en-US" sz="2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p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13725" y="5103075"/>
            <a:ext cx="21882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x=  (C1</a:t>
            </a:r>
            <a:r>
              <a:rPr lang="en-US" sz="1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800" b="1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3290437" y="642918"/>
            <a:ext cx="232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Example-2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42910" y="1285860"/>
            <a:ext cx="8215370" cy="612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Alice chooses p = 107, g = 2, d = 67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1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Computes 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≡ g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p 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≡ 2</a:t>
            </a:r>
            <a:r>
              <a:rPr lang="en-US" sz="3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107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94 ≡ 2</a:t>
            </a:r>
            <a:r>
              <a:rPr lang="en-US" sz="3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107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e = 94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Alice send a public key as (107,2,67) . 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key is 67.</a:t>
            </a:r>
            <a:endParaRPr/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290437" y="642918"/>
            <a:ext cx="232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Example-2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42910" y="1428736"/>
            <a:ext cx="8215370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 wants to send the message “B” (66 in ASCII) to Alice :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Chooses a random integer k = 45,</a:t>
            </a:r>
            <a:endParaRPr/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Compute C1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g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p = 2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107 = 28</a:t>
            </a:r>
            <a:endParaRPr/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C2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(m * e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mod p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= (66 * 94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mod 107                  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= 9</a:t>
            </a:r>
            <a:endParaRPr/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 sends the encrypted message (28,9) to Alice                 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3299316" y="565150"/>
            <a:ext cx="23278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Example-2</a:t>
            </a:r>
            <a:endParaRPr sz="36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6200" y="1228725"/>
            <a:ext cx="8724958" cy="655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Alice receives the message (28,9) and using her private key d = 67 she decrypts the message: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x= * (C1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p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x = 28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107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x =  5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m = [C2 *(x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p-2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)]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p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m = [9 *(5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107-2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)]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107 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=[ 9 * 43] mod 107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=66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 is the ASCII value of “B”. Hence, the original message is derived.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467544" y="1700808"/>
            <a:ext cx="7344816" cy="2782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chooses prime number = 13, generator g = 2, random number b = 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(1) Compute the Public Key generated by Alice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Bob(Sender) wants to send the message 5 to Alice.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random number generated by Bob is 6.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 the encrypted message to Alice.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(2) Compute the message encrypted by Bob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(3) Compute the message decrypted by Alice.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3618534" y="548680"/>
            <a:ext cx="7421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Try…..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"/>
          <p:cNvSpPr/>
          <p:nvPr/>
        </p:nvSpPr>
        <p:spPr>
          <a:xfrm>
            <a:off x="467544" y="1700808"/>
            <a:ext cx="734481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chooses prime number = 17, generator g = 6, random number a =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(1) Compute the Public Key generated by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Bob(Sender) wants to send the message 13 to Alice.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random number generated by Bob is 10.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 the encrypted message to Alice.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(2) Compute the message encrypted by Bob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(3) Compute the message decrypted by Alice(Receiver).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3618534" y="548680"/>
            <a:ext cx="7421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Try…..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467544" y="1268760"/>
            <a:ext cx="7848872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scenario where Alice and Bob wish to implement a secure communication using ElGammal algorithm with a prime   P = 71 and a primitive root g = 7. Find the following: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Bob picks his private key d = 37, what is his public key?                                                                      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 marks)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Bob has public key e = 3 and Alice chose the random integer k = 2, what is the cipher text of M = 30?   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 marks)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Alice now chooses a different value of k, and public key   e = 3 so that the encoding of M = 30 is C = (59, C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what is the integer C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                                                      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 marks)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3618534" y="548680"/>
            <a:ext cx="7421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Try…..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Microsoft Macintosh PowerPoint</Application>
  <PresentationFormat>On-screen Show (4:3)</PresentationFormat>
  <Paragraphs>157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Tahoma</vt:lpstr>
      <vt:lpstr>Arial</vt:lpstr>
      <vt:lpstr>Lustria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Apoorva Karnwal</cp:lastModifiedBy>
  <cp:revision>1</cp:revision>
  <dcterms:created xsi:type="dcterms:W3CDTF">2020-08-16T06:28:36Z</dcterms:created>
  <dcterms:modified xsi:type="dcterms:W3CDTF">2025-05-02T03:01:52Z</dcterms:modified>
</cp:coreProperties>
</file>