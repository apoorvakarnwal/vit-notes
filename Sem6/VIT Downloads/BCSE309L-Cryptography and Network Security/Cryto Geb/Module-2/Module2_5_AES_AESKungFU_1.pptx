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Override1.xml" ContentType="application/vnd.openxmlformats-officedocument.themeOverride+xml"/>
  <Override PartName="/ppt/theme/themeOverride2.xml" ContentType="application/vnd.openxmlformats-officedocument.themeOverride+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ink/ink1.xml" ContentType="application/inkml+xml"/>
  <Override PartName="/ppt/notesSlides/notesSlide12.xml" ContentType="application/vnd.openxmlformats-officedocument.presentationml.notesSlide+xml"/>
  <Override PartName="/ppt/ink/ink2.xml" ContentType="application/inkml+xml"/>
  <Override PartName="/ppt/ink/ink3.xml" ContentType="application/inkml+xml"/>
  <Override PartName="/ppt/notesSlides/notesSlide13.xml" ContentType="application/vnd.openxmlformats-officedocument.presentationml.notesSlide+xml"/>
  <Override PartName="/ppt/ink/ink4.xml" ContentType="application/inkml+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compatMode="1" saveSubsetFonts="1" autoCompressPictures="0">
  <p:sldMasterIdLst>
    <p:sldMasterId id="2147483661" r:id="rId1"/>
  </p:sldMasterIdLst>
  <p:notesMasterIdLst>
    <p:notesMasterId r:id="rId42"/>
  </p:notesMasterIdLst>
  <p:sldIdLst>
    <p:sldId id="300" r:id="rId2"/>
    <p:sldId id="327" r:id="rId3"/>
    <p:sldId id="275" r:id="rId4"/>
    <p:sldId id="279" r:id="rId5"/>
    <p:sldId id="328" r:id="rId6"/>
    <p:sldId id="334" r:id="rId7"/>
    <p:sldId id="302" r:id="rId8"/>
    <p:sldId id="335" r:id="rId9"/>
    <p:sldId id="319" r:id="rId10"/>
    <p:sldId id="338" r:id="rId11"/>
    <p:sldId id="339" r:id="rId12"/>
    <p:sldId id="340" r:id="rId13"/>
    <p:sldId id="341" r:id="rId14"/>
    <p:sldId id="343" r:id="rId15"/>
    <p:sldId id="344" r:id="rId16"/>
    <p:sldId id="345" r:id="rId17"/>
    <p:sldId id="346" r:id="rId18"/>
    <p:sldId id="348" r:id="rId19"/>
    <p:sldId id="349" r:id="rId20"/>
    <p:sldId id="373" r:id="rId21"/>
    <p:sldId id="351" r:id="rId22"/>
    <p:sldId id="352" r:id="rId23"/>
    <p:sldId id="353" r:id="rId24"/>
    <p:sldId id="354" r:id="rId25"/>
    <p:sldId id="355" r:id="rId26"/>
    <p:sldId id="356" r:id="rId27"/>
    <p:sldId id="357" r:id="rId28"/>
    <p:sldId id="362" r:id="rId29"/>
    <p:sldId id="363" r:id="rId30"/>
    <p:sldId id="365" r:id="rId31"/>
    <p:sldId id="366" r:id="rId32"/>
    <p:sldId id="379" r:id="rId33"/>
    <p:sldId id="374" r:id="rId34"/>
    <p:sldId id="375" r:id="rId35"/>
    <p:sldId id="376" r:id="rId36"/>
    <p:sldId id="377" r:id="rId37"/>
    <p:sldId id="378" r:id="rId38"/>
    <p:sldId id="368" r:id="rId39"/>
    <p:sldId id="369" r:id="rId40"/>
    <p:sldId id="370" r:id="rId41"/>
  </p:sldIdLst>
  <p:sldSz cx="9144000" cy="6858000" type="screen4x3"/>
  <p:notesSz cx="6858000" cy="9144000"/>
  <p:defaultTextStyle>
    <a:defPPr>
      <a:defRPr lang="en-AU"/>
    </a:defPPr>
    <a:lvl1pPr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5pPr>
    <a:lvl6pPr marL="22860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6pPr>
    <a:lvl7pPr marL="27432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7pPr>
    <a:lvl8pPr marL="32004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8pPr>
    <a:lvl9pPr marL="36576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8A107856-5554-42FB-B03E-39F5DBC370BA}" styleName="Medium Style 4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solidFill>
            <a:schemeClr val="accent2">
              <a:tint val="20000"/>
            </a:schemeClr>
          </a:solidFill>
        </a:fill>
      </a:tcStyle>
    </a:wholeTbl>
    <a:band1H>
      <a:tcStyle>
        <a:tcBdr/>
        <a:fill>
          <a:solidFill>
            <a:schemeClr val="accent2">
              <a:tint val="40000"/>
            </a:schemeClr>
          </a:solidFill>
        </a:fill>
      </a:tcStyle>
    </a:band1H>
    <a:band1V>
      <a:tcStyle>
        <a:tcBdr/>
        <a:fill>
          <a:solidFill>
            <a:schemeClr val="accent2">
              <a:tint val="40000"/>
            </a:schemeClr>
          </a:solidFill>
        </a:fill>
      </a:tcStyle>
    </a:band1V>
    <a:lastCol>
      <a:tcTxStyle b="on"/>
      <a:tcStyle>
        <a:tcBdr/>
      </a:tcStyle>
    </a:lastCol>
    <a:firstCol>
      <a:tcTxStyle b="on"/>
      <a:tcStyle>
        <a:tcBdr/>
      </a:tcStyle>
    </a:firstCol>
    <a:lastRow>
      <a:tcTxStyle b="on"/>
      <a:tcStyle>
        <a:tcBdr>
          <a:top>
            <a:ln w="25400" cmpd="sng">
              <a:solidFill>
                <a:schemeClr val="accent2"/>
              </a:solidFill>
            </a:ln>
          </a:top>
        </a:tcBdr>
        <a:fill>
          <a:solidFill>
            <a:schemeClr val="accent2">
              <a:tint val="20000"/>
            </a:schemeClr>
          </a:solidFill>
        </a:fill>
      </a:tcStyle>
    </a:lastRow>
    <a:firstRow>
      <a:tcTxStyle b="on"/>
      <a:tcStyle>
        <a:tcBdr/>
        <a:fill>
          <a:solidFill>
            <a:schemeClr val="accent2">
              <a:tint val="20000"/>
            </a:schemeClr>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35758FB7-9AC5-4552-8A53-C91805E547FA}" styleName="Themed Style 1 - Accent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7311"/>
    <p:restoredTop sz="87755" autoAdjust="0"/>
  </p:normalViewPr>
  <p:slideViewPr>
    <p:cSldViewPr>
      <p:cViewPr>
        <p:scale>
          <a:sx n="95" d="100"/>
          <a:sy n="95" d="100"/>
        </p:scale>
        <p:origin x="992" y="536"/>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notesMaster" Target="notesMasters/notesMaster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BC2E10F3-3ED5-4F47-ADC9-333CDFB22792}" type="doc">
      <dgm:prSet loTypeId="urn:microsoft.com/office/officeart/2005/8/layout/vList5" loCatId="list" qsTypeId="urn:microsoft.com/office/officeart/2005/8/quickstyle/simple4" qsCatId="simple" csTypeId="urn:microsoft.com/office/officeart/2005/8/colors/accent1_2" csCatId="accent1" phldr="1"/>
      <dgm:spPr/>
      <dgm:t>
        <a:bodyPr/>
        <a:lstStyle/>
        <a:p>
          <a:endParaRPr lang="en-US"/>
        </a:p>
      </dgm:t>
    </dgm:pt>
    <dgm:pt modelId="{776DC763-D2AF-AA47-931A-D6239285C69D}">
      <dgm:prSet phldrT="[Text]" custT="1"/>
      <dgm:spPr/>
      <dgm:t>
        <a:bodyPr/>
        <a:lstStyle/>
        <a:p>
          <a:r>
            <a:rPr lang="en-US" sz="2800" dirty="0"/>
            <a:t>Key Expansion</a:t>
          </a:r>
          <a:endParaRPr lang="en-US" sz="3300" dirty="0"/>
        </a:p>
      </dgm:t>
    </dgm:pt>
    <dgm:pt modelId="{F21200CE-DD84-7D49-A3E0-B8DDF92BEF6C}" type="parTrans" cxnId="{0AF8AB9F-32D7-7E44-BAA3-E0DC05B37652}">
      <dgm:prSet/>
      <dgm:spPr/>
      <dgm:t>
        <a:bodyPr/>
        <a:lstStyle/>
        <a:p>
          <a:endParaRPr lang="en-US"/>
        </a:p>
      </dgm:t>
    </dgm:pt>
    <dgm:pt modelId="{5B9BFEE1-1CC0-1841-BFF2-84F6220946EE}" type="sibTrans" cxnId="{0AF8AB9F-32D7-7E44-BAA3-E0DC05B37652}">
      <dgm:prSet/>
      <dgm:spPr/>
      <dgm:t>
        <a:bodyPr/>
        <a:lstStyle/>
        <a:p>
          <a:endParaRPr lang="en-US"/>
        </a:p>
      </dgm:t>
    </dgm:pt>
    <dgm:pt modelId="{E659CE1B-BD00-2E4D-A3E7-33AC6A082320}">
      <dgm:prSet phldrT="[Text]" custT="1"/>
      <dgm:spPr/>
      <dgm:t>
        <a:bodyPr/>
        <a:lstStyle/>
        <a:p>
          <a:r>
            <a:rPr lang="en-US" sz="2000" dirty="0">
              <a:solidFill>
                <a:srgbClr val="404040"/>
              </a:solidFill>
            </a:rPr>
            <a:t>Round keys are derived from the cipher key using </a:t>
          </a:r>
          <a:r>
            <a:rPr lang="en-US" sz="2000" dirty="0" err="1">
              <a:solidFill>
                <a:srgbClr val="404040"/>
              </a:solidFill>
            </a:rPr>
            <a:t>Rijndael's</a:t>
          </a:r>
          <a:r>
            <a:rPr lang="en-US" sz="2000" dirty="0">
              <a:solidFill>
                <a:srgbClr val="404040"/>
              </a:solidFill>
            </a:rPr>
            <a:t> key schedule</a:t>
          </a:r>
          <a:endParaRPr lang="en-US" sz="2000" dirty="0"/>
        </a:p>
      </dgm:t>
    </dgm:pt>
    <dgm:pt modelId="{8C3802C1-DE94-724C-9198-6A7FCD817D78}" type="parTrans" cxnId="{8A09B685-43E2-CB4D-B763-DAB5B95A2859}">
      <dgm:prSet/>
      <dgm:spPr/>
      <dgm:t>
        <a:bodyPr/>
        <a:lstStyle/>
        <a:p>
          <a:endParaRPr lang="en-US"/>
        </a:p>
      </dgm:t>
    </dgm:pt>
    <dgm:pt modelId="{99AC88F4-0616-0A4F-A1A4-7A27E2074B05}" type="sibTrans" cxnId="{8A09B685-43E2-CB4D-B763-DAB5B95A2859}">
      <dgm:prSet/>
      <dgm:spPr/>
      <dgm:t>
        <a:bodyPr/>
        <a:lstStyle/>
        <a:p>
          <a:endParaRPr lang="en-US"/>
        </a:p>
      </dgm:t>
    </dgm:pt>
    <dgm:pt modelId="{3A052B4C-1E56-974D-B6DF-DF3933D88910}">
      <dgm:prSet phldrT="[Text]" custT="1"/>
      <dgm:spPr/>
      <dgm:t>
        <a:bodyPr/>
        <a:lstStyle/>
        <a:p>
          <a:r>
            <a:rPr lang="en-US" sz="2800" dirty="0"/>
            <a:t>Initial Round</a:t>
          </a:r>
        </a:p>
      </dgm:t>
    </dgm:pt>
    <dgm:pt modelId="{7E566721-1D77-5749-993F-3E1E734118DF}" type="parTrans" cxnId="{1A33C03C-30CA-4A45-A95A-3DBB21C46AD3}">
      <dgm:prSet/>
      <dgm:spPr/>
      <dgm:t>
        <a:bodyPr/>
        <a:lstStyle/>
        <a:p>
          <a:endParaRPr lang="en-US"/>
        </a:p>
      </dgm:t>
    </dgm:pt>
    <dgm:pt modelId="{C9F2C130-371A-6640-B39F-739C27663786}" type="sibTrans" cxnId="{1A33C03C-30CA-4A45-A95A-3DBB21C46AD3}">
      <dgm:prSet/>
      <dgm:spPr/>
      <dgm:t>
        <a:bodyPr/>
        <a:lstStyle/>
        <a:p>
          <a:endParaRPr lang="en-US"/>
        </a:p>
      </dgm:t>
    </dgm:pt>
    <dgm:pt modelId="{E2500FEB-452A-494A-9EB1-357E5A4F4AE6}">
      <dgm:prSet phldrT="[Text]" custT="1"/>
      <dgm:spPr/>
      <dgm:t>
        <a:bodyPr/>
        <a:lstStyle/>
        <a:p>
          <a:r>
            <a:rPr lang="en-US" sz="1800" dirty="0" err="1">
              <a:solidFill>
                <a:srgbClr val="404040"/>
              </a:solidFill>
            </a:rPr>
            <a:t>AddRoundKey</a:t>
          </a:r>
          <a:r>
            <a:rPr lang="en-US" sz="1800" dirty="0">
              <a:solidFill>
                <a:srgbClr val="404040"/>
              </a:solidFill>
            </a:rPr>
            <a:t>  : Each byte of the state is combined with the round key using bitwise </a:t>
          </a:r>
          <a:r>
            <a:rPr lang="en-US" sz="1800" dirty="0" err="1">
              <a:solidFill>
                <a:srgbClr val="404040"/>
              </a:solidFill>
            </a:rPr>
            <a:t>xor</a:t>
          </a:r>
          <a:endParaRPr lang="en-US" sz="1800" dirty="0"/>
        </a:p>
      </dgm:t>
    </dgm:pt>
    <dgm:pt modelId="{980F3664-768C-0B42-9374-64A72B393F34}" type="parTrans" cxnId="{3ED0240A-E5C1-7C47-BAF7-3E57A6F5EA73}">
      <dgm:prSet/>
      <dgm:spPr/>
      <dgm:t>
        <a:bodyPr/>
        <a:lstStyle/>
        <a:p>
          <a:endParaRPr lang="en-US"/>
        </a:p>
      </dgm:t>
    </dgm:pt>
    <dgm:pt modelId="{E66465B4-475B-B24A-826A-4FCA6763E628}" type="sibTrans" cxnId="{3ED0240A-E5C1-7C47-BAF7-3E57A6F5EA73}">
      <dgm:prSet/>
      <dgm:spPr/>
      <dgm:t>
        <a:bodyPr/>
        <a:lstStyle/>
        <a:p>
          <a:endParaRPr lang="en-US"/>
        </a:p>
      </dgm:t>
    </dgm:pt>
    <dgm:pt modelId="{43DA3420-9FF9-F946-9970-3B569FE2FA8B}">
      <dgm:prSet phldrT="[Text]" custT="1"/>
      <dgm:spPr/>
      <dgm:t>
        <a:bodyPr/>
        <a:lstStyle/>
        <a:p>
          <a:r>
            <a:rPr lang="en-US" sz="2800" dirty="0"/>
            <a:t>Rounds</a:t>
          </a:r>
        </a:p>
      </dgm:t>
    </dgm:pt>
    <dgm:pt modelId="{114EDB66-231E-CC46-B257-E2332ED7EC19}" type="parTrans" cxnId="{02247603-7270-A54D-8613-FEEA7D6B1D0D}">
      <dgm:prSet/>
      <dgm:spPr/>
      <dgm:t>
        <a:bodyPr/>
        <a:lstStyle/>
        <a:p>
          <a:endParaRPr lang="en-US"/>
        </a:p>
      </dgm:t>
    </dgm:pt>
    <dgm:pt modelId="{3BE61141-7304-8F46-9381-9BA56FCB31F6}" type="sibTrans" cxnId="{02247603-7270-A54D-8613-FEEA7D6B1D0D}">
      <dgm:prSet/>
      <dgm:spPr/>
      <dgm:t>
        <a:bodyPr/>
        <a:lstStyle/>
        <a:p>
          <a:endParaRPr lang="en-US"/>
        </a:p>
      </dgm:t>
    </dgm:pt>
    <dgm:pt modelId="{FBAA78D7-11A0-3248-85BC-A9A7402A90B8}">
      <dgm:prSet phldrT="[Text]" custT="1"/>
      <dgm:spPr/>
      <dgm:t>
        <a:bodyPr/>
        <a:lstStyle/>
        <a:p>
          <a:r>
            <a:rPr lang="en-US" sz="1800" dirty="0" err="1">
              <a:solidFill>
                <a:srgbClr val="404040"/>
              </a:solidFill>
            </a:rPr>
            <a:t>SubBytes</a:t>
          </a:r>
          <a:r>
            <a:rPr lang="en-US" sz="1800" dirty="0">
              <a:solidFill>
                <a:srgbClr val="404040"/>
              </a:solidFill>
            </a:rPr>
            <a:t>         : non-linear substitution step</a:t>
          </a:r>
          <a:endParaRPr lang="en-US" sz="1800" dirty="0"/>
        </a:p>
      </dgm:t>
    </dgm:pt>
    <dgm:pt modelId="{A7A00120-D283-7044-A10D-9D9639E35E11}" type="parTrans" cxnId="{28A72EA2-813C-3C4D-B287-3316B1938D68}">
      <dgm:prSet/>
      <dgm:spPr/>
      <dgm:t>
        <a:bodyPr/>
        <a:lstStyle/>
        <a:p>
          <a:endParaRPr lang="en-US"/>
        </a:p>
      </dgm:t>
    </dgm:pt>
    <dgm:pt modelId="{F1BDC17C-F5A9-D24F-8CC6-F783156A9D31}" type="sibTrans" cxnId="{28A72EA2-813C-3C4D-B287-3316B1938D68}">
      <dgm:prSet/>
      <dgm:spPr/>
      <dgm:t>
        <a:bodyPr/>
        <a:lstStyle/>
        <a:p>
          <a:endParaRPr lang="en-US"/>
        </a:p>
      </dgm:t>
    </dgm:pt>
    <dgm:pt modelId="{46C9C5C1-825C-DB46-B191-6C178E316FDE}">
      <dgm:prSet custT="1"/>
      <dgm:spPr/>
      <dgm:t>
        <a:bodyPr/>
        <a:lstStyle/>
        <a:p>
          <a:r>
            <a:rPr lang="en-US" sz="1800" dirty="0" err="1">
              <a:solidFill>
                <a:srgbClr val="404040"/>
              </a:solidFill>
            </a:rPr>
            <a:t>ShiftRows</a:t>
          </a:r>
          <a:r>
            <a:rPr lang="en-US" sz="1800" dirty="0">
              <a:solidFill>
                <a:srgbClr val="404040"/>
              </a:solidFill>
            </a:rPr>
            <a:t>        : transposition step</a:t>
          </a:r>
        </a:p>
      </dgm:t>
    </dgm:pt>
    <dgm:pt modelId="{C700F1B4-F0B1-1149-AE85-9D2C2F047F1C}" type="parTrans" cxnId="{324E8B28-EADC-7C4D-B4D9-728F19786DDD}">
      <dgm:prSet/>
      <dgm:spPr/>
      <dgm:t>
        <a:bodyPr/>
        <a:lstStyle/>
        <a:p>
          <a:endParaRPr lang="en-US"/>
        </a:p>
      </dgm:t>
    </dgm:pt>
    <dgm:pt modelId="{6602AD4B-BDD8-3548-8026-0B08EC1563FB}" type="sibTrans" cxnId="{324E8B28-EADC-7C4D-B4D9-728F19786DDD}">
      <dgm:prSet/>
      <dgm:spPr/>
      <dgm:t>
        <a:bodyPr/>
        <a:lstStyle/>
        <a:p>
          <a:endParaRPr lang="en-US"/>
        </a:p>
      </dgm:t>
    </dgm:pt>
    <dgm:pt modelId="{7990491D-F717-F743-A8D7-FE9BA885297E}">
      <dgm:prSet custT="1"/>
      <dgm:spPr/>
      <dgm:t>
        <a:bodyPr/>
        <a:lstStyle/>
        <a:p>
          <a:r>
            <a:rPr lang="en-US" sz="1800" dirty="0" err="1">
              <a:solidFill>
                <a:srgbClr val="404040"/>
              </a:solidFill>
            </a:rPr>
            <a:t>MixColumns</a:t>
          </a:r>
          <a:r>
            <a:rPr lang="en-US" sz="1800" dirty="0">
              <a:solidFill>
                <a:srgbClr val="404040"/>
              </a:solidFill>
            </a:rPr>
            <a:t>    : mixing operation of each column.</a:t>
          </a:r>
        </a:p>
      </dgm:t>
    </dgm:pt>
    <dgm:pt modelId="{C7CC43A1-D8F9-6146-9B78-961FAF03CF1F}" type="parTrans" cxnId="{32C57EE4-4F92-8E48-853B-E60EDE37032F}">
      <dgm:prSet/>
      <dgm:spPr/>
      <dgm:t>
        <a:bodyPr/>
        <a:lstStyle/>
        <a:p>
          <a:endParaRPr lang="en-US"/>
        </a:p>
      </dgm:t>
    </dgm:pt>
    <dgm:pt modelId="{C54FFDBD-69BB-2C4A-9DCF-5D9FF60B5906}" type="sibTrans" cxnId="{32C57EE4-4F92-8E48-853B-E60EDE37032F}">
      <dgm:prSet/>
      <dgm:spPr/>
      <dgm:t>
        <a:bodyPr/>
        <a:lstStyle/>
        <a:p>
          <a:endParaRPr lang="en-US"/>
        </a:p>
      </dgm:t>
    </dgm:pt>
    <dgm:pt modelId="{42C803D9-866E-B048-AB9B-724F1F59AEC1}">
      <dgm:prSet custT="1"/>
      <dgm:spPr/>
      <dgm:t>
        <a:bodyPr/>
        <a:lstStyle/>
        <a:p>
          <a:r>
            <a:rPr lang="en-US" sz="1800" dirty="0" err="1">
              <a:solidFill>
                <a:srgbClr val="404040"/>
              </a:solidFill>
            </a:rPr>
            <a:t>AddRoundKey</a:t>
          </a:r>
          <a:r>
            <a:rPr lang="en-US" sz="1800" dirty="0">
              <a:solidFill>
                <a:srgbClr val="404040"/>
              </a:solidFill>
            </a:rPr>
            <a:t> </a:t>
          </a:r>
        </a:p>
      </dgm:t>
    </dgm:pt>
    <dgm:pt modelId="{98E490AD-3523-4E4B-9A5F-1E09DBA5EBC4}" type="parTrans" cxnId="{BFF03EF1-8ED0-7746-ADCF-C7C9D963C4CB}">
      <dgm:prSet/>
      <dgm:spPr/>
      <dgm:t>
        <a:bodyPr/>
        <a:lstStyle/>
        <a:p>
          <a:endParaRPr lang="en-US"/>
        </a:p>
      </dgm:t>
    </dgm:pt>
    <dgm:pt modelId="{63E8874C-66B9-6141-A325-0CB30CD409F7}" type="sibTrans" cxnId="{BFF03EF1-8ED0-7746-ADCF-C7C9D963C4CB}">
      <dgm:prSet/>
      <dgm:spPr/>
      <dgm:t>
        <a:bodyPr/>
        <a:lstStyle/>
        <a:p>
          <a:endParaRPr lang="en-US"/>
        </a:p>
      </dgm:t>
    </dgm:pt>
    <dgm:pt modelId="{80F1058A-AF76-6242-A9C4-A7CC3D6542AB}">
      <dgm:prSet custT="1"/>
      <dgm:spPr/>
      <dgm:t>
        <a:bodyPr/>
        <a:lstStyle/>
        <a:p>
          <a:r>
            <a:rPr lang="en-US" sz="2800" dirty="0"/>
            <a:t>Final Round</a:t>
          </a:r>
        </a:p>
      </dgm:t>
    </dgm:pt>
    <dgm:pt modelId="{C21A5F4A-C262-EF45-A67B-19E8BD3230AC}" type="parTrans" cxnId="{215E1DAB-658F-5A42-9F53-E6C1F14A46CF}">
      <dgm:prSet/>
      <dgm:spPr/>
      <dgm:t>
        <a:bodyPr/>
        <a:lstStyle/>
        <a:p>
          <a:endParaRPr lang="en-US"/>
        </a:p>
      </dgm:t>
    </dgm:pt>
    <dgm:pt modelId="{C4238235-33A5-5C4C-BE4C-993BE78A1CB3}" type="sibTrans" cxnId="{215E1DAB-658F-5A42-9F53-E6C1F14A46CF}">
      <dgm:prSet/>
      <dgm:spPr/>
      <dgm:t>
        <a:bodyPr/>
        <a:lstStyle/>
        <a:p>
          <a:endParaRPr lang="en-US"/>
        </a:p>
      </dgm:t>
    </dgm:pt>
    <dgm:pt modelId="{B72E3A53-2EC8-A140-86B4-3EFC9F09B9FA}">
      <dgm:prSet custT="1"/>
      <dgm:spPr/>
      <dgm:t>
        <a:bodyPr/>
        <a:lstStyle/>
        <a:p>
          <a:r>
            <a:rPr lang="en-US" sz="1800" dirty="0" err="1">
              <a:solidFill>
                <a:srgbClr val="404040"/>
              </a:solidFill>
            </a:rPr>
            <a:t>SubBytes</a:t>
          </a:r>
          <a:endParaRPr lang="en-US" sz="1800" dirty="0"/>
        </a:p>
      </dgm:t>
    </dgm:pt>
    <dgm:pt modelId="{B217101A-D162-C443-B0F2-606688068E33}" type="parTrans" cxnId="{E8D2E1BA-BB76-A749-9EC1-46D859288224}">
      <dgm:prSet/>
      <dgm:spPr/>
      <dgm:t>
        <a:bodyPr/>
        <a:lstStyle/>
        <a:p>
          <a:endParaRPr lang="en-US"/>
        </a:p>
      </dgm:t>
    </dgm:pt>
    <dgm:pt modelId="{F7BD0D7C-579D-ED41-B49A-249BCED288BF}" type="sibTrans" cxnId="{E8D2E1BA-BB76-A749-9EC1-46D859288224}">
      <dgm:prSet/>
      <dgm:spPr/>
      <dgm:t>
        <a:bodyPr/>
        <a:lstStyle/>
        <a:p>
          <a:endParaRPr lang="en-US"/>
        </a:p>
      </dgm:t>
    </dgm:pt>
    <dgm:pt modelId="{6739E927-48DB-7E44-AD9F-7447C00F6825}">
      <dgm:prSet custT="1"/>
      <dgm:spPr/>
      <dgm:t>
        <a:bodyPr/>
        <a:lstStyle/>
        <a:p>
          <a:r>
            <a:rPr lang="en-US" sz="1800">
              <a:solidFill>
                <a:srgbClr val="404040"/>
              </a:solidFill>
            </a:rPr>
            <a:t>ShiftRows</a:t>
          </a:r>
          <a:endParaRPr lang="en-US" sz="1800" dirty="0">
            <a:solidFill>
              <a:srgbClr val="404040"/>
            </a:solidFill>
          </a:endParaRPr>
        </a:p>
      </dgm:t>
    </dgm:pt>
    <dgm:pt modelId="{5784B4DE-8E9F-1749-92A8-5AA3A2D69B06}" type="parTrans" cxnId="{D0E396C5-FB27-3349-AB1E-DCCD127F80CE}">
      <dgm:prSet/>
      <dgm:spPr/>
      <dgm:t>
        <a:bodyPr/>
        <a:lstStyle/>
        <a:p>
          <a:endParaRPr lang="en-US"/>
        </a:p>
      </dgm:t>
    </dgm:pt>
    <dgm:pt modelId="{F9B9696D-FC63-FA4D-9E9C-FE23FDFA98B9}" type="sibTrans" cxnId="{D0E396C5-FB27-3349-AB1E-DCCD127F80CE}">
      <dgm:prSet/>
      <dgm:spPr/>
      <dgm:t>
        <a:bodyPr/>
        <a:lstStyle/>
        <a:p>
          <a:endParaRPr lang="en-US"/>
        </a:p>
      </dgm:t>
    </dgm:pt>
    <dgm:pt modelId="{7EE5FBA6-7EA6-9A42-B7A5-B71E31D2ADE3}">
      <dgm:prSet custT="1"/>
      <dgm:spPr/>
      <dgm:t>
        <a:bodyPr/>
        <a:lstStyle/>
        <a:p>
          <a:r>
            <a:rPr lang="en-US" sz="1800" dirty="0" err="1">
              <a:solidFill>
                <a:srgbClr val="404040"/>
              </a:solidFill>
            </a:rPr>
            <a:t>AddRoundKey</a:t>
          </a:r>
          <a:endParaRPr lang="en-US" sz="1800" dirty="0">
            <a:solidFill>
              <a:srgbClr val="404040"/>
            </a:solidFill>
          </a:endParaRPr>
        </a:p>
      </dgm:t>
    </dgm:pt>
    <dgm:pt modelId="{7C1D5978-39D8-D843-A03D-02E1C854133D}" type="parTrans" cxnId="{262749BE-97DD-CA45-8EC4-C44A604A0709}">
      <dgm:prSet/>
      <dgm:spPr/>
      <dgm:t>
        <a:bodyPr/>
        <a:lstStyle/>
        <a:p>
          <a:endParaRPr lang="en-US"/>
        </a:p>
      </dgm:t>
    </dgm:pt>
    <dgm:pt modelId="{930C0386-9560-654F-B7F7-444CA818DAD5}" type="sibTrans" cxnId="{262749BE-97DD-CA45-8EC4-C44A604A0709}">
      <dgm:prSet/>
      <dgm:spPr/>
      <dgm:t>
        <a:bodyPr/>
        <a:lstStyle/>
        <a:p>
          <a:endParaRPr lang="en-US"/>
        </a:p>
      </dgm:t>
    </dgm:pt>
    <dgm:pt modelId="{42D3380A-F8EF-F041-9A1E-E80C97A9714E}" type="pres">
      <dgm:prSet presAssocID="{BC2E10F3-3ED5-4F47-ADC9-333CDFB22792}" presName="Name0" presStyleCnt="0">
        <dgm:presLayoutVars>
          <dgm:dir/>
          <dgm:animLvl val="lvl"/>
          <dgm:resizeHandles val="exact"/>
        </dgm:presLayoutVars>
      </dgm:prSet>
      <dgm:spPr/>
    </dgm:pt>
    <dgm:pt modelId="{1D0515AF-393A-4E43-9303-F07836FD645E}" type="pres">
      <dgm:prSet presAssocID="{776DC763-D2AF-AA47-931A-D6239285C69D}" presName="linNode" presStyleCnt="0"/>
      <dgm:spPr/>
    </dgm:pt>
    <dgm:pt modelId="{7DD15A71-D62A-E243-8167-DA519CC00C7B}" type="pres">
      <dgm:prSet presAssocID="{776DC763-D2AF-AA47-931A-D6239285C69D}" presName="parentText" presStyleLbl="node1" presStyleIdx="0" presStyleCnt="4" custScaleX="81724">
        <dgm:presLayoutVars>
          <dgm:chMax val="1"/>
          <dgm:bulletEnabled val="1"/>
        </dgm:presLayoutVars>
      </dgm:prSet>
      <dgm:spPr/>
    </dgm:pt>
    <dgm:pt modelId="{771FF9A7-FFFD-964E-93CE-D8F85AA75878}" type="pres">
      <dgm:prSet presAssocID="{776DC763-D2AF-AA47-931A-D6239285C69D}" presName="descendantText" presStyleLbl="alignAccFollowNode1" presStyleIdx="0" presStyleCnt="4" custScaleX="104599">
        <dgm:presLayoutVars>
          <dgm:bulletEnabled val="1"/>
        </dgm:presLayoutVars>
      </dgm:prSet>
      <dgm:spPr/>
    </dgm:pt>
    <dgm:pt modelId="{F248DB27-8338-434A-BE0A-C67B8F974838}" type="pres">
      <dgm:prSet presAssocID="{5B9BFEE1-1CC0-1841-BFF2-84F6220946EE}" presName="sp" presStyleCnt="0"/>
      <dgm:spPr/>
    </dgm:pt>
    <dgm:pt modelId="{4F7CFAB4-2822-C247-BEE8-4D5A4E135B52}" type="pres">
      <dgm:prSet presAssocID="{3A052B4C-1E56-974D-B6DF-DF3933D88910}" presName="linNode" presStyleCnt="0"/>
      <dgm:spPr/>
    </dgm:pt>
    <dgm:pt modelId="{6357FE2C-85CC-094A-9AD7-7C44B94C553D}" type="pres">
      <dgm:prSet presAssocID="{3A052B4C-1E56-974D-B6DF-DF3933D88910}" presName="parentText" presStyleLbl="node1" presStyleIdx="1" presStyleCnt="4" custScaleX="81725">
        <dgm:presLayoutVars>
          <dgm:chMax val="1"/>
          <dgm:bulletEnabled val="1"/>
        </dgm:presLayoutVars>
      </dgm:prSet>
      <dgm:spPr/>
    </dgm:pt>
    <dgm:pt modelId="{551118B0-072F-004B-B3AF-81C9AD6E32AB}" type="pres">
      <dgm:prSet presAssocID="{3A052B4C-1E56-974D-B6DF-DF3933D88910}" presName="descendantText" presStyleLbl="alignAccFollowNode1" presStyleIdx="1" presStyleCnt="4" custScaleX="104598">
        <dgm:presLayoutVars>
          <dgm:bulletEnabled val="1"/>
        </dgm:presLayoutVars>
      </dgm:prSet>
      <dgm:spPr/>
    </dgm:pt>
    <dgm:pt modelId="{C9752943-63D6-0C4E-951A-83FF6C4C7D72}" type="pres">
      <dgm:prSet presAssocID="{C9F2C130-371A-6640-B39F-739C27663786}" presName="sp" presStyleCnt="0"/>
      <dgm:spPr/>
    </dgm:pt>
    <dgm:pt modelId="{A8FBFA0B-D0BD-4443-872E-89C5049D7624}" type="pres">
      <dgm:prSet presAssocID="{43DA3420-9FF9-F946-9970-3B569FE2FA8B}" presName="linNode" presStyleCnt="0"/>
      <dgm:spPr/>
    </dgm:pt>
    <dgm:pt modelId="{5A3FAD86-E142-0348-8B60-DDBCEF06D2E5}" type="pres">
      <dgm:prSet presAssocID="{43DA3420-9FF9-F946-9970-3B569FE2FA8B}" presName="parentText" presStyleLbl="node1" presStyleIdx="2" presStyleCnt="4" custScaleX="81724" custLinFactNeighborX="-759" custLinFactNeighborY="-1413">
        <dgm:presLayoutVars>
          <dgm:chMax val="1"/>
          <dgm:bulletEnabled val="1"/>
        </dgm:presLayoutVars>
      </dgm:prSet>
      <dgm:spPr/>
    </dgm:pt>
    <dgm:pt modelId="{50592E36-6740-AA4C-8D79-E82AE8E3FEBB}" type="pres">
      <dgm:prSet presAssocID="{43DA3420-9FF9-F946-9970-3B569FE2FA8B}" presName="descendantText" presStyleLbl="alignAccFollowNode1" presStyleIdx="2" presStyleCnt="4" custScaleX="104599" custScaleY="161840">
        <dgm:presLayoutVars>
          <dgm:bulletEnabled val="1"/>
        </dgm:presLayoutVars>
      </dgm:prSet>
      <dgm:spPr/>
    </dgm:pt>
    <dgm:pt modelId="{C065E057-7BA7-DB48-9382-C82FC62FFF1C}" type="pres">
      <dgm:prSet presAssocID="{3BE61141-7304-8F46-9381-9BA56FCB31F6}" presName="sp" presStyleCnt="0"/>
      <dgm:spPr/>
    </dgm:pt>
    <dgm:pt modelId="{1A049549-FF71-6F40-A054-6A19B3C42957}" type="pres">
      <dgm:prSet presAssocID="{80F1058A-AF76-6242-A9C4-A7CC3D6542AB}" presName="linNode" presStyleCnt="0"/>
      <dgm:spPr/>
    </dgm:pt>
    <dgm:pt modelId="{2C80725F-D1B6-D04D-A8FB-C9D06C65E8A0}" type="pres">
      <dgm:prSet presAssocID="{80F1058A-AF76-6242-A9C4-A7CC3D6542AB}" presName="parentText" presStyleLbl="node1" presStyleIdx="3" presStyleCnt="4" custScaleX="81725" custLinFactNeighborX="-759">
        <dgm:presLayoutVars>
          <dgm:chMax val="1"/>
          <dgm:bulletEnabled val="1"/>
        </dgm:presLayoutVars>
      </dgm:prSet>
      <dgm:spPr/>
    </dgm:pt>
    <dgm:pt modelId="{04CDA81C-9FB6-2744-9642-2CFD2F21FF02}" type="pres">
      <dgm:prSet presAssocID="{80F1058A-AF76-6242-A9C4-A7CC3D6542AB}" presName="descendantText" presStyleLbl="alignAccFollowNode1" presStyleIdx="3" presStyleCnt="4" custScaleX="103514">
        <dgm:presLayoutVars>
          <dgm:bulletEnabled val="1"/>
        </dgm:presLayoutVars>
      </dgm:prSet>
      <dgm:spPr/>
    </dgm:pt>
  </dgm:ptLst>
  <dgm:cxnLst>
    <dgm:cxn modelId="{02247603-7270-A54D-8613-FEEA7D6B1D0D}" srcId="{BC2E10F3-3ED5-4F47-ADC9-333CDFB22792}" destId="{43DA3420-9FF9-F946-9970-3B569FE2FA8B}" srcOrd="2" destOrd="0" parTransId="{114EDB66-231E-CC46-B257-E2332ED7EC19}" sibTransId="{3BE61141-7304-8F46-9381-9BA56FCB31F6}"/>
    <dgm:cxn modelId="{3ED0240A-E5C1-7C47-BAF7-3E57A6F5EA73}" srcId="{3A052B4C-1E56-974D-B6DF-DF3933D88910}" destId="{E2500FEB-452A-494A-9EB1-357E5A4F4AE6}" srcOrd="0" destOrd="0" parTransId="{980F3664-768C-0B42-9374-64A72B393F34}" sibTransId="{E66465B4-475B-B24A-826A-4FCA6763E628}"/>
    <dgm:cxn modelId="{587D2B18-165F-4763-97DA-E4545DA59A0D}" type="presOf" srcId="{B72E3A53-2EC8-A140-86B4-3EFC9F09B9FA}" destId="{04CDA81C-9FB6-2744-9642-2CFD2F21FF02}" srcOrd="0" destOrd="0" presId="urn:microsoft.com/office/officeart/2005/8/layout/vList5"/>
    <dgm:cxn modelId="{AC60FD22-0E2A-4DAE-B78C-2CB737C19DC2}" type="presOf" srcId="{3A052B4C-1E56-974D-B6DF-DF3933D88910}" destId="{6357FE2C-85CC-094A-9AD7-7C44B94C553D}" srcOrd="0" destOrd="0" presId="urn:microsoft.com/office/officeart/2005/8/layout/vList5"/>
    <dgm:cxn modelId="{324E8B28-EADC-7C4D-B4D9-728F19786DDD}" srcId="{43DA3420-9FF9-F946-9970-3B569FE2FA8B}" destId="{46C9C5C1-825C-DB46-B191-6C178E316FDE}" srcOrd="1" destOrd="0" parTransId="{C700F1B4-F0B1-1149-AE85-9D2C2F047F1C}" sibTransId="{6602AD4B-BDD8-3548-8026-0B08EC1563FB}"/>
    <dgm:cxn modelId="{1A33C03C-30CA-4A45-A95A-3DBB21C46AD3}" srcId="{BC2E10F3-3ED5-4F47-ADC9-333CDFB22792}" destId="{3A052B4C-1E56-974D-B6DF-DF3933D88910}" srcOrd="1" destOrd="0" parTransId="{7E566721-1D77-5749-993F-3E1E734118DF}" sibTransId="{C9F2C130-371A-6640-B39F-739C27663786}"/>
    <dgm:cxn modelId="{921A1B3D-FA4E-4DEB-9171-D0F9D94A9010}" type="presOf" srcId="{43DA3420-9FF9-F946-9970-3B569FE2FA8B}" destId="{5A3FAD86-E142-0348-8B60-DDBCEF06D2E5}" srcOrd="0" destOrd="0" presId="urn:microsoft.com/office/officeart/2005/8/layout/vList5"/>
    <dgm:cxn modelId="{181C5740-8536-45CE-8BA1-7297BBCC55F8}" type="presOf" srcId="{FBAA78D7-11A0-3248-85BC-A9A7402A90B8}" destId="{50592E36-6740-AA4C-8D79-E82AE8E3FEBB}" srcOrd="0" destOrd="0" presId="urn:microsoft.com/office/officeart/2005/8/layout/vList5"/>
    <dgm:cxn modelId="{30B71842-9BA3-4295-A5FB-367D4A8F7314}" type="presOf" srcId="{46C9C5C1-825C-DB46-B191-6C178E316FDE}" destId="{50592E36-6740-AA4C-8D79-E82AE8E3FEBB}" srcOrd="0" destOrd="1" presId="urn:microsoft.com/office/officeart/2005/8/layout/vList5"/>
    <dgm:cxn modelId="{BF61AF43-EE6C-413E-B2C9-02F77AAF90DB}" type="presOf" srcId="{42C803D9-866E-B048-AB9B-724F1F59AEC1}" destId="{50592E36-6740-AA4C-8D79-E82AE8E3FEBB}" srcOrd="0" destOrd="3" presId="urn:microsoft.com/office/officeart/2005/8/layout/vList5"/>
    <dgm:cxn modelId="{B879BA46-0A48-4E9B-8B46-A3D45C62F96F}" type="presOf" srcId="{E2500FEB-452A-494A-9EB1-357E5A4F4AE6}" destId="{551118B0-072F-004B-B3AF-81C9AD6E32AB}" srcOrd="0" destOrd="0" presId="urn:microsoft.com/office/officeart/2005/8/layout/vList5"/>
    <dgm:cxn modelId="{60B22253-5BB1-443A-911B-F2D668591069}" type="presOf" srcId="{776DC763-D2AF-AA47-931A-D6239285C69D}" destId="{7DD15A71-D62A-E243-8167-DA519CC00C7B}" srcOrd="0" destOrd="0" presId="urn:microsoft.com/office/officeart/2005/8/layout/vList5"/>
    <dgm:cxn modelId="{F5D72154-DC21-41B9-A30B-7497401B120C}" type="presOf" srcId="{7EE5FBA6-7EA6-9A42-B7A5-B71E31D2ADE3}" destId="{04CDA81C-9FB6-2744-9642-2CFD2F21FF02}" srcOrd="0" destOrd="2" presId="urn:microsoft.com/office/officeart/2005/8/layout/vList5"/>
    <dgm:cxn modelId="{8A09B685-43E2-CB4D-B763-DAB5B95A2859}" srcId="{776DC763-D2AF-AA47-931A-D6239285C69D}" destId="{E659CE1B-BD00-2E4D-A3E7-33AC6A082320}" srcOrd="0" destOrd="0" parTransId="{8C3802C1-DE94-724C-9198-6A7FCD817D78}" sibTransId="{99AC88F4-0616-0A4F-A1A4-7A27E2074B05}"/>
    <dgm:cxn modelId="{BE1E9E94-8ACE-4B58-B29E-6BEAED646C9E}" type="presOf" srcId="{80F1058A-AF76-6242-A9C4-A7CC3D6542AB}" destId="{2C80725F-D1B6-D04D-A8FB-C9D06C65E8A0}" srcOrd="0" destOrd="0" presId="urn:microsoft.com/office/officeart/2005/8/layout/vList5"/>
    <dgm:cxn modelId="{0AF8AB9F-32D7-7E44-BAA3-E0DC05B37652}" srcId="{BC2E10F3-3ED5-4F47-ADC9-333CDFB22792}" destId="{776DC763-D2AF-AA47-931A-D6239285C69D}" srcOrd="0" destOrd="0" parTransId="{F21200CE-DD84-7D49-A3E0-B8DDF92BEF6C}" sibTransId="{5B9BFEE1-1CC0-1841-BFF2-84F6220946EE}"/>
    <dgm:cxn modelId="{28A72EA2-813C-3C4D-B287-3316B1938D68}" srcId="{43DA3420-9FF9-F946-9970-3B569FE2FA8B}" destId="{FBAA78D7-11A0-3248-85BC-A9A7402A90B8}" srcOrd="0" destOrd="0" parTransId="{A7A00120-D283-7044-A10D-9D9639E35E11}" sibTransId="{F1BDC17C-F5A9-D24F-8CC6-F783156A9D31}"/>
    <dgm:cxn modelId="{215E1DAB-658F-5A42-9F53-E6C1F14A46CF}" srcId="{BC2E10F3-3ED5-4F47-ADC9-333CDFB22792}" destId="{80F1058A-AF76-6242-A9C4-A7CC3D6542AB}" srcOrd="3" destOrd="0" parTransId="{C21A5F4A-C262-EF45-A67B-19E8BD3230AC}" sibTransId="{C4238235-33A5-5C4C-BE4C-993BE78A1CB3}"/>
    <dgm:cxn modelId="{E8D2E1BA-BB76-A749-9EC1-46D859288224}" srcId="{80F1058A-AF76-6242-A9C4-A7CC3D6542AB}" destId="{B72E3A53-2EC8-A140-86B4-3EFC9F09B9FA}" srcOrd="0" destOrd="0" parTransId="{B217101A-D162-C443-B0F2-606688068E33}" sibTransId="{F7BD0D7C-579D-ED41-B49A-249BCED288BF}"/>
    <dgm:cxn modelId="{262749BE-97DD-CA45-8EC4-C44A604A0709}" srcId="{80F1058A-AF76-6242-A9C4-A7CC3D6542AB}" destId="{7EE5FBA6-7EA6-9A42-B7A5-B71E31D2ADE3}" srcOrd="2" destOrd="0" parTransId="{7C1D5978-39D8-D843-A03D-02E1C854133D}" sibTransId="{930C0386-9560-654F-B7F7-444CA818DAD5}"/>
    <dgm:cxn modelId="{D0E396C5-FB27-3349-AB1E-DCCD127F80CE}" srcId="{80F1058A-AF76-6242-A9C4-A7CC3D6542AB}" destId="{6739E927-48DB-7E44-AD9F-7447C00F6825}" srcOrd="1" destOrd="0" parTransId="{5784B4DE-8E9F-1749-92A8-5AA3A2D69B06}" sibTransId="{F9B9696D-FC63-FA4D-9E9C-FE23FDFA98B9}"/>
    <dgm:cxn modelId="{4B86BFC8-CB9C-4288-BD23-49DBD0BF7A5E}" type="presOf" srcId="{E659CE1B-BD00-2E4D-A3E7-33AC6A082320}" destId="{771FF9A7-FFFD-964E-93CE-D8F85AA75878}" srcOrd="0" destOrd="0" presId="urn:microsoft.com/office/officeart/2005/8/layout/vList5"/>
    <dgm:cxn modelId="{067E15C9-F4A8-423C-AFB5-843FB68111BE}" type="presOf" srcId="{BC2E10F3-3ED5-4F47-ADC9-333CDFB22792}" destId="{42D3380A-F8EF-F041-9A1E-E80C97A9714E}" srcOrd="0" destOrd="0" presId="urn:microsoft.com/office/officeart/2005/8/layout/vList5"/>
    <dgm:cxn modelId="{300F0DDF-F5EB-4688-B268-D771417600AE}" type="presOf" srcId="{7990491D-F717-F743-A8D7-FE9BA885297E}" destId="{50592E36-6740-AA4C-8D79-E82AE8E3FEBB}" srcOrd="0" destOrd="2" presId="urn:microsoft.com/office/officeart/2005/8/layout/vList5"/>
    <dgm:cxn modelId="{32C57EE4-4F92-8E48-853B-E60EDE37032F}" srcId="{43DA3420-9FF9-F946-9970-3B569FE2FA8B}" destId="{7990491D-F717-F743-A8D7-FE9BA885297E}" srcOrd="2" destOrd="0" parTransId="{C7CC43A1-D8F9-6146-9B78-961FAF03CF1F}" sibTransId="{C54FFDBD-69BB-2C4A-9DCF-5D9FF60B5906}"/>
    <dgm:cxn modelId="{08B7B0F0-2BEB-457C-A038-3E5E31E9D99A}" type="presOf" srcId="{6739E927-48DB-7E44-AD9F-7447C00F6825}" destId="{04CDA81C-9FB6-2744-9642-2CFD2F21FF02}" srcOrd="0" destOrd="1" presId="urn:microsoft.com/office/officeart/2005/8/layout/vList5"/>
    <dgm:cxn modelId="{BFF03EF1-8ED0-7746-ADCF-C7C9D963C4CB}" srcId="{43DA3420-9FF9-F946-9970-3B569FE2FA8B}" destId="{42C803D9-866E-B048-AB9B-724F1F59AEC1}" srcOrd="3" destOrd="0" parTransId="{98E490AD-3523-4E4B-9A5F-1E09DBA5EBC4}" sibTransId="{63E8874C-66B9-6141-A325-0CB30CD409F7}"/>
    <dgm:cxn modelId="{8B1DFFFC-2402-43AF-85A2-28AB489293CB}" type="presParOf" srcId="{42D3380A-F8EF-F041-9A1E-E80C97A9714E}" destId="{1D0515AF-393A-4E43-9303-F07836FD645E}" srcOrd="0" destOrd="0" presId="urn:microsoft.com/office/officeart/2005/8/layout/vList5"/>
    <dgm:cxn modelId="{AFCBEB92-48E9-44BE-B361-BA7BEE79D4F1}" type="presParOf" srcId="{1D0515AF-393A-4E43-9303-F07836FD645E}" destId="{7DD15A71-D62A-E243-8167-DA519CC00C7B}" srcOrd="0" destOrd="0" presId="urn:microsoft.com/office/officeart/2005/8/layout/vList5"/>
    <dgm:cxn modelId="{0328B864-8A0F-4EA0-A721-AB7B504BDF4C}" type="presParOf" srcId="{1D0515AF-393A-4E43-9303-F07836FD645E}" destId="{771FF9A7-FFFD-964E-93CE-D8F85AA75878}" srcOrd="1" destOrd="0" presId="urn:microsoft.com/office/officeart/2005/8/layout/vList5"/>
    <dgm:cxn modelId="{7A021B40-35EC-4DB6-AAC8-2C65A9DC273D}" type="presParOf" srcId="{42D3380A-F8EF-F041-9A1E-E80C97A9714E}" destId="{F248DB27-8338-434A-BE0A-C67B8F974838}" srcOrd="1" destOrd="0" presId="urn:microsoft.com/office/officeart/2005/8/layout/vList5"/>
    <dgm:cxn modelId="{4DA6E13C-80D5-42D4-8FB1-4EA03489D30D}" type="presParOf" srcId="{42D3380A-F8EF-F041-9A1E-E80C97A9714E}" destId="{4F7CFAB4-2822-C247-BEE8-4D5A4E135B52}" srcOrd="2" destOrd="0" presId="urn:microsoft.com/office/officeart/2005/8/layout/vList5"/>
    <dgm:cxn modelId="{F1003231-0DAA-4F8E-A9B0-D647EA3D231B}" type="presParOf" srcId="{4F7CFAB4-2822-C247-BEE8-4D5A4E135B52}" destId="{6357FE2C-85CC-094A-9AD7-7C44B94C553D}" srcOrd="0" destOrd="0" presId="urn:microsoft.com/office/officeart/2005/8/layout/vList5"/>
    <dgm:cxn modelId="{493B205A-225F-48C1-9ECD-E3A759A7A361}" type="presParOf" srcId="{4F7CFAB4-2822-C247-BEE8-4D5A4E135B52}" destId="{551118B0-072F-004B-B3AF-81C9AD6E32AB}" srcOrd="1" destOrd="0" presId="urn:microsoft.com/office/officeart/2005/8/layout/vList5"/>
    <dgm:cxn modelId="{07E17200-7CAE-418F-9C52-7F88684F2E9F}" type="presParOf" srcId="{42D3380A-F8EF-F041-9A1E-E80C97A9714E}" destId="{C9752943-63D6-0C4E-951A-83FF6C4C7D72}" srcOrd="3" destOrd="0" presId="urn:microsoft.com/office/officeart/2005/8/layout/vList5"/>
    <dgm:cxn modelId="{625C2868-92D4-41CA-8E02-0F9B9B5EC594}" type="presParOf" srcId="{42D3380A-F8EF-F041-9A1E-E80C97A9714E}" destId="{A8FBFA0B-D0BD-4443-872E-89C5049D7624}" srcOrd="4" destOrd="0" presId="urn:microsoft.com/office/officeart/2005/8/layout/vList5"/>
    <dgm:cxn modelId="{905361E3-9C36-4DD6-89F4-4927840F76B2}" type="presParOf" srcId="{A8FBFA0B-D0BD-4443-872E-89C5049D7624}" destId="{5A3FAD86-E142-0348-8B60-DDBCEF06D2E5}" srcOrd="0" destOrd="0" presId="urn:microsoft.com/office/officeart/2005/8/layout/vList5"/>
    <dgm:cxn modelId="{9F1E4E47-C5A1-4FF1-A61B-26DC19C6CBFC}" type="presParOf" srcId="{A8FBFA0B-D0BD-4443-872E-89C5049D7624}" destId="{50592E36-6740-AA4C-8D79-E82AE8E3FEBB}" srcOrd="1" destOrd="0" presId="urn:microsoft.com/office/officeart/2005/8/layout/vList5"/>
    <dgm:cxn modelId="{1048328A-EEE8-46DF-988F-03E2932C2EBE}" type="presParOf" srcId="{42D3380A-F8EF-F041-9A1E-E80C97A9714E}" destId="{C065E057-7BA7-DB48-9382-C82FC62FFF1C}" srcOrd="5" destOrd="0" presId="urn:microsoft.com/office/officeart/2005/8/layout/vList5"/>
    <dgm:cxn modelId="{5461824E-0608-46A7-9FF8-2ECDBB040C38}" type="presParOf" srcId="{42D3380A-F8EF-F041-9A1E-E80C97A9714E}" destId="{1A049549-FF71-6F40-A054-6A19B3C42957}" srcOrd="6" destOrd="0" presId="urn:microsoft.com/office/officeart/2005/8/layout/vList5"/>
    <dgm:cxn modelId="{D9378CB3-A2C1-449A-946E-D9B27DC1ED04}" type="presParOf" srcId="{1A049549-FF71-6F40-A054-6A19B3C42957}" destId="{2C80725F-D1B6-D04D-A8FB-C9D06C65E8A0}" srcOrd="0" destOrd="0" presId="urn:microsoft.com/office/officeart/2005/8/layout/vList5"/>
    <dgm:cxn modelId="{EA0ED5B0-9D09-4656-BF81-C32D9748E0A1}" type="presParOf" srcId="{1A049549-FF71-6F40-A054-6A19B3C42957}" destId="{04CDA81C-9FB6-2744-9642-2CFD2F21FF02}" srcOrd="1" destOrd="0" presId="urn:microsoft.com/office/officeart/2005/8/layout/vList5"/>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71FF9A7-FFFD-964E-93CE-D8F85AA75878}">
      <dsp:nvSpPr>
        <dsp:cNvPr id="0" name=""/>
        <dsp:cNvSpPr/>
      </dsp:nvSpPr>
      <dsp:spPr>
        <a:xfrm rot="5400000">
          <a:off x="4987677" y="-2258740"/>
          <a:ext cx="872683" cy="5611192"/>
        </a:xfrm>
        <a:prstGeom prst="round2SameRect">
          <a:avLst/>
        </a:prstGeom>
        <a:solidFill>
          <a:schemeClr val="accent1">
            <a:alpha val="90000"/>
            <a:tint val="40000"/>
            <a:hueOff val="0"/>
            <a:satOff val="0"/>
            <a:lumOff val="0"/>
            <a:alphaOff val="0"/>
          </a:schemeClr>
        </a:solidFill>
        <a:ln w="9525" cap="flat" cmpd="sng" algn="ctr">
          <a:solidFill>
            <a:schemeClr val="accent1">
              <a:alpha val="90000"/>
              <a:tint val="40000"/>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228600" lvl="1" indent="-228600" algn="l" defTabSz="889000">
            <a:lnSpc>
              <a:spcPct val="90000"/>
            </a:lnSpc>
            <a:spcBef>
              <a:spcPct val="0"/>
            </a:spcBef>
            <a:spcAft>
              <a:spcPct val="15000"/>
            </a:spcAft>
            <a:buChar char="•"/>
          </a:pPr>
          <a:r>
            <a:rPr lang="en-US" sz="2000" kern="1200" dirty="0">
              <a:solidFill>
                <a:srgbClr val="404040"/>
              </a:solidFill>
            </a:rPr>
            <a:t>Round keys are derived from the cipher key using </a:t>
          </a:r>
          <a:r>
            <a:rPr lang="en-US" sz="2000" kern="1200" dirty="0" err="1">
              <a:solidFill>
                <a:srgbClr val="404040"/>
              </a:solidFill>
            </a:rPr>
            <a:t>Rijndael's</a:t>
          </a:r>
          <a:r>
            <a:rPr lang="en-US" sz="2000" kern="1200" dirty="0">
              <a:solidFill>
                <a:srgbClr val="404040"/>
              </a:solidFill>
            </a:rPr>
            <a:t> key schedule</a:t>
          </a:r>
          <a:endParaRPr lang="en-US" sz="2000" kern="1200" dirty="0"/>
        </a:p>
      </dsp:txBody>
      <dsp:txXfrm rot="-5400000">
        <a:off x="2618423" y="153115"/>
        <a:ext cx="5568591" cy="787481"/>
      </dsp:txXfrm>
    </dsp:sp>
    <dsp:sp modelId="{7DD15A71-D62A-E243-8167-DA519CC00C7B}">
      <dsp:nvSpPr>
        <dsp:cNvPr id="0" name=""/>
        <dsp:cNvSpPr/>
      </dsp:nvSpPr>
      <dsp:spPr>
        <a:xfrm>
          <a:off x="152384" y="1428"/>
          <a:ext cx="2466038" cy="1090854"/>
        </a:xfrm>
        <a:prstGeom prst="roundRect">
          <a:avLst/>
        </a:prstGeom>
        <a:gradFill rotWithShape="0">
          <a:gsLst>
            <a:gs pos="0">
              <a:schemeClr val="accent1">
                <a:hueOff val="0"/>
                <a:satOff val="0"/>
                <a:lumOff val="0"/>
                <a:alphaOff val="0"/>
                <a:shade val="63000"/>
              </a:schemeClr>
            </a:gs>
            <a:gs pos="30000">
              <a:schemeClr val="accent1">
                <a:hueOff val="0"/>
                <a:satOff val="0"/>
                <a:lumOff val="0"/>
                <a:alphaOff val="0"/>
                <a:shade val="90000"/>
                <a:satMod val="110000"/>
              </a:schemeClr>
            </a:gs>
            <a:gs pos="45000">
              <a:schemeClr val="accent1">
                <a:hueOff val="0"/>
                <a:satOff val="0"/>
                <a:lumOff val="0"/>
                <a:alphaOff val="0"/>
                <a:shade val="100000"/>
                <a:satMod val="118000"/>
              </a:schemeClr>
            </a:gs>
            <a:gs pos="55000">
              <a:schemeClr val="accent1">
                <a:hueOff val="0"/>
                <a:satOff val="0"/>
                <a:lumOff val="0"/>
                <a:alphaOff val="0"/>
                <a:shade val="100000"/>
                <a:satMod val="118000"/>
              </a:schemeClr>
            </a:gs>
            <a:gs pos="73000">
              <a:schemeClr val="accent1">
                <a:hueOff val="0"/>
                <a:satOff val="0"/>
                <a:lumOff val="0"/>
                <a:alphaOff val="0"/>
                <a:shade val="90000"/>
                <a:satMod val="110000"/>
              </a:schemeClr>
            </a:gs>
            <a:gs pos="100000">
              <a:schemeClr val="accent1">
                <a:hueOff val="0"/>
                <a:satOff val="0"/>
                <a:lumOff val="0"/>
                <a:alphaOff val="0"/>
                <a:shade val="63000"/>
              </a:schemeClr>
            </a:gs>
          </a:gsLst>
          <a:lin ang="950000" scaled="1"/>
        </a:gradFill>
        <a:ln>
          <a:noFill/>
        </a:ln>
        <a:effectLst>
          <a:outerShdw blurRad="50800" dist="43000" dir="5400000" rotWithShape="0">
            <a:srgbClr val="000000">
              <a:alpha val="40000"/>
            </a:srgbClr>
          </a:outerShdw>
        </a:effectLst>
        <a:scene3d>
          <a:camera prst="orthographicFront" fov="0">
            <a:rot lat="0" lon="0" rev="0"/>
          </a:camera>
          <a:lightRig rig="balanced" dir="t">
            <a:rot lat="0" lon="0" rev="0"/>
          </a:lightRig>
        </a:scene3d>
        <a:sp3d prstMaterial="matte">
          <a:bevelT w="0" h="0"/>
          <a:contourClr>
            <a:schemeClr val="accent1">
              <a:hueOff val="0"/>
              <a:satOff val="0"/>
              <a:lumOff val="0"/>
              <a:alphaOff val="0"/>
              <a:tint val="100000"/>
              <a:shade val="100000"/>
              <a:hueMod val="100000"/>
              <a:satMod val="100000"/>
            </a:schemeClr>
          </a:contourClr>
        </a:sp3d>
      </dsp:spPr>
      <dsp:style>
        <a:lnRef idx="0">
          <a:scrgbClr r="0" g="0" b="0"/>
        </a:lnRef>
        <a:fillRef idx="3">
          <a:scrgbClr r="0" g="0" b="0"/>
        </a:fillRef>
        <a:effectRef idx="2">
          <a:scrgbClr r="0" g="0" b="0"/>
        </a:effectRef>
        <a:fontRef idx="minor">
          <a:schemeClr val="lt1"/>
        </a:fontRef>
      </dsp:style>
      <dsp:txBody>
        <a:bodyPr spcFirstLastPara="0" vert="horz" wrap="square" lIns="106680" tIns="53340" rIns="106680" bIns="53340" numCol="1" spcCol="1270" anchor="ctr" anchorCtr="0">
          <a:noAutofit/>
        </a:bodyPr>
        <a:lstStyle/>
        <a:p>
          <a:pPr marL="0" lvl="0" indent="0" algn="ctr" defTabSz="1244600">
            <a:lnSpc>
              <a:spcPct val="90000"/>
            </a:lnSpc>
            <a:spcBef>
              <a:spcPct val="0"/>
            </a:spcBef>
            <a:spcAft>
              <a:spcPct val="35000"/>
            </a:spcAft>
            <a:buNone/>
          </a:pPr>
          <a:r>
            <a:rPr lang="en-US" sz="2800" kern="1200" dirty="0"/>
            <a:t>Key Expansion</a:t>
          </a:r>
          <a:endParaRPr lang="en-US" sz="3300" kern="1200" dirty="0"/>
        </a:p>
      </dsp:txBody>
      <dsp:txXfrm>
        <a:off x="205635" y="54679"/>
        <a:ext cx="2359536" cy="984352"/>
      </dsp:txXfrm>
    </dsp:sp>
    <dsp:sp modelId="{551118B0-072F-004B-B3AF-81C9AD6E32AB}">
      <dsp:nvSpPr>
        <dsp:cNvPr id="0" name=""/>
        <dsp:cNvSpPr/>
      </dsp:nvSpPr>
      <dsp:spPr>
        <a:xfrm rot="5400000">
          <a:off x="4987680" y="-1113316"/>
          <a:ext cx="872683" cy="5611138"/>
        </a:xfrm>
        <a:prstGeom prst="round2SameRect">
          <a:avLst/>
        </a:prstGeom>
        <a:solidFill>
          <a:schemeClr val="accent1">
            <a:alpha val="90000"/>
            <a:tint val="40000"/>
            <a:hueOff val="0"/>
            <a:satOff val="0"/>
            <a:lumOff val="0"/>
            <a:alphaOff val="0"/>
          </a:schemeClr>
        </a:solidFill>
        <a:ln w="9525" cap="flat" cmpd="sng" algn="ctr">
          <a:solidFill>
            <a:schemeClr val="accent1">
              <a:alpha val="90000"/>
              <a:tint val="40000"/>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171450" lvl="1" indent="-171450" algn="l" defTabSz="800100">
            <a:lnSpc>
              <a:spcPct val="90000"/>
            </a:lnSpc>
            <a:spcBef>
              <a:spcPct val="0"/>
            </a:spcBef>
            <a:spcAft>
              <a:spcPct val="15000"/>
            </a:spcAft>
            <a:buChar char="•"/>
          </a:pPr>
          <a:r>
            <a:rPr lang="en-US" sz="1800" kern="1200" dirty="0" err="1">
              <a:solidFill>
                <a:srgbClr val="404040"/>
              </a:solidFill>
            </a:rPr>
            <a:t>AddRoundKey</a:t>
          </a:r>
          <a:r>
            <a:rPr lang="en-US" sz="1800" kern="1200" dirty="0">
              <a:solidFill>
                <a:srgbClr val="404040"/>
              </a:solidFill>
            </a:rPr>
            <a:t>  : Each byte of the state is combined with the round key using bitwise </a:t>
          </a:r>
          <a:r>
            <a:rPr lang="en-US" sz="1800" kern="1200" dirty="0" err="1">
              <a:solidFill>
                <a:srgbClr val="404040"/>
              </a:solidFill>
            </a:rPr>
            <a:t>xor</a:t>
          </a:r>
          <a:endParaRPr lang="en-US" sz="1800" kern="1200" dirty="0"/>
        </a:p>
      </dsp:txBody>
      <dsp:txXfrm rot="-5400000">
        <a:off x="2618453" y="1298512"/>
        <a:ext cx="5568537" cy="787481"/>
      </dsp:txXfrm>
    </dsp:sp>
    <dsp:sp modelId="{6357FE2C-85CC-094A-9AD7-7C44B94C553D}">
      <dsp:nvSpPr>
        <dsp:cNvPr id="0" name=""/>
        <dsp:cNvSpPr/>
      </dsp:nvSpPr>
      <dsp:spPr>
        <a:xfrm>
          <a:off x="152384" y="1146825"/>
          <a:ext cx="2466068" cy="1090854"/>
        </a:xfrm>
        <a:prstGeom prst="roundRect">
          <a:avLst/>
        </a:prstGeom>
        <a:gradFill rotWithShape="0">
          <a:gsLst>
            <a:gs pos="0">
              <a:schemeClr val="accent1">
                <a:hueOff val="0"/>
                <a:satOff val="0"/>
                <a:lumOff val="0"/>
                <a:alphaOff val="0"/>
                <a:shade val="63000"/>
              </a:schemeClr>
            </a:gs>
            <a:gs pos="30000">
              <a:schemeClr val="accent1">
                <a:hueOff val="0"/>
                <a:satOff val="0"/>
                <a:lumOff val="0"/>
                <a:alphaOff val="0"/>
                <a:shade val="90000"/>
                <a:satMod val="110000"/>
              </a:schemeClr>
            </a:gs>
            <a:gs pos="45000">
              <a:schemeClr val="accent1">
                <a:hueOff val="0"/>
                <a:satOff val="0"/>
                <a:lumOff val="0"/>
                <a:alphaOff val="0"/>
                <a:shade val="100000"/>
                <a:satMod val="118000"/>
              </a:schemeClr>
            </a:gs>
            <a:gs pos="55000">
              <a:schemeClr val="accent1">
                <a:hueOff val="0"/>
                <a:satOff val="0"/>
                <a:lumOff val="0"/>
                <a:alphaOff val="0"/>
                <a:shade val="100000"/>
                <a:satMod val="118000"/>
              </a:schemeClr>
            </a:gs>
            <a:gs pos="73000">
              <a:schemeClr val="accent1">
                <a:hueOff val="0"/>
                <a:satOff val="0"/>
                <a:lumOff val="0"/>
                <a:alphaOff val="0"/>
                <a:shade val="90000"/>
                <a:satMod val="110000"/>
              </a:schemeClr>
            </a:gs>
            <a:gs pos="100000">
              <a:schemeClr val="accent1">
                <a:hueOff val="0"/>
                <a:satOff val="0"/>
                <a:lumOff val="0"/>
                <a:alphaOff val="0"/>
                <a:shade val="63000"/>
              </a:schemeClr>
            </a:gs>
          </a:gsLst>
          <a:lin ang="950000" scaled="1"/>
        </a:gradFill>
        <a:ln>
          <a:noFill/>
        </a:ln>
        <a:effectLst>
          <a:outerShdw blurRad="50800" dist="43000" dir="5400000" rotWithShape="0">
            <a:srgbClr val="000000">
              <a:alpha val="40000"/>
            </a:srgbClr>
          </a:outerShdw>
        </a:effectLst>
        <a:scene3d>
          <a:camera prst="orthographicFront" fov="0">
            <a:rot lat="0" lon="0" rev="0"/>
          </a:camera>
          <a:lightRig rig="balanced" dir="t">
            <a:rot lat="0" lon="0" rev="0"/>
          </a:lightRig>
        </a:scene3d>
        <a:sp3d prstMaterial="matte">
          <a:bevelT w="0" h="0"/>
          <a:contourClr>
            <a:schemeClr val="accent1">
              <a:hueOff val="0"/>
              <a:satOff val="0"/>
              <a:lumOff val="0"/>
              <a:alphaOff val="0"/>
              <a:tint val="100000"/>
              <a:shade val="100000"/>
              <a:hueMod val="100000"/>
              <a:satMod val="100000"/>
            </a:schemeClr>
          </a:contourClr>
        </a:sp3d>
      </dsp:spPr>
      <dsp:style>
        <a:lnRef idx="0">
          <a:scrgbClr r="0" g="0" b="0"/>
        </a:lnRef>
        <a:fillRef idx="3">
          <a:scrgbClr r="0" g="0" b="0"/>
        </a:fillRef>
        <a:effectRef idx="2">
          <a:scrgbClr r="0" g="0" b="0"/>
        </a:effectRef>
        <a:fontRef idx="minor">
          <a:schemeClr val="lt1"/>
        </a:fontRef>
      </dsp:style>
      <dsp:txBody>
        <a:bodyPr spcFirstLastPara="0" vert="horz" wrap="square" lIns="106680" tIns="53340" rIns="106680" bIns="53340" numCol="1" spcCol="1270" anchor="ctr" anchorCtr="0">
          <a:noAutofit/>
        </a:bodyPr>
        <a:lstStyle/>
        <a:p>
          <a:pPr marL="0" lvl="0" indent="0" algn="ctr" defTabSz="1244600">
            <a:lnSpc>
              <a:spcPct val="90000"/>
            </a:lnSpc>
            <a:spcBef>
              <a:spcPct val="0"/>
            </a:spcBef>
            <a:spcAft>
              <a:spcPct val="35000"/>
            </a:spcAft>
            <a:buNone/>
          </a:pPr>
          <a:r>
            <a:rPr lang="en-US" sz="2800" kern="1200" dirty="0"/>
            <a:t>Initial Round</a:t>
          </a:r>
        </a:p>
      </dsp:txBody>
      <dsp:txXfrm>
        <a:off x="205635" y="1200076"/>
        <a:ext cx="2359566" cy="984352"/>
      </dsp:txXfrm>
    </dsp:sp>
    <dsp:sp modelId="{50592E36-6740-AA4C-8D79-E82AE8E3FEBB}">
      <dsp:nvSpPr>
        <dsp:cNvPr id="0" name=""/>
        <dsp:cNvSpPr/>
      </dsp:nvSpPr>
      <dsp:spPr>
        <a:xfrm rot="5400000">
          <a:off x="4712695" y="195542"/>
          <a:ext cx="1412350" cy="5605712"/>
        </a:xfrm>
        <a:prstGeom prst="round2SameRect">
          <a:avLst/>
        </a:prstGeom>
        <a:solidFill>
          <a:schemeClr val="accent1">
            <a:alpha val="90000"/>
            <a:tint val="40000"/>
            <a:hueOff val="0"/>
            <a:satOff val="0"/>
            <a:lumOff val="0"/>
            <a:alphaOff val="0"/>
          </a:schemeClr>
        </a:solidFill>
        <a:ln w="9525" cap="flat" cmpd="sng" algn="ctr">
          <a:solidFill>
            <a:schemeClr val="accent1">
              <a:alpha val="90000"/>
              <a:tint val="40000"/>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171450" lvl="1" indent="-171450" algn="l" defTabSz="800100">
            <a:lnSpc>
              <a:spcPct val="90000"/>
            </a:lnSpc>
            <a:spcBef>
              <a:spcPct val="0"/>
            </a:spcBef>
            <a:spcAft>
              <a:spcPct val="15000"/>
            </a:spcAft>
            <a:buChar char="•"/>
          </a:pPr>
          <a:r>
            <a:rPr lang="en-US" sz="1800" kern="1200" dirty="0" err="1">
              <a:solidFill>
                <a:srgbClr val="404040"/>
              </a:solidFill>
            </a:rPr>
            <a:t>SubBytes</a:t>
          </a:r>
          <a:r>
            <a:rPr lang="en-US" sz="1800" kern="1200" dirty="0">
              <a:solidFill>
                <a:srgbClr val="404040"/>
              </a:solidFill>
            </a:rPr>
            <a:t>         : non-linear substitution step</a:t>
          </a:r>
          <a:endParaRPr lang="en-US" sz="1800" kern="1200" dirty="0"/>
        </a:p>
        <a:p>
          <a:pPr marL="171450" lvl="1" indent="-171450" algn="l" defTabSz="800100">
            <a:lnSpc>
              <a:spcPct val="90000"/>
            </a:lnSpc>
            <a:spcBef>
              <a:spcPct val="0"/>
            </a:spcBef>
            <a:spcAft>
              <a:spcPct val="15000"/>
            </a:spcAft>
            <a:buChar char="•"/>
          </a:pPr>
          <a:r>
            <a:rPr lang="en-US" sz="1800" kern="1200" dirty="0" err="1">
              <a:solidFill>
                <a:srgbClr val="404040"/>
              </a:solidFill>
            </a:rPr>
            <a:t>ShiftRows</a:t>
          </a:r>
          <a:r>
            <a:rPr lang="en-US" sz="1800" kern="1200" dirty="0">
              <a:solidFill>
                <a:srgbClr val="404040"/>
              </a:solidFill>
            </a:rPr>
            <a:t>        : transposition step</a:t>
          </a:r>
        </a:p>
        <a:p>
          <a:pPr marL="171450" lvl="1" indent="-171450" algn="l" defTabSz="800100">
            <a:lnSpc>
              <a:spcPct val="90000"/>
            </a:lnSpc>
            <a:spcBef>
              <a:spcPct val="0"/>
            </a:spcBef>
            <a:spcAft>
              <a:spcPct val="15000"/>
            </a:spcAft>
            <a:buChar char="•"/>
          </a:pPr>
          <a:r>
            <a:rPr lang="en-US" sz="1800" kern="1200" dirty="0" err="1">
              <a:solidFill>
                <a:srgbClr val="404040"/>
              </a:solidFill>
            </a:rPr>
            <a:t>MixColumns</a:t>
          </a:r>
          <a:r>
            <a:rPr lang="en-US" sz="1800" kern="1200" dirty="0">
              <a:solidFill>
                <a:srgbClr val="404040"/>
              </a:solidFill>
            </a:rPr>
            <a:t>    : mixing operation of each column.</a:t>
          </a:r>
        </a:p>
        <a:p>
          <a:pPr marL="171450" lvl="1" indent="-171450" algn="l" defTabSz="800100">
            <a:lnSpc>
              <a:spcPct val="90000"/>
            </a:lnSpc>
            <a:spcBef>
              <a:spcPct val="0"/>
            </a:spcBef>
            <a:spcAft>
              <a:spcPct val="15000"/>
            </a:spcAft>
            <a:buChar char="•"/>
          </a:pPr>
          <a:r>
            <a:rPr lang="en-US" sz="1800" kern="1200" dirty="0" err="1">
              <a:solidFill>
                <a:srgbClr val="404040"/>
              </a:solidFill>
            </a:rPr>
            <a:t>AddRoundKey</a:t>
          </a:r>
          <a:r>
            <a:rPr lang="en-US" sz="1800" kern="1200" dirty="0">
              <a:solidFill>
                <a:srgbClr val="404040"/>
              </a:solidFill>
            </a:rPr>
            <a:t> </a:t>
          </a:r>
        </a:p>
      </dsp:txBody>
      <dsp:txXfrm rot="-5400000">
        <a:off x="2616015" y="2361168"/>
        <a:ext cx="5536767" cy="1274460"/>
      </dsp:txXfrm>
    </dsp:sp>
    <dsp:sp modelId="{5A3FAD86-E142-0348-8B60-DDBCEF06D2E5}">
      <dsp:nvSpPr>
        <dsp:cNvPr id="0" name=""/>
        <dsp:cNvSpPr/>
      </dsp:nvSpPr>
      <dsp:spPr>
        <a:xfrm>
          <a:off x="111708" y="2437557"/>
          <a:ext cx="2463629" cy="1090854"/>
        </a:xfrm>
        <a:prstGeom prst="roundRect">
          <a:avLst/>
        </a:prstGeom>
        <a:gradFill rotWithShape="0">
          <a:gsLst>
            <a:gs pos="0">
              <a:schemeClr val="accent1">
                <a:hueOff val="0"/>
                <a:satOff val="0"/>
                <a:lumOff val="0"/>
                <a:alphaOff val="0"/>
                <a:shade val="63000"/>
              </a:schemeClr>
            </a:gs>
            <a:gs pos="30000">
              <a:schemeClr val="accent1">
                <a:hueOff val="0"/>
                <a:satOff val="0"/>
                <a:lumOff val="0"/>
                <a:alphaOff val="0"/>
                <a:shade val="90000"/>
                <a:satMod val="110000"/>
              </a:schemeClr>
            </a:gs>
            <a:gs pos="45000">
              <a:schemeClr val="accent1">
                <a:hueOff val="0"/>
                <a:satOff val="0"/>
                <a:lumOff val="0"/>
                <a:alphaOff val="0"/>
                <a:shade val="100000"/>
                <a:satMod val="118000"/>
              </a:schemeClr>
            </a:gs>
            <a:gs pos="55000">
              <a:schemeClr val="accent1">
                <a:hueOff val="0"/>
                <a:satOff val="0"/>
                <a:lumOff val="0"/>
                <a:alphaOff val="0"/>
                <a:shade val="100000"/>
                <a:satMod val="118000"/>
              </a:schemeClr>
            </a:gs>
            <a:gs pos="73000">
              <a:schemeClr val="accent1">
                <a:hueOff val="0"/>
                <a:satOff val="0"/>
                <a:lumOff val="0"/>
                <a:alphaOff val="0"/>
                <a:shade val="90000"/>
                <a:satMod val="110000"/>
              </a:schemeClr>
            </a:gs>
            <a:gs pos="100000">
              <a:schemeClr val="accent1">
                <a:hueOff val="0"/>
                <a:satOff val="0"/>
                <a:lumOff val="0"/>
                <a:alphaOff val="0"/>
                <a:shade val="63000"/>
              </a:schemeClr>
            </a:gs>
          </a:gsLst>
          <a:lin ang="950000" scaled="1"/>
        </a:gradFill>
        <a:ln>
          <a:noFill/>
        </a:ln>
        <a:effectLst>
          <a:outerShdw blurRad="50800" dist="43000" dir="5400000" rotWithShape="0">
            <a:srgbClr val="000000">
              <a:alpha val="40000"/>
            </a:srgbClr>
          </a:outerShdw>
        </a:effectLst>
        <a:scene3d>
          <a:camera prst="orthographicFront" fov="0">
            <a:rot lat="0" lon="0" rev="0"/>
          </a:camera>
          <a:lightRig rig="balanced" dir="t">
            <a:rot lat="0" lon="0" rev="0"/>
          </a:lightRig>
        </a:scene3d>
        <a:sp3d prstMaterial="matte">
          <a:bevelT w="0" h="0"/>
          <a:contourClr>
            <a:schemeClr val="accent1">
              <a:hueOff val="0"/>
              <a:satOff val="0"/>
              <a:lumOff val="0"/>
              <a:alphaOff val="0"/>
              <a:tint val="100000"/>
              <a:shade val="100000"/>
              <a:hueMod val="100000"/>
              <a:satMod val="100000"/>
            </a:schemeClr>
          </a:contourClr>
        </a:sp3d>
      </dsp:spPr>
      <dsp:style>
        <a:lnRef idx="0">
          <a:scrgbClr r="0" g="0" b="0"/>
        </a:lnRef>
        <a:fillRef idx="3">
          <a:scrgbClr r="0" g="0" b="0"/>
        </a:fillRef>
        <a:effectRef idx="2">
          <a:scrgbClr r="0" g="0" b="0"/>
        </a:effectRef>
        <a:fontRef idx="minor">
          <a:schemeClr val="lt1"/>
        </a:fontRef>
      </dsp:style>
      <dsp:txBody>
        <a:bodyPr spcFirstLastPara="0" vert="horz" wrap="square" lIns="106680" tIns="53340" rIns="106680" bIns="53340" numCol="1" spcCol="1270" anchor="ctr" anchorCtr="0">
          <a:noAutofit/>
        </a:bodyPr>
        <a:lstStyle/>
        <a:p>
          <a:pPr marL="0" lvl="0" indent="0" algn="ctr" defTabSz="1244600">
            <a:lnSpc>
              <a:spcPct val="90000"/>
            </a:lnSpc>
            <a:spcBef>
              <a:spcPct val="0"/>
            </a:spcBef>
            <a:spcAft>
              <a:spcPct val="35000"/>
            </a:spcAft>
            <a:buNone/>
          </a:pPr>
          <a:r>
            <a:rPr lang="en-US" sz="2800" kern="1200" dirty="0"/>
            <a:t>Rounds</a:t>
          </a:r>
        </a:p>
      </dsp:txBody>
      <dsp:txXfrm>
        <a:off x="164959" y="2490808"/>
        <a:ext cx="2357127" cy="984352"/>
      </dsp:txXfrm>
    </dsp:sp>
    <dsp:sp modelId="{04CDA81C-9FB6-2744-9642-2CFD2F21FF02}">
      <dsp:nvSpPr>
        <dsp:cNvPr id="0" name=""/>
        <dsp:cNvSpPr/>
      </dsp:nvSpPr>
      <dsp:spPr>
        <a:xfrm rot="5400000">
          <a:off x="4958605" y="1528049"/>
          <a:ext cx="872683" cy="5552987"/>
        </a:xfrm>
        <a:prstGeom prst="round2SameRect">
          <a:avLst/>
        </a:prstGeom>
        <a:solidFill>
          <a:schemeClr val="accent1">
            <a:alpha val="90000"/>
            <a:tint val="40000"/>
            <a:hueOff val="0"/>
            <a:satOff val="0"/>
            <a:lumOff val="0"/>
            <a:alphaOff val="0"/>
          </a:schemeClr>
        </a:solidFill>
        <a:ln w="9525" cap="flat" cmpd="sng" algn="ctr">
          <a:solidFill>
            <a:schemeClr val="accent1">
              <a:alpha val="90000"/>
              <a:tint val="40000"/>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171450" lvl="1" indent="-171450" algn="l" defTabSz="800100">
            <a:lnSpc>
              <a:spcPct val="90000"/>
            </a:lnSpc>
            <a:spcBef>
              <a:spcPct val="0"/>
            </a:spcBef>
            <a:spcAft>
              <a:spcPct val="15000"/>
            </a:spcAft>
            <a:buChar char="•"/>
          </a:pPr>
          <a:r>
            <a:rPr lang="en-US" sz="1800" kern="1200" dirty="0" err="1">
              <a:solidFill>
                <a:srgbClr val="404040"/>
              </a:solidFill>
            </a:rPr>
            <a:t>SubBytes</a:t>
          </a:r>
          <a:endParaRPr lang="en-US" sz="1800" kern="1200" dirty="0"/>
        </a:p>
        <a:p>
          <a:pPr marL="171450" lvl="1" indent="-171450" algn="l" defTabSz="800100">
            <a:lnSpc>
              <a:spcPct val="90000"/>
            </a:lnSpc>
            <a:spcBef>
              <a:spcPct val="0"/>
            </a:spcBef>
            <a:spcAft>
              <a:spcPct val="15000"/>
            </a:spcAft>
            <a:buChar char="•"/>
          </a:pPr>
          <a:r>
            <a:rPr lang="en-US" sz="1800" kern="1200">
              <a:solidFill>
                <a:srgbClr val="404040"/>
              </a:solidFill>
            </a:rPr>
            <a:t>ShiftRows</a:t>
          </a:r>
          <a:endParaRPr lang="en-US" sz="1800" kern="1200" dirty="0">
            <a:solidFill>
              <a:srgbClr val="404040"/>
            </a:solidFill>
          </a:endParaRPr>
        </a:p>
        <a:p>
          <a:pPr marL="171450" lvl="1" indent="-171450" algn="l" defTabSz="800100">
            <a:lnSpc>
              <a:spcPct val="90000"/>
            </a:lnSpc>
            <a:spcBef>
              <a:spcPct val="0"/>
            </a:spcBef>
            <a:spcAft>
              <a:spcPct val="15000"/>
            </a:spcAft>
            <a:buChar char="•"/>
          </a:pPr>
          <a:r>
            <a:rPr lang="en-US" sz="1800" kern="1200" dirty="0" err="1">
              <a:solidFill>
                <a:srgbClr val="404040"/>
              </a:solidFill>
            </a:rPr>
            <a:t>AddRoundKey</a:t>
          </a:r>
          <a:endParaRPr lang="en-US" sz="1800" kern="1200" dirty="0">
            <a:solidFill>
              <a:srgbClr val="404040"/>
            </a:solidFill>
          </a:endParaRPr>
        </a:p>
      </dsp:txBody>
      <dsp:txXfrm rot="-5400000">
        <a:off x="2618454" y="3910802"/>
        <a:ext cx="5510386" cy="787481"/>
      </dsp:txXfrm>
    </dsp:sp>
    <dsp:sp modelId="{2C80725F-D1B6-D04D-A8FB-C9D06C65E8A0}">
      <dsp:nvSpPr>
        <dsp:cNvPr id="0" name=""/>
        <dsp:cNvSpPr/>
      </dsp:nvSpPr>
      <dsp:spPr>
        <a:xfrm>
          <a:off x="111668" y="3759116"/>
          <a:ext cx="2466068" cy="1090854"/>
        </a:xfrm>
        <a:prstGeom prst="roundRect">
          <a:avLst/>
        </a:prstGeom>
        <a:gradFill rotWithShape="0">
          <a:gsLst>
            <a:gs pos="0">
              <a:schemeClr val="accent1">
                <a:hueOff val="0"/>
                <a:satOff val="0"/>
                <a:lumOff val="0"/>
                <a:alphaOff val="0"/>
                <a:shade val="63000"/>
              </a:schemeClr>
            </a:gs>
            <a:gs pos="30000">
              <a:schemeClr val="accent1">
                <a:hueOff val="0"/>
                <a:satOff val="0"/>
                <a:lumOff val="0"/>
                <a:alphaOff val="0"/>
                <a:shade val="90000"/>
                <a:satMod val="110000"/>
              </a:schemeClr>
            </a:gs>
            <a:gs pos="45000">
              <a:schemeClr val="accent1">
                <a:hueOff val="0"/>
                <a:satOff val="0"/>
                <a:lumOff val="0"/>
                <a:alphaOff val="0"/>
                <a:shade val="100000"/>
                <a:satMod val="118000"/>
              </a:schemeClr>
            </a:gs>
            <a:gs pos="55000">
              <a:schemeClr val="accent1">
                <a:hueOff val="0"/>
                <a:satOff val="0"/>
                <a:lumOff val="0"/>
                <a:alphaOff val="0"/>
                <a:shade val="100000"/>
                <a:satMod val="118000"/>
              </a:schemeClr>
            </a:gs>
            <a:gs pos="73000">
              <a:schemeClr val="accent1">
                <a:hueOff val="0"/>
                <a:satOff val="0"/>
                <a:lumOff val="0"/>
                <a:alphaOff val="0"/>
                <a:shade val="90000"/>
                <a:satMod val="110000"/>
              </a:schemeClr>
            </a:gs>
            <a:gs pos="100000">
              <a:schemeClr val="accent1">
                <a:hueOff val="0"/>
                <a:satOff val="0"/>
                <a:lumOff val="0"/>
                <a:alphaOff val="0"/>
                <a:shade val="63000"/>
              </a:schemeClr>
            </a:gs>
          </a:gsLst>
          <a:lin ang="950000" scaled="1"/>
        </a:gradFill>
        <a:ln>
          <a:noFill/>
        </a:ln>
        <a:effectLst>
          <a:outerShdw blurRad="50800" dist="43000" dir="5400000" rotWithShape="0">
            <a:srgbClr val="000000">
              <a:alpha val="40000"/>
            </a:srgbClr>
          </a:outerShdw>
        </a:effectLst>
        <a:scene3d>
          <a:camera prst="orthographicFront" fov="0">
            <a:rot lat="0" lon="0" rev="0"/>
          </a:camera>
          <a:lightRig rig="balanced" dir="t">
            <a:rot lat="0" lon="0" rev="0"/>
          </a:lightRig>
        </a:scene3d>
        <a:sp3d prstMaterial="matte">
          <a:bevelT w="0" h="0"/>
          <a:contourClr>
            <a:schemeClr val="accent1">
              <a:hueOff val="0"/>
              <a:satOff val="0"/>
              <a:lumOff val="0"/>
              <a:alphaOff val="0"/>
              <a:tint val="100000"/>
              <a:shade val="100000"/>
              <a:hueMod val="100000"/>
              <a:satMod val="100000"/>
            </a:schemeClr>
          </a:contourClr>
        </a:sp3d>
      </dsp:spPr>
      <dsp:style>
        <a:lnRef idx="0">
          <a:scrgbClr r="0" g="0" b="0"/>
        </a:lnRef>
        <a:fillRef idx="3">
          <a:scrgbClr r="0" g="0" b="0"/>
        </a:fillRef>
        <a:effectRef idx="2">
          <a:scrgbClr r="0" g="0" b="0"/>
        </a:effectRef>
        <a:fontRef idx="minor">
          <a:schemeClr val="lt1"/>
        </a:fontRef>
      </dsp:style>
      <dsp:txBody>
        <a:bodyPr spcFirstLastPara="0" vert="horz" wrap="square" lIns="106680" tIns="53340" rIns="106680" bIns="53340" numCol="1" spcCol="1270" anchor="ctr" anchorCtr="0">
          <a:noAutofit/>
        </a:bodyPr>
        <a:lstStyle/>
        <a:p>
          <a:pPr marL="0" lvl="0" indent="0" algn="ctr" defTabSz="1244600">
            <a:lnSpc>
              <a:spcPct val="90000"/>
            </a:lnSpc>
            <a:spcBef>
              <a:spcPct val="0"/>
            </a:spcBef>
            <a:spcAft>
              <a:spcPct val="35000"/>
            </a:spcAft>
            <a:buNone/>
          </a:pPr>
          <a:r>
            <a:rPr lang="en-US" sz="2800" kern="1200" dirty="0"/>
            <a:t>Final Round</a:t>
          </a:r>
        </a:p>
      </dsp:txBody>
      <dsp:txXfrm>
        <a:off x="164919" y="3812367"/>
        <a:ext cx="2359566" cy="984352"/>
      </dsp:txXfrm>
    </dsp:sp>
  </dsp:spTree>
</dsp:drawing>
</file>

<file path=ppt/diagrams/layout1.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rot="90" type="round2SameRect" r:blip="">
                    <dgm:adjLst/>
                  </dgm:shape>
                </dgm:if>
                <dgm:else name="Name12">
                  <dgm:shape xmlns:r="http://schemas.openxmlformats.org/officeDocument/2006/relationships" rot="-90" type="round2SameRect" r:blip="">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ink/ink1.xml><?xml version="1.0" encoding="utf-8"?>
<inkml:ink xmlns:inkml="http://www.w3.org/2003/InkML">
  <inkml:definitions>
    <inkml:context xml:id="ctx0">
      <inkml:inkSource xml:id="inkSrc0">
        <inkml:traceFormat>
          <inkml:channel name="X" type="integer" max="1366" units="cm"/>
          <inkml:channel name="Y" type="integer" max="768" units="cm"/>
        </inkml:traceFormat>
        <inkml:channelProperties>
          <inkml:channelProperty channel="X" name="resolution" value="44.20712" units="1/cm"/>
          <inkml:channelProperty channel="Y" name="resolution" value="44.13793" units="1/cm"/>
        </inkml:channelProperties>
      </inkml:inkSource>
      <inkml:timestamp xml:id="ts0" timeString="2020-08-20T18:55:29.373"/>
    </inkml:context>
    <inkml:brush xml:id="br0">
      <inkml:brushProperty name="width" value="0.05292" units="cm"/>
      <inkml:brushProperty name="height" value="0.05292" units="cm"/>
      <inkml:brushProperty name="color" value="#FF0000"/>
    </inkml:brush>
  </inkml:definitions>
  <inkml:trace contextRef="#ctx0" brushRef="#br0">2481 12254,'0'0,"-50"-50,25 50,25-25,-49 25</inkml:trace>
  <inkml:trace contextRef="#ctx0" brushRef="#br0" timeOffset="161.88">2357 12179,'74'0</inkml:trace>
</inkml:ink>
</file>

<file path=ppt/ink/ink2.xml><?xml version="1.0" encoding="utf-8"?>
<inkml:ink xmlns:inkml="http://www.w3.org/2003/InkML">
  <inkml:definitions>
    <inkml:context xml:id="ctx0">
      <inkml:inkSource xml:id="inkSrc0">
        <inkml:traceFormat>
          <inkml:channel name="X" type="integer" max="1366" units="cm"/>
          <inkml:channel name="Y" type="integer" max="768" units="cm"/>
        </inkml:traceFormat>
        <inkml:channelProperties>
          <inkml:channelProperty channel="X" name="resolution" value="44.20712" units="1/cm"/>
          <inkml:channelProperty channel="Y" name="resolution" value="44.13793" units="1/cm"/>
        </inkml:channelProperties>
      </inkml:inkSource>
      <inkml:timestamp xml:id="ts0" timeString="2020-08-20T19:08:13.700"/>
    </inkml:context>
    <inkml:brush xml:id="br0">
      <inkml:brushProperty name="width" value="0.05292" units="cm"/>
      <inkml:brushProperty name="height" value="0.05292" units="cm"/>
      <inkml:brushProperty name="color" value="#FF0000"/>
    </inkml:brush>
  </inkml:definitions>
  <inkml:trace contextRef="#ctx0" brushRef="#br0">10592 17884,'25'0,"0"0,24 0,26 0,-26 0,-24-25,-75 25,1 0,24 0,0 0,75 0,-1 0,1 0,-75 0,0 0,75 0</inkml:trace>
</inkml:ink>
</file>

<file path=ppt/ink/ink3.xml><?xml version="1.0" encoding="utf-8"?>
<inkml:ink xmlns:inkml="http://www.w3.org/2003/InkML">
  <inkml:definitions>
    <inkml:context xml:id="ctx0">
      <inkml:inkSource xml:id="inkSrc0">
        <inkml:traceFormat>
          <inkml:channel name="X" type="integer" max="1366" units="cm"/>
          <inkml:channel name="Y" type="integer" max="768" units="cm"/>
        </inkml:traceFormat>
        <inkml:channelProperties>
          <inkml:channelProperty channel="X" name="resolution" value="44.20712" units="1/cm"/>
          <inkml:channelProperty channel="Y" name="resolution" value="44.13793" units="1/cm"/>
        </inkml:channelProperties>
      </inkml:inkSource>
      <inkml:timestamp xml:id="ts0" timeString="2020-08-20T19:11:48.988"/>
    </inkml:context>
    <inkml:brush xml:id="br0">
      <inkml:brushProperty name="width" value="0.06667" units="cm"/>
      <inkml:brushProperty name="height" value="0.06667" units="cm"/>
      <inkml:brushProperty name="fitToCurve" value="1"/>
    </inkml:brush>
  </inkml:definitions>
  <inkml:trace contextRef="#ctx0" brushRef="#br0">7579 18354,'0'-41</inkml:trace>
  <inkml:trace contextRef="#ctx0" brushRef="#br0" timeOffset="5">7743 18272</inkml:trace>
</inkml:ink>
</file>

<file path=ppt/ink/ink4.xml><?xml version="1.0" encoding="utf-8"?>
<inkml:ink xmlns:inkml="http://www.w3.org/2003/InkML">
  <inkml:definitions>
    <inkml:context xml:id="ctx0">
      <inkml:inkSource xml:id="inkSrc0">
        <inkml:traceFormat>
          <inkml:channel name="X" type="integer" max="1366" units="cm"/>
          <inkml:channel name="Y" type="integer" max="768" units="cm"/>
        </inkml:traceFormat>
        <inkml:channelProperties>
          <inkml:channelProperty channel="X" name="resolution" value="44.20712" units="1/cm"/>
          <inkml:channelProperty channel="Y" name="resolution" value="44.13793" units="1/cm"/>
        </inkml:channelProperties>
      </inkml:inkSource>
      <inkml:timestamp xml:id="ts0" timeString="2020-08-20T18:55:29.373"/>
    </inkml:context>
    <inkml:brush xml:id="br0">
      <inkml:brushProperty name="width" value="0.05292" units="cm"/>
      <inkml:brushProperty name="height" value="0.05292" units="cm"/>
      <inkml:brushProperty name="color" value="#FF0000"/>
    </inkml:brush>
  </inkml:definitions>
  <inkml:trace contextRef="#ctx0" brushRef="#br0">2481 12254,'0'0,"-50"-50,25 50,25-25,-49 25</inkml:trace>
  <inkml:trace contextRef="#ctx0" brushRef="#br0" timeOffset="161.88">2357 12179,'74'0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2530" name="Rectangle 2">
            <a:extLst>
              <a:ext uri="{FF2B5EF4-FFF2-40B4-BE49-F238E27FC236}">
                <a16:creationId xmlns:a16="http://schemas.microsoft.com/office/drawing/2014/main" id="{51DE1DD2-D14A-9AD6-18FB-7D5877CAB6FD}"/>
              </a:ext>
            </a:extLst>
          </p:cNvPr>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1" hangingPunct="1">
              <a:defRPr sz="1200">
                <a:latin typeface="Arial" charset="0"/>
                <a:ea typeface="+mn-ea"/>
              </a:defRPr>
            </a:lvl1pPr>
          </a:lstStyle>
          <a:p>
            <a:pPr>
              <a:defRPr/>
            </a:pPr>
            <a:endParaRPr lang="en-AU"/>
          </a:p>
        </p:txBody>
      </p:sp>
      <p:sp>
        <p:nvSpPr>
          <p:cNvPr id="22531" name="Rectangle 3">
            <a:extLst>
              <a:ext uri="{FF2B5EF4-FFF2-40B4-BE49-F238E27FC236}">
                <a16:creationId xmlns:a16="http://schemas.microsoft.com/office/drawing/2014/main" id="{C76D619D-2337-F93E-9AB8-DC6AC9B78E34}"/>
              </a:ext>
            </a:extLst>
          </p:cNvPr>
          <p:cNvSpPr>
            <a:spLocks noGrp="1" noChangeArrowheads="1"/>
          </p:cNvSpPr>
          <p:nvPr>
            <p:ph type="dt"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defRPr sz="1200">
                <a:latin typeface="Arial" charset="0"/>
                <a:ea typeface="+mn-ea"/>
              </a:defRPr>
            </a:lvl1pPr>
          </a:lstStyle>
          <a:p>
            <a:pPr>
              <a:defRPr/>
            </a:pPr>
            <a:endParaRPr lang="en-AU"/>
          </a:p>
        </p:txBody>
      </p:sp>
      <p:sp>
        <p:nvSpPr>
          <p:cNvPr id="9220" name="Rectangle 4">
            <a:extLst>
              <a:ext uri="{FF2B5EF4-FFF2-40B4-BE49-F238E27FC236}">
                <a16:creationId xmlns:a16="http://schemas.microsoft.com/office/drawing/2014/main" id="{BD4BEB4B-7431-023E-68DC-B9C95232E8DB}"/>
              </a:ext>
            </a:extLst>
          </p:cNvPr>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2533" name="Rectangle 5">
            <a:extLst>
              <a:ext uri="{FF2B5EF4-FFF2-40B4-BE49-F238E27FC236}">
                <a16:creationId xmlns:a16="http://schemas.microsoft.com/office/drawing/2014/main" id="{3A8A3ECC-6B03-4C0E-6ECA-F566589DED2E}"/>
              </a:ext>
            </a:extLst>
          </p:cNvPr>
          <p:cNvSpPr>
            <a:spLocks noGrp="1" noChangeArrowheads="1"/>
          </p:cNvSpPr>
          <p:nvPr>
            <p:ph type="body" sz="quarter" idx="3"/>
          </p:nvPr>
        </p:nvSpPr>
        <p:spPr bwMode="auto">
          <a:xfrm>
            <a:off x="685800" y="4343400"/>
            <a:ext cx="54864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AU" noProof="0"/>
              <a:t>Click to edit Master text styles</a:t>
            </a:r>
          </a:p>
          <a:p>
            <a:pPr lvl="1"/>
            <a:r>
              <a:rPr lang="en-AU" noProof="0"/>
              <a:t>Second level</a:t>
            </a:r>
          </a:p>
          <a:p>
            <a:pPr lvl="2"/>
            <a:r>
              <a:rPr lang="en-AU" noProof="0"/>
              <a:t>Third level</a:t>
            </a:r>
          </a:p>
          <a:p>
            <a:pPr lvl="3"/>
            <a:r>
              <a:rPr lang="en-AU" noProof="0"/>
              <a:t>Fourth level</a:t>
            </a:r>
          </a:p>
          <a:p>
            <a:pPr lvl="4"/>
            <a:r>
              <a:rPr lang="en-AU" noProof="0"/>
              <a:t>Fifth level</a:t>
            </a:r>
          </a:p>
        </p:txBody>
      </p:sp>
      <p:sp>
        <p:nvSpPr>
          <p:cNvPr id="22534" name="Rectangle 6">
            <a:extLst>
              <a:ext uri="{FF2B5EF4-FFF2-40B4-BE49-F238E27FC236}">
                <a16:creationId xmlns:a16="http://schemas.microsoft.com/office/drawing/2014/main" id="{6DAC9A40-C9BA-F99E-C11D-F5DE7904D6F2}"/>
              </a:ext>
            </a:extLst>
          </p:cNvPr>
          <p:cNvSpPr>
            <a:spLocks noGrp="1" noChangeArrowheads="1"/>
          </p:cNvSpPr>
          <p:nvPr>
            <p:ph type="ftr" sz="quarter" idx="4"/>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eaLnBrk="1" hangingPunct="1">
              <a:defRPr sz="1200">
                <a:latin typeface="Arial" charset="0"/>
                <a:ea typeface="+mn-ea"/>
              </a:defRPr>
            </a:lvl1pPr>
          </a:lstStyle>
          <a:p>
            <a:pPr>
              <a:defRPr/>
            </a:pPr>
            <a:endParaRPr lang="en-AU"/>
          </a:p>
        </p:txBody>
      </p:sp>
      <p:sp>
        <p:nvSpPr>
          <p:cNvPr id="22535" name="Rectangle 7">
            <a:extLst>
              <a:ext uri="{FF2B5EF4-FFF2-40B4-BE49-F238E27FC236}">
                <a16:creationId xmlns:a16="http://schemas.microsoft.com/office/drawing/2014/main" id="{F385DE7F-AED3-5CE5-E298-0193BF1863FC}"/>
              </a:ext>
            </a:extLst>
          </p:cNvPr>
          <p:cNvSpPr>
            <a:spLocks noGrp="1" noChangeArrowheads="1"/>
          </p:cNvSpPr>
          <p:nvPr>
            <p:ph type="sldNum" sz="quarter" idx="5"/>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eaLnBrk="1" hangingPunct="1">
              <a:defRPr sz="1200"/>
            </a:lvl1pPr>
          </a:lstStyle>
          <a:p>
            <a:fld id="{49B8918B-4D32-474E-9A70-AE65EB32816E}" type="slidenum">
              <a:rPr lang="en-AU" altLang="en-US"/>
              <a:pPr/>
              <a:t>‹#›</a:t>
            </a:fld>
            <a:endParaRPr lang="en-AU"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charset="0"/>
        <a:ea typeface="ＭＳ Ｐゴシック" charset="-128"/>
        <a:cs typeface="ＭＳ Ｐゴシック" charset="-128"/>
      </a:defRPr>
    </a:lvl1pPr>
    <a:lvl2pPr marL="457200" algn="l" rtl="0" eaLnBrk="0" fontAlgn="base" hangingPunct="0">
      <a:spcBef>
        <a:spcPct val="30000"/>
      </a:spcBef>
      <a:spcAft>
        <a:spcPct val="0"/>
      </a:spcAft>
      <a:defRPr sz="1200" kern="1200">
        <a:solidFill>
          <a:schemeClr val="tx1"/>
        </a:solidFill>
        <a:latin typeface="Arial" charset="0"/>
        <a:ea typeface="ＭＳ Ｐゴシック" charset="-128"/>
        <a:cs typeface="+mn-cs"/>
      </a:defRPr>
    </a:lvl2pPr>
    <a:lvl3pPr marL="914400" algn="l" rtl="0" eaLnBrk="0" fontAlgn="base" hangingPunct="0">
      <a:spcBef>
        <a:spcPct val="30000"/>
      </a:spcBef>
      <a:spcAft>
        <a:spcPct val="0"/>
      </a:spcAft>
      <a:defRPr sz="1200" kern="1200">
        <a:solidFill>
          <a:schemeClr val="tx1"/>
        </a:solidFill>
        <a:latin typeface="Arial" charset="0"/>
        <a:ea typeface="ＭＳ Ｐゴシック" charset="-128"/>
        <a:cs typeface="+mn-cs"/>
      </a:defRPr>
    </a:lvl3pPr>
    <a:lvl4pPr marL="1371600" algn="l" rtl="0" eaLnBrk="0" fontAlgn="base" hangingPunct="0">
      <a:spcBef>
        <a:spcPct val="30000"/>
      </a:spcBef>
      <a:spcAft>
        <a:spcPct val="0"/>
      </a:spcAft>
      <a:defRPr sz="1200" kern="1200">
        <a:solidFill>
          <a:schemeClr val="tx1"/>
        </a:solidFill>
        <a:latin typeface="Arial" charset="0"/>
        <a:ea typeface="ＭＳ Ｐゴシック" charset="-128"/>
        <a:cs typeface="+mn-cs"/>
      </a:defRPr>
    </a:lvl4pPr>
    <a:lvl5pPr marL="1828800" algn="l" rtl="0" eaLnBrk="0" fontAlgn="base" hangingPunct="0">
      <a:spcBef>
        <a:spcPct val="30000"/>
      </a:spcBef>
      <a:spcAft>
        <a:spcPct val="0"/>
      </a:spcAft>
      <a:defRPr sz="1200" kern="1200">
        <a:solidFill>
          <a:schemeClr val="tx1"/>
        </a:solidFill>
        <a:latin typeface="Arial" charset="0"/>
        <a:ea typeface="ＭＳ Ｐゴシック" charset="-128"/>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7">
            <a:extLst>
              <a:ext uri="{FF2B5EF4-FFF2-40B4-BE49-F238E27FC236}">
                <a16:creationId xmlns:a16="http://schemas.microsoft.com/office/drawing/2014/main" id="{F8196246-6C25-58D2-3814-E3D2E13F0362}"/>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ＭＳ Ｐゴシック" panose="020B0600070205080204" pitchFamily="34" charset="-128"/>
              </a:defRPr>
            </a:lvl1pPr>
            <a:lvl2pPr marL="37931725" indent="-37474525">
              <a:spcBef>
                <a:spcPct val="30000"/>
              </a:spcBef>
              <a:defRPr sz="1200">
                <a:solidFill>
                  <a:schemeClr val="tx1"/>
                </a:solidFill>
                <a:latin typeface="Arial" panose="020B0604020202020204" pitchFamily="34" charset="0"/>
                <a:ea typeface="ＭＳ Ｐゴシック" panose="020B0600070205080204" pitchFamily="34" charset="-128"/>
              </a:defRPr>
            </a:lvl2pPr>
            <a:lvl3pPr marL="1143000" indent="-228600">
              <a:spcBef>
                <a:spcPct val="30000"/>
              </a:spcBef>
              <a:defRPr sz="1200">
                <a:solidFill>
                  <a:schemeClr val="tx1"/>
                </a:solidFill>
                <a:latin typeface="Arial" panose="020B0604020202020204" pitchFamily="34" charset="0"/>
                <a:ea typeface="ＭＳ Ｐゴシック" panose="020B0600070205080204" pitchFamily="34" charset="-128"/>
              </a:defRPr>
            </a:lvl3pPr>
            <a:lvl4pPr marL="1600200" indent="-228600">
              <a:spcBef>
                <a:spcPct val="30000"/>
              </a:spcBef>
              <a:defRPr sz="1200">
                <a:solidFill>
                  <a:schemeClr val="tx1"/>
                </a:solidFill>
                <a:latin typeface="Arial" panose="020B0604020202020204" pitchFamily="34" charset="0"/>
                <a:ea typeface="ＭＳ Ｐゴシック" panose="020B0600070205080204" pitchFamily="34" charset="-128"/>
              </a:defRPr>
            </a:lvl4pPr>
            <a:lvl5pPr marL="2057400" indent="-228600">
              <a:spcBef>
                <a:spcPct val="30000"/>
              </a:spcBef>
              <a:defRPr sz="12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ＭＳ Ｐゴシック" panose="020B0600070205080204" pitchFamily="34" charset="-128"/>
              </a:defRPr>
            </a:lvl9pPr>
          </a:lstStyle>
          <a:p>
            <a:pPr>
              <a:spcBef>
                <a:spcPct val="0"/>
              </a:spcBef>
            </a:pPr>
            <a:fld id="{93E59BFA-B4AD-0144-B665-3A7D11FEC386}" type="slidenum">
              <a:rPr lang="en-AU" altLang="en-US"/>
              <a:pPr>
                <a:spcBef>
                  <a:spcPct val="0"/>
                </a:spcBef>
              </a:pPr>
              <a:t>3</a:t>
            </a:fld>
            <a:endParaRPr lang="en-AU" altLang="en-US"/>
          </a:p>
        </p:txBody>
      </p:sp>
      <p:sp>
        <p:nvSpPr>
          <p:cNvPr id="13315" name="Rectangle 2">
            <a:extLst>
              <a:ext uri="{FF2B5EF4-FFF2-40B4-BE49-F238E27FC236}">
                <a16:creationId xmlns:a16="http://schemas.microsoft.com/office/drawing/2014/main" id="{2BA4DC20-D1D7-3884-DD03-D4A901D4C9B1}"/>
              </a:ext>
            </a:extLst>
          </p:cNvPr>
          <p:cNvSpPr>
            <a:spLocks noGrp="1" noRot="1" noChangeAspect="1" noChangeArrowheads="1" noTextEdit="1"/>
          </p:cNvSpPr>
          <p:nvPr>
            <p:ph type="sldImg"/>
          </p:nvPr>
        </p:nvSpPr>
        <p:spPr>
          <a:ln/>
        </p:spPr>
      </p:sp>
      <p:sp>
        <p:nvSpPr>
          <p:cNvPr id="13316" name="Rectangle 3">
            <a:extLst>
              <a:ext uri="{FF2B5EF4-FFF2-40B4-BE49-F238E27FC236}">
                <a16:creationId xmlns:a16="http://schemas.microsoft.com/office/drawing/2014/main" id="{E2AA1345-F05D-515D-C051-096CE5DEC324}"/>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a:latin typeface="Times-Roman" charset="0"/>
                <a:ea typeface="ＭＳ Ｐゴシック" panose="020B0600070205080204" pitchFamily="34" charset="-128"/>
              </a:rPr>
              <a:t>The Advanced Encryption Standard (AES) was published by NIST (National Institute of Standards and Technology) in 2001. AES is a symmetric block cipher that is intended to replace DES as the approved standard for a wide range of applications.</a:t>
            </a:r>
            <a:r>
              <a:rPr lang="en-AU" altLang="en-US">
                <a:latin typeface="Arial" panose="020B0604020202020204" pitchFamily="34" charset="0"/>
                <a:ea typeface="ＭＳ Ｐゴシック" panose="020B0600070205080204" pitchFamily="34" charset="-128"/>
              </a:rPr>
              <a:t> The AES cipher (&amp; other candidates) form the latest generation of block ciphers, and now we see a significant increase in the block size - from the old standard of 64-bits up to 128-bits; and keys from 128 to 256-bits. In part this has been driven by the public demonstrations of exhaustive key searches of DES. Whilst triple-DES is regarded as secure and well understood, it is slow, especially in s/w. </a:t>
            </a:r>
            <a:r>
              <a:rPr lang="en-US" altLang="en-US">
                <a:latin typeface="Times-Roman" charset="0"/>
                <a:ea typeface="ＭＳ Ｐゴシック" panose="020B0600070205080204" pitchFamily="34" charset="-128"/>
              </a:rPr>
              <a:t>In a first round of evaluation, 15 proposed algorithms were accepted. A second round narrowed the field to 5 algorithms. NIST completed its evaluation process and published a final standard (FIPS PUB 197) in November of 2001. NIST selected Rijndael as the proposed AES algorithm. The two researchers who developed and submitted Rijndael for the AES are both cryptographers from Belgium: Dr. Joan Daemen and Dr.Vincent Rijmen. </a:t>
            </a:r>
            <a:endParaRPr lang="en-AU" altLang="en-US">
              <a:latin typeface="Times-Roman" charset="0"/>
              <a:ea typeface="ＭＳ Ｐゴシック" panose="020B0600070205080204" pitchFamily="34" charset="-128"/>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7">
            <a:extLst>
              <a:ext uri="{FF2B5EF4-FFF2-40B4-BE49-F238E27FC236}">
                <a16:creationId xmlns:a16="http://schemas.microsoft.com/office/drawing/2014/main" id="{FF0DD982-0100-21C6-4828-5CB96F6675E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ＭＳ Ｐゴシック" panose="020B0600070205080204" pitchFamily="34" charset="-128"/>
              </a:defRPr>
            </a:lvl1pPr>
            <a:lvl2pPr marL="37931725" indent="-37474525">
              <a:spcBef>
                <a:spcPct val="30000"/>
              </a:spcBef>
              <a:defRPr sz="1200">
                <a:solidFill>
                  <a:schemeClr val="tx1"/>
                </a:solidFill>
                <a:latin typeface="Arial" panose="020B0604020202020204" pitchFamily="34" charset="0"/>
                <a:ea typeface="ＭＳ Ｐゴシック" panose="020B0600070205080204" pitchFamily="34" charset="-128"/>
              </a:defRPr>
            </a:lvl2pPr>
            <a:lvl3pPr marL="1143000" indent="-228600">
              <a:spcBef>
                <a:spcPct val="30000"/>
              </a:spcBef>
              <a:defRPr sz="1200">
                <a:solidFill>
                  <a:schemeClr val="tx1"/>
                </a:solidFill>
                <a:latin typeface="Arial" panose="020B0604020202020204" pitchFamily="34" charset="0"/>
                <a:ea typeface="ＭＳ Ｐゴシック" panose="020B0600070205080204" pitchFamily="34" charset="-128"/>
              </a:defRPr>
            </a:lvl3pPr>
            <a:lvl4pPr marL="1600200" indent="-228600">
              <a:spcBef>
                <a:spcPct val="30000"/>
              </a:spcBef>
              <a:defRPr sz="1200">
                <a:solidFill>
                  <a:schemeClr val="tx1"/>
                </a:solidFill>
                <a:latin typeface="Arial" panose="020B0604020202020204" pitchFamily="34" charset="0"/>
                <a:ea typeface="ＭＳ Ｐゴシック" panose="020B0600070205080204" pitchFamily="34" charset="-128"/>
              </a:defRPr>
            </a:lvl4pPr>
            <a:lvl5pPr marL="2057400" indent="-228600">
              <a:spcBef>
                <a:spcPct val="30000"/>
              </a:spcBef>
              <a:defRPr sz="12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ＭＳ Ｐゴシック" panose="020B0600070205080204" pitchFamily="34" charset="-128"/>
              </a:defRPr>
            </a:lvl9pPr>
          </a:lstStyle>
          <a:p>
            <a:pPr>
              <a:spcBef>
                <a:spcPct val="0"/>
              </a:spcBef>
            </a:pPr>
            <a:fld id="{9AF5EE99-E750-654A-87F2-9A205D607E4F}" type="slidenum">
              <a:rPr lang="en-AU" altLang="en-US"/>
              <a:pPr>
                <a:spcBef>
                  <a:spcPct val="0"/>
                </a:spcBef>
              </a:pPr>
              <a:t>4</a:t>
            </a:fld>
            <a:endParaRPr lang="en-AU" altLang="en-US"/>
          </a:p>
        </p:txBody>
      </p:sp>
      <p:sp>
        <p:nvSpPr>
          <p:cNvPr id="15363" name="Rectangle 2">
            <a:extLst>
              <a:ext uri="{FF2B5EF4-FFF2-40B4-BE49-F238E27FC236}">
                <a16:creationId xmlns:a16="http://schemas.microsoft.com/office/drawing/2014/main" id="{F09A2D30-78AC-DB7E-3022-5E6E6CDC477C}"/>
              </a:ext>
            </a:extLst>
          </p:cNvPr>
          <p:cNvSpPr>
            <a:spLocks noGrp="1" noRot="1" noChangeAspect="1" noChangeArrowheads="1" noTextEdit="1"/>
          </p:cNvSpPr>
          <p:nvPr>
            <p:ph type="sldImg"/>
          </p:nvPr>
        </p:nvSpPr>
        <p:spPr>
          <a:ln/>
        </p:spPr>
      </p:sp>
      <p:sp>
        <p:nvSpPr>
          <p:cNvPr id="15364" name="Rectangle 3">
            <a:extLst>
              <a:ext uri="{FF2B5EF4-FFF2-40B4-BE49-F238E27FC236}">
                <a16:creationId xmlns:a16="http://schemas.microsoft.com/office/drawing/2014/main" id="{5C95FA0E-2EBD-E071-FB91-F7A04D11D238}"/>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a:latin typeface="Times-Roman" charset="0"/>
                <a:ea typeface="ＭＳ Ｐゴシック" panose="020B0600070205080204" pitchFamily="34" charset="-128"/>
              </a:rPr>
              <a:t>The Rijndael proposal for AES defined a cipher in which the block length and the key length can be independently specified to be 128,192,or 256 bits. The AES specification uses the same three key size alternatives but limits the block length to 128 bits. </a:t>
            </a:r>
            <a:r>
              <a:rPr lang="en-US" altLang="en-US">
                <a:latin typeface="Arial" panose="020B0604020202020204" pitchFamily="34" charset="0"/>
                <a:ea typeface="ＭＳ Ｐゴシック" panose="020B0600070205080204" pitchFamily="34" charset="-128"/>
              </a:rPr>
              <a:t>Rijndael is an academic submission, based on the earlier Square cipher, from Belgium academics Dr Joan Daemen and Dr Vincent Rijmen. It is an iterative cipher (operates on entire data block in every round) rather than feistel (operate on halves at a time), and was designed to have characteristics of: </a:t>
            </a:r>
            <a:r>
              <a:rPr lang="en-US" altLang="en-US">
                <a:latin typeface="Times-Roman" charset="0"/>
                <a:ea typeface="ＭＳ Ｐゴシック" panose="020B0600070205080204" pitchFamily="34" charset="-128"/>
              </a:rPr>
              <a:t>Resistance against all known attacks, Speed and code compactness on a wide range of platforms, &amp; Design simplicity.</a:t>
            </a:r>
            <a:endParaRPr lang="en-US" altLang="en-US">
              <a:latin typeface="Arial" panose="020B0604020202020204" pitchFamily="34" charset="0"/>
              <a:ea typeface="ＭＳ Ｐゴシック" panose="020B0600070205080204" pitchFamily="34" charset="-128"/>
            </a:endParaRPr>
          </a:p>
          <a:p>
            <a:pPr eaLnBrk="1" hangingPunct="1"/>
            <a:endParaRPr lang="en-US" altLang="en-US">
              <a:latin typeface="Arial" panose="020B0604020202020204" pitchFamily="34" charset="0"/>
              <a:ea typeface="ＭＳ Ｐゴシック" panose="020B0600070205080204" pitchFamily="34" charset="-128"/>
            </a:endParaRPr>
          </a:p>
          <a:p>
            <a:pPr eaLnBrk="1" hangingPunct="1"/>
            <a:endParaRPr lang="en-AU" altLang="en-US">
              <a:latin typeface="Arial" panose="020B0604020202020204" pitchFamily="34" charset="0"/>
              <a:ea typeface="ＭＳ Ｐゴシック" panose="020B0600070205080204" pitchFamily="34" charset="-128"/>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7">
            <a:extLst>
              <a:ext uri="{FF2B5EF4-FFF2-40B4-BE49-F238E27FC236}">
                <a16:creationId xmlns:a16="http://schemas.microsoft.com/office/drawing/2014/main" id="{C7973B3F-7E5A-C104-CB98-6E5FC2AFC95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ＭＳ Ｐゴシック" panose="020B0600070205080204" pitchFamily="34" charset="-128"/>
              </a:defRPr>
            </a:lvl1pPr>
            <a:lvl2pPr marL="37931725" indent="-37474525">
              <a:spcBef>
                <a:spcPct val="30000"/>
              </a:spcBef>
              <a:defRPr sz="1200">
                <a:solidFill>
                  <a:schemeClr val="tx1"/>
                </a:solidFill>
                <a:latin typeface="Arial" panose="020B0604020202020204" pitchFamily="34" charset="0"/>
                <a:ea typeface="ＭＳ Ｐゴシック" panose="020B0600070205080204" pitchFamily="34" charset="-128"/>
              </a:defRPr>
            </a:lvl2pPr>
            <a:lvl3pPr marL="1143000" indent="-228600">
              <a:spcBef>
                <a:spcPct val="30000"/>
              </a:spcBef>
              <a:defRPr sz="1200">
                <a:solidFill>
                  <a:schemeClr val="tx1"/>
                </a:solidFill>
                <a:latin typeface="Arial" panose="020B0604020202020204" pitchFamily="34" charset="0"/>
                <a:ea typeface="ＭＳ Ｐゴシック" panose="020B0600070205080204" pitchFamily="34" charset="-128"/>
              </a:defRPr>
            </a:lvl3pPr>
            <a:lvl4pPr marL="1600200" indent="-228600">
              <a:spcBef>
                <a:spcPct val="30000"/>
              </a:spcBef>
              <a:defRPr sz="1200">
                <a:solidFill>
                  <a:schemeClr val="tx1"/>
                </a:solidFill>
                <a:latin typeface="Arial" panose="020B0604020202020204" pitchFamily="34" charset="0"/>
                <a:ea typeface="ＭＳ Ｐゴシック" panose="020B0600070205080204" pitchFamily="34" charset="-128"/>
              </a:defRPr>
            </a:lvl4pPr>
            <a:lvl5pPr marL="2057400" indent="-228600">
              <a:spcBef>
                <a:spcPct val="30000"/>
              </a:spcBef>
              <a:defRPr sz="12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ＭＳ Ｐゴシック" panose="020B0600070205080204" pitchFamily="34" charset="-128"/>
              </a:defRPr>
            </a:lvl9pPr>
          </a:lstStyle>
          <a:p>
            <a:pPr>
              <a:spcBef>
                <a:spcPct val="0"/>
              </a:spcBef>
            </a:pPr>
            <a:fld id="{77B2DA36-4209-2742-B38C-DACB457E3240}" type="slidenum">
              <a:rPr lang="en-AU" altLang="en-US"/>
              <a:pPr>
                <a:spcBef>
                  <a:spcPct val="0"/>
                </a:spcBef>
              </a:pPr>
              <a:t>6</a:t>
            </a:fld>
            <a:endParaRPr lang="en-AU" altLang="en-US"/>
          </a:p>
        </p:txBody>
      </p:sp>
      <p:sp>
        <p:nvSpPr>
          <p:cNvPr id="18435" name="Rectangle 2">
            <a:extLst>
              <a:ext uri="{FF2B5EF4-FFF2-40B4-BE49-F238E27FC236}">
                <a16:creationId xmlns:a16="http://schemas.microsoft.com/office/drawing/2014/main" id="{14911CC2-013C-1670-58E6-E10513E0C460}"/>
              </a:ext>
            </a:extLst>
          </p:cNvPr>
          <p:cNvSpPr>
            <a:spLocks noGrp="1" noRot="1" noChangeAspect="1" noChangeArrowheads="1" noTextEdit="1"/>
          </p:cNvSpPr>
          <p:nvPr>
            <p:ph type="sldImg"/>
          </p:nvPr>
        </p:nvSpPr>
        <p:spPr>
          <a:ln/>
        </p:spPr>
      </p:sp>
      <p:sp>
        <p:nvSpPr>
          <p:cNvPr id="18436" name="Rectangle 3">
            <a:extLst>
              <a:ext uri="{FF2B5EF4-FFF2-40B4-BE49-F238E27FC236}">
                <a16:creationId xmlns:a16="http://schemas.microsoft.com/office/drawing/2014/main" id="{48181EC0-3CDF-75EF-DA12-C22E52783829}"/>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a:latin typeface="Arial" panose="020B0604020202020204" pitchFamily="34" charset="0"/>
                <a:ea typeface="ＭＳ Ｐゴシック" panose="020B0600070205080204" pitchFamily="34" charset="-128"/>
              </a:rPr>
              <a:t>Listed above are NIST’s requirements for the AES candidate submissions. </a:t>
            </a:r>
            <a:r>
              <a:rPr lang="en-US" altLang="en-US">
                <a:latin typeface="Times-Roman" charset="0"/>
                <a:ea typeface="ＭＳ Ｐゴシック" panose="020B0600070205080204" pitchFamily="34" charset="-128"/>
              </a:rPr>
              <a:t>These criteria span the range of concerns for the practical application of modern symmetric block ciphers. </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Slide Image Placeholder 1">
            <a:extLst>
              <a:ext uri="{FF2B5EF4-FFF2-40B4-BE49-F238E27FC236}">
                <a16:creationId xmlns:a16="http://schemas.microsoft.com/office/drawing/2014/main" id="{DC561EB2-8464-FC65-0A2E-D004143D51EF}"/>
              </a:ext>
            </a:extLst>
          </p:cNvPr>
          <p:cNvSpPr>
            <a:spLocks noGrp="1" noRot="1" noChangeAspect="1" noTextEdit="1"/>
          </p:cNvSpPr>
          <p:nvPr>
            <p:ph type="sldImg"/>
          </p:nvPr>
        </p:nvSpPr>
        <p:spPr>
          <a:ln/>
        </p:spPr>
      </p:sp>
      <p:sp>
        <p:nvSpPr>
          <p:cNvPr id="21507" name="Notes Placeholder 2">
            <a:extLst>
              <a:ext uri="{FF2B5EF4-FFF2-40B4-BE49-F238E27FC236}">
                <a16:creationId xmlns:a16="http://schemas.microsoft.com/office/drawing/2014/main" id="{36ACBA24-412F-9A87-0914-D33ACE837528}"/>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a:latin typeface="Times-Roman" charset="0"/>
                <a:ea typeface="ＭＳ Ｐゴシック" panose="020B0600070205080204" pitchFamily="34" charset="-128"/>
              </a:rPr>
              <a:t>The input to the AES encryption and decryption algorithms is a single 128-bit block, depicted in FIPS PUB 197, as a square matrix of bytes .This block is copied into the State array, which is modified at each stage of encryption or decryption. After the final stage,</a:t>
            </a:r>
            <a:r>
              <a:rPr lang="en-US" altLang="en-US">
                <a:latin typeface="Helvetica" pitchFamily="2" charset="0"/>
                <a:ea typeface="ＭＳ Ｐゴシック" panose="020B0600070205080204" pitchFamily="34" charset="-128"/>
              </a:rPr>
              <a:t> </a:t>
            </a:r>
            <a:r>
              <a:rPr lang="en-US" altLang="en-US">
                <a:latin typeface="Times-Roman" charset="0"/>
                <a:ea typeface="ＭＳ Ｐゴシック" panose="020B0600070205080204" pitchFamily="34" charset="-128"/>
              </a:rPr>
              <a:t>State is copied to an output.</a:t>
            </a:r>
          </a:p>
          <a:p>
            <a:pPr eaLnBrk="1" hangingPunct="1"/>
            <a:r>
              <a:rPr lang="en-US" altLang="en-US">
                <a:latin typeface="Arial" panose="020B0604020202020204" pitchFamily="34" charset="0"/>
                <a:ea typeface="ＭＳ Ｐゴシック" panose="020B0600070205080204" pitchFamily="34" charset="-128"/>
              </a:rPr>
              <a:t>The key is expanded into 44/52/60 lots of 32-bit words (see later), with 4 used in each round.</a:t>
            </a:r>
          </a:p>
          <a:p>
            <a:pPr eaLnBrk="1" hangingPunct="1"/>
            <a:r>
              <a:rPr lang="en-US" altLang="en-US">
                <a:latin typeface="Arial" panose="020B0604020202020204" pitchFamily="34" charset="0"/>
                <a:ea typeface="ＭＳ Ｐゴシック" panose="020B0600070205080204" pitchFamily="34" charset="-128"/>
              </a:rPr>
              <a:t>The data computation then consists of an “add round key” step, then 9/11/13 rounds with all 4 steps, and a final 10</a:t>
            </a:r>
            <a:r>
              <a:rPr lang="en-US" altLang="en-US" baseline="30000">
                <a:latin typeface="Arial" panose="020B0604020202020204" pitchFamily="34" charset="0"/>
                <a:ea typeface="ＭＳ Ｐゴシック" panose="020B0600070205080204" pitchFamily="34" charset="-128"/>
              </a:rPr>
              <a:t>th</a:t>
            </a:r>
            <a:r>
              <a:rPr lang="en-US" altLang="en-US">
                <a:latin typeface="Arial" panose="020B0604020202020204" pitchFamily="34" charset="0"/>
                <a:ea typeface="ＭＳ Ｐゴシック" panose="020B0600070205080204" pitchFamily="34" charset="-128"/>
              </a:rPr>
              <a:t>/12</a:t>
            </a:r>
            <a:r>
              <a:rPr lang="en-US" altLang="en-US" baseline="30000">
                <a:latin typeface="Arial" panose="020B0604020202020204" pitchFamily="34" charset="0"/>
                <a:ea typeface="ＭＳ Ｐゴシック" panose="020B0600070205080204" pitchFamily="34" charset="-128"/>
              </a:rPr>
              <a:t>th</a:t>
            </a:r>
            <a:r>
              <a:rPr lang="en-US" altLang="en-US">
                <a:latin typeface="Arial" panose="020B0604020202020204" pitchFamily="34" charset="0"/>
                <a:ea typeface="ＭＳ Ｐゴシック" panose="020B0600070205080204" pitchFamily="34" charset="-128"/>
              </a:rPr>
              <a:t>/14</a:t>
            </a:r>
            <a:r>
              <a:rPr lang="en-US" altLang="en-US" baseline="30000">
                <a:latin typeface="Arial" panose="020B0604020202020204" pitchFamily="34" charset="0"/>
                <a:ea typeface="ＭＳ Ｐゴシック" panose="020B0600070205080204" pitchFamily="34" charset="-128"/>
              </a:rPr>
              <a:t>th</a:t>
            </a:r>
            <a:r>
              <a:rPr lang="en-US" altLang="en-US">
                <a:latin typeface="Arial" panose="020B0604020202020204" pitchFamily="34" charset="0"/>
                <a:ea typeface="ＭＳ Ｐゴシック" panose="020B0600070205080204" pitchFamily="34" charset="-128"/>
              </a:rPr>
              <a:t> step of byte subs + mix cols + add round key. This can be viewed as alternating XOR key &amp; scramble data bytes operations. All of the steps are easily reversed, and can be efficiently implemented using XOR’s &amp; table lookups.</a:t>
            </a:r>
          </a:p>
          <a:p>
            <a:endParaRPr lang="en-IN" altLang="en-US">
              <a:latin typeface="Arial" panose="020B0604020202020204" pitchFamily="34" charset="0"/>
              <a:ea typeface="ＭＳ Ｐゴシック" panose="020B0600070205080204" pitchFamily="34" charset="-128"/>
            </a:endParaRPr>
          </a:p>
        </p:txBody>
      </p:sp>
      <p:sp>
        <p:nvSpPr>
          <p:cNvPr id="21508" name="Slide Number Placeholder 3">
            <a:extLst>
              <a:ext uri="{FF2B5EF4-FFF2-40B4-BE49-F238E27FC236}">
                <a16:creationId xmlns:a16="http://schemas.microsoft.com/office/drawing/2014/main" id="{80E9A4FE-2ABF-21F6-C3F1-E94A33ABC4BF}"/>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fld id="{A4FD8641-4A56-2640-A308-1E7FC2F73DFE}" type="slidenum">
              <a:rPr lang="en-AU" altLang="en-US"/>
              <a:pPr/>
              <a:t>8</a:t>
            </a:fld>
            <a:endParaRPr lang="en-AU"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Slide Image Placeholder 1">
            <a:extLst>
              <a:ext uri="{FF2B5EF4-FFF2-40B4-BE49-F238E27FC236}">
                <a16:creationId xmlns:a16="http://schemas.microsoft.com/office/drawing/2014/main" id="{B34A894A-C739-8A58-CBFD-0011AEB2CB14}"/>
              </a:ext>
            </a:extLst>
          </p:cNvPr>
          <p:cNvSpPr>
            <a:spLocks noGrp="1" noRot="1" noChangeAspect="1" noChangeArrowheads="1" noTextEdit="1"/>
          </p:cNvSpPr>
          <p:nvPr>
            <p:ph type="sldImg"/>
          </p:nvPr>
        </p:nvSpPr>
        <p:spPr>
          <a:ln/>
        </p:spPr>
      </p:sp>
      <p:sp>
        <p:nvSpPr>
          <p:cNvPr id="23555" name="Notes Placeholder 2">
            <a:extLst>
              <a:ext uri="{FF2B5EF4-FFF2-40B4-BE49-F238E27FC236}">
                <a16:creationId xmlns:a16="http://schemas.microsoft.com/office/drawing/2014/main" id="{35668354-863C-4F87-8F79-CB5EA4348BDE}"/>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a:latin typeface="Times-Roman" charset="0"/>
                <a:ea typeface="ＭＳ Ｐゴシック" panose="020B0600070205080204" pitchFamily="34" charset="-128"/>
              </a:rPr>
              <a:t>The input to the AES encryption and decryption algorithms is a single 128-bit block, depicted in FIPS PUB 197, as a square matrix of bytes .This block is copied into the State array, which is modified at each stage of encryption or decryption. After the final stage,</a:t>
            </a:r>
            <a:r>
              <a:rPr lang="en-US" altLang="en-US">
                <a:latin typeface="Helvetica" pitchFamily="2" charset="0"/>
                <a:ea typeface="ＭＳ Ｐゴシック" panose="020B0600070205080204" pitchFamily="34" charset="-128"/>
              </a:rPr>
              <a:t> </a:t>
            </a:r>
            <a:r>
              <a:rPr lang="en-US" altLang="en-US">
                <a:latin typeface="Times-Roman" charset="0"/>
                <a:ea typeface="ＭＳ Ｐゴシック" panose="020B0600070205080204" pitchFamily="34" charset="-128"/>
              </a:rPr>
              <a:t>State is copied to an output.</a:t>
            </a:r>
          </a:p>
          <a:p>
            <a:pPr eaLnBrk="1" hangingPunct="1"/>
            <a:r>
              <a:rPr lang="en-US" altLang="en-US">
                <a:latin typeface="Arial" panose="020B0604020202020204" pitchFamily="34" charset="0"/>
                <a:ea typeface="ＭＳ Ｐゴシック" panose="020B0600070205080204" pitchFamily="34" charset="-128"/>
              </a:rPr>
              <a:t>The key is expanded into 44/52/60 lots of 32-bit words (see later), with 4 used in each round.</a:t>
            </a:r>
          </a:p>
          <a:p>
            <a:pPr eaLnBrk="1" hangingPunct="1"/>
            <a:r>
              <a:rPr lang="en-US" altLang="en-US">
                <a:latin typeface="Arial" panose="020B0604020202020204" pitchFamily="34" charset="0"/>
                <a:ea typeface="ＭＳ Ｐゴシック" panose="020B0600070205080204" pitchFamily="34" charset="-128"/>
              </a:rPr>
              <a:t>The data computation then consists of an “add round key” step, then 9/11/13 rounds with all 4 steps, and a final 10</a:t>
            </a:r>
            <a:r>
              <a:rPr lang="en-US" altLang="en-US" baseline="30000">
                <a:latin typeface="Arial" panose="020B0604020202020204" pitchFamily="34" charset="0"/>
                <a:ea typeface="ＭＳ Ｐゴシック" panose="020B0600070205080204" pitchFamily="34" charset="-128"/>
              </a:rPr>
              <a:t>th</a:t>
            </a:r>
            <a:r>
              <a:rPr lang="en-US" altLang="en-US">
                <a:latin typeface="Arial" panose="020B0604020202020204" pitchFamily="34" charset="0"/>
                <a:ea typeface="ＭＳ Ｐゴシック" panose="020B0600070205080204" pitchFamily="34" charset="-128"/>
              </a:rPr>
              <a:t>/12</a:t>
            </a:r>
            <a:r>
              <a:rPr lang="en-US" altLang="en-US" baseline="30000">
                <a:latin typeface="Arial" panose="020B0604020202020204" pitchFamily="34" charset="0"/>
                <a:ea typeface="ＭＳ Ｐゴシック" panose="020B0600070205080204" pitchFamily="34" charset="-128"/>
              </a:rPr>
              <a:t>th</a:t>
            </a:r>
            <a:r>
              <a:rPr lang="en-US" altLang="en-US">
                <a:latin typeface="Arial" panose="020B0604020202020204" pitchFamily="34" charset="0"/>
                <a:ea typeface="ＭＳ Ｐゴシック" panose="020B0600070205080204" pitchFamily="34" charset="-128"/>
              </a:rPr>
              <a:t>/14</a:t>
            </a:r>
            <a:r>
              <a:rPr lang="en-US" altLang="en-US" baseline="30000">
                <a:latin typeface="Arial" panose="020B0604020202020204" pitchFamily="34" charset="0"/>
                <a:ea typeface="ＭＳ Ｐゴシック" panose="020B0600070205080204" pitchFamily="34" charset="-128"/>
              </a:rPr>
              <a:t>th</a:t>
            </a:r>
            <a:r>
              <a:rPr lang="en-US" altLang="en-US">
                <a:latin typeface="Arial" panose="020B0604020202020204" pitchFamily="34" charset="0"/>
                <a:ea typeface="ＭＳ Ｐゴシック" panose="020B0600070205080204" pitchFamily="34" charset="-128"/>
              </a:rPr>
              <a:t> step of byte subs + mix cols + add round key. This can be viewed as alternating XOR key &amp; scramble data bytes operations. All of the steps are easily reversed, and can be efficiently implemented using XOR’s &amp; table lookups.</a:t>
            </a:r>
          </a:p>
          <a:p>
            <a:pPr eaLnBrk="1" hangingPunct="1"/>
            <a:endParaRPr lang="en-AU" altLang="en-US">
              <a:latin typeface="Arial" panose="020B0604020202020204" pitchFamily="34" charset="0"/>
              <a:ea typeface="ＭＳ Ｐゴシック" panose="020B0600070205080204" pitchFamily="34" charset="-128"/>
            </a:endParaRPr>
          </a:p>
          <a:p>
            <a:pPr eaLnBrk="1" hangingPunct="1"/>
            <a:endParaRPr lang="en-US" altLang="en-US">
              <a:latin typeface="Arial" panose="020B0604020202020204" pitchFamily="34" charset="0"/>
              <a:ea typeface="ＭＳ Ｐゴシック" panose="020B0600070205080204" pitchFamily="34" charset="-128"/>
            </a:endParaRPr>
          </a:p>
        </p:txBody>
      </p:sp>
      <p:sp>
        <p:nvSpPr>
          <p:cNvPr id="23556" name="Slide Number Placeholder 3">
            <a:extLst>
              <a:ext uri="{FF2B5EF4-FFF2-40B4-BE49-F238E27FC236}">
                <a16:creationId xmlns:a16="http://schemas.microsoft.com/office/drawing/2014/main" id="{7BFC8DF4-A78F-FF7D-3D57-03BB4A2FD881}"/>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ＭＳ Ｐゴシック" panose="020B0600070205080204" pitchFamily="34" charset="-128"/>
              </a:defRPr>
            </a:lvl1pPr>
            <a:lvl2pPr marL="37931725" indent="-37474525">
              <a:spcBef>
                <a:spcPct val="30000"/>
              </a:spcBef>
              <a:defRPr sz="1200">
                <a:solidFill>
                  <a:schemeClr val="tx1"/>
                </a:solidFill>
                <a:latin typeface="Arial" panose="020B0604020202020204" pitchFamily="34" charset="0"/>
                <a:ea typeface="ＭＳ Ｐゴシック" panose="020B0600070205080204" pitchFamily="34" charset="-128"/>
              </a:defRPr>
            </a:lvl2pPr>
            <a:lvl3pPr marL="1143000" indent="-228600">
              <a:spcBef>
                <a:spcPct val="30000"/>
              </a:spcBef>
              <a:defRPr sz="1200">
                <a:solidFill>
                  <a:schemeClr val="tx1"/>
                </a:solidFill>
                <a:latin typeface="Arial" panose="020B0604020202020204" pitchFamily="34" charset="0"/>
                <a:ea typeface="ＭＳ Ｐゴシック" panose="020B0600070205080204" pitchFamily="34" charset="-128"/>
              </a:defRPr>
            </a:lvl3pPr>
            <a:lvl4pPr marL="1600200" indent="-228600">
              <a:spcBef>
                <a:spcPct val="30000"/>
              </a:spcBef>
              <a:defRPr sz="1200">
                <a:solidFill>
                  <a:schemeClr val="tx1"/>
                </a:solidFill>
                <a:latin typeface="Arial" panose="020B0604020202020204" pitchFamily="34" charset="0"/>
                <a:ea typeface="ＭＳ Ｐゴシック" panose="020B0600070205080204" pitchFamily="34" charset="-128"/>
              </a:defRPr>
            </a:lvl4pPr>
            <a:lvl5pPr marL="2057400" indent="-228600">
              <a:spcBef>
                <a:spcPct val="30000"/>
              </a:spcBef>
              <a:defRPr sz="12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ＭＳ Ｐゴシック" panose="020B0600070205080204" pitchFamily="34" charset="-128"/>
              </a:defRPr>
            </a:lvl9pPr>
          </a:lstStyle>
          <a:p>
            <a:pPr>
              <a:spcBef>
                <a:spcPct val="0"/>
              </a:spcBef>
            </a:pPr>
            <a:fld id="{1168A47A-71E1-164E-9955-B581DEA79728}" type="slidenum">
              <a:rPr lang="en-AU" altLang="en-US"/>
              <a:pPr>
                <a:spcBef>
                  <a:spcPct val="0"/>
                </a:spcBef>
              </a:pPr>
              <a:t>9</a:t>
            </a:fld>
            <a:endParaRPr lang="en-AU"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Slide Image Placeholder 1">
            <a:extLst>
              <a:ext uri="{FF2B5EF4-FFF2-40B4-BE49-F238E27FC236}">
                <a16:creationId xmlns:a16="http://schemas.microsoft.com/office/drawing/2014/main" id="{C1616167-31A7-3A8F-D4EF-A701A56F2D4F}"/>
              </a:ext>
            </a:extLst>
          </p:cNvPr>
          <p:cNvSpPr>
            <a:spLocks noGrp="1" noRot="1" noChangeAspect="1" noTextEdit="1"/>
          </p:cNvSpPr>
          <p:nvPr>
            <p:ph type="sldImg"/>
          </p:nvPr>
        </p:nvSpPr>
        <p:spPr>
          <a:ln/>
        </p:spPr>
      </p:sp>
      <p:sp>
        <p:nvSpPr>
          <p:cNvPr id="27651" name="Notes Placeholder 2">
            <a:extLst>
              <a:ext uri="{FF2B5EF4-FFF2-40B4-BE49-F238E27FC236}">
                <a16:creationId xmlns:a16="http://schemas.microsoft.com/office/drawing/2014/main" id="{2C7386E8-F531-B0B1-E9E1-D2F272B19BEE}"/>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IN" altLang="en-US">
                <a:latin typeface="Arial" panose="020B0604020202020204" pitchFamily="34" charset="0"/>
                <a:ea typeface="ＭＳ Ｐゴシック" panose="020B0600070205080204" pitchFamily="34" charset="-128"/>
              </a:rPr>
              <a:t>Available 4 words are expanded to 40 words</a:t>
            </a:r>
          </a:p>
          <a:p>
            <a:endParaRPr lang="en-IN" altLang="en-US">
              <a:latin typeface="Arial" panose="020B0604020202020204" pitchFamily="34" charset="0"/>
              <a:ea typeface="ＭＳ Ｐゴシック" panose="020B0600070205080204" pitchFamily="34" charset="-128"/>
            </a:endParaRPr>
          </a:p>
        </p:txBody>
      </p:sp>
      <p:sp>
        <p:nvSpPr>
          <p:cNvPr id="27652" name="Slide Number Placeholder 3">
            <a:extLst>
              <a:ext uri="{FF2B5EF4-FFF2-40B4-BE49-F238E27FC236}">
                <a16:creationId xmlns:a16="http://schemas.microsoft.com/office/drawing/2014/main" id="{7D0A2DE6-BC33-C288-2CE5-326DE966A2C4}"/>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fld id="{9277E5A7-C377-AD46-BE30-303B2A251D5E}" type="slidenum">
              <a:rPr lang="en-AU" altLang="en-US"/>
              <a:pPr/>
              <a:t>12</a:t>
            </a:fld>
            <a:endParaRPr lang="en-AU"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Slide Image Placeholder 1">
            <a:extLst>
              <a:ext uri="{FF2B5EF4-FFF2-40B4-BE49-F238E27FC236}">
                <a16:creationId xmlns:a16="http://schemas.microsoft.com/office/drawing/2014/main" id="{BDA10AE5-6EDE-C931-B59A-F0747FF9D499}"/>
              </a:ext>
            </a:extLst>
          </p:cNvPr>
          <p:cNvSpPr>
            <a:spLocks noGrp="1" noRot="1" noChangeAspect="1" noTextEdit="1"/>
          </p:cNvSpPr>
          <p:nvPr>
            <p:ph type="sldImg"/>
          </p:nvPr>
        </p:nvSpPr>
        <p:spPr>
          <a:ln/>
        </p:spPr>
      </p:sp>
      <p:sp>
        <p:nvSpPr>
          <p:cNvPr id="29699" name="Notes Placeholder 2">
            <a:extLst>
              <a:ext uri="{FF2B5EF4-FFF2-40B4-BE49-F238E27FC236}">
                <a16:creationId xmlns:a16="http://schemas.microsoft.com/office/drawing/2014/main" id="{57BF07A0-1EEF-254B-5FB5-0E895558B64A}"/>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IN" altLang="en-US">
                <a:latin typeface="Arial" panose="020B0604020202020204" pitchFamily="34" charset="0"/>
                <a:ea typeface="ＭＳ Ｐゴシック" panose="020B0600070205080204" pitchFamily="34" charset="-128"/>
              </a:rPr>
              <a:t>Available 4 words are expanded to 40 words</a:t>
            </a:r>
          </a:p>
          <a:p>
            <a:r>
              <a:rPr lang="en-IN" altLang="en-US">
                <a:latin typeface="Arial" panose="020B0604020202020204" pitchFamily="34" charset="0"/>
                <a:ea typeface="ＭＳ Ｐゴシック" panose="020B0600070205080204" pitchFamily="34" charset="-128"/>
              </a:rPr>
              <a:t>These 4 words are used in Round1 w4 to w7</a:t>
            </a:r>
          </a:p>
        </p:txBody>
      </p:sp>
      <p:sp>
        <p:nvSpPr>
          <p:cNvPr id="29700" name="Slide Number Placeholder 3">
            <a:extLst>
              <a:ext uri="{FF2B5EF4-FFF2-40B4-BE49-F238E27FC236}">
                <a16:creationId xmlns:a16="http://schemas.microsoft.com/office/drawing/2014/main" id="{7BA7FCEC-2343-6188-939D-39EC34FABBD0}"/>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fld id="{E6B68DD9-9C1F-FF45-AB1D-92E482EBAEA0}" type="slidenum">
              <a:rPr lang="en-AU" altLang="en-US"/>
              <a:pPr/>
              <a:t>13</a:t>
            </a:fld>
            <a:endParaRPr lang="en-AU"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Slide Image Placeholder 1">
            <a:extLst>
              <a:ext uri="{FF2B5EF4-FFF2-40B4-BE49-F238E27FC236}">
                <a16:creationId xmlns:a16="http://schemas.microsoft.com/office/drawing/2014/main" id="{03A065C8-586F-4CF9-AFF9-E10F66250A09}"/>
              </a:ext>
            </a:extLst>
          </p:cNvPr>
          <p:cNvSpPr>
            <a:spLocks noGrp="1" noRot="1" noChangeAspect="1" noTextEdit="1"/>
          </p:cNvSpPr>
          <p:nvPr>
            <p:ph type="sldImg"/>
          </p:nvPr>
        </p:nvSpPr>
        <p:spPr>
          <a:ln/>
        </p:spPr>
      </p:sp>
      <p:sp>
        <p:nvSpPr>
          <p:cNvPr id="31747" name="Notes Placeholder 2">
            <a:extLst>
              <a:ext uri="{FF2B5EF4-FFF2-40B4-BE49-F238E27FC236}">
                <a16:creationId xmlns:a16="http://schemas.microsoft.com/office/drawing/2014/main" id="{9018C119-F3D3-ACF5-3724-5AF513AA4664}"/>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IN" altLang="en-US">
              <a:latin typeface="Arial" panose="020B0604020202020204" pitchFamily="34" charset="0"/>
              <a:ea typeface="ＭＳ Ｐゴシック" panose="020B0600070205080204" pitchFamily="34" charset="-128"/>
            </a:endParaRPr>
          </a:p>
        </p:txBody>
      </p:sp>
      <p:sp>
        <p:nvSpPr>
          <p:cNvPr id="31748" name="Slide Number Placeholder 3">
            <a:extLst>
              <a:ext uri="{FF2B5EF4-FFF2-40B4-BE49-F238E27FC236}">
                <a16:creationId xmlns:a16="http://schemas.microsoft.com/office/drawing/2014/main" id="{65881D44-8794-8FB0-76E6-47F6647B40BB}"/>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fld id="{450372F3-6424-C745-9B92-8AFFDE11E99C}" type="slidenum">
              <a:rPr lang="en-AU" altLang="en-US"/>
              <a:pPr/>
              <a:t>14</a:t>
            </a:fld>
            <a:endParaRPr lang="en-AU"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Slide Image Placeholder 1">
            <a:extLst>
              <a:ext uri="{FF2B5EF4-FFF2-40B4-BE49-F238E27FC236}">
                <a16:creationId xmlns:a16="http://schemas.microsoft.com/office/drawing/2014/main" id="{00737342-94F9-624D-19AB-5469BED1F25A}"/>
              </a:ext>
            </a:extLst>
          </p:cNvPr>
          <p:cNvSpPr>
            <a:spLocks noGrp="1" noRot="1" noChangeAspect="1" noTextEdit="1"/>
          </p:cNvSpPr>
          <p:nvPr>
            <p:ph type="sldImg"/>
          </p:nvPr>
        </p:nvSpPr>
        <p:spPr>
          <a:ln/>
        </p:spPr>
      </p:sp>
      <p:sp>
        <p:nvSpPr>
          <p:cNvPr id="33795" name="Notes Placeholder 2">
            <a:extLst>
              <a:ext uri="{FF2B5EF4-FFF2-40B4-BE49-F238E27FC236}">
                <a16:creationId xmlns:a16="http://schemas.microsoft.com/office/drawing/2014/main" id="{C9091F43-1586-AB6D-FC37-ECAE587B1DB9}"/>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IN" altLang="en-US">
                <a:latin typeface="Arial" panose="020B0604020202020204" pitchFamily="34" charset="0"/>
                <a:ea typeface="ＭＳ Ｐゴシック" panose="020B0600070205080204" pitchFamily="34" charset="-128"/>
              </a:rPr>
              <a:t>Perform cyclic left shift by one byte</a:t>
            </a:r>
          </a:p>
          <a:p>
            <a:r>
              <a:rPr lang="en-IN" altLang="en-US">
                <a:latin typeface="Arial" panose="020B0604020202020204" pitchFamily="34" charset="0"/>
                <a:ea typeface="ＭＳ Ｐゴシック" panose="020B0600070205080204" pitchFamily="34" charset="-128"/>
              </a:rPr>
              <a:t>W3 one left shift</a:t>
            </a:r>
          </a:p>
        </p:txBody>
      </p:sp>
      <p:sp>
        <p:nvSpPr>
          <p:cNvPr id="33796" name="Slide Number Placeholder 3">
            <a:extLst>
              <a:ext uri="{FF2B5EF4-FFF2-40B4-BE49-F238E27FC236}">
                <a16:creationId xmlns:a16="http://schemas.microsoft.com/office/drawing/2014/main" id="{6CF5F182-0684-1FEC-195A-332555ADB3C2}"/>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fld id="{832B88CF-455B-734D-A810-FB1081574315}" type="slidenum">
              <a:rPr lang="en-AU" altLang="en-US"/>
              <a:pPr/>
              <a:t>15</a:t>
            </a:fld>
            <a:endParaRPr lang="en-AU"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Slide Image Placeholder 1">
            <a:extLst>
              <a:ext uri="{FF2B5EF4-FFF2-40B4-BE49-F238E27FC236}">
                <a16:creationId xmlns:a16="http://schemas.microsoft.com/office/drawing/2014/main" id="{FADB1F83-64A5-1420-CAE5-26FFB9607ADE}"/>
              </a:ext>
            </a:extLst>
          </p:cNvPr>
          <p:cNvSpPr>
            <a:spLocks noGrp="1" noRot="1" noChangeAspect="1" noTextEdit="1"/>
          </p:cNvSpPr>
          <p:nvPr>
            <p:ph type="sldImg"/>
          </p:nvPr>
        </p:nvSpPr>
        <p:spPr>
          <a:ln/>
        </p:spPr>
      </p:sp>
      <p:sp>
        <p:nvSpPr>
          <p:cNvPr id="35843" name="Notes Placeholder 2">
            <a:extLst>
              <a:ext uri="{FF2B5EF4-FFF2-40B4-BE49-F238E27FC236}">
                <a16:creationId xmlns:a16="http://schemas.microsoft.com/office/drawing/2014/main" id="{61F15565-6811-8F5E-B789-C600129A32D0}"/>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IN" altLang="en-US">
                <a:latin typeface="Arial" panose="020B0604020202020204" pitchFamily="34" charset="0"/>
                <a:ea typeface="ＭＳ Ｐゴシック" panose="020B0600070205080204" pitchFamily="34" charset="-128"/>
              </a:rPr>
              <a:t>In round constant first byte exist and  remaining 3 bytes are zeros</a:t>
            </a:r>
          </a:p>
          <a:p>
            <a:r>
              <a:rPr lang="en-IN" altLang="en-US">
                <a:latin typeface="Arial" panose="020B0604020202020204" pitchFamily="34" charset="0"/>
                <a:ea typeface="ＭＳ Ｐゴシック" panose="020B0600070205080204" pitchFamily="34" charset="-128"/>
              </a:rPr>
              <a:t>R! is a word of 32 bits</a:t>
            </a:r>
          </a:p>
        </p:txBody>
      </p:sp>
      <p:sp>
        <p:nvSpPr>
          <p:cNvPr id="35844" name="Slide Number Placeholder 3">
            <a:extLst>
              <a:ext uri="{FF2B5EF4-FFF2-40B4-BE49-F238E27FC236}">
                <a16:creationId xmlns:a16="http://schemas.microsoft.com/office/drawing/2014/main" id="{03B1DDE9-EEF1-E3ED-98D4-31608636C531}"/>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fld id="{CE7264BA-406A-E74C-AEB3-31C261E88775}" type="slidenum">
              <a:rPr lang="en-AU" altLang="en-US"/>
              <a:pPr/>
              <a:t>16</a:t>
            </a:fld>
            <a:endParaRPr lang="en-AU"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Slide Image Placeholder 1">
            <a:extLst>
              <a:ext uri="{FF2B5EF4-FFF2-40B4-BE49-F238E27FC236}">
                <a16:creationId xmlns:a16="http://schemas.microsoft.com/office/drawing/2014/main" id="{3746A623-4D23-3CAE-B658-4CF1B2C2AC66}"/>
              </a:ext>
            </a:extLst>
          </p:cNvPr>
          <p:cNvSpPr>
            <a:spLocks noGrp="1" noRot="1" noChangeAspect="1" noTextEdit="1"/>
          </p:cNvSpPr>
          <p:nvPr>
            <p:ph type="sldImg"/>
          </p:nvPr>
        </p:nvSpPr>
        <p:spPr>
          <a:ln/>
        </p:spPr>
      </p:sp>
      <p:sp>
        <p:nvSpPr>
          <p:cNvPr id="39939" name="Notes Placeholder 2">
            <a:extLst>
              <a:ext uri="{FF2B5EF4-FFF2-40B4-BE49-F238E27FC236}">
                <a16:creationId xmlns:a16="http://schemas.microsoft.com/office/drawing/2014/main" id="{21DF185D-A234-F295-4E37-F1CF82C575A9}"/>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a:latin typeface="Times-Roman" charset="0"/>
                <a:ea typeface="ＭＳ Ｐゴシック" panose="020B0600070205080204" pitchFamily="34" charset="-128"/>
              </a:rPr>
              <a:t>The input to the AES encryption and decryption algorithms is a single 128-bit block, depicted in FIPS PUB 197, as a square matrix of bytes .This block is copied into the State array, which is modified at each stage of encryption or decryption. After the final stage,</a:t>
            </a:r>
            <a:r>
              <a:rPr lang="en-US" altLang="en-US">
                <a:latin typeface="Helvetica" pitchFamily="2" charset="0"/>
                <a:ea typeface="ＭＳ Ｐゴシック" panose="020B0600070205080204" pitchFamily="34" charset="-128"/>
              </a:rPr>
              <a:t> </a:t>
            </a:r>
            <a:r>
              <a:rPr lang="en-US" altLang="en-US">
                <a:latin typeface="Times-Roman" charset="0"/>
                <a:ea typeface="ＭＳ Ｐゴシック" panose="020B0600070205080204" pitchFamily="34" charset="-128"/>
              </a:rPr>
              <a:t>State is copied to an output.</a:t>
            </a:r>
          </a:p>
          <a:p>
            <a:pPr eaLnBrk="1" hangingPunct="1"/>
            <a:r>
              <a:rPr lang="en-US" altLang="en-US">
                <a:latin typeface="Arial" panose="020B0604020202020204" pitchFamily="34" charset="0"/>
                <a:ea typeface="ＭＳ Ｐゴシック" panose="020B0600070205080204" pitchFamily="34" charset="-128"/>
              </a:rPr>
              <a:t>The key is expanded into 44/52/60 lots of 32-bit words (see later), with 4 used in each round.</a:t>
            </a:r>
          </a:p>
          <a:p>
            <a:pPr eaLnBrk="1" hangingPunct="1"/>
            <a:r>
              <a:rPr lang="en-US" altLang="en-US">
                <a:latin typeface="Arial" panose="020B0604020202020204" pitchFamily="34" charset="0"/>
                <a:ea typeface="ＭＳ Ｐゴシック" panose="020B0600070205080204" pitchFamily="34" charset="-128"/>
              </a:rPr>
              <a:t>The data computation then consists of an “add round key” step, then 9/11/13 rounds with all 4 steps, and a final 10</a:t>
            </a:r>
            <a:r>
              <a:rPr lang="en-US" altLang="en-US" baseline="30000">
                <a:latin typeface="Arial" panose="020B0604020202020204" pitchFamily="34" charset="0"/>
                <a:ea typeface="ＭＳ Ｐゴシック" panose="020B0600070205080204" pitchFamily="34" charset="-128"/>
              </a:rPr>
              <a:t>th</a:t>
            </a:r>
            <a:r>
              <a:rPr lang="en-US" altLang="en-US">
                <a:latin typeface="Arial" panose="020B0604020202020204" pitchFamily="34" charset="0"/>
                <a:ea typeface="ＭＳ Ｐゴシック" panose="020B0600070205080204" pitchFamily="34" charset="-128"/>
              </a:rPr>
              <a:t>/12</a:t>
            </a:r>
            <a:r>
              <a:rPr lang="en-US" altLang="en-US" baseline="30000">
                <a:latin typeface="Arial" panose="020B0604020202020204" pitchFamily="34" charset="0"/>
                <a:ea typeface="ＭＳ Ｐゴシック" panose="020B0600070205080204" pitchFamily="34" charset="-128"/>
              </a:rPr>
              <a:t>th</a:t>
            </a:r>
            <a:r>
              <a:rPr lang="en-US" altLang="en-US">
                <a:latin typeface="Arial" panose="020B0604020202020204" pitchFamily="34" charset="0"/>
                <a:ea typeface="ＭＳ Ｐゴシック" panose="020B0600070205080204" pitchFamily="34" charset="-128"/>
              </a:rPr>
              <a:t>/14</a:t>
            </a:r>
            <a:r>
              <a:rPr lang="en-US" altLang="en-US" baseline="30000">
                <a:latin typeface="Arial" panose="020B0604020202020204" pitchFamily="34" charset="0"/>
                <a:ea typeface="ＭＳ Ｐゴシック" panose="020B0600070205080204" pitchFamily="34" charset="-128"/>
              </a:rPr>
              <a:t>th</a:t>
            </a:r>
            <a:r>
              <a:rPr lang="en-US" altLang="en-US">
                <a:latin typeface="Arial" panose="020B0604020202020204" pitchFamily="34" charset="0"/>
                <a:ea typeface="ＭＳ Ｐゴシック" panose="020B0600070205080204" pitchFamily="34" charset="-128"/>
              </a:rPr>
              <a:t> step of byte subs + mix cols + add round key. This can be viewed as alternating XOR key &amp; scramble data bytes operations. All of the steps are easily reversed, and can be efficiently implemented using XOR’s &amp; table lookups.</a:t>
            </a:r>
          </a:p>
          <a:p>
            <a:endParaRPr lang="en-IN" altLang="en-US">
              <a:latin typeface="Arial" panose="020B0604020202020204" pitchFamily="34" charset="0"/>
              <a:ea typeface="ＭＳ Ｐゴシック" panose="020B0600070205080204" pitchFamily="34" charset="-128"/>
            </a:endParaRPr>
          </a:p>
        </p:txBody>
      </p:sp>
      <p:sp>
        <p:nvSpPr>
          <p:cNvPr id="39940" name="Slide Number Placeholder 3">
            <a:extLst>
              <a:ext uri="{FF2B5EF4-FFF2-40B4-BE49-F238E27FC236}">
                <a16:creationId xmlns:a16="http://schemas.microsoft.com/office/drawing/2014/main" id="{8A142D00-610B-BE47-9315-2CF0376D8131}"/>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fld id="{08963C3C-72F3-6542-9A18-BBA40D1D56C3}" type="slidenum">
              <a:rPr lang="en-AU" altLang="en-US"/>
              <a:pPr/>
              <a:t>19</a:t>
            </a:fld>
            <a:endParaRPr lang="en-AU"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Slide Image Placeholder 1">
            <a:extLst>
              <a:ext uri="{FF2B5EF4-FFF2-40B4-BE49-F238E27FC236}">
                <a16:creationId xmlns:a16="http://schemas.microsoft.com/office/drawing/2014/main" id="{E407DB4A-BFE2-6551-344B-4DFD6E8FAACC}"/>
              </a:ext>
            </a:extLst>
          </p:cNvPr>
          <p:cNvSpPr>
            <a:spLocks noGrp="1" noRot="1" noChangeAspect="1" noTextEdit="1"/>
          </p:cNvSpPr>
          <p:nvPr>
            <p:ph type="sldImg"/>
          </p:nvPr>
        </p:nvSpPr>
        <p:spPr>
          <a:ln/>
        </p:spPr>
      </p:sp>
      <p:sp>
        <p:nvSpPr>
          <p:cNvPr id="51203" name="Notes Placeholder 2">
            <a:extLst>
              <a:ext uri="{FF2B5EF4-FFF2-40B4-BE49-F238E27FC236}">
                <a16:creationId xmlns:a16="http://schemas.microsoft.com/office/drawing/2014/main" id="{1DE0D447-2173-4C59-D674-F9C9D008C73D}"/>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IN" altLang="en-US">
                <a:latin typeface="Arial" panose="020B0604020202020204" pitchFamily="34" charset="0"/>
                <a:ea typeface="ＭＳ Ｐゴシック" panose="020B0600070205080204" pitchFamily="34" charset="-128"/>
              </a:rPr>
              <a:t>X8=X8+X4+X3+X+1</a:t>
            </a:r>
          </a:p>
        </p:txBody>
      </p:sp>
      <p:sp>
        <p:nvSpPr>
          <p:cNvPr id="51204" name="Slide Number Placeholder 3">
            <a:extLst>
              <a:ext uri="{FF2B5EF4-FFF2-40B4-BE49-F238E27FC236}">
                <a16:creationId xmlns:a16="http://schemas.microsoft.com/office/drawing/2014/main" id="{288A4BEF-B739-E556-AC70-721192496DED}"/>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fld id="{EB837469-BE3D-4942-802E-8F0A49F4F976}" type="slidenum">
              <a:rPr lang="en-IN" altLang="en-US"/>
              <a:pPr/>
              <a:t>29</a:t>
            </a:fld>
            <a:endParaRPr lang="en-I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Slide Image Placeholder 1">
            <a:extLst>
              <a:ext uri="{FF2B5EF4-FFF2-40B4-BE49-F238E27FC236}">
                <a16:creationId xmlns:a16="http://schemas.microsoft.com/office/drawing/2014/main" id="{EAF92E58-08E7-696D-1D95-EBC9F9482B6B}"/>
              </a:ext>
            </a:extLst>
          </p:cNvPr>
          <p:cNvSpPr>
            <a:spLocks noGrp="1" noRot="1" noChangeAspect="1" noTextEdit="1"/>
          </p:cNvSpPr>
          <p:nvPr>
            <p:ph type="sldImg"/>
          </p:nvPr>
        </p:nvSpPr>
        <p:spPr>
          <a:ln/>
        </p:spPr>
      </p:sp>
      <p:sp>
        <p:nvSpPr>
          <p:cNvPr id="53251" name="Notes Placeholder 2">
            <a:extLst>
              <a:ext uri="{FF2B5EF4-FFF2-40B4-BE49-F238E27FC236}">
                <a16:creationId xmlns:a16="http://schemas.microsoft.com/office/drawing/2014/main" id="{BD4E5345-F093-3311-201B-D00189E2B3CC}"/>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pPr>
            <a:r>
              <a:rPr lang="en-IN" altLang="en-US">
                <a:latin typeface="Arial" panose="020B0604020202020204" pitchFamily="34" charset="0"/>
                <a:ea typeface="ＭＳ Ｐゴシック" panose="020B0600070205080204" pitchFamily="34" charset="-128"/>
              </a:rPr>
              <a:t>X8=X8+X4+X3+X+1</a:t>
            </a:r>
          </a:p>
          <a:p>
            <a:endParaRPr lang="en-IN" altLang="en-US">
              <a:latin typeface="Arial" panose="020B0604020202020204" pitchFamily="34" charset="0"/>
              <a:ea typeface="ＭＳ Ｐゴシック" panose="020B0600070205080204" pitchFamily="34" charset="-128"/>
            </a:endParaRPr>
          </a:p>
        </p:txBody>
      </p:sp>
      <p:sp>
        <p:nvSpPr>
          <p:cNvPr id="53252" name="Slide Number Placeholder 3">
            <a:extLst>
              <a:ext uri="{FF2B5EF4-FFF2-40B4-BE49-F238E27FC236}">
                <a16:creationId xmlns:a16="http://schemas.microsoft.com/office/drawing/2014/main" id="{3012BD78-0EC9-522A-4FBA-06DAFCF5ABCF}"/>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fld id="{A7DFF8AB-EE16-FE4C-B105-AF625C94CC09}" type="slidenum">
              <a:rPr lang="en-IN" altLang="en-US"/>
              <a:pPr/>
              <a:t>30</a:t>
            </a:fld>
            <a:endParaRPr lang="en-I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hemeOverride" Target="../theme/themeOverride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hemeOverride" Target="../theme/themeOverride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0D86DEB-5EDB-E976-B903-5DA848F4B5A6}"/>
              </a:ext>
            </a:extLst>
          </p:cNvPr>
          <p:cNvSpPr/>
          <p:nvPr/>
        </p:nvSpPr>
        <p:spPr>
          <a:xfrm>
            <a:off x="904875" y="3648075"/>
            <a:ext cx="7315200" cy="1279525"/>
          </a:xfrm>
          <a:prstGeom prst="rect">
            <a:avLst/>
          </a:prstGeom>
          <a:noFill/>
          <a:ln w="6350" cap="rnd" cmpd="sng" algn="ctr">
            <a:solidFill>
              <a:schemeClr val="accent1"/>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lang="en-US"/>
          </a:p>
        </p:txBody>
      </p:sp>
      <p:sp>
        <p:nvSpPr>
          <p:cNvPr id="3" name="Rectangle 2">
            <a:extLst>
              <a:ext uri="{FF2B5EF4-FFF2-40B4-BE49-F238E27FC236}">
                <a16:creationId xmlns:a16="http://schemas.microsoft.com/office/drawing/2014/main" id="{523264DD-8BBF-6260-125E-103896460B76}"/>
              </a:ext>
            </a:extLst>
          </p:cNvPr>
          <p:cNvSpPr/>
          <p:nvPr/>
        </p:nvSpPr>
        <p:spPr>
          <a:xfrm>
            <a:off x="914400" y="5048250"/>
            <a:ext cx="7315200" cy="685800"/>
          </a:xfrm>
          <a:prstGeom prst="rect">
            <a:avLst/>
          </a:prstGeom>
          <a:noFill/>
          <a:ln w="6350" cap="rnd" cmpd="sng" algn="ctr">
            <a:solidFill>
              <a:schemeClr val="accent2"/>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lang="en-US"/>
          </a:p>
        </p:txBody>
      </p:sp>
      <p:sp>
        <p:nvSpPr>
          <p:cNvPr id="4" name="Rectangle 3">
            <a:extLst>
              <a:ext uri="{FF2B5EF4-FFF2-40B4-BE49-F238E27FC236}">
                <a16:creationId xmlns:a16="http://schemas.microsoft.com/office/drawing/2014/main" id="{39F0F087-D829-8399-C572-E8F9F289ED2C}"/>
              </a:ext>
            </a:extLst>
          </p:cNvPr>
          <p:cNvSpPr/>
          <p:nvPr/>
        </p:nvSpPr>
        <p:spPr>
          <a:xfrm>
            <a:off x="904875" y="3648075"/>
            <a:ext cx="228600" cy="1279525"/>
          </a:xfrm>
          <a:prstGeom prst="rect">
            <a:avLst/>
          </a:prstGeom>
          <a:solidFill>
            <a:schemeClr val="accent1"/>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lang="en-US"/>
          </a:p>
        </p:txBody>
      </p:sp>
      <p:sp>
        <p:nvSpPr>
          <p:cNvPr id="5" name="Rectangle 4">
            <a:extLst>
              <a:ext uri="{FF2B5EF4-FFF2-40B4-BE49-F238E27FC236}">
                <a16:creationId xmlns:a16="http://schemas.microsoft.com/office/drawing/2014/main" id="{D9DD3B71-1BFF-A741-9178-1515412C156F}"/>
              </a:ext>
            </a:extLst>
          </p:cNvPr>
          <p:cNvSpPr/>
          <p:nvPr/>
        </p:nvSpPr>
        <p:spPr>
          <a:xfrm>
            <a:off x="914400" y="5048250"/>
            <a:ext cx="228600" cy="685800"/>
          </a:xfrm>
          <a:prstGeom prst="rect">
            <a:avLst/>
          </a:prstGeom>
          <a:solidFill>
            <a:schemeClr val="accent2"/>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lang="en-US"/>
          </a:p>
        </p:txBody>
      </p:sp>
      <p:sp>
        <p:nvSpPr>
          <p:cNvPr id="8" name="Title 7"/>
          <p:cNvSpPr>
            <a:spLocks noGrp="1"/>
          </p:cNvSpPr>
          <p:nvPr>
            <p:ph type="ctrTitle"/>
          </p:nvPr>
        </p:nvSpPr>
        <p:spPr>
          <a:xfrm>
            <a:off x="1219200" y="3886200"/>
            <a:ext cx="6858000" cy="990600"/>
          </a:xfrm>
        </p:spPr>
        <p:txBody>
          <a:bodyPr anchor="t"/>
          <a:lstStyle>
            <a:lvl1pPr algn="r">
              <a:defRPr sz="3200">
                <a:solidFill>
                  <a:schemeClr val="tx1"/>
                </a:solidFill>
              </a:defRPr>
            </a:lvl1pPr>
          </a:lstStyle>
          <a:p>
            <a:r>
              <a:rPr lang="en-US"/>
              <a:t>Click to edit Master title style</a:t>
            </a:r>
          </a:p>
        </p:txBody>
      </p:sp>
      <p:sp>
        <p:nvSpPr>
          <p:cNvPr id="9" name="Subtitle 8"/>
          <p:cNvSpPr>
            <a:spLocks noGrp="1"/>
          </p:cNvSpPr>
          <p:nvPr>
            <p:ph type="subTitle" idx="1"/>
          </p:nvPr>
        </p:nvSpPr>
        <p:spPr>
          <a:xfrm>
            <a:off x="1219200" y="5124450"/>
            <a:ext cx="6858000" cy="533400"/>
          </a:xfrm>
        </p:spPr>
        <p:txBody>
          <a:bodyPr/>
          <a:lstStyle>
            <a:lvl1pPr marL="0" indent="0" algn="r">
              <a:buNone/>
              <a:defRPr sz="2000">
                <a:solidFill>
                  <a:schemeClr val="tx2"/>
                </a:solidFill>
                <a:latin typeface="+mj-lt"/>
                <a:ea typeface="+mj-ea"/>
                <a:cs typeface="+mj-cs"/>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lang="en-US"/>
              <a:t>Click to edit Master subtitle style</a:t>
            </a:r>
          </a:p>
        </p:txBody>
      </p:sp>
      <p:sp>
        <p:nvSpPr>
          <p:cNvPr id="6" name="Date Placeholder 27">
            <a:extLst>
              <a:ext uri="{FF2B5EF4-FFF2-40B4-BE49-F238E27FC236}">
                <a16:creationId xmlns:a16="http://schemas.microsoft.com/office/drawing/2014/main" id="{D7D84919-8EAF-CB51-8D76-0318F458E01D}"/>
              </a:ext>
            </a:extLst>
          </p:cNvPr>
          <p:cNvSpPr>
            <a:spLocks noGrp="1"/>
          </p:cNvSpPr>
          <p:nvPr>
            <p:ph type="dt" sz="half" idx="10"/>
          </p:nvPr>
        </p:nvSpPr>
        <p:spPr>
          <a:xfrm>
            <a:off x="6400800" y="6354763"/>
            <a:ext cx="2286000" cy="366712"/>
          </a:xfrm>
        </p:spPr>
        <p:txBody>
          <a:bodyPr/>
          <a:lstStyle>
            <a:lvl1pPr>
              <a:defRPr sz="1400"/>
            </a:lvl1pPr>
          </a:lstStyle>
          <a:p>
            <a:pPr>
              <a:defRPr/>
            </a:pPr>
            <a:endParaRPr lang="en-US"/>
          </a:p>
        </p:txBody>
      </p:sp>
      <p:sp>
        <p:nvSpPr>
          <p:cNvPr id="7" name="Footer Placeholder 16">
            <a:extLst>
              <a:ext uri="{FF2B5EF4-FFF2-40B4-BE49-F238E27FC236}">
                <a16:creationId xmlns:a16="http://schemas.microsoft.com/office/drawing/2014/main" id="{E4374AD6-607A-FA06-4551-5AB436A65CE1}"/>
              </a:ext>
            </a:extLst>
          </p:cNvPr>
          <p:cNvSpPr>
            <a:spLocks noGrp="1"/>
          </p:cNvSpPr>
          <p:nvPr>
            <p:ph type="ftr" sz="quarter" idx="11"/>
          </p:nvPr>
        </p:nvSpPr>
        <p:spPr>
          <a:xfrm>
            <a:off x="2898775" y="6354763"/>
            <a:ext cx="3475038" cy="366712"/>
          </a:xfrm>
        </p:spPr>
        <p:txBody>
          <a:bodyPr/>
          <a:lstStyle>
            <a:lvl1pPr>
              <a:defRPr/>
            </a:lvl1pPr>
          </a:lstStyle>
          <a:p>
            <a:pPr>
              <a:defRPr/>
            </a:pPr>
            <a:endParaRPr lang="en-US"/>
          </a:p>
        </p:txBody>
      </p:sp>
      <p:sp>
        <p:nvSpPr>
          <p:cNvPr id="10" name="Slide Number Placeholder 28">
            <a:extLst>
              <a:ext uri="{FF2B5EF4-FFF2-40B4-BE49-F238E27FC236}">
                <a16:creationId xmlns:a16="http://schemas.microsoft.com/office/drawing/2014/main" id="{89A6588E-F9A8-1E75-7D52-F871EA5256D3}"/>
              </a:ext>
            </a:extLst>
          </p:cNvPr>
          <p:cNvSpPr>
            <a:spLocks noGrp="1"/>
          </p:cNvSpPr>
          <p:nvPr>
            <p:ph type="sldNum" sz="quarter" idx="12"/>
          </p:nvPr>
        </p:nvSpPr>
        <p:spPr>
          <a:xfrm>
            <a:off x="1216025" y="6354763"/>
            <a:ext cx="1219200" cy="366712"/>
          </a:xfrm>
        </p:spPr>
        <p:txBody>
          <a:bodyPr/>
          <a:lstStyle>
            <a:lvl1pPr>
              <a:defRPr/>
            </a:lvl1pPr>
          </a:lstStyle>
          <a:p>
            <a:fld id="{B108DD11-A218-5848-B607-3EBE48847C5E}" type="slidenum">
              <a:rPr lang="en-US" altLang="en-US"/>
              <a:pPr/>
              <a:t>‹#›</a:t>
            </a:fld>
            <a:endParaRPr lang="en-US" altLang="en-US"/>
          </a:p>
        </p:txBody>
      </p:sp>
    </p:spTree>
    <p:extLst>
      <p:ext uri="{BB962C8B-B14F-4D97-AF65-F5344CB8AC3E}">
        <p14:creationId xmlns:p14="http://schemas.microsoft.com/office/powerpoint/2010/main" val="305079453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8" name="Content Placeholder 7"/>
          <p:cNvSpPr>
            <a:spLocks noGrp="1"/>
          </p:cNvSpPr>
          <p:nvPr>
            <p:ph sz="quarter" idx="1"/>
          </p:nvPr>
        </p:nvSpPr>
        <p:spPr>
          <a:xfrm>
            <a:off x="457200" y="1219200"/>
            <a:ext cx="8229600" cy="49377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Date Placeholder 13">
            <a:extLst>
              <a:ext uri="{FF2B5EF4-FFF2-40B4-BE49-F238E27FC236}">
                <a16:creationId xmlns:a16="http://schemas.microsoft.com/office/drawing/2014/main" id="{61BF6B67-7A33-0A60-E227-F7424B36254D}"/>
              </a:ext>
            </a:extLst>
          </p:cNvPr>
          <p:cNvSpPr>
            <a:spLocks noGrp="1"/>
          </p:cNvSpPr>
          <p:nvPr>
            <p:ph type="dt" sz="half" idx="10"/>
          </p:nvPr>
        </p:nvSpPr>
        <p:spPr/>
        <p:txBody>
          <a:bodyPr/>
          <a:lstStyle>
            <a:lvl1pPr>
              <a:defRPr/>
            </a:lvl1pPr>
          </a:lstStyle>
          <a:p>
            <a:pPr>
              <a:defRPr/>
            </a:pPr>
            <a:endParaRPr lang="en-US"/>
          </a:p>
        </p:txBody>
      </p:sp>
      <p:sp>
        <p:nvSpPr>
          <p:cNvPr id="4" name="Footer Placeholder 2">
            <a:extLst>
              <a:ext uri="{FF2B5EF4-FFF2-40B4-BE49-F238E27FC236}">
                <a16:creationId xmlns:a16="http://schemas.microsoft.com/office/drawing/2014/main" id="{5F30E79C-0B9A-DB9D-9A25-B2E8CFEA5940}"/>
              </a:ext>
            </a:extLst>
          </p:cNvPr>
          <p:cNvSpPr>
            <a:spLocks noGrp="1"/>
          </p:cNvSpPr>
          <p:nvPr>
            <p:ph type="ftr" sz="quarter" idx="11"/>
          </p:nvPr>
        </p:nvSpPr>
        <p:spPr/>
        <p:txBody>
          <a:bodyPr/>
          <a:lstStyle>
            <a:lvl1pPr>
              <a:defRPr/>
            </a:lvl1pPr>
          </a:lstStyle>
          <a:p>
            <a:pPr>
              <a:defRPr/>
            </a:pPr>
            <a:endParaRPr lang="en-US"/>
          </a:p>
        </p:txBody>
      </p:sp>
      <p:sp>
        <p:nvSpPr>
          <p:cNvPr id="5" name="Slide Number Placeholder 22">
            <a:extLst>
              <a:ext uri="{FF2B5EF4-FFF2-40B4-BE49-F238E27FC236}">
                <a16:creationId xmlns:a16="http://schemas.microsoft.com/office/drawing/2014/main" id="{6DAAFA1E-8379-42F7-A321-445D8FDA487B}"/>
              </a:ext>
            </a:extLst>
          </p:cNvPr>
          <p:cNvSpPr>
            <a:spLocks noGrp="1"/>
          </p:cNvSpPr>
          <p:nvPr>
            <p:ph type="sldNum" sz="quarter" idx="12"/>
          </p:nvPr>
        </p:nvSpPr>
        <p:spPr/>
        <p:txBody>
          <a:bodyPr/>
          <a:lstStyle>
            <a:lvl1pPr>
              <a:defRPr/>
            </a:lvl1pPr>
          </a:lstStyle>
          <a:p>
            <a:fld id="{A5A7D78E-6C54-3742-A07F-9A3E12D654B5}" type="slidenum">
              <a:rPr lang="en-US" altLang="en-US"/>
              <a:pPr/>
              <a:t>‹#›</a:t>
            </a:fld>
            <a:endParaRPr lang="en-US" altLang="en-US"/>
          </a:p>
        </p:txBody>
      </p:sp>
    </p:spTree>
    <p:extLst>
      <p:ext uri="{BB962C8B-B14F-4D97-AF65-F5344CB8AC3E}">
        <p14:creationId xmlns:p14="http://schemas.microsoft.com/office/powerpoint/2010/main" val="59056976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2"/>
        </a:solidFill>
        <a:effectLst/>
      </p:bgPr>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4B0AF72D-6146-370A-F9DA-FA87BF3FB1B9}"/>
              </a:ext>
            </a:extLst>
          </p:cNvPr>
          <p:cNvSpPr/>
          <p:nvPr/>
        </p:nvSpPr>
        <p:spPr>
          <a:xfrm>
            <a:off x="914400" y="2819400"/>
            <a:ext cx="7315200" cy="1279525"/>
          </a:xfrm>
          <a:prstGeom prst="rect">
            <a:avLst/>
          </a:prstGeom>
          <a:noFill/>
          <a:ln w="6350" cap="rnd" cmpd="sng" algn="ctr">
            <a:solidFill>
              <a:schemeClr val="accent1"/>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lang="en-US"/>
          </a:p>
        </p:txBody>
      </p:sp>
      <p:sp>
        <p:nvSpPr>
          <p:cNvPr id="5" name="Rectangle 4">
            <a:extLst>
              <a:ext uri="{FF2B5EF4-FFF2-40B4-BE49-F238E27FC236}">
                <a16:creationId xmlns:a16="http://schemas.microsoft.com/office/drawing/2014/main" id="{42B59102-3966-0B99-29CD-D43A2453E39A}"/>
              </a:ext>
            </a:extLst>
          </p:cNvPr>
          <p:cNvSpPr/>
          <p:nvPr/>
        </p:nvSpPr>
        <p:spPr>
          <a:xfrm>
            <a:off x="914400" y="2819400"/>
            <a:ext cx="228600" cy="1279525"/>
          </a:xfrm>
          <a:prstGeom prst="rect">
            <a:avLst/>
          </a:prstGeom>
          <a:solidFill>
            <a:schemeClr val="accent1"/>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lang="en-US"/>
          </a:p>
        </p:txBody>
      </p:sp>
      <p:sp>
        <p:nvSpPr>
          <p:cNvPr id="2" name="Title 1"/>
          <p:cNvSpPr>
            <a:spLocks noGrp="1"/>
          </p:cNvSpPr>
          <p:nvPr>
            <p:ph type="title"/>
          </p:nvPr>
        </p:nvSpPr>
        <p:spPr>
          <a:xfrm>
            <a:off x="1219200" y="2971800"/>
            <a:ext cx="6858000" cy="1066800"/>
          </a:xfrm>
        </p:spPr>
        <p:txBody>
          <a:bodyPr anchor="t"/>
          <a:lstStyle>
            <a:lvl1pPr algn="r">
              <a:buNone/>
              <a:defRPr sz="3200" b="0" cap="none" baseline="0"/>
            </a:lvl1pPr>
          </a:lstStyle>
          <a:p>
            <a:r>
              <a:rPr lang="en-US"/>
              <a:t>Click to edit Master title style</a:t>
            </a:r>
          </a:p>
        </p:txBody>
      </p:sp>
      <p:sp>
        <p:nvSpPr>
          <p:cNvPr id="3" name="Text Placeholder 2"/>
          <p:cNvSpPr>
            <a:spLocks noGrp="1"/>
          </p:cNvSpPr>
          <p:nvPr>
            <p:ph type="body" idx="1"/>
          </p:nvPr>
        </p:nvSpPr>
        <p:spPr>
          <a:xfrm>
            <a:off x="1295400" y="4267200"/>
            <a:ext cx="6781800" cy="1143000"/>
          </a:xfrm>
        </p:spPr>
        <p:txBody>
          <a:bodyPr/>
          <a:lstStyle>
            <a:lvl1pPr marL="0" indent="0" algn="r">
              <a:buNone/>
              <a:defRPr sz="2000">
                <a:solidFill>
                  <a:schemeClr val="tx1">
                    <a:tint val="75000"/>
                  </a:schemeClr>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a:r>
              <a:rPr lang="en-US"/>
              <a:t>Click to edit Master text styles</a:t>
            </a:r>
          </a:p>
        </p:txBody>
      </p:sp>
      <p:sp>
        <p:nvSpPr>
          <p:cNvPr id="6" name="Date Placeholder 3">
            <a:extLst>
              <a:ext uri="{FF2B5EF4-FFF2-40B4-BE49-F238E27FC236}">
                <a16:creationId xmlns:a16="http://schemas.microsoft.com/office/drawing/2014/main" id="{2722A199-EE32-6925-ACA4-33CC4A6F7C7C}"/>
              </a:ext>
            </a:extLst>
          </p:cNvPr>
          <p:cNvSpPr>
            <a:spLocks noGrp="1"/>
          </p:cNvSpPr>
          <p:nvPr>
            <p:ph type="dt" sz="half" idx="10"/>
          </p:nvPr>
        </p:nvSpPr>
        <p:spPr>
          <a:xfrm>
            <a:off x="6400800" y="6354763"/>
            <a:ext cx="2286000" cy="366712"/>
          </a:xfrm>
        </p:spPr>
        <p:txBody>
          <a:bodyPr/>
          <a:lstStyle>
            <a:lvl1pPr>
              <a:defRPr/>
            </a:lvl1pPr>
          </a:lstStyle>
          <a:p>
            <a:pPr>
              <a:defRPr/>
            </a:pPr>
            <a:endParaRPr lang="en-US"/>
          </a:p>
        </p:txBody>
      </p:sp>
      <p:sp>
        <p:nvSpPr>
          <p:cNvPr id="7" name="Footer Placeholder 4">
            <a:extLst>
              <a:ext uri="{FF2B5EF4-FFF2-40B4-BE49-F238E27FC236}">
                <a16:creationId xmlns:a16="http://schemas.microsoft.com/office/drawing/2014/main" id="{A847A243-22AF-1117-8F80-2D74450B7F86}"/>
              </a:ext>
            </a:extLst>
          </p:cNvPr>
          <p:cNvSpPr>
            <a:spLocks noGrp="1"/>
          </p:cNvSpPr>
          <p:nvPr>
            <p:ph type="ftr" sz="quarter" idx="11"/>
          </p:nvPr>
        </p:nvSpPr>
        <p:spPr>
          <a:xfrm>
            <a:off x="2898775" y="6354763"/>
            <a:ext cx="3475038" cy="366712"/>
          </a:xfrm>
        </p:spPr>
        <p:txBody>
          <a:bodyPr/>
          <a:lstStyle>
            <a:lvl1pPr>
              <a:defRPr/>
            </a:lvl1pPr>
          </a:lstStyle>
          <a:p>
            <a:pPr>
              <a:defRPr/>
            </a:pPr>
            <a:endParaRPr lang="en-US"/>
          </a:p>
        </p:txBody>
      </p:sp>
      <p:sp>
        <p:nvSpPr>
          <p:cNvPr id="8" name="Slide Number Placeholder 5">
            <a:extLst>
              <a:ext uri="{FF2B5EF4-FFF2-40B4-BE49-F238E27FC236}">
                <a16:creationId xmlns:a16="http://schemas.microsoft.com/office/drawing/2014/main" id="{6C0F2F40-28A9-AFEC-842E-64B2A0A5E01B}"/>
              </a:ext>
            </a:extLst>
          </p:cNvPr>
          <p:cNvSpPr>
            <a:spLocks noGrp="1"/>
          </p:cNvSpPr>
          <p:nvPr>
            <p:ph type="sldNum" sz="quarter" idx="12"/>
          </p:nvPr>
        </p:nvSpPr>
        <p:spPr>
          <a:xfrm>
            <a:off x="1069975" y="6354763"/>
            <a:ext cx="1520825" cy="366712"/>
          </a:xfrm>
        </p:spPr>
        <p:txBody>
          <a:bodyPr/>
          <a:lstStyle>
            <a:lvl1pPr>
              <a:defRPr/>
            </a:lvl1pPr>
          </a:lstStyle>
          <a:p>
            <a:fld id="{654BB0DB-2F8F-8649-94F0-2FEBE9A7C6E9}" type="slidenum">
              <a:rPr lang="en-US" altLang="en-US"/>
              <a:pPr/>
              <a:t>‹#›</a:t>
            </a:fld>
            <a:endParaRPr lang="en-US" altLang="en-US"/>
          </a:p>
        </p:txBody>
      </p:sp>
    </p:spTree>
    <p:extLst>
      <p:ext uri="{BB962C8B-B14F-4D97-AF65-F5344CB8AC3E}">
        <p14:creationId xmlns:p14="http://schemas.microsoft.com/office/powerpoint/2010/main" val="2092729457"/>
      </p:ext>
    </p:extLst>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914400"/>
          </a:xfrm>
        </p:spPr>
        <p:txBody>
          <a:bodyPr/>
          <a:lstStyle/>
          <a:p>
            <a:r>
              <a:rPr lang="en-US"/>
              <a:t>Click to edit Master title style</a:t>
            </a:r>
          </a:p>
        </p:txBody>
      </p:sp>
      <p:sp>
        <p:nvSpPr>
          <p:cNvPr id="9" name="Content Placeholder 8"/>
          <p:cNvSpPr>
            <a:spLocks noGrp="1"/>
          </p:cNvSpPr>
          <p:nvPr>
            <p:ph sz="quarter" idx="1"/>
          </p:nvPr>
        </p:nvSpPr>
        <p:spPr>
          <a:xfrm>
            <a:off x="457200" y="1219200"/>
            <a:ext cx="4041648" cy="49377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Content Placeholder 10"/>
          <p:cNvSpPr>
            <a:spLocks noGrp="1"/>
          </p:cNvSpPr>
          <p:nvPr>
            <p:ph sz="quarter" idx="2"/>
          </p:nvPr>
        </p:nvSpPr>
        <p:spPr>
          <a:xfrm>
            <a:off x="4632198" y="1216152"/>
            <a:ext cx="4041648" cy="49377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Date Placeholder 13">
            <a:extLst>
              <a:ext uri="{FF2B5EF4-FFF2-40B4-BE49-F238E27FC236}">
                <a16:creationId xmlns:a16="http://schemas.microsoft.com/office/drawing/2014/main" id="{4C4F3BBA-D8D5-8B76-7113-50E6E1F1E10E}"/>
              </a:ext>
            </a:extLst>
          </p:cNvPr>
          <p:cNvSpPr>
            <a:spLocks noGrp="1"/>
          </p:cNvSpPr>
          <p:nvPr>
            <p:ph type="dt" sz="half" idx="10"/>
          </p:nvPr>
        </p:nvSpPr>
        <p:spPr/>
        <p:txBody>
          <a:bodyPr/>
          <a:lstStyle>
            <a:lvl1pPr>
              <a:defRPr/>
            </a:lvl1pPr>
          </a:lstStyle>
          <a:p>
            <a:pPr>
              <a:defRPr/>
            </a:pPr>
            <a:endParaRPr lang="en-US"/>
          </a:p>
        </p:txBody>
      </p:sp>
      <p:sp>
        <p:nvSpPr>
          <p:cNvPr id="4" name="Footer Placeholder 2">
            <a:extLst>
              <a:ext uri="{FF2B5EF4-FFF2-40B4-BE49-F238E27FC236}">
                <a16:creationId xmlns:a16="http://schemas.microsoft.com/office/drawing/2014/main" id="{233CE1ED-9227-63E5-9B10-4FC96A2046B4}"/>
              </a:ext>
            </a:extLst>
          </p:cNvPr>
          <p:cNvSpPr>
            <a:spLocks noGrp="1"/>
          </p:cNvSpPr>
          <p:nvPr>
            <p:ph type="ftr" sz="quarter" idx="11"/>
          </p:nvPr>
        </p:nvSpPr>
        <p:spPr/>
        <p:txBody>
          <a:bodyPr/>
          <a:lstStyle>
            <a:lvl1pPr>
              <a:defRPr/>
            </a:lvl1pPr>
          </a:lstStyle>
          <a:p>
            <a:pPr>
              <a:defRPr/>
            </a:pPr>
            <a:endParaRPr lang="en-US"/>
          </a:p>
        </p:txBody>
      </p:sp>
      <p:sp>
        <p:nvSpPr>
          <p:cNvPr id="5" name="Slide Number Placeholder 22">
            <a:extLst>
              <a:ext uri="{FF2B5EF4-FFF2-40B4-BE49-F238E27FC236}">
                <a16:creationId xmlns:a16="http://schemas.microsoft.com/office/drawing/2014/main" id="{600A7867-0B5E-3112-E563-E039688AA783}"/>
              </a:ext>
            </a:extLst>
          </p:cNvPr>
          <p:cNvSpPr>
            <a:spLocks noGrp="1"/>
          </p:cNvSpPr>
          <p:nvPr>
            <p:ph type="sldNum" sz="quarter" idx="12"/>
          </p:nvPr>
        </p:nvSpPr>
        <p:spPr/>
        <p:txBody>
          <a:bodyPr/>
          <a:lstStyle>
            <a:lvl1pPr>
              <a:defRPr/>
            </a:lvl1pPr>
          </a:lstStyle>
          <a:p>
            <a:fld id="{B568B933-DCD6-724D-BF9B-AEAF5C6BE7A4}" type="slidenum">
              <a:rPr lang="en-US" altLang="en-US"/>
              <a:pPr/>
              <a:t>‹#›</a:t>
            </a:fld>
            <a:endParaRPr lang="en-US" altLang="en-US"/>
          </a:p>
        </p:txBody>
      </p:sp>
    </p:spTree>
    <p:extLst>
      <p:ext uri="{BB962C8B-B14F-4D97-AF65-F5344CB8AC3E}">
        <p14:creationId xmlns:p14="http://schemas.microsoft.com/office/powerpoint/2010/main" val="406611842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914400"/>
          </a:xfrm>
        </p:spPr>
        <p:txBody>
          <a:bodyPr anchor="ctr"/>
          <a:lstStyle>
            <a:lvl1pPr>
              <a:defRPr/>
            </a:lvl1pPr>
          </a:lstStyle>
          <a:p>
            <a:r>
              <a:rPr lang="en-US"/>
              <a:t>Click to edit Master title style</a:t>
            </a:r>
          </a:p>
        </p:txBody>
      </p:sp>
      <p:sp>
        <p:nvSpPr>
          <p:cNvPr id="3" name="Text Placeholder 2"/>
          <p:cNvSpPr>
            <a:spLocks noGrp="1"/>
          </p:cNvSpPr>
          <p:nvPr>
            <p:ph type="body" idx="1"/>
          </p:nvPr>
        </p:nvSpPr>
        <p:spPr>
          <a:xfrm>
            <a:off x="457200" y="1285875"/>
            <a:ext cx="4040188" cy="685800"/>
          </a:xfrm>
          <a:noFill/>
          <a:ln>
            <a:noFill/>
          </a:ln>
        </p:spPr>
        <p:txBody>
          <a:bodyPr anchor="b">
            <a:noAutofit/>
          </a:bodyPr>
          <a:lstStyle>
            <a:lvl1pPr marL="0" indent="0">
              <a:buNone/>
              <a:defRPr sz="2400" b="1">
                <a:solidFill>
                  <a:schemeClr val="accent2"/>
                </a:solidFill>
              </a:defRPr>
            </a:lvl1pPr>
            <a:lvl2pPr>
              <a:buNone/>
              <a:defRPr sz="2000" b="1"/>
            </a:lvl2pPr>
            <a:lvl3pPr>
              <a:buNone/>
              <a:defRPr sz="1800" b="1"/>
            </a:lvl3pPr>
            <a:lvl4pPr>
              <a:buNone/>
              <a:defRPr sz="1600" b="1"/>
            </a:lvl4pPr>
            <a:lvl5pPr>
              <a:buNone/>
              <a:defRPr sz="1600" b="1"/>
            </a:lvl5pPr>
          </a:lstStyle>
          <a:p>
            <a:pPr lvl="0"/>
            <a:r>
              <a:rPr lang="en-US"/>
              <a:t>Click to edit Master text styles</a:t>
            </a:r>
          </a:p>
        </p:txBody>
      </p:sp>
      <p:sp>
        <p:nvSpPr>
          <p:cNvPr id="4" name="Text Placeholder 3"/>
          <p:cNvSpPr>
            <a:spLocks noGrp="1"/>
          </p:cNvSpPr>
          <p:nvPr>
            <p:ph type="body" sz="half" idx="3"/>
          </p:nvPr>
        </p:nvSpPr>
        <p:spPr>
          <a:xfrm>
            <a:off x="4648200" y="1295400"/>
            <a:ext cx="4041775" cy="685800"/>
          </a:xfrm>
          <a:noFill/>
          <a:ln>
            <a:noFill/>
          </a:ln>
        </p:spPr>
        <p:txBody>
          <a:bodyPr anchor="b"/>
          <a:lstStyle>
            <a:lvl1pPr marL="0" indent="0">
              <a:buNone/>
              <a:defRPr sz="2400" b="1">
                <a:solidFill>
                  <a:schemeClr val="accent2"/>
                </a:solidFill>
              </a:defRPr>
            </a:lvl1pPr>
            <a:lvl2pPr>
              <a:buNone/>
              <a:defRPr sz="2000" b="1"/>
            </a:lvl2pPr>
            <a:lvl3pPr>
              <a:buNone/>
              <a:defRPr sz="1800" b="1"/>
            </a:lvl3pPr>
            <a:lvl4pPr>
              <a:buNone/>
              <a:defRPr sz="1600" b="1"/>
            </a:lvl4pPr>
            <a:lvl5pPr>
              <a:buNone/>
              <a:defRPr sz="1600" b="1"/>
            </a:lvl5pPr>
          </a:lstStyle>
          <a:p>
            <a:pPr lvl="0"/>
            <a:r>
              <a:rPr lang="en-US"/>
              <a:t>Click to edit Master text styles</a:t>
            </a:r>
          </a:p>
        </p:txBody>
      </p:sp>
      <p:sp>
        <p:nvSpPr>
          <p:cNvPr id="11" name="Content Placeholder 10"/>
          <p:cNvSpPr>
            <a:spLocks noGrp="1"/>
          </p:cNvSpPr>
          <p:nvPr>
            <p:ph sz="quarter" idx="2"/>
          </p:nvPr>
        </p:nvSpPr>
        <p:spPr>
          <a:xfrm>
            <a:off x="457200" y="2133600"/>
            <a:ext cx="4038600" cy="40386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Content Placeholder 12"/>
          <p:cNvSpPr>
            <a:spLocks noGrp="1"/>
          </p:cNvSpPr>
          <p:nvPr>
            <p:ph sz="quarter" idx="4"/>
          </p:nvPr>
        </p:nvSpPr>
        <p:spPr>
          <a:xfrm>
            <a:off x="4648200" y="2133600"/>
            <a:ext cx="4038600" cy="40386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13">
            <a:extLst>
              <a:ext uri="{FF2B5EF4-FFF2-40B4-BE49-F238E27FC236}">
                <a16:creationId xmlns:a16="http://schemas.microsoft.com/office/drawing/2014/main" id="{3F7A41EF-3944-7BFF-14E1-C5E51E95342C}"/>
              </a:ext>
            </a:extLst>
          </p:cNvPr>
          <p:cNvSpPr>
            <a:spLocks noGrp="1"/>
          </p:cNvSpPr>
          <p:nvPr>
            <p:ph type="dt" sz="half" idx="10"/>
          </p:nvPr>
        </p:nvSpPr>
        <p:spPr/>
        <p:txBody>
          <a:bodyPr/>
          <a:lstStyle>
            <a:lvl1pPr>
              <a:defRPr/>
            </a:lvl1pPr>
          </a:lstStyle>
          <a:p>
            <a:pPr>
              <a:defRPr/>
            </a:pPr>
            <a:endParaRPr lang="en-US"/>
          </a:p>
        </p:txBody>
      </p:sp>
      <p:sp>
        <p:nvSpPr>
          <p:cNvPr id="6" name="Footer Placeholder 2">
            <a:extLst>
              <a:ext uri="{FF2B5EF4-FFF2-40B4-BE49-F238E27FC236}">
                <a16:creationId xmlns:a16="http://schemas.microsoft.com/office/drawing/2014/main" id="{253B0F3D-A607-1BC3-3FF0-D28BF36A4893}"/>
              </a:ext>
            </a:extLst>
          </p:cNvPr>
          <p:cNvSpPr>
            <a:spLocks noGrp="1"/>
          </p:cNvSpPr>
          <p:nvPr>
            <p:ph type="ftr" sz="quarter" idx="11"/>
          </p:nvPr>
        </p:nvSpPr>
        <p:spPr/>
        <p:txBody>
          <a:bodyPr/>
          <a:lstStyle>
            <a:lvl1pPr>
              <a:defRPr/>
            </a:lvl1pPr>
          </a:lstStyle>
          <a:p>
            <a:pPr>
              <a:defRPr/>
            </a:pPr>
            <a:endParaRPr lang="en-US"/>
          </a:p>
        </p:txBody>
      </p:sp>
      <p:sp>
        <p:nvSpPr>
          <p:cNvPr id="7" name="Slide Number Placeholder 22">
            <a:extLst>
              <a:ext uri="{FF2B5EF4-FFF2-40B4-BE49-F238E27FC236}">
                <a16:creationId xmlns:a16="http://schemas.microsoft.com/office/drawing/2014/main" id="{37C109DE-5823-9563-52A4-C5FCF5CCE6F8}"/>
              </a:ext>
            </a:extLst>
          </p:cNvPr>
          <p:cNvSpPr>
            <a:spLocks noGrp="1"/>
          </p:cNvSpPr>
          <p:nvPr>
            <p:ph type="sldNum" sz="quarter" idx="12"/>
          </p:nvPr>
        </p:nvSpPr>
        <p:spPr/>
        <p:txBody>
          <a:bodyPr/>
          <a:lstStyle>
            <a:lvl1pPr>
              <a:defRPr/>
            </a:lvl1pPr>
          </a:lstStyle>
          <a:p>
            <a:fld id="{7C8A25FA-5663-4841-AE0F-2DCC9E6D93FA}" type="slidenum">
              <a:rPr lang="en-US" altLang="en-US"/>
              <a:pPr/>
              <a:t>‹#›</a:t>
            </a:fld>
            <a:endParaRPr lang="en-US" altLang="en-US"/>
          </a:p>
        </p:txBody>
      </p:sp>
    </p:spTree>
    <p:extLst>
      <p:ext uri="{BB962C8B-B14F-4D97-AF65-F5344CB8AC3E}">
        <p14:creationId xmlns:p14="http://schemas.microsoft.com/office/powerpoint/2010/main" val="216391899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3" name="Isosceles Triangle 10">
            <a:extLst>
              <a:ext uri="{FF2B5EF4-FFF2-40B4-BE49-F238E27FC236}">
                <a16:creationId xmlns:a16="http://schemas.microsoft.com/office/drawing/2014/main" id="{48AF01DA-FF85-28EB-B49F-D0831BBD9EEE}"/>
              </a:ext>
            </a:extLst>
          </p:cNvPr>
          <p:cNvSpPr>
            <a:spLocks noChangeAspect="1"/>
          </p:cNvSpPr>
          <p:nvPr/>
        </p:nvSpPr>
        <p:spPr>
          <a:xfrm rot="5400000">
            <a:off x="419100" y="6467475"/>
            <a:ext cx="190500" cy="120650"/>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lang="en-US"/>
          </a:p>
        </p:txBody>
      </p:sp>
      <p:sp>
        <p:nvSpPr>
          <p:cNvPr id="2" name="Title 1"/>
          <p:cNvSpPr>
            <a:spLocks noGrp="1"/>
          </p:cNvSpPr>
          <p:nvPr>
            <p:ph type="title"/>
          </p:nvPr>
        </p:nvSpPr>
        <p:spPr>
          <a:xfrm>
            <a:off x="457200" y="228600"/>
            <a:ext cx="8229600" cy="914400"/>
          </a:xfrm>
        </p:spPr>
        <p:txBody>
          <a:bodyPr/>
          <a:lstStyle/>
          <a:p>
            <a:r>
              <a:rPr lang="en-US"/>
              <a:t>Click to edit Master title style</a:t>
            </a:r>
          </a:p>
        </p:txBody>
      </p:sp>
      <p:sp>
        <p:nvSpPr>
          <p:cNvPr id="4" name="Date Placeholder 2">
            <a:extLst>
              <a:ext uri="{FF2B5EF4-FFF2-40B4-BE49-F238E27FC236}">
                <a16:creationId xmlns:a16="http://schemas.microsoft.com/office/drawing/2014/main" id="{7CF8F4E3-7F6B-57D1-E92C-08EE5EB3DED2}"/>
              </a:ext>
            </a:extLst>
          </p:cNvPr>
          <p:cNvSpPr>
            <a:spLocks noGrp="1"/>
          </p:cNvSpPr>
          <p:nvPr>
            <p:ph type="dt" sz="half" idx="10"/>
          </p:nvPr>
        </p:nvSpPr>
        <p:spPr/>
        <p:txBody>
          <a:bodyPr/>
          <a:lstStyle>
            <a:lvl1pPr>
              <a:defRPr/>
            </a:lvl1pPr>
          </a:lstStyle>
          <a:p>
            <a:pPr>
              <a:defRPr/>
            </a:pPr>
            <a:endParaRPr lang="en-US"/>
          </a:p>
        </p:txBody>
      </p:sp>
      <p:sp>
        <p:nvSpPr>
          <p:cNvPr id="5" name="Footer Placeholder 3">
            <a:extLst>
              <a:ext uri="{FF2B5EF4-FFF2-40B4-BE49-F238E27FC236}">
                <a16:creationId xmlns:a16="http://schemas.microsoft.com/office/drawing/2014/main" id="{343F89BF-CD3A-A29E-78A8-B057A9790CB6}"/>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4">
            <a:extLst>
              <a:ext uri="{FF2B5EF4-FFF2-40B4-BE49-F238E27FC236}">
                <a16:creationId xmlns:a16="http://schemas.microsoft.com/office/drawing/2014/main" id="{B5729AFD-A469-BDCB-669A-CA1665010275}"/>
              </a:ext>
            </a:extLst>
          </p:cNvPr>
          <p:cNvSpPr>
            <a:spLocks noGrp="1"/>
          </p:cNvSpPr>
          <p:nvPr>
            <p:ph type="sldNum" sz="quarter" idx="12"/>
          </p:nvPr>
        </p:nvSpPr>
        <p:spPr/>
        <p:txBody>
          <a:bodyPr/>
          <a:lstStyle>
            <a:lvl1pPr>
              <a:defRPr/>
            </a:lvl1pPr>
          </a:lstStyle>
          <a:p>
            <a:fld id="{F171E5D7-E2A1-C546-8756-8120469FB8E9}" type="slidenum">
              <a:rPr lang="en-US" altLang="en-US"/>
              <a:pPr/>
              <a:t>‹#›</a:t>
            </a:fld>
            <a:endParaRPr lang="en-US" altLang="en-US"/>
          </a:p>
        </p:txBody>
      </p:sp>
    </p:spTree>
    <p:extLst>
      <p:ext uri="{BB962C8B-B14F-4D97-AF65-F5344CB8AC3E}">
        <p14:creationId xmlns:p14="http://schemas.microsoft.com/office/powerpoint/2010/main" val="224759820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Straight Connector 10">
            <a:extLst>
              <a:ext uri="{FF2B5EF4-FFF2-40B4-BE49-F238E27FC236}">
                <a16:creationId xmlns:a16="http://schemas.microsoft.com/office/drawing/2014/main" id="{36C65A67-7445-22C4-1105-F8BCE2A46114}"/>
              </a:ext>
            </a:extLst>
          </p:cNvPr>
          <p:cNvSpPr>
            <a:spLocks noChangeShapeType="1"/>
          </p:cNvSpPr>
          <p:nvPr/>
        </p:nvSpPr>
        <p:spPr bwMode="auto">
          <a:xfrm>
            <a:off x="457200" y="6353175"/>
            <a:ext cx="8229600" cy="0"/>
          </a:xfrm>
          <a:prstGeom prst="line">
            <a:avLst/>
          </a:prstGeom>
          <a:noFill/>
          <a:ln w="9525" algn="ctr">
            <a:solidFill>
              <a:schemeClr val="accent2"/>
            </a:solidFill>
            <a:prstDash val="dash"/>
            <a:round/>
            <a:headEnd/>
            <a:tailEnd/>
          </a:ln>
          <a:extLst>
            <a:ext uri="{909E8E84-426E-40DD-AFC4-6F175D3DCCD1}">
              <a14:hiddenFill xmlns:a14="http://schemas.microsoft.com/office/drawing/2010/main">
                <a:noFill/>
              </a14:hiddenFill>
            </a:ext>
          </a:extLst>
        </p:spPr>
        <p:txBody>
          <a:bodyPr/>
          <a:lstStyle/>
          <a:p>
            <a:endParaRPr/>
          </a:p>
        </p:txBody>
      </p:sp>
      <p:sp>
        <p:nvSpPr>
          <p:cNvPr id="3" name="Isosceles Triangle 11">
            <a:extLst>
              <a:ext uri="{FF2B5EF4-FFF2-40B4-BE49-F238E27FC236}">
                <a16:creationId xmlns:a16="http://schemas.microsoft.com/office/drawing/2014/main" id="{F8393FC9-9842-5BBC-E2F1-0AE50B3E4D70}"/>
              </a:ext>
            </a:extLst>
          </p:cNvPr>
          <p:cNvSpPr>
            <a:spLocks noChangeAspect="1"/>
          </p:cNvSpPr>
          <p:nvPr/>
        </p:nvSpPr>
        <p:spPr>
          <a:xfrm rot="5400000">
            <a:off x="419100" y="6467475"/>
            <a:ext cx="190500" cy="120650"/>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lang="en-US"/>
          </a:p>
        </p:txBody>
      </p:sp>
      <p:sp>
        <p:nvSpPr>
          <p:cNvPr id="4" name="Date Placeholder 1">
            <a:extLst>
              <a:ext uri="{FF2B5EF4-FFF2-40B4-BE49-F238E27FC236}">
                <a16:creationId xmlns:a16="http://schemas.microsoft.com/office/drawing/2014/main" id="{2E8C8069-F992-AA40-66E6-527EB5FA32C9}"/>
              </a:ext>
            </a:extLst>
          </p:cNvPr>
          <p:cNvSpPr>
            <a:spLocks noGrp="1"/>
          </p:cNvSpPr>
          <p:nvPr>
            <p:ph type="dt" sz="half" idx="10"/>
          </p:nvPr>
        </p:nvSpPr>
        <p:spPr/>
        <p:txBody>
          <a:bodyPr/>
          <a:lstStyle>
            <a:lvl1pPr>
              <a:defRPr/>
            </a:lvl1pPr>
          </a:lstStyle>
          <a:p>
            <a:pPr>
              <a:defRPr/>
            </a:pPr>
            <a:endParaRPr lang="en-US"/>
          </a:p>
        </p:txBody>
      </p:sp>
      <p:sp>
        <p:nvSpPr>
          <p:cNvPr id="5" name="Footer Placeholder 2">
            <a:extLst>
              <a:ext uri="{FF2B5EF4-FFF2-40B4-BE49-F238E27FC236}">
                <a16:creationId xmlns:a16="http://schemas.microsoft.com/office/drawing/2014/main" id="{747D09B9-5CB7-69CA-DD15-8F573A49EDDE}"/>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3">
            <a:extLst>
              <a:ext uri="{FF2B5EF4-FFF2-40B4-BE49-F238E27FC236}">
                <a16:creationId xmlns:a16="http://schemas.microsoft.com/office/drawing/2014/main" id="{FDFCC2EC-0FB3-AB77-9D3D-FF672BD5B204}"/>
              </a:ext>
            </a:extLst>
          </p:cNvPr>
          <p:cNvSpPr>
            <a:spLocks noGrp="1"/>
          </p:cNvSpPr>
          <p:nvPr>
            <p:ph type="sldNum" sz="quarter" idx="12"/>
          </p:nvPr>
        </p:nvSpPr>
        <p:spPr/>
        <p:txBody>
          <a:bodyPr/>
          <a:lstStyle>
            <a:lvl1pPr>
              <a:defRPr/>
            </a:lvl1pPr>
          </a:lstStyle>
          <a:p>
            <a:fld id="{29797C36-1E46-4B45-84CE-0DA0353532F6}" type="slidenum">
              <a:rPr lang="en-US" altLang="en-US"/>
              <a:pPr/>
              <a:t>‹#›</a:t>
            </a:fld>
            <a:endParaRPr lang="en-US" altLang="en-US"/>
          </a:p>
        </p:txBody>
      </p:sp>
    </p:spTree>
    <p:extLst>
      <p:ext uri="{BB962C8B-B14F-4D97-AF65-F5344CB8AC3E}">
        <p14:creationId xmlns:p14="http://schemas.microsoft.com/office/powerpoint/2010/main" val="353337970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4" name="Straight Connector 1">
            <a:extLst>
              <a:ext uri="{FF2B5EF4-FFF2-40B4-BE49-F238E27FC236}">
                <a16:creationId xmlns:a16="http://schemas.microsoft.com/office/drawing/2014/main" id="{BF4FCBCE-53A5-FCAC-77E6-0721F8857360}"/>
              </a:ext>
            </a:extLst>
          </p:cNvPr>
          <p:cNvSpPr>
            <a:spLocks noChangeShapeType="1"/>
          </p:cNvSpPr>
          <p:nvPr/>
        </p:nvSpPr>
        <p:spPr bwMode="auto">
          <a:xfrm>
            <a:off x="457200" y="6353175"/>
            <a:ext cx="8229600" cy="0"/>
          </a:xfrm>
          <a:prstGeom prst="line">
            <a:avLst/>
          </a:prstGeom>
          <a:noFill/>
          <a:ln w="9525" algn="ctr">
            <a:solidFill>
              <a:schemeClr val="accent2"/>
            </a:solidFill>
            <a:prstDash val="dash"/>
            <a:round/>
            <a:headEnd/>
            <a:tailEnd/>
          </a:ln>
          <a:extLst>
            <a:ext uri="{909E8E84-426E-40DD-AFC4-6F175D3DCCD1}">
              <a14:hiddenFill xmlns:a14="http://schemas.microsoft.com/office/drawing/2010/main">
                <a:noFill/>
              </a14:hiddenFill>
            </a:ext>
          </a:extLst>
        </p:spPr>
        <p:txBody>
          <a:bodyPr/>
          <a:lstStyle/>
          <a:p>
            <a:endParaRPr/>
          </a:p>
        </p:txBody>
      </p:sp>
      <p:sp>
        <p:nvSpPr>
          <p:cNvPr id="5" name="Straight Connector 3">
            <a:extLst>
              <a:ext uri="{FF2B5EF4-FFF2-40B4-BE49-F238E27FC236}">
                <a16:creationId xmlns:a16="http://schemas.microsoft.com/office/drawing/2014/main" id="{65D64895-4F48-853A-D73D-D414D2EB29C7}"/>
              </a:ext>
            </a:extLst>
          </p:cNvPr>
          <p:cNvSpPr>
            <a:spLocks noChangeShapeType="1"/>
          </p:cNvSpPr>
          <p:nvPr/>
        </p:nvSpPr>
        <p:spPr bwMode="auto">
          <a:xfrm rot="5400000">
            <a:off x="3160712" y="3324226"/>
            <a:ext cx="6035675" cy="0"/>
          </a:xfrm>
          <a:prstGeom prst="line">
            <a:avLst/>
          </a:prstGeom>
          <a:noFill/>
          <a:ln w="9525" algn="ctr">
            <a:solidFill>
              <a:schemeClr val="accent2"/>
            </a:solidFill>
            <a:prstDash val="dash"/>
            <a:round/>
            <a:headEnd/>
            <a:tailEnd/>
          </a:ln>
          <a:extLst>
            <a:ext uri="{909E8E84-426E-40DD-AFC4-6F175D3DCCD1}">
              <a14:hiddenFill xmlns:a14="http://schemas.microsoft.com/office/drawing/2010/main">
                <a:noFill/>
              </a14:hiddenFill>
            </a:ext>
          </a:extLst>
        </p:spPr>
        <p:txBody>
          <a:bodyPr/>
          <a:lstStyle/>
          <a:p>
            <a:endParaRPr/>
          </a:p>
        </p:txBody>
      </p:sp>
      <p:sp>
        <p:nvSpPr>
          <p:cNvPr id="6" name="Isosceles Triangle 12">
            <a:extLst>
              <a:ext uri="{FF2B5EF4-FFF2-40B4-BE49-F238E27FC236}">
                <a16:creationId xmlns:a16="http://schemas.microsoft.com/office/drawing/2014/main" id="{B53AB484-8918-E360-1F75-5B8452858D9E}"/>
              </a:ext>
            </a:extLst>
          </p:cNvPr>
          <p:cNvSpPr>
            <a:spLocks noChangeAspect="1"/>
          </p:cNvSpPr>
          <p:nvPr/>
        </p:nvSpPr>
        <p:spPr>
          <a:xfrm rot="5400000">
            <a:off x="419100" y="6467475"/>
            <a:ext cx="190500" cy="120650"/>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lang="en-US"/>
          </a:p>
        </p:txBody>
      </p:sp>
      <p:sp>
        <p:nvSpPr>
          <p:cNvPr id="2" name="Title 1"/>
          <p:cNvSpPr>
            <a:spLocks noGrp="1"/>
          </p:cNvSpPr>
          <p:nvPr>
            <p:ph type="title"/>
          </p:nvPr>
        </p:nvSpPr>
        <p:spPr>
          <a:xfrm>
            <a:off x="6324600" y="304800"/>
            <a:ext cx="2514600" cy="838200"/>
          </a:xfrm>
        </p:spPr>
        <p:txBody>
          <a:bodyPr>
            <a:noAutofit/>
          </a:bodyPr>
          <a:lstStyle>
            <a:lvl1pPr algn="l">
              <a:buNone/>
              <a:defRPr sz="2000" b="1">
                <a:solidFill>
                  <a:schemeClr val="tx2"/>
                </a:solidFill>
                <a:latin typeface="+mn-lt"/>
                <a:ea typeface="+mn-ea"/>
                <a:cs typeface="+mn-cs"/>
              </a:defRPr>
            </a:lvl1pPr>
          </a:lstStyle>
          <a:p>
            <a:r>
              <a:rPr lang="en-US"/>
              <a:t>Click to edit Master title style</a:t>
            </a:r>
          </a:p>
        </p:txBody>
      </p:sp>
      <p:sp>
        <p:nvSpPr>
          <p:cNvPr id="3" name="Text Placeholder 2"/>
          <p:cNvSpPr>
            <a:spLocks noGrp="1"/>
          </p:cNvSpPr>
          <p:nvPr>
            <p:ph type="body" idx="2"/>
          </p:nvPr>
        </p:nvSpPr>
        <p:spPr>
          <a:xfrm>
            <a:off x="6324600" y="1219200"/>
            <a:ext cx="2514600" cy="4843463"/>
          </a:xfrm>
        </p:spPr>
        <p:txBody>
          <a:bodyPr/>
          <a:lstStyle>
            <a:lvl1pPr marL="0" indent="0">
              <a:lnSpc>
                <a:spcPts val="2200"/>
              </a:lnSpc>
              <a:spcAft>
                <a:spcPts val="1000"/>
              </a:spcAft>
              <a:buNone/>
              <a:defRPr sz="1600">
                <a:solidFill>
                  <a:schemeClr val="tx2"/>
                </a:solidFill>
              </a:defRPr>
            </a:lvl1pPr>
            <a:lvl2pPr>
              <a:buNone/>
              <a:defRPr sz="1200"/>
            </a:lvl2pPr>
            <a:lvl3pPr>
              <a:buNone/>
              <a:defRPr sz="1000"/>
            </a:lvl3pPr>
            <a:lvl4pPr>
              <a:buNone/>
              <a:defRPr sz="900"/>
            </a:lvl4pPr>
            <a:lvl5pPr>
              <a:buNone/>
              <a:defRPr sz="900"/>
            </a:lvl5pPr>
          </a:lstStyle>
          <a:p>
            <a:pPr lvl="0"/>
            <a:r>
              <a:rPr lang="en-US"/>
              <a:t>Click to edit Master text styles</a:t>
            </a:r>
          </a:p>
        </p:txBody>
      </p:sp>
      <p:sp>
        <p:nvSpPr>
          <p:cNvPr id="12" name="Content Placeholder 11"/>
          <p:cNvSpPr>
            <a:spLocks noGrp="1"/>
          </p:cNvSpPr>
          <p:nvPr>
            <p:ph sz="quarter" idx="1"/>
          </p:nvPr>
        </p:nvSpPr>
        <p:spPr>
          <a:xfrm>
            <a:off x="304800" y="304800"/>
            <a:ext cx="5715000" cy="5715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4">
            <a:extLst>
              <a:ext uri="{FF2B5EF4-FFF2-40B4-BE49-F238E27FC236}">
                <a16:creationId xmlns:a16="http://schemas.microsoft.com/office/drawing/2014/main" id="{0BF814D7-62A6-77CD-7E6B-D2D444EA2A41}"/>
              </a:ext>
            </a:extLst>
          </p:cNvPr>
          <p:cNvSpPr>
            <a:spLocks noGrp="1"/>
          </p:cNvSpPr>
          <p:nvPr>
            <p:ph type="dt" sz="half" idx="10"/>
          </p:nvPr>
        </p:nvSpPr>
        <p:spPr/>
        <p:txBody>
          <a:bodyPr/>
          <a:lstStyle>
            <a:lvl1pPr>
              <a:defRPr/>
            </a:lvl1pPr>
          </a:lstStyle>
          <a:p>
            <a:pPr>
              <a:defRPr/>
            </a:pPr>
            <a:endParaRPr lang="en-US"/>
          </a:p>
        </p:txBody>
      </p:sp>
      <p:sp>
        <p:nvSpPr>
          <p:cNvPr id="8" name="Footer Placeholder 5">
            <a:extLst>
              <a:ext uri="{FF2B5EF4-FFF2-40B4-BE49-F238E27FC236}">
                <a16:creationId xmlns:a16="http://schemas.microsoft.com/office/drawing/2014/main" id="{718FC28A-F1E5-743A-B585-5DFA656DBC89}"/>
              </a:ext>
            </a:extLst>
          </p:cNvPr>
          <p:cNvSpPr>
            <a:spLocks noGrp="1"/>
          </p:cNvSpPr>
          <p:nvPr>
            <p:ph type="ftr" sz="quarter" idx="11"/>
          </p:nvPr>
        </p:nvSpPr>
        <p:spPr/>
        <p:txBody>
          <a:bodyPr/>
          <a:lstStyle>
            <a:lvl1pPr>
              <a:defRPr/>
            </a:lvl1pPr>
          </a:lstStyle>
          <a:p>
            <a:pPr>
              <a:defRPr/>
            </a:pPr>
            <a:endParaRPr lang="en-US"/>
          </a:p>
        </p:txBody>
      </p:sp>
      <p:sp>
        <p:nvSpPr>
          <p:cNvPr id="9" name="Slide Number Placeholder 6">
            <a:extLst>
              <a:ext uri="{FF2B5EF4-FFF2-40B4-BE49-F238E27FC236}">
                <a16:creationId xmlns:a16="http://schemas.microsoft.com/office/drawing/2014/main" id="{ED396F4F-FBC0-26CD-00F3-23405CA4220A}"/>
              </a:ext>
            </a:extLst>
          </p:cNvPr>
          <p:cNvSpPr>
            <a:spLocks noGrp="1"/>
          </p:cNvSpPr>
          <p:nvPr>
            <p:ph type="sldNum" sz="quarter" idx="12"/>
          </p:nvPr>
        </p:nvSpPr>
        <p:spPr/>
        <p:txBody>
          <a:bodyPr/>
          <a:lstStyle>
            <a:lvl1pPr>
              <a:defRPr/>
            </a:lvl1pPr>
          </a:lstStyle>
          <a:p>
            <a:fld id="{9E3AFF1F-F541-D94F-BE1A-8EF4C5B027A3}" type="slidenum">
              <a:rPr lang="en-US" altLang="en-US"/>
              <a:pPr/>
              <a:t>‹#›</a:t>
            </a:fld>
            <a:endParaRPr lang="en-US" altLang="en-US"/>
          </a:p>
        </p:txBody>
      </p:sp>
    </p:spTree>
    <p:extLst>
      <p:ext uri="{BB962C8B-B14F-4D97-AF65-F5344CB8AC3E}">
        <p14:creationId xmlns:p14="http://schemas.microsoft.com/office/powerpoint/2010/main" val="308567079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bg>
      <p:bgPr>
        <a:solidFill>
          <a:schemeClr val="bg2"/>
        </a:solidFill>
        <a:effectLst/>
      </p:bgPr>
    </p:bg>
    <p:spTree>
      <p:nvGrpSpPr>
        <p:cNvPr id="1" name=""/>
        <p:cNvGrpSpPr/>
        <p:nvPr/>
      </p:nvGrpSpPr>
      <p:grpSpPr>
        <a:xfrm>
          <a:off x="0" y="0"/>
          <a:ext cx="0" cy="0"/>
          <a:chOff x="0" y="0"/>
          <a:chExt cx="0" cy="0"/>
        </a:xfrm>
      </p:grpSpPr>
      <p:sp>
        <p:nvSpPr>
          <p:cNvPr id="5" name="Straight Connector 1">
            <a:extLst>
              <a:ext uri="{FF2B5EF4-FFF2-40B4-BE49-F238E27FC236}">
                <a16:creationId xmlns:a16="http://schemas.microsoft.com/office/drawing/2014/main" id="{3DA54025-9F39-1091-12F7-84D6FD1CB7BE}"/>
              </a:ext>
            </a:extLst>
          </p:cNvPr>
          <p:cNvSpPr>
            <a:spLocks noChangeShapeType="1"/>
          </p:cNvSpPr>
          <p:nvPr/>
        </p:nvSpPr>
        <p:spPr bwMode="auto">
          <a:xfrm>
            <a:off x="457200" y="6353175"/>
            <a:ext cx="8229600" cy="0"/>
          </a:xfrm>
          <a:prstGeom prst="line">
            <a:avLst/>
          </a:prstGeom>
          <a:noFill/>
          <a:ln w="9525" algn="ctr">
            <a:solidFill>
              <a:schemeClr val="accent2"/>
            </a:solidFill>
            <a:prstDash val="dash"/>
            <a:round/>
            <a:headEnd/>
            <a:tailEnd/>
          </a:ln>
          <a:extLst>
            <a:ext uri="{909E8E84-426E-40DD-AFC4-6F175D3DCCD1}">
              <a14:hiddenFill xmlns:a14="http://schemas.microsoft.com/office/drawing/2010/main">
                <a:noFill/>
              </a14:hiddenFill>
            </a:ext>
          </a:extLst>
        </p:spPr>
        <p:txBody>
          <a:bodyPr/>
          <a:lstStyle/>
          <a:p>
            <a:endParaRPr/>
          </a:p>
        </p:txBody>
      </p:sp>
      <p:sp>
        <p:nvSpPr>
          <p:cNvPr id="6" name="Isosceles Triangle 11">
            <a:extLst>
              <a:ext uri="{FF2B5EF4-FFF2-40B4-BE49-F238E27FC236}">
                <a16:creationId xmlns:a16="http://schemas.microsoft.com/office/drawing/2014/main" id="{F4DFB22F-2824-A84F-1A17-0B87A66AF697}"/>
              </a:ext>
            </a:extLst>
          </p:cNvPr>
          <p:cNvSpPr>
            <a:spLocks noChangeAspect="1"/>
          </p:cNvSpPr>
          <p:nvPr/>
        </p:nvSpPr>
        <p:spPr>
          <a:xfrm rot="5400000">
            <a:off x="419100" y="6467475"/>
            <a:ext cx="190500" cy="120650"/>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lang="en-US"/>
          </a:p>
        </p:txBody>
      </p:sp>
      <p:sp>
        <p:nvSpPr>
          <p:cNvPr id="7" name="Rectangle 6">
            <a:extLst>
              <a:ext uri="{FF2B5EF4-FFF2-40B4-BE49-F238E27FC236}">
                <a16:creationId xmlns:a16="http://schemas.microsoft.com/office/drawing/2014/main" id="{D07E4BE6-46FF-B1E2-CBAB-D7C5F9FA06A5}"/>
              </a:ext>
            </a:extLst>
          </p:cNvPr>
          <p:cNvSpPr/>
          <p:nvPr/>
        </p:nvSpPr>
        <p:spPr>
          <a:xfrm>
            <a:off x="457200" y="500063"/>
            <a:ext cx="182563" cy="685800"/>
          </a:xfrm>
          <a:prstGeom prst="rect">
            <a:avLst/>
          </a:prstGeom>
          <a:solidFill>
            <a:schemeClr val="accent1"/>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lang="en-US"/>
          </a:p>
        </p:txBody>
      </p:sp>
      <p:sp>
        <p:nvSpPr>
          <p:cNvPr id="2" name="Title 1"/>
          <p:cNvSpPr>
            <a:spLocks noGrp="1"/>
          </p:cNvSpPr>
          <p:nvPr>
            <p:ph type="title"/>
          </p:nvPr>
        </p:nvSpPr>
        <p:spPr>
          <a:xfrm>
            <a:off x="457200" y="500856"/>
            <a:ext cx="8229600" cy="674688"/>
          </a:xfrm>
          <a:ln>
            <a:solidFill>
              <a:schemeClr val="accent1"/>
            </a:solidFill>
          </a:ln>
        </p:spPr>
        <p:txBody>
          <a:bodyPr lIns="274320" anchor="ctr"/>
          <a:lstStyle>
            <a:lvl1pPr algn="r">
              <a:buNone/>
              <a:defRPr sz="2000" b="0">
                <a:solidFill>
                  <a:schemeClr val="tx1"/>
                </a:solidFill>
              </a:defRPr>
            </a:lvl1pPr>
          </a:lstStyle>
          <a:p>
            <a:r>
              <a:rPr lang="en-US"/>
              <a:t>Click to edit Master title style</a:t>
            </a:r>
          </a:p>
        </p:txBody>
      </p:sp>
      <p:sp>
        <p:nvSpPr>
          <p:cNvPr id="3" name="Picture Placeholder 2"/>
          <p:cNvSpPr>
            <a:spLocks noGrp="1"/>
          </p:cNvSpPr>
          <p:nvPr>
            <p:ph type="pic" idx="1"/>
          </p:nvPr>
        </p:nvSpPr>
        <p:spPr>
          <a:xfrm>
            <a:off x="457200" y="1905000"/>
            <a:ext cx="8229600" cy="4270248"/>
          </a:xfrm>
          <a:solidFill>
            <a:schemeClr val="tx1">
              <a:shade val="50000"/>
            </a:schemeClr>
          </a:solidFill>
          <a:ln>
            <a:noFill/>
          </a:ln>
          <a:effectLst/>
        </p:spPr>
        <p:txBody>
          <a:bodyPr>
            <a:normAutofit/>
          </a:bodyPr>
          <a:lstStyle>
            <a:lvl1pPr marL="0" indent="0">
              <a:spcBef>
                <a:spcPts val="600"/>
              </a:spcBef>
              <a:buNone/>
              <a:defRPr sz="3200"/>
            </a:lvl1pPr>
          </a:lstStyle>
          <a:p>
            <a:pPr lvl="0"/>
            <a:r>
              <a:rPr lang="en-US" noProof="0"/>
              <a:t>Click icon to add picture</a:t>
            </a:r>
            <a:endParaRPr lang="en-US" noProof="0" dirty="0"/>
          </a:p>
        </p:txBody>
      </p:sp>
      <p:sp>
        <p:nvSpPr>
          <p:cNvPr id="4" name="Text Placeholder 3"/>
          <p:cNvSpPr>
            <a:spLocks noGrp="1"/>
          </p:cNvSpPr>
          <p:nvPr>
            <p:ph type="body" sz="half" idx="2"/>
          </p:nvPr>
        </p:nvSpPr>
        <p:spPr>
          <a:xfrm>
            <a:off x="457200" y="1219200"/>
            <a:ext cx="8229600" cy="533400"/>
          </a:xfrm>
        </p:spPr>
        <p:txBody>
          <a:bodyPr anchor="ctr"/>
          <a:lstStyle>
            <a:lvl1pPr marL="0" indent="0" algn="l">
              <a:buFontTx/>
              <a:buNone/>
              <a:defRPr sz="1400"/>
            </a:lvl1pPr>
            <a:lvl2pPr>
              <a:defRPr sz="1200"/>
            </a:lvl2pPr>
            <a:lvl3pPr>
              <a:defRPr sz="1000"/>
            </a:lvl3pPr>
            <a:lvl4pPr>
              <a:defRPr sz="900"/>
            </a:lvl4pPr>
            <a:lvl5pPr>
              <a:defRPr sz="900"/>
            </a:lvl5pPr>
          </a:lstStyle>
          <a:p>
            <a:pPr lvl="0"/>
            <a:r>
              <a:rPr lang="en-US"/>
              <a:t>Click to edit Master text styles</a:t>
            </a:r>
          </a:p>
        </p:txBody>
      </p:sp>
      <p:sp>
        <p:nvSpPr>
          <p:cNvPr id="8" name="Date Placeholder 4">
            <a:extLst>
              <a:ext uri="{FF2B5EF4-FFF2-40B4-BE49-F238E27FC236}">
                <a16:creationId xmlns:a16="http://schemas.microsoft.com/office/drawing/2014/main" id="{FE44B1A2-2153-269C-9FCC-6819B9623841}"/>
              </a:ext>
            </a:extLst>
          </p:cNvPr>
          <p:cNvSpPr>
            <a:spLocks noGrp="1"/>
          </p:cNvSpPr>
          <p:nvPr>
            <p:ph type="dt" sz="half" idx="10"/>
          </p:nvPr>
        </p:nvSpPr>
        <p:spPr/>
        <p:txBody>
          <a:bodyPr/>
          <a:lstStyle>
            <a:lvl1pPr>
              <a:defRPr/>
            </a:lvl1pPr>
          </a:lstStyle>
          <a:p>
            <a:pPr>
              <a:defRPr/>
            </a:pPr>
            <a:endParaRPr lang="en-US"/>
          </a:p>
        </p:txBody>
      </p:sp>
      <p:sp>
        <p:nvSpPr>
          <p:cNvPr id="9" name="Footer Placeholder 5">
            <a:extLst>
              <a:ext uri="{FF2B5EF4-FFF2-40B4-BE49-F238E27FC236}">
                <a16:creationId xmlns:a16="http://schemas.microsoft.com/office/drawing/2014/main" id="{4948D09F-D213-FC00-5C51-B673CEBC5FD9}"/>
              </a:ext>
            </a:extLst>
          </p:cNvPr>
          <p:cNvSpPr>
            <a:spLocks noGrp="1"/>
          </p:cNvSpPr>
          <p:nvPr>
            <p:ph type="ftr" sz="quarter" idx="11"/>
          </p:nvPr>
        </p:nvSpPr>
        <p:spPr/>
        <p:txBody>
          <a:bodyPr/>
          <a:lstStyle>
            <a:lvl1pPr>
              <a:defRPr/>
            </a:lvl1pPr>
          </a:lstStyle>
          <a:p>
            <a:pPr>
              <a:defRPr/>
            </a:pPr>
            <a:endParaRPr lang="en-US"/>
          </a:p>
        </p:txBody>
      </p:sp>
      <p:sp>
        <p:nvSpPr>
          <p:cNvPr id="10" name="Slide Number Placeholder 6">
            <a:extLst>
              <a:ext uri="{FF2B5EF4-FFF2-40B4-BE49-F238E27FC236}">
                <a16:creationId xmlns:a16="http://schemas.microsoft.com/office/drawing/2014/main" id="{6AFE81D4-A746-94BA-1E53-E956500E821C}"/>
              </a:ext>
            </a:extLst>
          </p:cNvPr>
          <p:cNvSpPr>
            <a:spLocks noGrp="1"/>
          </p:cNvSpPr>
          <p:nvPr>
            <p:ph type="sldNum" sz="quarter" idx="12"/>
          </p:nvPr>
        </p:nvSpPr>
        <p:spPr/>
        <p:txBody>
          <a:bodyPr/>
          <a:lstStyle>
            <a:lvl1pPr>
              <a:defRPr/>
            </a:lvl1pPr>
          </a:lstStyle>
          <a:p>
            <a:fld id="{D16C4822-A37A-0849-A0F4-5A7A22CFEDA3}" type="slidenum">
              <a:rPr lang="en-US" altLang="en-US"/>
              <a:pPr/>
              <a:t>‹#›</a:t>
            </a:fld>
            <a:endParaRPr lang="en-US" altLang="en-US"/>
          </a:p>
        </p:txBody>
      </p:sp>
    </p:spTree>
    <p:extLst>
      <p:ext uri="{BB962C8B-B14F-4D97-AF65-F5344CB8AC3E}">
        <p14:creationId xmlns:p14="http://schemas.microsoft.com/office/powerpoint/2010/main" val="3308467175"/>
      </p:ext>
    </p:extLst>
  </p:cSld>
  <p:clrMapOvr>
    <a:overrideClrMapping bg1="dk1" tx1="lt1" bg2="dk2" tx2="lt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13">
            <a:extLst>
              <a:ext uri="{FF2B5EF4-FFF2-40B4-BE49-F238E27FC236}">
                <a16:creationId xmlns:a16="http://schemas.microsoft.com/office/drawing/2014/main" id="{7FE61990-92FF-102C-E580-22A8A5B55231}"/>
              </a:ext>
            </a:extLst>
          </p:cNvPr>
          <p:cNvSpPr>
            <a:spLocks noGrp="1"/>
          </p:cNvSpPr>
          <p:nvPr>
            <p:ph type="dt" sz="half" idx="10"/>
          </p:nvPr>
        </p:nvSpPr>
        <p:spPr/>
        <p:txBody>
          <a:bodyPr/>
          <a:lstStyle>
            <a:lvl1pPr>
              <a:defRPr/>
            </a:lvl1pPr>
          </a:lstStyle>
          <a:p>
            <a:pPr>
              <a:defRPr/>
            </a:pPr>
            <a:endParaRPr lang="en-US"/>
          </a:p>
        </p:txBody>
      </p:sp>
      <p:sp>
        <p:nvSpPr>
          <p:cNvPr id="5" name="Footer Placeholder 2">
            <a:extLst>
              <a:ext uri="{FF2B5EF4-FFF2-40B4-BE49-F238E27FC236}">
                <a16:creationId xmlns:a16="http://schemas.microsoft.com/office/drawing/2014/main" id="{54DA028B-A32D-AC64-4585-45B241076EC8}"/>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22">
            <a:extLst>
              <a:ext uri="{FF2B5EF4-FFF2-40B4-BE49-F238E27FC236}">
                <a16:creationId xmlns:a16="http://schemas.microsoft.com/office/drawing/2014/main" id="{F2997D9A-2E48-4FE6-98BA-4963DA5C7E8A}"/>
              </a:ext>
            </a:extLst>
          </p:cNvPr>
          <p:cNvSpPr>
            <a:spLocks noGrp="1"/>
          </p:cNvSpPr>
          <p:nvPr>
            <p:ph type="sldNum" sz="quarter" idx="12"/>
          </p:nvPr>
        </p:nvSpPr>
        <p:spPr/>
        <p:txBody>
          <a:bodyPr/>
          <a:lstStyle>
            <a:lvl1pPr>
              <a:defRPr/>
            </a:lvl1pPr>
          </a:lstStyle>
          <a:p>
            <a:fld id="{363C648C-0964-2148-9CA0-85F405382A13}" type="slidenum">
              <a:rPr lang="en-US" altLang="en-US"/>
              <a:pPr/>
              <a:t>‹#›</a:t>
            </a:fld>
            <a:endParaRPr lang="en-US" altLang="en-US"/>
          </a:p>
        </p:txBody>
      </p:sp>
    </p:spTree>
    <p:extLst>
      <p:ext uri="{BB962C8B-B14F-4D97-AF65-F5344CB8AC3E}">
        <p14:creationId xmlns:p14="http://schemas.microsoft.com/office/powerpoint/2010/main" val="33737857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4" name="Straight Connector 1">
            <a:extLst>
              <a:ext uri="{FF2B5EF4-FFF2-40B4-BE49-F238E27FC236}">
                <a16:creationId xmlns:a16="http://schemas.microsoft.com/office/drawing/2014/main" id="{76F5EF16-F96F-C75C-52DA-CEB78F73FC96}"/>
              </a:ext>
            </a:extLst>
          </p:cNvPr>
          <p:cNvSpPr>
            <a:spLocks noChangeShapeType="1"/>
          </p:cNvSpPr>
          <p:nvPr/>
        </p:nvSpPr>
        <p:spPr bwMode="auto">
          <a:xfrm>
            <a:off x="457200" y="6353175"/>
            <a:ext cx="8229600" cy="0"/>
          </a:xfrm>
          <a:prstGeom prst="line">
            <a:avLst/>
          </a:prstGeom>
          <a:noFill/>
          <a:ln w="9525" algn="ctr">
            <a:solidFill>
              <a:schemeClr val="accent2"/>
            </a:solidFill>
            <a:prstDash val="dash"/>
            <a:round/>
            <a:headEnd/>
            <a:tailEnd/>
          </a:ln>
          <a:extLst>
            <a:ext uri="{909E8E84-426E-40DD-AFC4-6F175D3DCCD1}">
              <a14:hiddenFill xmlns:a14="http://schemas.microsoft.com/office/drawing/2010/main">
                <a:noFill/>
              </a14:hiddenFill>
            </a:ext>
          </a:extLst>
        </p:spPr>
        <p:txBody>
          <a:bodyPr/>
          <a:lstStyle/>
          <a:p>
            <a:endParaRPr/>
          </a:p>
        </p:txBody>
      </p:sp>
      <p:sp>
        <p:nvSpPr>
          <p:cNvPr id="5" name="Isosceles Triangle 11">
            <a:extLst>
              <a:ext uri="{FF2B5EF4-FFF2-40B4-BE49-F238E27FC236}">
                <a16:creationId xmlns:a16="http://schemas.microsoft.com/office/drawing/2014/main" id="{6179D607-0F0C-B0D3-1F49-2400B6DB8F71}"/>
              </a:ext>
            </a:extLst>
          </p:cNvPr>
          <p:cNvSpPr>
            <a:spLocks noChangeAspect="1"/>
          </p:cNvSpPr>
          <p:nvPr/>
        </p:nvSpPr>
        <p:spPr>
          <a:xfrm rot="5400000">
            <a:off x="419100" y="6467475"/>
            <a:ext cx="190500" cy="120650"/>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lang="en-US"/>
          </a:p>
        </p:txBody>
      </p:sp>
      <p:sp>
        <p:nvSpPr>
          <p:cNvPr id="6" name="Straight Connector 4">
            <a:extLst>
              <a:ext uri="{FF2B5EF4-FFF2-40B4-BE49-F238E27FC236}">
                <a16:creationId xmlns:a16="http://schemas.microsoft.com/office/drawing/2014/main" id="{E5BA9ADF-F3C0-9532-4594-2CF8F80E569E}"/>
              </a:ext>
            </a:extLst>
          </p:cNvPr>
          <p:cNvSpPr>
            <a:spLocks noChangeShapeType="1"/>
          </p:cNvSpPr>
          <p:nvPr/>
        </p:nvSpPr>
        <p:spPr bwMode="auto">
          <a:xfrm rot="5400000">
            <a:off x="3630612" y="3201988"/>
            <a:ext cx="5851525" cy="0"/>
          </a:xfrm>
          <a:prstGeom prst="line">
            <a:avLst/>
          </a:prstGeom>
          <a:noFill/>
          <a:ln w="9525" algn="ctr">
            <a:solidFill>
              <a:schemeClr val="accent2"/>
            </a:solidFill>
            <a:prstDash val="dash"/>
            <a:round/>
            <a:headEnd/>
            <a:tailEnd/>
          </a:ln>
          <a:extLst>
            <a:ext uri="{909E8E84-426E-40DD-AFC4-6F175D3DCCD1}">
              <a14:hiddenFill xmlns:a14="http://schemas.microsoft.com/office/drawing/2010/main">
                <a:noFill/>
              </a14:hiddenFill>
            </a:ext>
          </a:extLst>
        </p:spPr>
        <p:txBody>
          <a:bodyPr/>
          <a:lstStyle/>
          <a:p>
            <a:endParaRPr/>
          </a:p>
        </p:txBody>
      </p:sp>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3">
            <a:extLst>
              <a:ext uri="{FF2B5EF4-FFF2-40B4-BE49-F238E27FC236}">
                <a16:creationId xmlns:a16="http://schemas.microsoft.com/office/drawing/2014/main" id="{09438446-9F46-86CD-C070-63F17BE4336D}"/>
              </a:ext>
            </a:extLst>
          </p:cNvPr>
          <p:cNvSpPr>
            <a:spLocks noGrp="1"/>
          </p:cNvSpPr>
          <p:nvPr>
            <p:ph type="dt" sz="half" idx="10"/>
          </p:nvPr>
        </p:nvSpPr>
        <p:spPr/>
        <p:txBody>
          <a:bodyPr/>
          <a:lstStyle>
            <a:lvl1pPr>
              <a:defRPr/>
            </a:lvl1pPr>
          </a:lstStyle>
          <a:p>
            <a:pPr>
              <a:defRPr/>
            </a:pPr>
            <a:endParaRPr lang="en-US"/>
          </a:p>
        </p:txBody>
      </p:sp>
      <p:sp>
        <p:nvSpPr>
          <p:cNvPr id="8" name="Footer Placeholder 4">
            <a:extLst>
              <a:ext uri="{FF2B5EF4-FFF2-40B4-BE49-F238E27FC236}">
                <a16:creationId xmlns:a16="http://schemas.microsoft.com/office/drawing/2014/main" id="{ACDD99A0-8A37-0DA7-595D-8493E55D10E8}"/>
              </a:ext>
            </a:extLst>
          </p:cNvPr>
          <p:cNvSpPr>
            <a:spLocks noGrp="1"/>
          </p:cNvSpPr>
          <p:nvPr>
            <p:ph type="ftr" sz="quarter" idx="11"/>
          </p:nvPr>
        </p:nvSpPr>
        <p:spPr/>
        <p:txBody>
          <a:bodyPr/>
          <a:lstStyle>
            <a:lvl1pPr>
              <a:defRPr/>
            </a:lvl1pPr>
          </a:lstStyle>
          <a:p>
            <a:pPr>
              <a:defRPr/>
            </a:pPr>
            <a:endParaRPr lang="en-US"/>
          </a:p>
        </p:txBody>
      </p:sp>
      <p:sp>
        <p:nvSpPr>
          <p:cNvPr id="9" name="Slide Number Placeholder 5">
            <a:extLst>
              <a:ext uri="{FF2B5EF4-FFF2-40B4-BE49-F238E27FC236}">
                <a16:creationId xmlns:a16="http://schemas.microsoft.com/office/drawing/2014/main" id="{F2A1EE2F-7573-813C-F672-1E291B567D88}"/>
              </a:ext>
            </a:extLst>
          </p:cNvPr>
          <p:cNvSpPr>
            <a:spLocks noGrp="1"/>
          </p:cNvSpPr>
          <p:nvPr>
            <p:ph type="sldNum" sz="quarter" idx="12"/>
          </p:nvPr>
        </p:nvSpPr>
        <p:spPr/>
        <p:txBody>
          <a:bodyPr/>
          <a:lstStyle>
            <a:lvl1pPr>
              <a:defRPr/>
            </a:lvl1pPr>
          </a:lstStyle>
          <a:p>
            <a:fld id="{974172EA-902F-934F-A635-0375CA76FB91}" type="slidenum">
              <a:rPr lang="en-US" altLang="en-US"/>
              <a:pPr/>
              <a:t>‹#›</a:t>
            </a:fld>
            <a:endParaRPr lang="en-US" altLang="en-US"/>
          </a:p>
        </p:txBody>
      </p:sp>
    </p:spTree>
    <p:extLst>
      <p:ext uri="{BB962C8B-B14F-4D97-AF65-F5344CB8AC3E}">
        <p14:creationId xmlns:p14="http://schemas.microsoft.com/office/powerpoint/2010/main" val="382963465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Title Placeholder 21">
            <a:extLst>
              <a:ext uri="{FF2B5EF4-FFF2-40B4-BE49-F238E27FC236}">
                <a16:creationId xmlns:a16="http://schemas.microsoft.com/office/drawing/2014/main" id="{548B50EA-B60E-B7BA-4D91-2FD1299158AB}"/>
              </a:ext>
            </a:extLst>
          </p:cNvPr>
          <p:cNvSpPr>
            <a:spLocks noGrp="1"/>
          </p:cNvSpPr>
          <p:nvPr>
            <p:ph type="title"/>
          </p:nvPr>
        </p:nvSpPr>
        <p:spPr bwMode="auto">
          <a:xfrm>
            <a:off x="457200" y="152400"/>
            <a:ext cx="8229600" cy="990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p>
            <a:pPr lvl="0"/>
            <a:r>
              <a:rPr lang="en-US" altLang="en-US"/>
              <a:t>Click to edit Master title style</a:t>
            </a:r>
          </a:p>
        </p:txBody>
      </p:sp>
      <p:sp>
        <p:nvSpPr>
          <p:cNvPr id="1027" name="Text Placeholder 12">
            <a:extLst>
              <a:ext uri="{FF2B5EF4-FFF2-40B4-BE49-F238E27FC236}">
                <a16:creationId xmlns:a16="http://schemas.microsoft.com/office/drawing/2014/main" id="{829FA2DE-2863-3C4C-DBEB-C25F6A6822B9}"/>
              </a:ext>
            </a:extLst>
          </p:cNvPr>
          <p:cNvSpPr>
            <a:spLocks noGrp="1"/>
          </p:cNvSpPr>
          <p:nvPr>
            <p:ph type="body" idx="1"/>
          </p:nvPr>
        </p:nvSpPr>
        <p:spPr bwMode="auto">
          <a:xfrm>
            <a:off x="457200" y="1219200"/>
            <a:ext cx="8229600" cy="4910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14" name="Date Placeholder 13">
            <a:extLst>
              <a:ext uri="{FF2B5EF4-FFF2-40B4-BE49-F238E27FC236}">
                <a16:creationId xmlns:a16="http://schemas.microsoft.com/office/drawing/2014/main" id="{DF1D71B7-F07D-B9EE-EA84-AB9B28623B5D}"/>
              </a:ext>
            </a:extLst>
          </p:cNvPr>
          <p:cNvSpPr>
            <a:spLocks noGrp="1"/>
          </p:cNvSpPr>
          <p:nvPr>
            <p:ph type="dt" sz="half" idx="2"/>
          </p:nvPr>
        </p:nvSpPr>
        <p:spPr>
          <a:xfrm>
            <a:off x="6400800" y="6356350"/>
            <a:ext cx="2289175" cy="365125"/>
          </a:xfrm>
          <a:prstGeom prst="rect">
            <a:avLst/>
          </a:prstGeom>
        </p:spPr>
        <p:txBody>
          <a:bodyPr vert="horz"/>
          <a:lstStyle>
            <a:lvl1pPr algn="l" eaLnBrk="1" latinLnBrk="0" hangingPunct="1">
              <a:defRPr kumimoji="0" sz="1400">
                <a:solidFill>
                  <a:schemeClr val="tx2"/>
                </a:solidFill>
                <a:latin typeface="Arial" charset="0"/>
                <a:ea typeface="+mn-ea"/>
              </a:defRPr>
            </a:lvl1pPr>
          </a:lstStyle>
          <a:p>
            <a:pPr>
              <a:defRPr/>
            </a:pPr>
            <a:endParaRPr lang="en-US"/>
          </a:p>
        </p:txBody>
      </p:sp>
      <p:sp>
        <p:nvSpPr>
          <p:cNvPr id="3" name="Footer Placeholder 2">
            <a:extLst>
              <a:ext uri="{FF2B5EF4-FFF2-40B4-BE49-F238E27FC236}">
                <a16:creationId xmlns:a16="http://schemas.microsoft.com/office/drawing/2014/main" id="{802CAEC3-016B-4C1D-C9EC-CE93B44BBA82}"/>
              </a:ext>
            </a:extLst>
          </p:cNvPr>
          <p:cNvSpPr>
            <a:spLocks noGrp="1"/>
          </p:cNvSpPr>
          <p:nvPr>
            <p:ph type="ftr" sz="quarter" idx="3"/>
          </p:nvPr>
        </p:nvSpPr>
        <p:spPr>
          <a:xfrm>
            <a:off x="2898775" y="6356350"/>
            <a:ext cx="3505200" cy="365125"/>
          </a:xfrm>
          <a:prstGeom prst="rect">
            <a:avLst/>
          </a:prstGeom>
        </p:spPr>
        <p:txBody>
          <a:bodyPr vert="horz"/>
          <a:lstStyle>
            <a:lvl1pPr algn="r" eaLnBrk="1" latinLnBrk="0" hangingPunct="1">
              <a:defRPr kumimoji="0" sz="1400">
                <a:solidFill>
                  <a:schemeClr val="tx2"/>
                </a:solidFill>
                <a:latin typeface="Arial" charset="0"/>
                <a:ea typeface="+mn-ea"/>
              </a:defRPr>
            </a:lvl1pPr>
          </a:lstStyle>
          <a:p>
            <a:pPr>
              <a:defRPr/>
            </a:pPr>
            <a:endParaRPr lang="en-US"/>
          </a:p>
        </p:txBody>
      </p:sp>
      <p:sp>
        <p:nvSpPr>
          <p:cNvPr id="23" name="Slide Number Placeholder 22">
            <a:extLst>
              <a:ext uri="{FF2B5EF4-FFF2-40B4-BE49-F238E27FC236}">
                <a16:creationId xmlns:a16="http://schemas.microsoft.com/office/drawing/2014/main" id="{6064E043-6CF6-8F06-3740-3C43D5C18119}"/>
              </a:ext>
            </a:extLst>
          </p:cNvPr>
          <p:cNvSpPr>
            <a:spLocks noGrp="1"/>
          </p:cNvSpPr>
          <p:nvPr>
            <p:ph type="sldNum" sz="quarter" idx="4"/>
          </p:nvPr>
        </p:nvSpPr>
        <p:spPr>
          <a:xfrm>
            <a:off x="612775" y="6356350"/>
            <a:ext cx="1981200" cy="365125"/>
          </a:xfrm>
          <a:prstGeom prst="rect">
            <a:avLst/>
          </a:prstGeom>
        </p:spPr>
        <p:txBody>
          <a:bodyPr vert="horz" wrap="square" lIns="91440" tIns="45720" rIns="91440" bIns="45720" numCol="1" anchor="t" anchorCtr="0" compatLnSpc="1">
            <a:prstTxWarp prst="textNoShape">
              <a:avLst/>
            </a:prstTxWarp>
          </a:bodyPr>
          <a:lstStyle>
            <a:lvl1pPr eaLnBrk="1" hangingPunct="1">
              <a:defRPr sz="1400">
                <a:solidFill>
                  <a:schemeClr val="tx2"/>
                </a:solidFill>
              </a:defRPr>
            </a:lvl1pPr>
          </a:lstStyle>
          <a:p>
            <a:fld id="{2E0BBEB3-CE11-E947-93D2-CB3F9B734FD3}" type="slidenum">
              <a:rPr lang="en-US" altLang="en-US"/>
              <a:pPr/>
              <a:t>‹#›</a:t>
            </a:fld>
            <a:endParaRPr lang="en-US" altLang="en-US"/>
          </a:p>
        </p:txBody>
      </p:sp>
      <p:sp>
        <p:nvSpPr>
          <p:cNvPr id="1031" name="Straight Connector 27">
            <a:extLst>
              <a:ext uri="{FF2B5EF4-FFF2-40B4-BE49-F238E27FC236}">
                <a16:creationId xmlns:a16="http://schemas.microsoft.com/office/drawing/2014/main" id="{597742B9-B7C7-F7E1-F12F-29B90A660332}"/>
              </a:ext>
            </a:extLst>
          </p:cNvPr>
          <p:cNvSpPr>
            <a:spLocks noChangeShapeType="1"/>
          </p:cNvSpPr>
          <p:nvPr/>
        </p:nvSpPr>
        <p:spPr bwMode="auto">
          <a:xfrm>
            <a:off x="457200" y="6353175"/>
            <a:ext cx="8229600" cy="0"/>
          </a:xfrm>
          <a:prstGeom prst="line">
            <a:avLst/>
          </a:prstGeom>
          <a:noFill/>
          <a:ln w="9525" algn="ctr">
            <a:solidFill>
              <a:schemeClr val="accent2"/>
            </a:solidFill>
            <a:prstDash val="dash"/>
            <a:round/>
            <a:headEnd/>
            <a:tailEnd/>
          </a:ln>
          <a:extLst>
            <a:ext uri="{909E8E84-426E-40DD-AFC4-6F175D3DCCD1}">
              <a14:hiddenFill xmlns:a14="http://schemas.microsoft.com/office/drawing/2010/main">
                <a:noFill/>
              </a14:hiddenFill>
            </a:ext>
          </a:extLst>
        </p:spPr>
        <p:txBody>
          <a:bodyPr/>
          <a:lstStyle/>
          <a:p>
            <a:endParaRPr/>
          </a:p>
        </p:txBody>
      </p:sp>
      <p:sp>
        <p:nvSpPr>
          <p:cNvPr id="1032" name="Straight Connector 28">
            <a:extLst>
              <a:ext uri="{FF2B5EF4-FFF2-40B4-BE49-F238E27FC236}">
                <a16:creationId xmlns:a16="http://schemas.microsoft.com/office/drawing/2014/main" id="{1E173EE4-B9DA-E48D-E3B1-AD6720E85A12}"/>
              </a:ext>
            </a:extLst>
          </p:cNvPr>
          <p:cNvSpPr>
            <a:spLocks noChangeShapeType="1"/>
          </p:cNvSpPr>
          <p:nvPr/>
        </p:nvSpPr>
        <p:spPr bwMode="auto">
          <a:xfrm>
            <a:off x="457200" y="1143000"/>
            <a:ext cx="8229600" cy="0"/>
          </a:xfrm>
          <a:prstGeom prst="line">
            <a:avLst/>
          </a:prstGeom>
          <a:noFill/>
          <a:ln w="9525" algn="ctr">
            <a:solidFill>
              <a:schemeClr val="accent2"/>
            </a:solidFill>
            <a:prstDash val="dash"/>
            <a:round/>
            <a:headEnd/>
            <a:tailEnd/>
          </a:ln>
          <a:extLst>
            <a:ext uri="{909E8E84-426E-40DD-AFC4-6F175D3DCCD1}">
              <a14:hiddenFill xmlns:a14="http://schemas.microsoft.com/office/drawing/2010/main">
                <a:noFill/>
              </a14:hiddenFill>
            </a:ext>
          </a:extLst>
        </p:spPr>
        <p:txBody>
          <a:bodyPr/>
          <a:lstStyle/>
          <a:p>
            <a:endParaRPr/>
          </a:p>
        </p:txBody>
      </p:sp>
      <p:sp>
        <p:nvSpPr>
          <p:cNvPr id="10" name="Isosceles Triangle 9">
            <a:extLst>
              <a:ext uri="{FF2B5EF4-FFF2-40B4-BE49-F238E27FC236}">
                <a16:creationId xmlns:a16="http://schemas.microsoft.com/office/drawing/2014/main" id="{55E2660E-51E5-C280-EFF1-A4919C7A4EF4}"/>
              </a:ext>
            </a:extLst>
          </p:cNvPr>
          <p:cNvSpPr>
            <a:spLocks noChangeAspect="1"/>
          </p:cNvSpPr>
          <p:nvPr/>
        </p:nvSpPr>
        <p:spPr>
          <a:xfrm rot="5400000">
            <a:off x="419100" y="6467475"/>
            <a:ext cx="190500" cy="120650"/>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lang="en-US"/>
          </a:p>
        </p:txBody>
      </p:sp>
    </p:spTree>
  </p:cSld>
  <p:clrMap bg1="lt1" tx1="dk1" bg2="lt2" tx2="dk2" accent1="accent1" accent2="accent2" accent3="accent3" accent4="accent4" accent5="accent5" accent6="accent6" hlink="hlink" folHlink="folHlink"/>
  <p:sldLayoutIdLst>
    <p:sldLayoutId id="2147483900" r:id="rId1"/>
    <p:sldLayoutId id="2147483896" r:id="rId2"/>
    <p:sldLayoutId id="2147483901" r:id="rId3"/>
    <p:sldLayoutId id="2147483897" r:id="rId4"/>
    <p:sldLayoutId id="2147483898" r:id="rId5"/>
    <p:sldLayoutId id="2147483902" r:id="rId6"/>
    <p:sldLayoutId id="2147483903" r:id="rId7"/>
    <p:sldLayoutId id="2147483904" r:id="rId8"/>
    <p:sldLayoutId id="2147483905" r:id="rId9"/>
    <p:sldLayoutId id="2147483899" r:id="rId10"/>
    <p:sldLayoutId id="2147483906" r:id="rId11"/>
  </p:sldLayoutIdLst>
  <p:txStyles>
    <p:titleStyle>
      <a:lvl1pPr algn="l" rtl="0" eaLnBrk="0" fontAlgn="base" hangingPunct="0">
        <a:spcBef>
          <a:spcPct val="0"/>
        </a:spcBef>
        <a:spcAft>
          <a:spcPct val="0"/>
        </a:spcAft>
        <a:defRPr sz="3200" kern="1200">
          <a:solidFill>
            <a:schemeClr val="tx2"/>
          </a:solidFill>
          <a:latin typeface="+mj-lt"/>
          <a:ea typeface="ＭＳ Ｐゴシック" charset="-128"/>
          <a:cs typeface="ＭＳ Ｐゴシック" charset="-128"/>
        </a:defRPr>
      </a:lvl1pPr>
      <a:lvl2pPr algn="l" rtl="0" eaLnBrk="0" fontAlgn="base" hangingPunct="0">
        <a:spcBef>
          <a:spcPct val="0"/>
        </a:spcBef>
        <a:spcAft>
          <a:spcPct val="0"/>
        </a:spcAft>
        <a:defRPr sz="3200">
          <a:solidFill>
            <a:schemeClr val="tx2"/>
          </a:solidFill>
          <a:latin typeface="Bookman Old Style" charset="0"/>
          <a:ea typeface="ＭＳ Ｐゴシック" charset="-128"/>
          <a:cs typeface="ＭＳ Ｐゴシック" charset="-128"/>
        </a:defRPr>
      </a:lvl2pPr>
      <a:lvl3pPr algn="l" rtl="0" eaLnBrk="0" fontAlgn="base" hangingPunct="0">
        <a:spcBef>
          <a:spcPct val="0"/>
        </a:spcBef>
        <a:spcAft>
          <a:spcPct val="0"/>
        </a:spcAft>
        <a:defRPr sz="3200">
          <a:solidFill>
            <a:schemeClr val="tx2"/>
          </a:solidFill>
          <a:latin typeface="Bookman Old Style" charset="0"/>
          <a:ea typeface="ＭＳ Ｐゴシック" charset="-128"/>
          <a:cs typeface="ＭＳ Ｐゴシック" charset="-128"/>
        </a:defRPr>
      </a:lvl3pPr>
      <a:lvl4pPr algn="l" rtl="0" eaLnBrk="0" fontAlgn="base" hangingPunct="0">
        <a:spcBef>
          <a:spcPct val="0"/>
        </a:spcBef>
        <a:spcAft>
          <a:spcPct val="0"/>
        </a:spcAft>
        <a:defRPr sz="3200">
          <a:solidFill>
            <a:schemeClr val="tx2"/>
          </a:solidFill>
          <a:latin typeface="Bookman Old Style" charset="0"/>
          <a:ea typeface="ＭＳ Ｐゴシック" charset="-128"/>
          <a:cs typeface="ＭＳ Ｐゴシック" charset="-128"/>
        </a:defRPr>
      </a:lvl4pPr>
      <a:lvl5pPr algn="l" rtl="0" eaLnBrk="0" fontAlgn="base" hangingPunct="0">
        <a:spcBef>
          <a:spcPct val="0"/>
        </a:spcBef>
        <a:spcAft>
          <a:spcPct val="0"/>
        </a:spcAft>
        <a:defRPr sz="3200">
          <a:solidFill>
            <a:schemeClr val="tx2"/>
          </a:solidFill>
          <a:latin typeface="Bookman Old Style" charset="0"/>
          <a:ea typeface="ＭＳ Ｐゴシック" charset="-128"/>
          <a:cs typeface="ＭＳ Ｐゴシック" charset="-128"/>
        </a:defRPr>
      </a:lvl5pPr>
      <a:lvl6pPr marL="457200" algn="l" rtl="0" fontAlgn="base">
        <a:spcBef>
          <a:spcPct val="0"/>
        </a:spcBef>
        <a:spcAft>
          <a:spcPct val="0"/>
        </a:spcAft>
        <a:defRPr sz="3200">
          <a:solidFill>
            <a:schemeClr val="tx2"/>
          </a:solidFill>
          <a:latin typeface="Bookman Old Style" charset="0"/>
          <a:ea typeface="ＭＳ Ｐゴシック" charset="-128"/>
          <a:cs typeface="ＭＳ Ｐゴシック" charset="-128"/>
        </a:defRPr>
      </a:lvl6pPr>
      <a:lvl7pPr marL="914400" algn="l" rtl="0" fontAlgn="base">
        <a:spcBef>
          <a:spcPct val="0"/>
        </a:spcBef>
        <a:spcAft>
          <a:spcPct val="0"/>
        </a:spcAft>
        <a:defRPr sz="3200">
          <a:solidFill>
            <a:schemeClr val="tx2"/>
          </a:solidFill>
          <a:latin typeface="Bookman Old Style" charset="0"/>
          <a:ea typeface="ＭＳ Ｐゴシック" charset="-128"/>
          <a:cs typeface="ＭＳ Ｐゴシック" charset="-128"/>
        </a:defRPr>
      </a:lvl7pPr>
      <a:lvl8pPr marL="1371600" algn="l" rtl="0" fontAlgn="base">
        <a:spcBef>
          <a:spcPct val="0"/>
        </a:spcBef>
        <a:spcAft>
          <a:spcPct val="0"/>
        </a:spcAft>
        <a:defRPr sz="3200">
          <a:solidFill>
            <a:schemeClr val="tx2"/>
          </a:solidFill>
          <a:latin typeface="Bookman Old Style" charset="0"/>
          <a:ea typeface="ＭＳ Ｐゴシック" charset="-128"/>
          <a:cs typeface="ＭＳ Ｐゴシック" charset="-128"/>
        </a:defRPr>
      </a:lvl8pPr>
      <a:lvl9pPr marL="1828800" algn="l" rtl="0" fontAlgn="base">
        <a:spcBef>
          <a:spcPct val="0"/>
        </a:spcBef>
        <a:spcAft>
          <a:spcPct val="0"/>
        </a:spcAft>
        <a:defRPr sz="3200">
          <a:solidFill>
            <a:schemeClr val="tx2"/>
          </a:solidFill>
          <a:latin typeface="Bookman Old Style" charset="0"/>
          <a:ea typeface="ＭＳ Ｐゴシック" charset="-128"/>
          <a:cs typeface="ＭＳ Ｐゴシック" charset="-128"/>
        </a:defRPr>
      </a:lvl9pPr>
    </p:titleStyle>
    <p:bodyStyle>
      <a:lvl1pPr marL="273050" indent="-273050" algn="l" rtl="0" eaLnBrk="0" fontAlgn="base" hangingPunct="0">
        <a:spcBef>
          <a:spcPts val="600"/>
        </a:spcBef>
        <a:spcAft>
          <a:spcPct val="0"/>
        </a:spcAft>
        <a:buClr>
          <a:schemeClr val="accent1"/>
        </a:buClr>
        <a:buSzPct val="76000"/>
        <a:buFont typeface="Wingdings 3" pitchFamily="2" charset="2"/>
        <a:buChar char=""/>
        <a:defRPr sz="2600" kern="1200">
          <a:solidFill>
            <a:schemeClr val="tx1"/>
          </a:solidFill>
          <a:latin typeface="+mn-lt"/>
          <a:ea typeface="ＭＳ Ｐゴシック" charset="-128"/>
          <a:cs typeface="ＭＳ Ｐゴシック" charset="-128"/>
        </a:defRPr>
      </a:lvl1pPr>
      <a:lvl2pPr marL="547688" indent="-273050" algn="l" rtl="0" eaLnBrk="0" fontAlgn="base" hangingPunct="0">
        <a:spcBef>
          <a:spcPts val="500"/>
        </a:spcBef>
        <a:spcAft>
          <a:spcPct val="0"/>
        </a:spcAft>
        <a:buClr>
          <a:schemeClr val="accent2"/>
        </a:buClr>
        <a:buSzPct val="76000"/>
        <a:buFont typeface="Wingdings 3" pitchFamily="2" charset="2"/>
        <a:buChar char=""/>
        <a:defRPr sz="2300" kern="1200">
          <a:solidFill>
            <a:schemeClr val="tx2"/>
          </a:solidFill>
          <a:latin typeface="+mn-lt"/>
          <a:ea typeface="ＭＳ Ｐゴシック" charset="-128"/>
          <a:cs typeface="+mn-cs"/>
        </a:defRPr>
      </a:lvl2pPr>
      <a:lvl3pPr marL="822325" indent="-228600" algn="l" rtl="0" eaLnBrk="0" fontAlgn="base" hangingPunct="0">
        <a:spcBef>
          <a:spcPts val="500"/>
        </a:spcBef>
        <a:spcAft>
          <a:spcPct val="0"/>
        </a:spcAft>
        <a:buClr>
          <a:srgbClr val="BCBCBC"/>
        </a:buClr>
        <a:buSzPct val="76000"/>
        <a:buFont typeface="Wingdings 3" pitchFamily="2" charset="2"/>
        <a:buChar char=""/>
        <a:defRPr sz="2000" kern="1200">
          <a:solidFill>
            <a:schemeClr val="tx1"/>
          </a:solidFill>
          <a:latin typeface="+mn-lt"/>
          <a:ea typeface="ＭＳ Ｐゴシック" charset="-128"/>
          <a:cs typeface="+mn-cs"/>
        </a:defRPr>
      </a:lvl3pPr>
      <a:lvl4pPr marL="1096963" indent="-228600" algn="l" rtl="0" eaLnBrk="0" fontAlgn="base" hangingPunct="0">
        <a:spcBef>
          <a:spcPts val="400"/>
        </a:spcBef>
        <a:spcAft>
          <a:spcPct val="0"/>
        </a:spcAft>
        <a:buClr>
          <a:srgbClr val="8BA2B4"/>
        </a:buClr>
        <a:buSzPct val="70000"/>
        <a:buFont typeface="Wingdings" pitchFamily="2" charset="2"/>
        <a:buChar char=""/>
        <a:defRPr kern="1200">
          <a:solidFill>
            <a:schemeClr val="tx1"/>
          </a:solidFill>
          <a:latin typeface="+mn-lt"/>
          <a:ea typeface="ＭＳ Ｐゴシック" charset="-128"/>
          <a:cs typeface="+mn-cs"/>
        </a:defRPr>
      </a:lvl4pPr>
      <a:lvl5pPr marL="1371600" indent="-228600" algn="l" rtl="0" eaLnBrk="0" fontAlgn="base" hangingPunct="0">
        <a:spcBef>
          <a:spcPts val="300"/>
        </a:spcBef>
        <a:spcAft>
          <a:spcPct val="0"/>
        </a:spcAft>
        <a:buClr>
          <a:schemeClr val="accent2"/>
        </a:buClr>
        <a:buSzPct val="70000"/>
        <a:buFont typeface="Wingdings" pitchFamily="2" charset="2"/>
        <a:buChar char=""/>
        <a:defRPr sz="1600" kern="1200">
          <a:solidFill>
            <a:schemeClr val="tx1"/>
          </a:solidFill>
          <a:latin typeface="+mn-lt"/>
          <a:ea typeface="ＭＳ Ｐゴシック" charset="-128"/>
          <a:cs typeface="+mn-cs"/>
        </a:defRPr>
      </a:lvl5pPr>
      <a:lvl6pPr marL="1645920" indent="-182880" algn="l" rtl="0" eaLnBrk="1" latinLnBrk="0" hangingPunct="1">
        <a:spcBef>
          <a:spcPts val="300"/>
        </a:spcBef>
        <a:buClr>
          <a:srgbClr val="9FB8CD">
            <a:shade val="75000"/>
          </a:srgbClr>
        </a:buClr>
        <a:buSzPct val="75000"/>
        <a:buFont typeface="Wingdings 3"/>
        <a:buChar char=""/>
        <a:defRPr kumimoji="0" lang="en-US" sz="1600" kern="1200" smtClean="0">
          <a:solidFill>
            <a:schemeClr val="tx1"/>
          </a:solidFill>
          <a:latin typeface="+mn-lt"/>
          <a:ea typeface="+mn-ea"/>
          <a:cs typeface="+mn-cs"/>
        </a:defRPr>
      </a:lvl6pPr>
      <a:lvl7pPr marL="1828800" indent="-182880" algn="l" rtl="0" eaLnBrk="1" latinLnBrk="0" hangingPunct="1">
        <a:spcBef>
          <a:spcPts val="300"/>
        </a:spcBef>
        <a:buClr>
          <a:srgbClr val="727CA3">
            <a:shade val="75000"/>
          </a:srgbClr>
        </a:buClr>
        <a:buSzPct val="75000"/>
        <a:buFont typeface="Wingdings 3"/>
        <a:buChar char=""/>
        <a:defRPr kumimoji="0" lang="en-US" sz="1400" kern="1200" smtClean="0">
          <a:solidFill>
            <a:schemeClr val="tx1"/>
          </a:solidFill>
          <a:latin typeface="+mn-lt"/>
          <a:ea typeface="+mn-ea"/>
          <a:cs typeface="+mn-cs"/>
        </a:defRPr>
      </a:lvl7pPr>
      <a:lvl8pPr marL="2011680" indent="-182880" algn="l" rtl="0" eaLnBrk="1" latinLnBrk="0" hangingPunct="1">
        <a:spcBef>
          <a:spcPts val="300"/>
        </a:spcBef>
        <a:buClr>
          <a:prstClr val="white">
            <a:shade val="50000"/>
          </a:prstClr>
        </a:buClr>
        <a:buSzPct val="75000"/>
        <a:buFont typeface="Wingdings 3"/>
        <a:buChar char=""/>
        <a:defRPr kumimoji="0" lang="en-US" sz="1400" kern="1200" smtClean="0">
          <a:solidFill>
            <a:schemeClr val="tx1"/>
          </a:solidFill>
          <a:latin typeface="+mn-lt"/>
          <a:ea typeface="+mn-ea"/>
          <a:cs typeface="+mn-cs"/>
        </a:defRPr>
      </a:lvl8pPr>
      <a:lvl9pPr marL="2194560" indent="-182880" algn="l" rtl="0" eaLnBrk="1" latinLnBrk="0" hangingPunct="1">
        <a:spcBef>
          <a:spcPts val="300"/>
        </a:spcBef>
        <a:buClr>
          <a:srgbClr val="9FB8CD"/>
        </a:buClr>
        <a:buSzPct val="75000"/>
        <a:buFont typeface="Wingdings 3"/>
        <a:buChar char=""/>
        <a:defRPr kumimoji="0" lang="en-US" sz="1200" kern="1200" smtClean="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5.xml"/><Relationship Id="rId1" Type="http://schemas.openxmlformats.org/officeDocument/2006/relationships/slideLayout" Target="../slideLayouts/slideLayout6.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 Id="rId4" Type="http://schemas.openxmlformats.org/officeDocument/2006/relationships/image" Target="../media/image15.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6.png"/><Relationship Id="rId1" Type="http://schemas.openxmlformats.org/officeDocument/2006/relationships/slideLayout" Target="../slideLayouts/slideLayout2.xml"/><Relationship Id="rId4" Type="http://schemas.openxmlformats.org/officeDocument/2006/relationships/image" Target="../media/image17.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2.xml"/><Relationship Id="rId5" Type="http://schemas.openxmlformats.org/officeDocument/2006/relationships/image" Target="../media/image21.png"/><Relationship Id="rId4" Type="http://schemas.openxmlformats.org/officeDocument/2006/relationships/image" Target="../media/image20.png"/></Relationships>
</file>

<file path=ppt/slides/_rels/slide28.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2.xml"/><Relationship Id="rId6" Type="http://schemas.openxmlformats.org/officeDocument/2006/relationships/image" Target="../media/image25.png"/><Relationship Id="rId5" Type="http://schemas.openxmlformats.org/officeDocument/2006/relationships/customXml" Target="../ink/ink1.xml"/><Relationship Id="rId4" Type="http://schemas.openxmlformats.org/officeDocument/2006/relationships/image" Target="../media/image24.png"/></Relationships>
</file>

<file path=ppt/slides/_rels/slide29.xml.rels><?xml version="1.0" encoding="UTF-8" standalone="yes"?>
<Relationships xmlns="http://schemas.openxmlformats.org/package/2006/relationships"><Relationship Id="rId3" Type="http://schemas.openxmlformats.org/officeDocument/2006/relationships/customXml" Target="../ink/ink2.xml"/><Relationship Id="rId2" Type="http://schemas.openxmlformats.org/officeDocument/2006/relationships/notesSlide" Target="../notesSlides/notesSlide12.xml"/><Relationship Id="rId1" Type="http://schemas.openxmlformats.org/officeDocument/2006/relationships/slideLayout" Target="../slideLayouts/slideLayout2.xml"/><Relationship Id="rId6" Type="http://schemas.openxmlformats.org/officeDocument/2006/relationships/image" Target="../media/image27.png"/><Relationship Id="rId5" Type="http://schemas.openxmlformats.org/officeDocument/2006/relationships/customXml" Target="../ink/ink3.xml"/><Relationship Id="rId4" Type="http://schemas.openxmlformats.org/officeDocument/2006/relationships/image" Target="../media/image26.png"/></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23.png"/><Relationship Id="rId7" Type="http://schemas.openxmlformats.org/officeDocument/2006/relationships/image" Target="../media/image28.png"/><Relationship Id="rId2" Type="http://schemas.openxmlformats.org/officeDocument/2006/relationships/image" Target="../media/image22.png"/><Relationship Id="rId1" Type="http://schemas.openxmlformats.org/officeDocument/2006/relationships/slideLayout" Target="../slideLayouts/slideLayout2.xml"/><Relationship Id="rId6" Type="http://schemas.openxmlformats.org/officeDocument/2006/relationships/image" Target="../media/image25.png"/><Relationship Id="rId5" Type="http://schemas.openxmlformats.org/officeDocument/2006/relationships/customXml" Target="../ink/ink4.xml"/><Relationship Id="rId4" Type="http://schemas.openxmlformats.org/officeDocument/2006/relationships/image" Target="../media/image24.png"/></Relationships>
</file>

<file path=ppt/slides/_rels/slide32.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9.png"/><Relationship Id="rId1" Type="http://schemas.openxmlformats.org/officeDocument/2006/relationships/slideLayout" Target="../slideLayouts/slideLayout2.xml"/><Relationship Id="rId5" Type="http://schemas.openxmlformats.org/officeDocument/2006/relationships/image" Target="../media/image39.png"/><Relationship Id="rId4" Type="http://schemas.openxmlformats.org/officeDocument/2006/relationships/image" Target="../media/image38.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a:extLst>
              <a:ext uri="{FF2B5EF4-FFF2-40B4-BE49-F238E27FC236}">
                <a16:creationId xmlns:a16="http://schemas.microsoft.com/office/drawing/2014/main" id="{2E7CCB3B-1A91-6DA8-D8EE-D545E6ABAD82}"/>
              </a:ext>
            </a:extLst>
          </p:cNvPr>
          <p:cNvSpPr>
            <a:spLocks noGrp="1"/>
          </p:cNvSpPr>
          <p:nvPr>
            <p:ph type="ctrTitle"/>
          </p:nvPr>
        </p:nvSpPr>
        <p:spPr/>
        <p:txBody>
          <a:bodyPr/>
          <a:lstStyle/>
          <a:p>
            <a:pPr eaLnBrk="1" hangingPunct="1"/>
            <a:r>
              <a:rPr lang="en-US" altLang="en-US">
                <a:ea typeface="ＭＳ Ｐゴシック" panose="020B0600070205080204" pitchFamily="34" charset="-128"/>
              </a:rPr>
              <a:t>Advance Encryption Standard</a:t>
            </a:r>
          </a:p>
        </p:txBody>
      </p:sp>
      <p:sp>
        <p:nvSpPr>
          <p:cNvPr id="6" name="Subtitle 5">
            <a:extLst>
              <a:ext uri="{FF2B5EF4-FFF2-40B4-BE49-F238E27FC236}">
                <a16:creationId xmlns:a16="http://schemas.microsoft.com/office/drawing/2014/main" id="{77F09D73-7778-B816-294B-939C144152D6}"/>
              </a:ext>
            </a:extLst>
          </p:cNvPr>
          <p:cNvSpPr>
            <a:spLocks noGrp="1"/>
          </p:cNvSpPr>
          <p:nvPr>
            <p:ph type="subTitle" idx="1"/>
          </p:nvPr>
        </p:nvSpPr>
        <p:spPr/>
        <p:txBody>
          <a:bodyPr>
            <a:normAutofit/>
          </a:bodyPr>
          <a:lstStyle/>
          <a:p>
            <a:pPr eaLnBrk="1" hangingPunct="1">
              <a:buFont typeface="Wingdings 3" panose="05040102010807070707" pitchFamily="18" charset="2"/>
              <a:buNone/>
              <a:defRPr/>
            </a:pPr>
            <a:endParaRPr lang="en-US" altLang="en-US">
              <a:ea typeface="ＭＳ Ｐゴシック" panose="020B0600070205080204" pitchFamily="34" charset="-128"/>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Title 1">
            <a:extLst>
              <a:ext uri="{FF2B5EF4-FFF2-40B4-BE49-F238E27FC236}">
                <a16:creationId xmlns:a16="http://schemas.microsoft.com/office/drawing/2014/main" id="{35597498-62DA-702A-6836-612BC1679DCA}"/>
              </a:ext>
            </a:extLst>
          </p:cNvPr>
          <p:cNvSpPr>
            <a:spLocks noGrp="1"/>
          </p:cNvSpPr>
          <p:nvPr>
            <p:ph type="title"/>
          </p:nvPr>
        </p:nvSpPr>
        <p:spPr/>
        <p:txBody>
          <a:bodyPr/>
          <a:lstStyle/>
          <a:p>
            <a:r>
              <a:rPr lang="en-US" altLang="en-US">
                <a:ea typeface="ＭＳ Ｐゴシック" panose="020B0600070205080204" pitchFamily="34" charset="-128"/>
              </a:rPr>
              <a:t>Topics</a:t>
            </a:r>
          </a:p>
        </p:txBody>
      </p:sp>
      <p:sp>
        <p:nvSpPr>
          <p:cNvPr id="11267" name="Content Placeholder 2">
            <a:extLst>
              <a:ext uri="{FF2B5EF4-FFF2-40B4-BE49-F238E27FC236}">
                <a16:creationId xmlns:a16="http://schemas.microsoft.com/office/drawing/2014/main" id="{94BFF404-3353-9C6F-E077-354795B27883}"/>
              </a:ext>
            </a:extLst>
          </p:cNvPr>
          <p:cNvSpPr>
            <a:spLocks noGrp="1"/>
          </p:cNvSpPr>
          <p:nvPr>
            <p:ph sz="quarter" idx="1"/>
          </p:nvPr>
        </p:nvSpPr>
        <p:spPr>
          <a:xfrm>
            <a:off x="457200" y="1219200"/>
            <a:ext cx="8229600" cy="4937125"/>
          </a:xfrm>
        </p:spPr>
        <p:txBody>
          <a:bodyPr/>
          <a:lstStyle/>
          <a:p>
            <a:pPr>
              <a:buFont typeface="Wingdings 3" panose="05040102010807070707" pitchFamily="18" charset="2"/>
              <a:buChar char=""/>
              <a:defRPr/>
            </a:pPr>
            <a:endParaRPr lang="en-US" altLang="en-US" dirty="0">
              <a:solidFill>
                <a:srgbClr val="595959"/>
              </a:solidFill>
              <a:ea typeface="ＭＳ Ｐゴシック" panose="020B0600070205080204" pitchFamily="34" charset="-128"/>
            </a:endParaRPr>
          </a:p>
          <a:p>
            <a:pPr>
              <a:buFont typeface="Wingdings 3" panose="05040102010807070707" pitchFamily="18" charset="2"/>
              <a:buChar char=""/>
              <a:defRPr/>
            </a:pPr>
            <a:r>
              <a:rPr lang="en-US" altLang="en-US" dirty="0">
                <a:solidFill>
                  <a:srgbClr val="595959"/>
                </a:solidFill>
                <a:ea typeface="ＭＳ Ｐゴシック" panose="020B0600070205080204" pitchFamily="34" charset="-128"/>
              </a:rPr>
              <a:t>Basic AES </a:t>
            </a:r>
          </a:p>
          <a:p>
            <a:pPr>
              <a:buFont typeface="Wingdings 3" panose="05040102010807070707" pitchFamily="18" charset="2"/>
              <a:buChar char=""/>
              <a:defRPr/>
            </a:pPr>
            <a:endParaRPr lang="en-US" altLang="en-US" dirty="0">
              <a:solidFill>
                <a:srgbClr val="595959"/>
              </a:solidFill>
              <a:ea typeface="ＭＳ Ｐゴシック" panose="020B0600070205080204" pitchFamily="34" charset="-128"/>
            </a:endParaRPr>
          </a:p>
          <a:p>
            <a:pPr>
              <a:buFont typeface="Wingdings 3" panose="05040102010807070707" pitchFamily="18" charset="2"/>
              <a:buChar char=""/>
              <a:defRPr/>
            </a:pPr>
            <a:r>
              <a:rPr lang="en-US" altLang="en-US" dirty="0">
                <a:solidFill>
                  <a:srgbClr val="595959"/>
                </a:solidFill>
                <a:ea typeface="ＭＳ Ｐゴシック" panose="020B0600070205080204" pitchFamily="34" charset="-128"/>
              </a:rPr>
              <a:t>Inside Algorithm</a:t>
            </a:r>
          </a:p>
          <a:p>
            <a:pPr marL="0" indent="0">
              <a:buFont typeface="Wingdings 3" panose="05040102010807070707" pitchFamily="18" charset="2"/>
              <a:buNone/>
              <a:defRPr/>
            </a:pPr>
            <a:endParaRPr lang="en-US" altLang="en-US" dirty="0">
              <a:solidFill>
                <a:srgbClr val="595959"/>
              </a:solidFill>
              <a:ea typeface="ＭＳ Ｐゴシック" panose="020B0600070205080204" pitchFamily="34" charset="-128"/>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a:extLst>
              <a:ext uri="{FF2B5EF4-FFF2-40B4-BE49-F238E27FC236}">
                <a16:creationId xmlns:a16="http://schemas.microsoft.com/office/drawing/2014/main" id="{4B090EC3-CAB2-CDC8-D0E2-2B1483F8ACCA}"/>
              </a:ext>
            </a:extLst>
          </p:cNvPr>
          <p:cNvSpPr>
            <a:spLocks noGrp="1"/>
          </p:cNvSpPr>
          <p:nvPr>
            <p:ph type="title"/>
          </p:nvPr>
        </p:nvSpPr>
        <p:spPr/>
        <p:txBody>
          <a:bodyPr/>
          <a:lstStyle/>
          <a:p>
            <a:pPr eaLnBrk="1" hangingPunct="1"/>
            <a:r>
              <a:rPr lang="en-US" altLang="en-US">
                <a:ea typeface="ＭＳ Ｐゴシック" panose="020B0600070205080204" pitchFamily="34" charset="-128"/>
              </a:rPr>
              <a:t>Origins</a:t>
            </a:r>
            <a:endParaRPr lang="en-AU" altLang="en-US">
              <a:ea typeface="ＭＳ Ｐゴシック" panose="020B0600070205080204" pitchFamily="34" charset="-128"/>
            </a:endParaRPr>
          </a:p>
        </p:txBody>
      </p:sp>
      <p:sp>
        <p:nvSpPr>
          <p:cNvPr id="12291" name="Rectangle 3">
            <a:extLst>
              <a:ext uri="{FF2B5EF4-FFF2-40B4-BE49-F238E27FC236}">
                <a16:creationId xmlns:a16="http://schemas.microsoft.com/office/drawing/2014/main" id="{9E61D136-D842-F62E-83E9-F91370747F0F}"/>
              </a:ext>
            </a:extLst>
          </p:cNvPr>
          <p:cNvSpPr>
            <a:spLocks noGrp="1"/>
          </p:cNvSpPr>
          <p:nvPr>
            <p:ph sz="quarter" idx="1"/>
          </p:nvPr>
        </p:nvSpPr>
        <p:spPr>
          <a:xfrm>
            <a:off x="457200" y="1219200"/>
            <a:ext cx="8229600" cy="4937125"/>
          </a:xfrm>
        </p:spPr>
        <p:txBody>
          <a:bodyPr/>
          <a:lstStyle/>
          <a:p>
            <a:pPr eaLnBrk="1" hangingPunct="1"/>
            <a:r>
              <a:rPr lang="en-US" altLang="en-US" sz="2400">
                <a:solidFill>
                  <a:srgbClr val="595959"/>
                </a:solidFill>
                <a:ea typeface="ＭＳ Ｐゴシック" panose="020B0600070205080204" pitchFamily="34" charset="-128"/>
              </a:rPr>
              <a:t>A</a:t>
            </a:r>
            <a:r>
              <a:rPr lang="en-AU" altLang="en-US" sz="2400">
                <a:solidFill>
                  <a:srgbClr val="595959"/>
                </a:solidFill>
                <a:ea typeface="ＭＳ Ｐゴシック" panose="020B0600070205080204" pitchFamily="34" charset="-128"/>
              </a:rPr>
              <a:t> replacement for DES was needed</a:t>
            </a:r>
          </a:p>
          <a:p>
            <a:pPr lvl="1" eaLnBrk="1" hangingPunct="1"/>
            <a:r>
              <a:rPr lang="en-US" altLang="en-US" sz="2000">
                <a:solidFill>
                  <a:srgbClr val="595959"/>
                </a:solidFill>
                <a:ea typeface="ＭＳ Ｐゴシック" panose="020B0600070205080204" pitchFamily="34" charset="-128"/>
              </a:rPr>
              <a:t>Key size is too small</a:t>
            </a:r>
          </a:p>
          <a:p>
            <a:pPr eaLnBrk="1" hangingPunct="1"/>
            <a:endParaRPr lang="en-AU" altLang="en-US" sz="2400">
              <a:solidFill>
                <a:srgbClr val="595959"/>
              </a:solidFill>
              <a:ea typeface="ＭＳ Ｐゴシック" panose="020B0600070205080204" pitchFamily="34" charset="-128"/>
            </a:endParaRPr>
          </a:p>
          <a:p>
            <a:pPr eaLnBrk="1" hangingPunct="1"/>
            <a:r>
              <a:rPr lang="en-AU" altLang="en-US" sz="2400">
                <a:solidFill>
                  <a:srgbClr val="595959"/>
                </a:solidFill>
                <a:ea typeface="ＭＳ Ｐゴシック" panose="020B0600070205080204" pitchFamily="34" charset="-128"/>
              </a:rPr>
              <a:t>Can use Triple-DES – but slow, small block </a:t>
            </a:r>
          </a:p>
          <a:p>
            <a:pPr eaLnBrk="1" hangingPunct="1"/>
            <a:endParaRPr lang="en-AU" altLang="en-US" sz="2400">
              <a:solidFill>
                <a:srgbClr val="595959"/>
              </a:solidFill>
              <a:ea typeface="ＭＳ Ｐゴシック" panose="020B0600070205080204" pitchFamily="34" charset="-128"/>
            </a:endParaRPr>
          </a:p>
        </p:txBody>
      </p:sp>
    </p:spTree>
  </p:cSld>
  <p:clrMapOvr>
    <a:masterClrMapping/>
  </p:clrMapOvr>
  <p:transition spd="slow"/>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a:extLst>
              <a:ext uri="{FF2B5EF4-FFF2-40B4-BE49-F238E27FC236}">
                <a16:creationId xmlns:a16="http://schemas.microsoft.com/office/drawing/2014/main" id="{A64BC267-5555-D900-B1EF-FBE6E0896EDA}"/>
              </a:ext>
            </a:extLst>
          </p:cNvPr>
          <p:cNvSpPr>
            <a:spLocks noGrp="1"/>
          </p:cNvSpPr>
          <p:nvPr>
            <p:ph type="title"/>
          </p:nvPr>
        </p:nvSpPr>
        <p:spPr/>
        <p:txBody>
          <a:bodyPr/>
          <a:lstStyle/>
          <a:p>
            <a:pPr eaLnBrk="1" hangingPunct="1"/>
            <a:r>
              <a:rPr lang="en-AU" altLang="en-US">
                <a:ea typeface="ＭＳ Ｐゴシック" panose="020B0600070205080204" pitchFamily="34" charset="-128"/>
              </a:rPr>
              <a:t>The AES Cipher - Rijndael </a:t>
            </a:r>
          </a:p>
        </p:txBody>
      </p:sp>
      <p:sp>
        <p:nvSpPr>
          <p:cNvPr id="14339" name="Rectangle 3">
            <a:extLst>
              <a:ext uri="{FF2B5EF4-FFF2-40B4-BE49-F238E27FC236}">
                <a16:creationId xmlns:a16="http://schemas.microsoft.com/office/drawing/2014/main" id="{3F15D40E-5185-DCB7-A4FB-B5868DB3CE55}"/>
              </a:ext>
            </a:extLst>
          </p:cNvPr>
          <p:cNvSpPr>
            <a:spLocks noGrp="1"/>
          </p:cNvSpPr>
          <p:nvPr>
            <p:ph sz="quarter" idx="1"/>
          </p:nvPr>
        </p:nvSpPr>
        <p:spPr>
          <a:xfrm>
            <a:off x="457200" y="1219200"/>
            <a:ext cx="7086600" cy="4937125"/>
          </a:xfrm>
        </p:spPr>
        <p:txBody>
          <a:bodyPr/>
          <a:lstStyle/>
          <a:p>
            <a:pPr eaLnBrk="1" hangingPunct="1">
              <a:lnSpc>
                <a:spcPct val="90000"/>
              </a:lnSpc>
            </a:pPr>
            <a:r>
              <a:rPr lang="en-AU" altLang="en-US" sz="2400">
                <a:solidFill>
                  <a:srgbClr val="595959"/>
                </a:solidFill>
                <a:ea typeface="ＭＳ Ｐゴシック" panose="020B0600070205080204" pitchFamily="34" charset="-128"/>
              </a:rPr>
              <a:t>Rijndael was selected as the AES in Oct-2000</a:t>
            </a:r>
          </a:p>
          <a:p>
            <a:pPr lvl="1" eaLnBrk="1" hangingPunct="1">
              <a:lnSpc>
                <a:spcPct val="90000"/>
              </a:lnSpc>
            </a:pPr>
            <a:r>
              <a:rPr lang="en-AU" altLang="en-US" sz="2000">
                <a:solidFill>
                  <a:srgbClr val="595959"/>
                </a:solidFill>
                <a:ea typeface="ＭＳ Ｐゴシック" panose="020B0600070205080204" pitchFamily="34" charset="-128"/>
              </a:rPr>
              <a:t>Designed by Vincent Rijmen and Joan Daemen in Belgium </a:t>
            </a:r>
            <a:endParaRPr lang="en-AU" altLang="en-US" sz="2500">
              <a:solidFill>
                <a:srgbClr val="595959"/>
              </a:solidFill>
              <a:ea typeface="ＭＳ Ｐゴシック" panose="020B0600070205080204" pitchFamily="34" charset="-128"/>
            </a:endParaRPr>
          </a:p>
          <a:p>
            <a:pPr lvl="1" eaLnBrk="1" hangingPunct="1">
              <a:lnSpc>
                <a:spcPct val="90000"/>
              </a:lnSpc>
            </a:pPr>
            <a:r>
              <a:rPr lang="en-AU" altLang="en-US" sz="2100">
                <a:solidFill>
                  <a:srgbClr val="595959"/>
                </a:solidFill>
                <a:ea typeface="ＭＳ Ｐゴシック" panose="020B0600070205080204" pitchFamily="34" charset="-128"/>
              </a:rPr>
              <a:t>Issued as FIPS PUB 197 standard in Nov-2001 </a:t>
            </a:r>
          </a:p>
          <a:p>
            <a:pPr eaLnBrk="1" hangingPunct="1">
              <a:lnSpc>
                <a:spcPct val="90000"/>
              </a:lnSpc>
              <a:buFont typeface="Wingdings 3" pitchFamily="2" charset="2"/>
              <a:buNone/>
            </a:pPr>
            <a:endParaRPr lang="en-AU" altLang="en-US" sz="2400">
              <a:solidFill>
                <a:srgbClr val="595959"/>
              </a:solidFill>
              <a:ea typeface="ＭＳ Ｐゴシック" panose="020B0600070205080204" pitchFamily="34" charset="-128"/>
            </a:endParaRPr>
          </a:p>
          <a:p>
            <a:pPr eaLnBrk="1" hangingPunct="1">
              <a:lnSpc>
                <a:spcPct val="90000"/>
              </a:lnSpc>
            </a:pPr>
            <a:r>
              <a:rPr lang="en-AU" altLang="en-US" sz="2400">
                <a:solidFill>
                  <a:srgbClr val="595959"/>
                </a:solidFill>
                <a:ea typeface="ＭＳ Ｐゴシック" panose="020B0600070205080204" pitchFamily="34" charset="-128"/>
              </a:rPr>
              <a:t>An </a:t>
            </a:r>
            <a:r>
              <a:rPr lang="en-AU" altLang="en-US" sz="2400" b="1">
                <a:solidFill>
                  <a:srgbClr val="595959"/>
                </a:solidFill>
                <a:ea typeface="ＭＳ Ｐゴシック" panose="020B0600070205080204" pitchFamily="34" charset="-128"/>
              </a:rPr>
              <a:t>iterative</a:t>
            </a:r>
            <a:r>
              <a:rPr lang="en-AU" altLang="en-US" sz="2400">
                <a:solidFill>
                  <a:srgbClr val="595959"/>
                </a:solidFill>
                <a:ea typeface="ＭＳ Ｐゴシック" panose="020B0600070205080204" pitchFamily="34" charset="-128"/>
              </a:rPr>
              <a:t> rather than </a:t>
            </a:r>
            <a:r>
              <a:rPr lang="en-AU" altLang="en-US" sz="2400" b="1">
                <a:solidFill>
                  <a:srgbClr val="595959"/>
                </a:solidFill>
                <a:ea typeface="ＭＳ Ｐゴシック" panose="020B0600070205080204" pitchFamily="34" charset="-128"/>
              </a:rPr>
              <a:t>Feistel</a:t>
            </a:r>
            <a:r>
              <a:rPr lang="en-AU" altLang="en-US" sz="2400">
                <a:solidFill>
                  <a:srgbClr val="595959"/>
                </a:solidFill>
                <a:ea typeface="ＭＳ Ｐゴシック" panose="020B0600070205080204" pitchFamily="34" charset="-128"/>
              </a:rPr>
              <a:t> cipher</a:t>
            </a:r>
          </a:p>
          <a:p>
            <a:pPr lvl="1" eaLnBrk="1" hangingPunct="1">
              <a:lnSpc>
                <a:spcPct val="90000"/>
              </a:lnSpc>
            </a:pPr>
            <a:r>
              <a:rPr lang="en-US" altLang="en-US" sz="2000">
                <a:solidFill>
                  <a:srgbClr val="595959"/>
                </a:solidFill>
                <a:ea typeface="ＭＳ Ｐゴシック" panose="020B0600070205080204" pitchFamily="34" charset="-128"/>
              </a:rPr>
              <a:t>processes </a:t>
            </a:r>
            <a:r>
              <a:rPr lang="en-AU" altLang="en-US" sz="2000">
                <a:solidFill>
                  <a:srgbClr val="595959"/>
                </a:solidFill>
                <a:ea typeface="ＭＳ Ｐゴシック" panose="020B0600070205080204" pitchFamily="34" charset="-128"/>
              </a:rPr>
              <a:t>data as block of 4 columns of 4 bytes (128 bits)</a:t>
            </a:r>
          </a:p>
          <a:p>
            <a:pPr lvl="1" eaLnBrk="1" hangingPunct="1">
              <a:lnSpc>
                <a:spcPct val="90000"/>
              </a:lnSpc>
            </a:pPr>
            <a:r>
              <a:rPr lang="en-US" altLang="en-US" sz="2000">
                <a:solidFill>
                  <a:srgbClr val="595959"/>
                </a:solidFill>
                <a:ea typeface="ＭＳ Ｐゴシック" panose="020B0600070205080204" pitchFamily="34" charset="-128"/>
              </a:rPr>
              <a:t>operates on entire data block in every round</a:t>
            </a:r>
            <a:endParaRPr lang="en-AU" altLang="en-US" sz="2000">
              <a:solidFill>
                <a:srgbClr val="595959"/>
              </a:solidFill>
              <a:ea typeface="ＭＳ Ｐゴシック" panose="020B0600070205080204" pitchFamily="34" charset="-128"/>
            </a:endParaRPr>
          </a:p>
          <a:p>
            <a:pPr eaLnBrk="1" hangingPunct="1">
              <a:lnSpc>
                <a:spcPct val="90000"/>
              </a:lnSpc>
            </a:pPr>
            <a:endParaRPr lang="en-US" altLang="en-US" sz="2400">
              <a:solidFill>
                <a:srgbClr val="595959"/>
              </a:solidFill>
              <a:ea typeface="ＭＳ Ｐゴシック" panose="020B0600070205080204" pitchFamily="34" charset="-128"/>
            </a:endParaRPr>
          </a:p>
          <a:p>
            <a:pPr eaLnBrk="1" hangingPunct="1">
              <a:lnSpc>
                <a:spcPct val="90000"/>
              </a:lnSpc>
            </a:pPr>
            <a:r>
              <a:rPr lang="en-US" altLang="en-US" sz="2400">
                <a:solidFill>
                  <a:srgbClr val="595959"/>
                </a:solidFill>
                <a:ea typeface="ＭＳ Ｐゴシック" panose="020B0600070205080204" pitchFamily="34" charset="-128"/>
              </a:rPr>
              <a:t>Rijndael design:</a:t>
            </a:r>
          </a:p>
          <a:p>
            <a:pPr lvl="1" eaLnBrk="1" hangingPunct="1">
              <a:lnSpc>
                <a:spcPct val="90000"/>
              </a:lnSpc>
            </a:pPr>
            <a:r>
              <a:rPr lang="en-US" altLang="en-US" sz="2000">
                <a:solidFill>
                  <a:srgbClr val="595959"/>
                </a:solidFill>
                <a:ea typeface="ＭＳ Ｐゴシック" panose="020B0600070205080204" pitchFamily="34" charset="-128"/>
              </a:rPr>
              <a:t>simplicity</a:t>
            </a:r>
            <a:endParaRPr lang="en-AU" altLang="en-US" sz="2000">
              <a:solidFill>
                <a:srgbClr val="595959"/>
              </a:solidFill>
              <a:ea typeface="ＭＳ Ｐゴシック" panose="020B0600070205080204" pitchFamily="34" charset="-128"/>
            </a:endParaRPr>
          </a:p>
          <a:p>
            <a:pPr lvl="1" eaLnBrk="1" hangingPunct="1">
              <a:lnSpc>
                <a:spcPct val="90000"/>
              </a:lnSpc>
            </a:pPr>
            <a:r>
              <a:rPr lang="en-AU" altLang="en-US" sz="2000">
                <a:solidFill>
                  <a:srgbClr val="595959"/>
                </a:solidFill>
                <a:ea typeface="ＭＳ Ｐゴシック" panose="020B0600070205080204" pitchFamily="34" charset="-128"/>
              </a:rPr>
              <a:t>has 128/192/256 bit keys, 128 bits data </a:t>
            </a:r>
            <a:endParaRPr lang="en-US" altLang="en-US" sz="2000">
              <a:solidFill>
                <a:srgbClr val="595959"/>
              </a:solidFill>
              <a:ea typeface="ＭＳ Ｐゴシック" panose="020B0600070205080204" pitchFamily="34" charset="-128"/>
            </a:endParaRPr>
          </a:p>
          <a:p>
            <a:pPr lvl="1" eaLnBrk="1" hangingPunct="1">
              <a:lnSpc>
                <a:spcPct val="90000"/>
              </a:lnSpc>
            </a:pPr>
            <a:r>
              <a:rPr lang="en-US" altLang="en-US" sz="2000">
                <a:solidFill>
                  <a:srgbClr val="595959"/>
                </a:solidFill>
                <a:ea typeface="ＭＳ Ｐゴシック" panose="020B0600070205080204" pitchFamily="34" charset="-128"/>
              </a:rPr>
              <a:t>resistant against known attacks</a:t>
            </a:r>
          </a:p>
          <a:p>
            <a:pPr lvl="1" eaLnBrk="1" hangingPunct="1">
              <a:lnSpc>
                <a:spcPct val="90000"/>
              </a:lnSpc>
            </a:pPr>
            <a:r>
              <a:rPr lang="en-US" altLang="en-US" sz="2000">
                <a:solidFill>
                  <a:srgbClr val="595959"/>
                </a:solidFill>
                <a:ea typeface="ＭＳ Ｐゴシック" panose="020B0600070205080204" pitchFamily="34" charset="-128"/>
              </a:rPr>
              <a:t>speed and code compactness on many CPUs</a:t>
            </a:r>
          </a:p>
          <a:p>
            <a:pPr eaLnBrk="1" hangingPunct="1">
              <a:lnSpc>
                <a:spcPct val="90000"/>
              </a:lnSpc>
            </a:pPr>
            <a:endParaRPr lang="en-AU" altLang="en-US" sz="2400">
              <a:solidFill>
                <a:srgbClr val="595959"/>
              </a:solidFill>
              <a:ea typeface="ＭＳ Ｐゴシック" panose="020B0600070205080204" pitchFamily="34" charset="-128"/>
            </a:endParaRPr>
          </a:p>
        </p:txBody>
      </p:sp>
      <p:pic>
        <p:nvPicPr>
          <p:cNvPr id="14340" name="Picture 4">
            <a:extLst>
              <a:ext uri="{FF2B5EF4-FFF2-40B4-BE49-F238E27FC236}">
                <a16:creationId xmlns:a16="http://schemas.microsoft.com/office/drawing/2014/main" id="{9018568C-2A56-7955-DD94-8978FABF42C0}"/>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7162800" y="1219200"/>
            <a:ext cx="1408113" cy="1828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4341" name="Picture 8">
            <a:extLst>
              <a:ext uri="{FF2B5EF4-FFF2-40B4-BE49-F238E27FC236}">
                <a16:creationId xmlns:a16="http://schemas.microsoft.com/office/drawing/2014/main" id="{7710C4AC-7527-3A1B-ADCF-BE4FB8FD1F17}"/>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7208838" y="3657600"/>
            <a:ext cx="1401762" cy="1752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4342" name="Rectangle 10">
            <a:extLst>
              <a:ext uri="{FF2B5EF4-FFF2-40B4-BE49-F238E27FC236}">
                <a16:creationId xmlns:a16="http://schemas.microsoft.com/office/drawing/2014/main" id="{D1573986-664C-000C-BBD7-348E85022C93}"/>
              </a:ext>
            </a:extLst>
          </p:cNvPr>
          <p:cNvSpPr>
            <a:spLocks noChangeArrowheads="1"/>
          </p:cNvSpPr>
          <p:nvPr/>
        </p:nvSpPr>
        <p:spPr bwMode="auto">
          <a:xfrm>
            <a:off x="7467600" y="3048000"/>
            <a:ext cx="1055688"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600"/>
              </a:spcBef>
              <a:buClr>
                <a:schemeClr val="accent1"/>
              </a:buClr>
              <a:buSzPct val="76000"/>
              <a:buFont typeface="Wingdings 3" pitchFamily="2" charset="2"/>
              <a:buChar char=""/>
              <a:defRPr sz="2600">
                <a:solidFill>
                  <a:schemeClr val="tx1"/>
                </a:solidFill>
                <a:latin typeface="Gill Sans MT" panose="020B0502020104020203" pitchFamily="34" charset="77"/>
                <a:ea typeface="ＭＳ Ｐゴシック" panose="020B0600070205080204" pitchFamily="34" charset="-128"/>
              </a:defRPr>
            </a:lvl1pPr>
            <a:lvl2pPr marL="37931725" indent="-37474525">
              <a:spcBef>
                <a:spcPts val="500"/>
              </a:spcBef>
              <a:buClr>
                <a:schemeClr val="accent2"/>
              </a:buClr>
              <a:buSzPct val="76000"/>
              <a:buFont typeface="Wingdings 3" pitchFamily="2" charset="2"/>
              <a:buChar char=""/>
              <a:defRPr sz="2300">
                <a:solidFill>
                  <a:schemeClr val="tx2"/>
                </a:solidFill>
                <a:latin typeface="Gill Sans MT" panose="020B0502020104020203" pitchFamily="34" charset="77"/>
                <a:ea typeface="ＭＳ Ｐゴシック" panose="020B0600070205080204" pitchFamily="34" charset="-128"/>
              </a:defRPr>
            </a:lvl2pPr>
            <a:lvl3pPr marL="822325" indent="-228600">
              <a:spcBef>
                <a:spcPts val="500"/>
              </a:spcBef>
              <a:buClr>
                <a:srgbClr val="BCBCBC"/>
              </a:buClr>
              <a:buSzPct val="76000"/>
              <a:buFont typeface="Wingdings 3" pitchFamily="2" charset="2"/>
              <a:buChar char=""/>
              <a:defRPr sz="2000">
                <a:solidFill>
                  <a:schemeClr val="tx1"/>
                </a:solidFill>
                <a:latin typeface="Gill Sans MT" panose="020B0502020104020203" pitchFamily="34" charset="77"/>
                <a:ea typeface="ＭＳ Ｐゴシック" panose="020B0600070205080204" pitchFamily="34" charset="-128"/>
              </a:defRPr>
            </a:lvl3pPr>
            <a:lvl4pPr marL="1096963" indent="-228600">
              <a:spcBef>
                <a:spcPts val="400"/>
              </a:spcBef>
              <a:buClr>
                <a:srgbClr val="8BA2B4"/>
              </a:buClr>
              <a:buSzPct val="70000"/>
              <a:buFont typeface="Wingdings" pitchFamily="2" charset="2"/>
              <a:buChar char=""/>
              <a:defRPr>
                <a:solidFill>
                  <a:schemeClr val="tx1"/>
                </a:solidFill>
                <a:latin typeface="Gill Sans MT" panose="020B0502020104020203" pitchFamily="34" charset="77"/>
                <a:ea typeface="ＭＳ Ｐゴシック" panose="020B0600070205080204" pitchFamily="34" charset="-128"/>
              </a:defRPr>
            </a:lvl4pPr>
            <a:lvl5pPr marL="1371600" indent="-228600">
              <a:spcBef>
                <a:spcPts val="300"/>
              </a:spcBef>
              <a:buClr>
                <a:schemeClr val="accent2"/>
              </a:buClr>
              <a:buSzPct val="70000"/>
              <a:buFont typeface="Wingdings" pitchFamily="2" charset="2"/>
              <a:buChar char=""/>
              <a:defRPr sz="1600">
                <a:solidFill>
                  <a:schemeClr val="tx1"/>
                </a:solidFill>
                <a:latin typeface="Gill Sans MT" panose="020B0502020104020203" pitchFamily="34" charset="77"/>
                <a:ea typeface="ＭＳ Ｐゴシック" panose="020B0600070205080204" pitchFamily="34" charset="-128"/>
              </a:defRPr>
            </a:lvl5pPr>
            <a:lvl6pPr marL="1828800" indent="-228600" eaLnBrk="0" fontAlgn="base" hangingPunct="0">
              <a:spcBef>
                <a:spcPts val="300"/>
              </a:spcBef>
              <a:spcAft>
                <a:spcPct val="0"/>
              </a:spcAft>
              <a:buClr>
                <a:schemeClr val="accent2"/>
              </a:buClr>
              <a:buSzPct val="70000"/>
              <a:buFont typeface="Wingdings" pitchFamily="2" charset="2"/>
              <a:buChar char=""/>
              <a:defRPr sz="1600">
                <a:solidFill>
                  <a:schemeClr val="tx1"/>
                </a:solidFill>
                <a:latin typeface="Gill Sans MT" panose="020B0502020104020203" pitchFamily="34" charset="77"/>
                <a:ea typeface="ＭＳ Ｐゴシック" panose="020B0600070205080204" pitchFamily="34" charset="-128"/>
              </a:defRPr>
            </a:lvl6pPr>
            <a:lvl7pPr marL="2286000" indent="-228600" eaLnBrk="0" fontAlgn="base" hangingPunct="0">
              <a:spcBef>
                <a:spcPts val="300"/>
              </a:spcBef>
              <a:spcAft>
                <a:spcPct val="0"/>
              </a:spcAft>
              <a:buClr>
                <a:schemeClr val="accent2"/>
              </a:buClr>
              <a:buSzPct val="70000"/>
              <a:buFont typeface="Wingdings" pitchFamily="2" charset="2"/>
              <a:buChar char=""/>
              <a:defRPr sz="1600">
                <a:solidFill>
                  <a:schemeClr val="tx1"/>
                </a:solidFill>
                <a:latin typeface="Gill Sans MT" panose="020B0502020104020203" pitchFamily="34" charset="77"/>
                <a:ea typeface="ＭＳ Ｐゴシック" panose="020B0600070205080204" pitchFamily="34" charset="-128"/>
              </a:defRPr>
            </a:lvl7pPr>
            <a:lvl8pPr marL="2743200" indent="-228600" eaLnBrk="0" fontAlgn="base" hangingPunct="0">
              <a:spcBef>
                <a:spcPts val="300"/>
              </a:spcBef>
              <a:spcAft>
                <a:spcPct val="0"/>
              </a:spcAft>
              <a:buClr>
                <a:schemeClr val="accent2"/>
              </a:buClr>
              <a:buSzPct val="70000"/>
              <a:buFont typeface="Wingdings" pitchFamily="2" charset="2"/>
              <a:buChar char=""/>
              <a:defRPr sz="1600">
                <a:solidFill>
                  <a:schemeClr val="tx1"/>
                </a:solidFill>
                <a:latin typeface="Gill Sans MT" panose="020B0502020104020203" pitchFamily="34" charset="77"/>
                <a:ea typeface="ＭＳ Ｐゴシック" panose="020B0600070205080204" pitchFamily="34" charset="-128"/>
              </a:defRPr>
            </a:lvl8pPr>
            <a:lvl9pPr marL="3200400" indent="-228600" eaLnBrk="0" fontAlgn="base" hangingPunct="0">
              <a:spcBef>
                <a:spcPts val="300"/>
              </a:spcBef>
              <a:spcAft>
                <a:spcPct val="0"/>
              </a:spcAft>
              <a:buClr>
                <a:schemeClr val="accent2"/>
              </a:buClr>
              <a:buSzPct val="70000"/>
              <a:buFont typeface="Wingdings" pitchFamily="2" charset="2"/>
              <a:buChar char=""/>
              <a:defRPr sz="1600">
                <a:solidFill>
                  <a:schemeClr val="tx1"/>
                </a:solidFill>
                <a:latin typeface="Gill Sans MT" panose="020B0502020104020203" pitchFamily="34" charset="77"/>
                <a:ea typeface="ＭＳ Ｐゴシック" panose="020B0600070205080204" pitchFamily="34" charset="-128"/>
              </a:defRPr>
            </a:lvl9pPr>
          </a:lstStyle>
          <a:p>
            <a:pPr eaLnBrk="1" hangingPunct="1">
              <a:spcBef>
                <a:spcPct val="0"/>
              </a:spcBef>
              <a:buClrTx/>
              <a:buSzTx/>
              <a:buFontTx/>
              <a:buNone/>
            </a:pPr>
            <a:r>
              <a:rPr lang="en-AU" altLang="en-US" sz="1600">
                <a:solidFill>
                  <a:srgbClr val="595959"/>
                </a:solidFill>
                <a:latin typeface="Arial" panose="020B0604020202020204" pitchFamily="34" charset="0"/>
              </a:rPr>
              <a:t>V. Rijmen </a:t>
            </a:r>
            <a:endParaRPr lang="en-US" altLang="en-US" sz="1600">
              <a:latin typeface="Arial" panose="020B0604020202020204" pitchFamily="34" charset="0"/>
            </a:endParaRPr>
          </a:p>
        </p:txBody>
      </p:sp>
      <p:sp>
        <p:nvSpPr>
          <p:cNvPr id="14343" name="Rectangle 12">
            <a:extLst>
              <a:ext uri="{FF2B5EF4-FFF2-40B4-BE49-F238E27FC236}">
                <a16:creationId xmlns:a16="http://schemas.microsoft.com/office/drawing/2014/main" id="{D6CCE184-9D99-F018-0E8F-99B6D53B90B5}"/>
              </a:ext>
            </a:extLst>
          </p:cNvPr>
          <p:cNvSpPr>
            <a:spLocks noChangeArrowheads="1"/>
          </p:cNvSpPr>
          <p:nvPr/>
        </p:nvSpPr>
        <p:spPr bwMode="auto">
          <a:xfrm>
            <a:off x="7281863" y="5486400"/>
            <a:ext cx="1176337"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600"/>
              </a:spcBef>
              <a:buClr>
                <a:schemeClr val="accent1"/>
              </a:buClr>
              <a:buSzPct val="76000"/>
              <a:buFont typeface="Wingdings 3" pitchFamily="2" charset="2"/>
              <a:buChar char=""/>
              <a:defRPr sz="2600">
                <a:solidFill>
                  <a:schemeClr val="tx1"/>
                </a:solidFill>
                <a:latin typeface="Gill Sans MT" panose="020B0502020104020203" pitchFamily="34" charset="77"/>
                <a:ea typeface="ＭＳ Ｐゴシック" panose="020B0600070205080204" pitchFamily="34" charset="-128"/>
              </a:defRPr>
            </a:lvl1pPr>
            <a:lvl2pPr marL="37931725" indent="-37474525">
              <a:spcBef>
                <a:spcPts val="500"/>
              </a:spcBef>
              <a:buClr>
                <a:schemeClr val="accent2"/>
              </a:buClr>
              <a:buSzPct val="76000"/>
              <a:buFont typeface="Wingdings 3" pitchFamily="2" charset="2"/>
              <a:buChar char=""/>
              <a:defRPr sz="2300">
                <a:solidFill>
                  <a:schemeClr val="tx2"/>
                </a:solidFill>
                <a:latin typeface="Gill Sans MT" panose="020B0502020104020203" pitchFamily="34" charset="77"/>
                <a:ea typeface="ＭＳ Ｐゴシック" panose="020B0600070205080204" pitchFamily="34" charset="-128"/>
              </a:defRPr>
            </a:lvl2pPr>
            <a:lvl3pPr marL="822325" indent="-228600">
              <a:spcBef>
                <a:spcPts val="500"/>
              </a:spcBef>
              <a:buClr>
                <a:srgbClr val="BCBCBC"/>
              </a:buClr>
              <a:buSzPct val="76000"/>
              <a:buFont typeface="Wingdings 3" pitchFamily="2" charset="2"/>
              <a:buChar char=""/>
              <a:defRPr sz="2000">
                <a:solidFill>
                  <a:schemeClr val="tx1"/>
                </a:solidFill>
                <a:latin typeface="Gill Sans MT" panose="020B0502020104020203" pitchFamily="34" charset="77"/>
                <a:ea typeface="ＭＳ Ｐゴシック" panose="020B0600070205080204" pitchFamily="34" charset="-128"/>
              </a:defRPr>
            </a:lvl3pPr>
            <a:lvl4pPr marL="1096963" indent="-228600">
              <a:spcBef>
                <a:spcPts val="400"/>
              </a:spcBef>
              <a:buClr>
                <a:srgbClr val="8BA2B4"/>
              </a:buClr>
              <a:buSzPct val="70000"/>
              <a:buFont typeface="Wingdings" pitchFamily="2" charset="2"/>
              <a:buChar char=""/>
              <a:defRPr>
                <a:solidFill>
                  <a:schemeClr val="tx1"/>
                </a:solidFill>
                <a:latin typeface="Gill Sans MT" panose="020B0502020104020203" pitchFamily="34" charset="77"/>
                <a:ea typeface="ＭＳ Ｐゴシック" panose="020B0600070205080204" pitchFamily="34" charset="-128"/>
              </a:defRPr>
            </a:lvl4pPr>
            <a:lvl5pPr marL="1371600" indent="-228600">
              <a:spcBef>
                <a:spcPts val="300"/>
              </a:spcBef>
              <a:buClr>
                <a:schemeClr val="accent2"/>
              </a:buClr>
              <a:buSzPct val="70000"/>
              <a:buFont typeface="Wingdings" pitchFamily="2" charset="2"/>
              <a:buChar char=""/>
              <a:defRPr sz="1600">
                <a:solidFill>
                  <a:schemeClr val="tx1"/>
                </a:solidFill>
                <a:latin typeface="Gill Sans MT" panose="020B0502020104020203" pitchFamily="34" charset="77"/>
                <a:ea typeface="ＭＳ Ｐゴシック" panose="020B0600070205080204" pitchFamily="34" charset="-128"/>
              </a:defRPr>
            </a:lvl5pPr>
            <a:lvl6pPr marL="1828800" indent="-228600" eaLnBrk="0" fontAlgn="base" hangingPunct="0">
              <a:spcBef>
                <a:spcPts val="300"/>
              </a:spcBef>
              <a:spcAft>
                <a:spcPct val="0"/>
              </a:spcAft>
              <a:buClr>
                <a:schemeClr val="accent2"/>
              </a:buClr>
              <a:buSzPct val="70000"/>
              <a:buFont typeface="Wingdings" pitchFamily="2" charset="2"/>
              <a:buChar char=""/>
              <a:defRPr sz="1600">
                <a:solidFill>
                  <a:schemeClr val="tx1"/>
                </a:solidFill>
                <a:latin typeface="Gill Sans MT" panose="020B0502020104020203" pitchFamily="34" charset="77"/>
                <a:ea typeface="ＭＳ Ｐゴシック" panose="020B0600070205080204" pitchFamily="34" charset="-128"/>
              </a:defRPr>
            </a:lvl6pPr>
            <a:lvl7pPr marL="2286000" indent="-228600" eaLnBrk="0" fontAlgn="base" hangingPunct="0">
              <a:spcBef>
                <a:spcPts val="300"/>
              </a:spcBef>
              <a:spcAft>
                <a:spcPct val="0"/>
              </a:spcAft>
              <a:buClr>
                <a:schemeClr val="accent2"/>
              </a:buClr>
              <a:buSzPct val="70000"/>
              <a:buFont typeface="Wingdings" pitchFamily="2" charset="2"/>
              <a:buChar char=""/>
              <a:defRPr sz="1600">
                <a:solidFill>
                  <a:schemeClr val="tx1"/>
                </a:solidFill>
                <a:latin typeface="Gill Sans MT" panose="020B0502020104020203" pitchFamily="34" charset="77"/>
                <a:ea typeface="ＭＳ Ｐゴシック" panose="020B0600070205080204" pitchFamily="34" charset="-128"/>
              </a:defRPr>
            </a:lvl7pPr>
            <a:lvl8pPr marL="2743200" indent="-228600" eaLnBrk="0" fontAlgn="base" hangingPunct="0">
              <a:spcBef>
                <a:spcPts val="300"/>
              </a:spcBef>
              <a:spcAft>
                <a:spcPct val="0"/>
              </a:spcAft>
              <a:buClr>
                <a:schemeClr val="accent2"/>
              </a:buClr>
              <a:buSzPct val="70000"/>
              <a:buFont typeface="Wingdings" pitchFamily="2" charset="2"/>
              <a:buChar char=""/>
              <a:defRPr sz="1600">
                <a:solidFill>
                  <a:schemeClr val="tx1"/>
                </a:solidFill>
                <a:latin typeface="Gill Sans MT" panose="020B0502020104020203" pitchFamily="34" charset="77"/>
                <a:ea typeface="ＭＳ Ｐゴシック" panose="020B0600070205080204" pitchFamily="34" charset="-128"/>
              </a:defRPr>
            </a:lvl8pPr>
            <a:lvl9pPr marL="3200400" indent="-228600" eaLnBrk="0" fontAlgn="base" hangingPunct="0">
              <a:spcBef>
                <a:spcPts val="300"/>
              </a:spcBef>
              <a:spcAft>
                <a:spcPct val="0"/>
              </a:spcAft>
              <a:buClr>
                <a:schemeClr val="accent2"/>
              </a:buClr>
              <a:buSzPct val="70000"/>
              <a:buFont typeface="Wingdings" pitchFamily="2" charset="2"/>
              <a:buChar char=""/>
              <a:defRPr sz="1600">
                <a:solidFill>
                  <a:schemeClr val="tx1"/>
                </a:solidFill>
                <a:latin typeface="Gill Sans MT" panose="020B0502020104020203" pitchFamily="34" charset="77"/>
                <a:ea typeface="ＭＳ Ｐゴシック" panose="020B0600070205080204" pitchFamily="34" charset="-128"/>
              </a:defRPr>
            </a:lvl9pPr>
          </a:lstStyle>
          <a:p>
            <a:pPr eaLnBrk="1" hangingPunct="1">
              <a:spcBef>
                <a:spcPct val="0"/>
              </a:spcBef>
              <a:buClrTx/>
              <a:buSzTx/>
              <a:buFontTx/>
              <a:buNone/>
            </a:pPr>
            <a:r>
              <a:rPr lang="en-AU" altLang="en-US" sz="1600">
                <a:solidFill>
                  <a:srgbClr val="595959"/>
                </a:solidFill>
                <a:latin typeface="Arial" panose="020B0604020202020204" pitchFamily="34" charset="0"/>
              </a:rPr>
              <a:t>J. Daemen </a:t>
            </a:r>
            <a:endParaRPr lang="en-US" altLang="en-US" sz="1600">
              <a:latin typeface="Arial" panose="020B0604020202020204" pitchFamily="34" charset="0"/>
            </a:endParaRPr>
          </a:p>
        </p:txBody>
      </p:sp>
    </p:spTree>
  </p:cSld>
  <p:clrMapOvr>
    <a:masterClrMapping/>
  </p:clrMapOvr>
  <p:transition spd="slow"/>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Title 1">
            <a:extLst>
              <a:ext uri="{FF2B5EF4-FFF2-40B4-BE49-F238E27FC236}">
                <a16:creationId xmlns:a16="http://schemas.microsoft.com/office/drawing/2014/main" id="{B7641FE0-072C-27F3-40A6-D6B3A236C1CB}"/>
              </a:ext>
            </a:extLst>
          </p:cNvPr>
          <p:cNvSpPr>
            <a:spLocks noGrp="1"/>
          </p:cNvSpPr>
          <p:nvPr>
            <p:ph type="title"/>
          </p:nvPr>
        </p:nvSpPr>
        <p:spPr/>
        <p:txBody>
          <a:bodyPr/>
          <a:lstStyle/>
          <a:p>
            <a:r>
              <a:rPr lang="en-US" altLang="en-US">
                <a:ea typeface="ＭＳ Ｐゴシック" panose="020B0600070205080204" pitchFamily="34" charset="-128"/>
              </a:rPr>
              <a:t>Topics</a:t>
            </a:r>
          </a:p>
        </p:txBody>
      </p:sp>
      <p:sp>
        <p:nvSpPr>
          <p:cNvPr id="16387" name="Content Placeholder 2">
            <a:extLst>
              <a:ext uri="{FF2B5EF4-FFF2-40B4-BE49-F238E27FC236}">
                <a16:creationId xmlns:a16="http://schemas.microsoft.com/office/drawing/2014/main" id="{F0CD6800-1B1A-FC62-1618-01B0D1B6CFBC}"/>
              </a:ext>
            </a:extLst>
          </p:cNvPr>
          <p:cNvSpPr>
            <a:spLocks noGrp="1"/>
          </p:cNvSpPr>
          <p:nvPr>
            <p:ph sz="quarter" idx="1"/>
          </p:nvPr>
        </p:nvSpPr>
        <p:spPr>
          <a:xfrm>
            <a:off x="457200" y="1219200"/>
            <a:ext cx="8229600" cy="4937125"/>
          </a:xfrm>
        </p:spPr>
        <p:txBody>
          <a:bodyPr/>
          <a:lstStyle/>
          <a:p>
            <a:pPr>
              <a:buFont typeface="Wingdings 3" panose="05040102010807070707" pitchFamily="18" charset="2"/>
              <a:buChar char=""/>
              <a:defRPr/>
            </a:pPr>
            <a:endParaRPr lang="en-US" altLang="en-US" dirty="0">
              <a:solidFill>
                <a:srgbClr val="595959"/>
              </a:solidFill>
              <a:ea typeface="ＭＳ Ｐゴシック" panose="020B0600070205080204" pitchFamily="34" charset="-128"/>
            </a:endParaRPr>
          </a:p>
          <a:p>
            <a:pPr>
              <a:buFont typeface="Wingdings 3" panose="05040102010807070707" pitchFamily="18" charset="2"/>
              <a:buChar char=""/>
              <a:defRPr/>
            </a:pPr>
            <a:r>
              <a:rPr lang="en-US" altLang="en-US" b="1" dirty="0">
                <a:solidFill>
                  <a:srgbClr val="595959"/>
                </a:solidFill>
                <a:ea typeface="ＭＳ Ｐゴシック" panose="020B0600070205080204" pitchFamily="34" charset="-128"/>
              </a:rPr>
              <a:t>Basic AES </a:t>
            </a:r>
          </a:p>
          <a:p>
            <a:pPr>
              <a:buFont typeface="Wingdings 3" panose="05040102010807070707" pitchFamily="18" charset="2"/>
              <a:buChar char=""/>
              <a:defRPr/>
            </a:pPr>
            <a:endParaRPr lang="en-US" altLang="en-US" dirty="0">
              <a:solidFill>
                <a:srgbClr val="595959"/>
              </a:solidFill>
              <a:ea typeface="ＭＳ Ｐゴシック" panose="020B0600070205080204" pitchFamily="34" charset="-128"/>
            </a:endParaRPr>
          </a:p>
          <a:p>
            <a:pPr>
              <a:buFont typeface="Wingdings 3" panose="05040102010807070707" pitchFamily="18" charset="2"/>
              <a:buChar char=""/>
              <a:defRPr/>
            </a:pPr>
            <a:r>
              <a:rPr lang="en-US" altLang="en-US" dirty="0">
                <a:solidFill>
                  <a:srgbClr val="595959"/>
                </a:solidFill>
                <a:ea typeface="ＭＳ Ｐゴシック" panose="020B0600070205080204" pitchFamily="34" charset="-128"/>
              </a:rPr>
              <a:t>Inside Algorithm</a:t>
            </a:r>
          </a:p>
          <a:p>
            <a:pPr marL="0" indent="0">
              <a:buFont typeface="Wingdings 3" panose="05040102010807070707" pitchFamily="18" charset="2"/>
              <a:buNone/>
              <a:defRPr/>
            </a:pPr>
            <a:endParaRPr lang="en-US" altLang="en-US" dirty="0">
              <a:solidFill>
                <a:srgbClr val="595959"/>
              </a:solidFill>
              <a:ea typeface="ＭＳ Ｐゴシック" panose="020B0600070205080204" pitchFamily="34" charset="-128"/>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a:extLst>
              <a:ext uri="{FF2B5EF4-FFF2-40B4-BE49-F238E27FC236}">
                <a16:creationId xmlns:a16="http://schemas.microsoft.com/office/drawing/2014/main" id="{510E8997-31C3-C218-C25E-E794751E33EE}"/>
              </a:ext>
            </a:extLst>
          </p:cNvPr>
          <p:cNvSpPr>
            <a:spLocks noGrp="1"/>
          </p:cNvSpPr>
          <p:nvPr>
            <p:ph type="title"/>
          </p:nvPr>
        </p:nvSpPr>
        <p:spPr/>
        <p:txBody>
          <a:bodyPr/>
          <a:lstStyle/>
          <a:p>
            <a:pPr eaLnBrk="1" hangingPunct="1"/>
            <a:r>
              <a:rPr lang="en-AU" altLang="en-US">
                <a:ea typeface="ＭＳ Ｐゴシック" panose="020B0600070205080204" pitchFamily="34" charset="-128"/>
              </a:rPr>
              <a:t>AES</a:t>
            </a:r>
          </a:p>
        </p:txBody>
      </p:sp>
      <p:sp>
        <p:nvSpPr>
          <p:cNvPr id="14339" name="Rectangle 3">
            <a:extLst>
              <a:ext uri="{FF2B5EF4-FFF2-40B4-BE49-F238E27FC236}">
                <a16:creationId xmlns:a16="http://schemas.microsoft.com/office/drawing/2014/main" id="{2669EB1D-6E3B-D876-79C8-82FB658DC787}"/>
              </a:ext>
            </a:extLst>
          </p:cNvPr>
          <p:cNvSpPr>
            <a:spLocks noGrp="1"/>
          </p:cNvSpPr>
          <p:nvPr>
            <p:ph sz="quarter" idx="1"/>
          </p:nvPr>
        </p:nvSpPr>
        <p:spPr>
          <a:xfrm>
            <a:off x="457200" y="1219200"/>
            <a:ext cx="8229600" cy="4937125"/>
          </a:xfrm>
        </p:spPr>
        <p:txBody>
          <a:bodyPr/>
          <a:lstStyle/>
          <a:p>
            <a:pPr eaLnBrk="1" hangingPunct="1">
              <a:buFont typeface="Wingdings 3" panose="05040102010807070707" pitchFamily="18" charset="2"/>
              <a:buChar char=""/>
              <a:defRPr/>
            </a:pPr>
            <a:r>
              <a:rPr lang="en-AU" altLang="en-US" dirty="0">
                <a:solidFill>
                  <a:srgbClr val="595959"/>
                </a:solidFill>
                <a:ea typeface="ＭＳ Ｐゴシック" panose="020B0600070205080204" pitchFamily="34" charset="-128"/>
              </a:rPr>
              <a:t>Private key symmetric block cipher </a:t>
            </a:r>
          </a:p>
          <a:p>
            <a:pPr eaLnBrk="1" hangingPunct="1">
              <a:buFont typeface="Wingdings 3" panose="05040102010807070707" pitchFamily="18" charset="2"/>
              <a:buChar char=""/>
              <a:defRPr/>
            </a:pPr>
            <a:r>
              <a:rPr lang="en-AU" altLang="en-US" dirty="0">
                <a:solidFill>
                  <a:srgbClr val="595959"/>
                </a:solidFill>
                <a:ea typeface="ＭＳ Ｐゴシック" panose="020B0600070205080204" pitchFamily="34" charset="-128"/>
              </a:rPr>
              <a:t>Stronger &amp; faster than Triple-DES   </a:t>
            </a:r>
          </a:p>
          <a:p>
            <a:pPr>
              <a:buFont typeface="Wingdings 3" panose="05040102010807070707" pitchFamily="18" charset="2"/>
              <a:buChar char=""/>
              <a:defRPr/>
            </a:pPr>
            <a:r>
              <a:rPr lang="en-US" dirty="0"/>
              <a:t>AES encrypts messages in blocks of 128 bits. </a:t>
            </a:r>
          </a:p>
          <a:p>
            <a:pPr>
              <a:buFont typeface="Wingdings 3" panose="05040102010807070707" pitchFamily="18" charset="2"/>
              <a:buChar char=""/>
              <a:defRPr/>
            </a:pPr>
            <a:r>
              <a:rPr lang="en-US" dirty="0"/>
              <a:t>AES  allows three different key lengths 128, 192 and 256 bits.</a:t>
            </a:r>
          </a:p>
          <a:p>
            <a:pPr>
              <a:buFont typeface="Wingdings 3" panose="05040102010807070707" pitchFamily="18" charset="2"/>
              <a:buChar char=""/>
              <a:defRPr/>
            </a:pPr>
            <a:r>
              <a:rPr lang="en-US" dirty="0"/>
              <a:t>The number of rounds in Encryption and Decryption is dependent on the key length. </a:t>
            </a:r>
          </a:p>
          <a:p>
            <a:pPr marL="2168525" indent="-163513">
              <a:buFont typeface="Wingdings 3" panose="05040102010807070707" pitchFamily="18" charset="2"/>
              <a:buChar char=""/>
              <a:defRPr/>
            </a:pPr>
            <a:r>
              <a:rPr lang="en-US" sz="2400" dirty="0"/>
              <a:t>    128 bit  – 10 rounds</a:t>
            </a:r>
          </a:p>
          <a:p>
            <a:pPr marL="2005013" indent="0">
              <a:buFont typeface="Wingdings 3" panose="05040102010807070707" pitchFamily="18" charset="2"/>
              <a:buChar char=""/>
              <a:defRPr/>
            </a:pPr>
            <a:r>
              <a:rPr lang="en-US" sz="2400" dirty="0"/>
              <a:t>    192 bit – 12 rounds</a:t>
            </a:r>
          </a:p>
          <a:p>
            <a:pPr marL="2005013" indent="0">
              <a:buFont typeface="Wingdings 3" panose="05040102010807070707" pitchFamily="18" charset="2"/>
              <a:buChar char=""/>
              <a:defRPr/>
            </a:pPr>
            <a:r>
              <a:rPr lang="en-US" sz="2400" dirty="0"/>
              <a:t>    256 bit  –  14 rounds </a:t>
            </a:r>
            <a:endParaRPr lang="en-IN" sz="2400" dirty="0"/>
          </a:p>
          <a:p>
            <a:pPr eaLnBrk="1" hangingPunct="1">
              <a:buFont typeface="Wingdings 3" panose="05040102010807070707" pitchFamily="18" charset="2"/>
              <a:buChar char=""/>
              <a:defRPr/>
            </a:pPr>
            <a:endParaRPr lang="en-AU" altLang="en-US" dirty="0">
              <a:solidFill>
                <a:srgbClr val="595959"/>
              </a:solidFill>
              <a:ea typeface="ＭＳ Ｐゴシック" panose="020B0600070205080204" pitchFamily="34" charset="-128"/>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a:extLst>
              <a:ext uri="{FF2B5EF4-FFF2-40B4-BE49-F238E27FC236}">
                <a16:creationId xmlns:a16="http://schemas.microsoft.com/office/drawing/2014/main" id="{20B81C2A-D039-D73A-AB5E-B3565320CA1E}"/>
              </a:ext>
            </a:extLst>
          </p:cNvPr>
          <p:cNvSpPr>
            <a:spLocks noGrp="1"/>
          </p:cNvSpPr>
          <p:nvPr>
            <p:ph type="title"/>
          </p:nvPr>
        </p:nvSpPr>
        <p:spPr/>
        <p:txBody>
          <a:bodyPr/>
          <a:lstStyle/>
          <a:p>
            <a:pPr eaLnBrk="1" hangingPunct="1"/>
            <a:r>
              <a:rPr lang="en-US" altLang="en-US">
                <a:ea typeface="ＭＳ Ｐゴシック" panose="020B0600070205080204" pitchFamily="34" charset="-128"/>
              </a:rPr>
              <a:t>AES Conceptual Scheme</a:t>
            </a:r>
            <a:endParaRPr lang="en-GB" altLang="en-US">
              <a:ea typeface="ＭＳ Ｐゴシック" panose="020B0600070205080204" pitchFamily="34" charset="-128"/>
            </a:endParaRPr>
          </a:p>
        </p:txBody>
      </p:sp>
      <p:sp>
        <p:nvSpPr>
          <p:cNvPr id="19459" name="Slide Number Placeholder 5">
            <a:extLst>
              <a:ext uri="{FF2B5EF4-FFF2-40B4-BE49-F238E27FC236}">
                <a16:creationId xmlns:a16="http://schemas.microsoft.com/office/drawing/2014/main" id="{9E8A7568-8D5C-E0A0-8800-E499F3D08B33}"/>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600"/>
              </a:spcBef>
              <a:buClr>
                <a:schemeClr val="accent1"/>
              </a:buClr>
              <a:buSzPct val="76000"/>
              <a:buFont typeface="Wingdings 3" pitchFamily="2" charset="2"/>
              <a:buChar char=""/>
              <a:defRPr sz="2600">
                <a:solidFill>
                  <a:schemeClr val="tx1"/>
                </a:solidFill>
                <a:latin typeface="Gill Sans MT" panose="020B0502020104020203" pitchFamily="34" charset="77"/>
                <a:ea typeface="ＭＳ Ｐゴシック" panose="020B0600070205080204" pitchFamily="34" charset="-128"/>
              </a:defRPr>
            </a:lvl1pPr>
            <a:lvl2pPr marL="37931725" indent="-37474525">
              <a:spcBef>
                <a:spcPts val="500"/>
              </a:spcBef>
              <a:buClr>
                <a:schemeClr val="accent2"/>
              </a:buClr>
              <a:buSzPct val="76000"/>
              <a:buFont typeface="Wingdings 3" pitchFamily="2" charset="2"/>
              <a:buChar char=""/>
              <a:defRPr sz="2300">
                <a:solidFill>
                  <a:schemeClr val="tx2"/>
                </a:solidFill>
                <a:latin typeface="Gill Sans MT" panose="020B0502020104020203" pitchFamily="34" charset="77"/>
                <a:ea typeface="ＭＳ Ｐゴシック" panose="020B0600070205080204" pitchFamily="34" charset="-128"/>
              </a:defRPr>
            </a:lvl2pPr>
            <a:lvl3pPr marL="822325" indent="-228600">
              <a:spcBef>
                <a:spcPts val="500"/>
              </a:spcBef>
              <a:buClr>
                <a:srgbClr val="BCBCBC"/>
              </a:buClr>
              <a:buSzPct val="76000"/>
              <a:buFont typeface="Wingdings 3" pitchFamily="2" charset="2"/>
              <a:buChar char=""/>
              <a:defRPr sz="2000">
                <a:solidFill>
                  <a:schemeClr val="tx1"/>
                </a:solidFill>
                <a:latin typeface="Gill Sans MT" panose="020B0502020104020203" pitchFamily="34" charset="77"/>
                <a:ea typeface="ＭＳ Ｐゴシック" panose="020B0600070205080204" pitchFamily="34" charset="-128"/>
              </a:defRPr>
            </a:lvl3pPr>
            <a:lvl4pPr marL="1096963" indent="-228600">
              <a:spcBef>
                <a:spcPts val="400"/>
              </a:spcBef>
              <a:buClr>
                <a:srgbClr val="8BA2B4"/>
              </a:buClr>
              <a:buSzPct val="70000"/>
              <a:buFont typeface="Wingdings" pitchFamily="2" charset="2"/>
              <a:buChar char=""/>
              <a:defRPr>
                <a:solidFill>
                  <a:schemeClr val="tx1"/>
                </a:solidFill>
                <a:latin typeface="Gill Sans MT" panose="020B0502020104020203" pitchFamily="34" charset="77"/>
                <a:ea typeface="ＭＳ Ｐゴシック" panose="020B0600070205080204" pitchFamily="34" charset="-128"/>
              </a:defRPr>
            </a:lvl4pPr>
            <a:lvl5pPr marL="1371600" indent="-228600">
              <a:spcBef>
                <a:spcPts val="300"/>
              </a:spcBef>
              <a:buClr>
                <a:schemeClr val="accent2"/>
              </a:buClr>
              <a:buSzPct val="70000"/>
              <a:buFont typeface="Wingdings" pitchFamily="2" charset="2"/>
              <a:buChar char=""/>
              <a:defRPr sz="1600">
                <a:solidFill>
                  <a:schemeClr val="tx1"/>
                </a:solidFill>
                <a:latin typeface="Gill Sans MT" panose="020B0502020104020203" pitchFamily="34" charset="77"/>
                <a:ea typeface="ＭＳ Ｐゴシック" panose="020B0600070205080204" pitchFamily="34" charset="-128"/>
              </a:defRPr>
            </a:lvl5pPr>
            <a:lvl6pPr marL="1828800" indent="-228600" eaLnBrk="0" fontAlgn="base" hangingPunct="0">
              <a:spcBef>
                <a:spcPts val="300"/>
              </a:spcBef>
              <a:spcAft>
                <a:spcPct val="0"/>
              </a:spcAft>
              <a:buClr>
                <a:schemeClr val="accent2"/>
              </a:buClr>
              <a:buSzPct val="70000"/>
              <a:buFont typeface="Wingdings" pitchFamily="2" charset="2"/>
              <a:buChar char=""/>
              <a:defRPr sz="1600">
                <a:solidFill>
                  <a:schemeClr val="tx1"/>
                </a:solidFill>
                <a:latin typeface="Gill Sans MT" panose="020B0502020104020203" pitchFamily="34" charset="77"/>
                <a:ea typeface="ＭＳ Ｐゴシック" panose="020B0600070205080204" pitchFamily="34" charset="-128"/>
              </a:defRPr>
            </a:lvl6pPr>
            <a:lvl7pPr marL="2286000" indent="-228600" eaLnBrk="0" fontAlgn="base" hangingPunct="0">
              <a:spcBef>
                <a:spcPts val="300"/>
              </a:spcBef>
              <a:spcAft>
                <a:spcPct val="0"/>
              </a:spcAft>
              <a:buClr>
                <a:schemeClr val="accent2"/>
              </a:buClr>
              <a:buSzPct val="70000"/>
              <a:buFont typeface="Wingdings" pitchFamily="2" charset="2"/>
              <a:buChar char=""/>
              <a:defRPr sz="1600">
                <a:solidFill>
                  <a:schemeClr val="tx1"/>
                </a:solidFill>
                <a:latin typeface="Gill Sans MT" panose="020B0502020104020203" pitchFamily="34" charset="77"/>
                <a:ea typeface="ＭＳ Ｐゴシック" panose="020B0600070205080204" pitchFamily="34" charset="-128"/>
              </a:defRPr>
            </a:lvl7pPr>
            <a:lvl8pPr marL="2743200" indent="-228600" eaLnBrk="0" fontAlgn="base" hangingPunct="0">
              <a:spcBef>
                <a:spcPts val="300"/>
              </a:spcBef>
              <a:spcAft>
                <a:spcPct val="0"/>
              </a:spcAft>
              <a:buClr>
                <a:schemeClr val="accent2"/>
              </a:buClr>
              <a:buSzPct val="70000"/>
              <a:buFont typeface="Wingdings" pitchFamily="2" charset="2"/>
              <a:buChar char=""/>
              <a:defRPr sz="1600">
                <a:solidFill>
                  <a:schemeClr val="tx1"/>
                </a:solidFill>
                <a:latin typeface="Gill Sans MT" panose="020B0502020104020203" pitchFamily="34" charset="77"/>
                <a:ea typeface="ＭＳ Ｐゴシック" panose="020B0600070205080204" pitchFamily="34" charset="-128"/>
              </a:defRPr>
            </a:lvl8pPr>
            <a:lvl9pPr marL="3200400" indent="-228600" eaLnBrk="0" fontAlgn="base" hangingPunct="0">
              <a:spcBef>
                <a:spcPts val="300"/>
              </a:spcBef>
              <a:spcAft>
                <a:spcPct val="0"/>
              </a:spcAft>
              <a:buClr>
                <a:schemeClr val="accent2"/>
              </a:buClr>
              <a:buSzPct val="70000"/>
              <a:buFont typeface="Wingdings" pitchFamily="2" charset="2"/>
              <a:buChar char=""/>
              <a:defRPr sz="1600">
                <a:solidFill>
                  <a:schemeClr val="tx1"/>
                </a:solidFill>
                <a:latin typeface="Gill Sans MT" panose="020B0502020104020203" pitchFamily="34" charset="77"/>
                <a:ea typeface="ＭＳ Ｐゴシック" panose="020B0600070205080204" pitchFamily="34" charset="-128"/>
              </a:defRPr>
            </a:lvl9pPr>
          </a:lstStyle>
          <a:p>
            <a:pPr>
              <a:spcBef>
                <a:spcPct val="0"/>
              </a:spcBef>
              <a:buClrTx/>
              <a:buSzTx/>
              <a:buFontTx/>
              <a:buNone/>
            </a:pPr>
            <a:fld id="{040A2213-3D76-CD4A-9C74-255CE0ECC06A}" type="slidenum">
              <a:rPr lang="en-GB" altLang="en-US" sz="1400">
                <a:solidFill>
                  <a:schemeClr val="tx2"/>
                </a:solidFill>
                <a:latin typeface="Arial" panose="020B0604020202020204" pitchFamily="34" charset="0"/>
              </a:rPr>
              <a:pPr>
                <a:spcBef>
                  <a:spcPct val="0"/>
                </a:spcBef>
                <a:buClrTx/>
                <a:buSzTx/>
                <a:buFontTx/>
                <a:buNone/>
              </a:pPr>
              <a:t>7</a:t>
            </a:fld>
            <a:endParaRPr lang="en-GB" altLang="en-US" sz="1400">
              <a:solidFill>
                <a:schemeClr val="tx2"/>
              </a:solidFill>
              <a:latin typeface="Arial" panose="020B0604020202020204" pitchFamily="34" charset="0"/>
            </a:endParaRPr>
          </a:p>
        </p:txBody>
      </p:sp>
      <p:sp>
        <p:nvSpPr>
          <p:cNvPr id="25604" name="Rectangle 3">
            <a:extLst>
              <a:ext uri="{FF2B5EF4-FFF2-40B4-BE49-F238E27FC236}">
                <a16:creationId xmlns:a16="http://schemas.microsoft.com/office/drawing/2014/main" id="{A3A3D698-470F-23EA-E3FC-3B3A2B1A7953}"/>
              </a:ext>
            </a:extLst>
          </p:cNvPr>
          <p:cNvSpPr>
            <a:spLocks noChangeArrowheads="1"/>
          </p:cNvSpPr>
          <p:nvPr/>
        </p:nvSpPr>
        <p:spPr bwMode="auto">
          <a:xfrm>
            <a:off x="2971800" y="2895600"/>
            <a:ext cx="1447800" cy="1371600"/>
          </a:xfrm>
          <a:prstGeom prst="rect">
            <a:avLst/>
          </a:prstGeom>
          <a:solidFill>
            <a:srgbClr val="F7C120"/>
          </a:solidFill>
          <a:ln w="25400">
            <a:solidFill>
              <a:srgbClr val="7F7F7F"/>
            </a:solidFill>
            <a:miter lim="800000"/>
            <a:headEnd/>
            <a:tailEnd/>
          </a:ln>
          <a:effectLst>
            <a:outerShdw blurRad="50800" dist="38100" dir="2700000" rotWithShape="0">
              <a:srgbClr val="808080">
                <a:alpha val="42999"/>
              </a:srgbClr>
            </a:outerShdw>
          </a:effectLst>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37931725" indent="-37474525" eaLnBrk="0" hangingPunct="0">
              <a:defRPr sz="2400">
                <a:solidFill>
                  <a:schemeClr val="tx1"/>
                </a:solidFill>
                <a:latin typeface="Arial" panose="020B0604020202020204" pitchFamily="34" charset="0"/>
                <a:ea typeface="ＭＳ Ｐゴシック" panose="020B0600070205080204" pitchFamily="34" charset="-128"/>
              </a:defRPr>
            </a:lvl2pPr>
            <a:lvl3pPr eaLnBrk="0" hangingPunct="0">
              <a:defRPr sz="2400">
                <a:solidFill>
                  <a:schemeClr val="tx1"/>
                </a:solidFill>
                <a:latin typeface="Arial" panose="020B0604020202020204" pitchFamily="34" charset="0"/>
                <a:ea typeface="ＭＳ Ｐゴシック" panose="020B0600070205080204" pitchFamily="34" charset="-128"/>
              </a:defRPr>
            </a:lvl3pPr>
            <a:lvl4pPr eaLnBrk="0" hangingPunct="0">
              <a:defRPr sz="2400">
                <a:solidFill>
                  <a:schemeClr val="tx1"/>
                </a:solidFill>
                <a:latin typeface="Arial" panose="020B0604020202020204" pitchFamily="34" charset="0"/>
                <a:ea typeface="ＭＳ Ｐゴシック" panose="020B0600070205080204" pitchFamily="34" charset="-128"/>
              </a:defRPr>
            </a:lvl4pPr>
            <a:lvl5pPr eaLnBrk="0" hangingPunct="0">
              <a:defRPr sz="2400">
                <a:solidFill>
                  <a:schemeClr val="tx1"/>
                </a:solidFill>
                <a:latin typeface="Arial" panose="020B0604020202020204" pitchFamily="34" charset="0"/>
                <a:ea typeface="ＭＳ Ｐゴシック" panose="020B0600070205080204" pitchFamily="34" charset="-128"/>
              </a:defRPr>
            </a:lvl5pPr>
            <a:lvl6pPr marL="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9144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1371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18288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defRPr/>
            </a:pPr>
            <a:r>
              <a:rPr lang="en-US" altLang="en-US" sz="1800">
                <a:latin typeface="Gill Sans MT" panose="020B0502020104020203" pitchFamily="34" charset="0"/>
              </a:rPr>
              <a:t>     </a:t>
            </a:r>
            <a:r>
              <a:rPr lang="en-US" altLang="en-US" sz="2800">
                <a:latin typeface="Gill Sans MT" panose="020B0502020104020203" pitchFamily="34" charset="0"/>
              </a:rPr>
              <a:t>AES</a:t>
            </a:r>
            <a:endParaRPr lang="en-GB" altLang="en-US" sz="2800">
              <a:latin typeface="Gill Sans MT" panose="020B0502020104020203" pitchFamily="34" charset="0"/>
            </a:endParaRPr>
          </a:p>
        </p:txBody>
      </p:sp>
      <p:sp>
        <p:nvSpPr>
          <p:cNvPr id="19461" name="Text Box 4">
            <a:extLst>
              <a:ext uri="{FF2B5EF4-FFF2-40B4-BE49-F238E27FC236}">
                <a16:creationId xmlns:a16="http://schemas.microsoft.com/office/drawing/2014/main" id="{94E6BA2E-E450-6002-C654-7FD9CC97A7EC}"/>
              </a:ext>
            </a:extLst>
          </p:cNvPr>
          <p:cNvSpPr txBox="1">
            <a:spLocks noChangeArrowheads="1"/>
          </p:cNvSpPr>
          <p:nvPr/>
        </p:nvSpPr>
        <p:spPr bwMode="auto">
          <a:xfrm>
            <a:off x="2743200" y="1676400"/>
            <a:ext cx="2541588"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600"/>
              </a:spcBef>
              <a:buClr>
                <a:schemeClr val="accent1"/>
              </a:buClr>
              <a:buSzPct val="76000"/>
              <a:buFont typeface="Wingdings 3" pitchFamily="2" charset="2"/>
              <a:buChar char=""/>
              <a:defRPr sz="2600">
                <a:solidFill>
                  <a:schemeClr val="tx1"/>
                </a:solidFill>
                <a:latin typeface="Gill Sans MT" panose="020B0502020104020203" pitchFamily="34" charset="77"/>
                <a:ea typeface="ＭＳ Ｐゴシック" panose="020B0600070205080204" pitchFamily="34" charset="-128"/>
              </a:defRPr>
            </a:lvl1pPr>
            <a:lvl2pPr marL="37931725" indent="-37474525">
              <a:spcBef>
                <a:spcPts val="500"/>
              </a:spcBef>
              <a:buClr>
                <a:schemeClr val="accent2"/>
              </a:buClr>
              <a:buSzPct val="76000"/>
              <a:buFont typeface="Wingdings 3" pitchFamily="2" charset="2"/>
              <a:buChar char=""/>
              <a:defRPr sz="2300">
                <a:solidFill>
                  <a:schemeClr val="tx2"/>
                </a:solidFill>
                <a:latin typeface="Gill Sans MT" panose="020B0502020104020203" pitchFamily="34" charset="77"/>
                <a:ea typeface="ＭＳ Ｐゴシック" panose="020B0600070205080204" pitchFamily="34" charset="-128"/>
              </a:defRPr>
            </a:lvl2pPr>
            <a:lvl3pPr marL="822325" indent="-228600">
              <a:spcBef>
                <a:spcPts val="500"/>
              </a:spcBef>
              <a:buClr>
                <a:srgbClr val="BCBCBC"/>
              </a:buClr>
              <a:buSzPct val="76000"/>
              <a:buFont typeface="Wingdings 3" pitchFamily="2" charset="2"/>
              <a:buChar char=""/>
              <a:defRPr sz="2000">
                <a:solidFill>
                  <a:schemeClr val="tx1"/>
                </a:solidFill>
                <a:latin typeface="Gill Sans MT" panose="020B0502020104020203" pitchFamily="34" charset="77"/>
                <a:ea typeface="ＭＳ Ｐゴシック" panose="020B0600070205080204" pitchFamily="34" charset="-128"/>
              </a:defRPr>
            </a:lvl3pPr>
            <a:lvl4pPr marL="1096963" indent="-228600">
              <a:spcBef>
                <a:spcPts val="400"/>
              </a:spcBef>
              <a:buClr>
                <a:srgbClr val="8BA2B4"/>
              </a:buClr>
              <a:buSzPct val="70000"/>
              <a:buFont typeface="Wingdings" pitchFamily="2" charset="2"/>
              <a:buChar char=""/>
              <a:defRPr>
                <a:solidFill>
                  <a:schemeClr val="tx1"/>
                </a:solidFill>
                <a:latin typeface="Gill Sans MT" panose="020B0502020104020203" pitchFamily="34" charset="77"/>
                <a:ea typeface="ＭＳ Ｐゴシック" panose="020B0600070205080204" pitchFamily="34" charset="-128"/>
              </a:defRPr>
            </a:lvl4pPr>
            <a:lvl5pPr marL="1371600" indent="-228600">
              <a:spcBef>
                <a:spcPts val="300"/>
              </a:spcBef>
              <a:buClr>
                <a:schemeClr val="accent2"/>
              </a:buClr>
              <a:buSzPct val="70000"/>
              <a:buFont typeface="Wingdings" pitchFamily="2" charset="2"/>
              <a:buChar char=""/>
              <a:defRPr sz="1600">
                <a:solidFill>
                  <a:schemeClr val="tx1"/>
                </a:solidFill>
                <a:latin typeface="Gill Sans MT" panose="020B0502020104020203" pitchFamily="34" charset="77"/>
                <a:ea typeface="ＭＳ Ｐゴシック" panose="020B0600070205080204" pitchFamily="34" charset="-128"/>
              </a:defRPr>
            </a:lvl5pPr>
            <a:lvl6pPr marL="1828800" indent="-228600" eaLnBrk="0" fontAlgn="base" hangingPunct="0">
              <a:spcBef>
                <a:spcPts val="300"/>
              </a:spcBef>
              <a:spcAft>
                <a:spcPct val="0"/>
              </a:spcAft>
              <a:buClr>
                <a:schemeClr val="accent2"/>
              </a:buClr>
              <a:buSzPct val="70000"/>
              <a:buFont typeface="Wingdings" pitchFamily="2" charset="2"/>
              <a:buChar char=""/>
              <a:defRPr sz="1600">
                <a:solidFill>
                  <a:schemeClr val="tx1"/>
                </a:solidFill>
                <a:latin typeface="Gill Sans MT" panose="020B0502020104020203" pitchFamily="34" charset="77"/>
                <a:ea typeface="ＭＳ Ｐゴシック" panose="020B0600070205080204" pitchFamily="34" charset="-128"/>
              </a:defRPr>
            </a:lvl6pPr>
            <a:lvl7pPr marL="2286000" indent="-228600" eaLnBrk="0" fontAlgn="base" hangingPunct="0">
              <a:spcBef>
                <a:spcPts val="300"/>
              </a:spcBef>
              <a:spcAft>
                <a:spcPct val="0"/>
              </a:spcAft>
              <a:buClr>
                <a:schemeClr val="accent2"/>
              </a:buClr>
              <a:buSzPct val="70000"/>
              <a:buFont typeface="Wingdings" pitchFamily="2" charset="2"/>
              <a:buChar char=""/>
              <a:defRPr sz="1600">
                <a:solidFill>
                  <a:schemeClr val="tx1"/>
                </a:solidFill>
                <a:latin typeface="Gill Sans MT" panose="020B0502020104020203" pitchFamily="34" charset="77"/>
                <a:ea typeface="ＭＳ Ｐゴシック" panose="020B0600070205080204" pitchFamily="34" charset="-128"/>
              </a:defRPr>
            </a:lvl7pPr>
            <a:lvl8pPr marL="2743200" indent="-228600" eaLnBrk="0" fontAlgn="base" hangingPunct="0">
              <a:spcBef>
                <a:spcPts val="300"/>
              </a:spcBef>
              <a:spcAft>
                <a:spcPct val="0"/>
              </a:spcAft>
              <a:buClr>
                <a:schemeClr val="accent2"/>
              </a:buClr>
              <a:buSzPct val="70000"/>
              <a:buFont typeface="Wingdings" pitchFamily="2" charset="2"/>
              <a:buChar char=""/>
              <a:defRPr sz="1600">
                <a:solidFill>
                  <a:schemeClr val="tx1"/>
                </a:solidFill>
                <a:latin typeface="Gill Sans MT" panose="020B0502020104020203" pitchFamily="34" charset="77"/>
                <a:ea typeface="ＭＳ Ｐゴシック" panose="020B0600070205080204" pitchFamily="34" charset="-128"/>
              </a:defRPr>
            </a:lvl8pPr>
            <a:lvl9pPr marL="3200400" indent="-228600" eaLnBrk="0" fontAlgn="base" hangingPunct="0">
              <a:spcBef>
                <a:spcPts val="300"/>
              </a:spcBef>
              <a:spcAft>
                <a:spcPct val="0"/>
              </a:spcAft>
              <a:buClr>
                <a:schemeClr val="accent2"/>
              </a:buClr>
              <a:buSzPct val="70000"/>
              <a:buFont typeface="Wingdings" pitchFamily="2" charset="2"/>
              <a:buChar char=""/>
              <a:defRPr sz="1600">
                <a:solidFill>
                  <a:schemeClr val="tx1"/>
                </a:solidFill>
                <a:latin typeface="Gill Sans MT" panose="020B0502020104020203" pitchFamily="34" charset="77"/>
                <a:ea typeface="ＭＳ Ｐゴシック" panose="020B0600070205080204" pitchFamily="34" charset="-128"/>
              </a:defRPr>
            </a:lvl9pPr>
          </a:lstStyle>
          <a:p>
            <a:pPr eaLnBrk="1" hangingPunct="1">
              <a:spcBef>
                <a:spcPct val="0"/>
              </a:spcBef>
              <a:buClrTx/>
              <a:buSzTx/>
              <a:buFontTx/>
              <a:buNone/>
            </a:pPr>
            <a:r>
              <a:rPr lang="en-US" altLang="en-US" sz="2400"/>
              <a:t>Plaintext (128 bits)</a:t>
            </a:r>
            <a:endParaRPr lang="en-GB" altLang="en-US" sz="2400"/>
          </a:p>
        </p:txBody>
      </p:sp>
      <p:sp>
        <p:nvSpPr>
          <p:cNvPr id="19462" name="Text Box 5">
            <a:extLst>
              <a:ext uri="{FF2B5EF4-FFF2-40B4-BE49-F238E27FC236}">
                <a16:creationId xmlns:a16="http://schemas.microsoft.com/office/drawing/2014/main" id="{744CA897-EA39-9B46-A2B9-136A23FE0E9D}"/>
              </a:ext>
            </a:extLst>
          </p:cNvPr>
          <p:cNvSpPr txBox="1">
            <a:spLocks noChangeArrowheads="1"/>
          </p:cNvSpPr>
          <p:nvPr/>
        </p:nvSpPr>
        <p:spPr bwMode="auto">
          <a:xfrm>
            <a:off x="2514600" y="5029200"/>
            <a:ext cx="2833688"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600"/>
              </a:spcBef>
              <a:buClr>
                <a:schemeClr val="accent1"/>
              </a:buClr>
              <a:buSzPct val="76000"/>
              <a:buFont typeface="Wingdings 3" pitchFamily="2" charset="2"/>
              <a:buChar char=""/>
              <a:defRPr sz="2600">
                <a:solidFill>
                  <a:schemeClr val="tx1"/>
                </a:solidFill>
                <a:latin typeface="Gill Sans MT" panose="020B0502020104020203" pitchFamily="34" charset="77"/>
                <a:ea typeface="ＭＳ Ｐゴシック" panose="020B0600070205080204" pitchFamily="34" charset="-128"/>
              </a:defRPr>
            </a:lvl1pPr>
            <a:lvl2pPr marL="37931725" indent="-37474525">
              <a:spcBef>
                <a:spcPts val="500"/>
              </a:spcBef>
              <a:buClr>
                <a:schemeClr val="accent2"/>
              </a:buClr>
              <a:buSzPct val="76000"/>
              <a:buFont typeface="Wingdings 3" pitchFamily="2" charset="2"/>
              <a:buChar char=""/>
              <a:defRPr sz="2300">
                <a:solidFill>
                  <a:schemeClr val="tx2"/>
                </a:solidFill>
                <a:latin typeface="Gill Sans MT" panose="020B0502020104020203" pitchFamily="34" charset="77"/>
                <a:ea typeface="ＭＳ Ｐゴシック" panose="020B0600070205080204" pitchFamily="34" charset="-128"/>
              </a:defRPr>
            </a:lvl2pPr>
            <a:lvl3pPr marL="822325" indent="-228600">
              <a:spcBef>
                <a:spcPts val="500"/>
              </a:spcBef>
              <a:buClr>
                <a:srgbClr val="BCBCBC"/>
              </a:buClr>
              <a:buSzPct val="76000"/>
              <a:buFont typeface="Wingdings 3" pitchFamily="2" charset="2"/>
              <a:buChar char=""/>
              <a:defRPr sz="2000">
                <a:solidFill>
                  <a:schemeClr val="tx1"/>
                </a:solidFill>
                <a:latin typeface="Gill Sans MT" panose="020B0502020104020203" pitchFamily="34" charset="77"/>
                <a:ea typeface="ＭＳ Ｐゴシック" panose="020B0600070205080204" pitchFamily="34" charset="-128"/>
              </a:defRPr>
            </a:lvl3pPr>
            <a:lvl4pPr marL="1096963" indent="-228600">
              <a:spcBef>
                <a:spcPts val="400"/>
              </a:spcBef>
              <a:buClr>
                <a:srgbClr val="8BA2B4"/>
              </a:buClr>
              <a:buSzPct val="70000"/>
              <a:buFont typeface="Wingdings" pitchFamily="2" charset="2"/>
              <a:buChar char=""/>
              <a:defRPr>
                <a:solidFill>
                  <a:schemeClr val="tx1"/>
                </a:solidFill>
                <a:latin typeface="Gill Sans MT" panose="020B0502020104020203" pitchFamily="34" charset="77"/>
                <a:ea typeface="ＭＳ Ｐゴシック" panose="020B0600070205080204" pitchFamily="34" charset="-128"/>
              </a:defRPr>
            </a:lvl4pPr>
            <a:lvl5pPr marL="1371600" indent="-228600">
              <a:spcBef>
                <a:spcPts val="300"/>
              </a:spcBef>
              <a:buClr>
                <a:schemeClr val="accent2"/>
              </a:buClr>
              <a:buSzPct val="70000"/>
              <a:buFont typeface="Wingdings" pitchFamily="2" charset="2"/>
              <a:buChar char=""/>
              <a:defRPr sz="1600">
                <a:solidFill>
                  <a:schemeClr val="tx1"/>
                </a:solidFill>
                <a:latin typeface="Gill Sans MT" panose="020B0502020104020203" pitchFamily="34" charset="77"/>
                <a:ea typeface="ＭＳ Ｐゴシック" panose="020B0600070205080204" pitchFamily="34" charset="-128"/>
              </a:defRPr>
            </a:lvl5pPr>
            <a:lvl6pPr marL="1828800" indent="-228600" eaLnBrk="0" fontAlgn="base" hangingPunct="0">
              <a:spcBef>
                <a:spcPts val="300"/>
              </a:spcBef>
              <a:spcAft>
                <a:spcPct val="0"/>
              </a:spcAft>
              <a:buClr>
                <a:schemeClr val="accent2"/>
              </a:buClr>
              <a:buSzPct val="70000"/>
              <a:buFont typeface="Wingdings" pitchFamily="2" charset="2"/>
              <a:buChar char=""/>
              <a:defRPr sz="1600">
                <a:solidFill>
                  <a:schemeClr val="tx1"/>
                </a:solidFill>
                <a:latin typeface="Gill Sans MT" panose="020B0502020104020203" pitchFamily="34" charset="77"/>
                <a:ea typeface="ＭＳ Ｐゴシック" panose="020B0600070205080204" pitchFamily="34" charset="-128"/>
              </a:defRPr>
            </a:lvl6pPr>
            <a:lvl7pPr marL="2286000" indent="-228600" eaLnBrk="0" fontAlgn="base" hangingPunct="0">
              <a:spcBef>
                <a:spcPts val="300"/>
              </a:spcBef>
              <a:spcAft>
                <a:spcPct val="0"/>
              </a:spcAft>
              <a:buClr>
                <a:schemeClr val="accent2"/>
              </a:buClr>
              <a:buSzPct val="70000"/>
              <a:buFont typeface="Wingdings" pitchFamily="2" charset="2"/>
              <a:buChar char=""/>
              <a:defRPr sz="1600">
                <a:solidFill>
                  <a:schemeClr val="tx1"/>
                </a:solidFill>
                <a:latin typeface="Gill Sans MT" panose="020B0502020104020203" pitchFamily="34" charset="77"/>
                <a:ea typeface="ＭＳ Ｐゴシック" panose="020B0600070205080204" pitchFamily="34" charset="-128"/>
              </a:defRPr>
            </a:lvl7pPr>
            <a:lvl8pPr marL="2743200" indent="-228600" eaLnBrk="0" fontAlgn="base" hangingPunct="0">
              <a:spcBef>
                <a:spcPts val="300"/>
              </a:spcBef>
              <a:spcAft>
                <a:spcPct val="0"/>
              </a:spcAft>
              <a:buClr>
                <a:schemeClr val="accent2"/>
              </a:buClr>
              <a:buSzPct val="70000"/>
              <a:buFont typeface="Wingdings" pitchFamily="2" charset="2"/>
              <a:buChar char=""/>
              <a:defRPr sz="1600">
                <a:solidFill>
                  <a:schemeClr val="tx1"/>
                </a:solidFill>
                <a:latin typeface="Gill Sans MT" panose="020B0502020104020203" pitchFamily="34" charset="77"/>
                <a:ea typeface="ＭＳ Ｐゴシック" panose="020B0600070205080204" pitchFamily="34" charset="-128"/>
              </a:defRPr>
            </a:lvl8pPr>
            <a:lvl9pPr marL="3200400" indent="-228600" eaLnBrk="0" fontAlgn="base" hangingPunct="0">
              <a:spcBef>
                <a:spcPts val="300"/>
              </a:spcBef>
              <a:spcAft>
                <a:spcPct val="0"/>
              </a:spcAft>
              <a:buClr>
                <a:schemeClr val="accent2"/>
              </a:buClr>
              <a:buSzPct val="70000"/>
              <a:buFont typeface="Wingdings" pitchFamily="2" charset="2"/>
              <a:buChar char=""/>
              <a:defRPr sz="1600">
                <a:solidFill>
                  <a:schemeClr val="tx1"/>
                </a:solidFill>
                <a:latin typeface="Gill Sans MT" panose="020B0502020104020203" pitchFamily="34" charset="77"/>
                <a:ea typeface="ＭＳ Ｐゴシック" panose="020B0600070205080204" pitchFamily="34" charset="-128"/>
              </a:defRPr>
            </a:lvl9pPr>
          </a:lstStyle>
          <a:p>
            <a:pPr eaLnBrk="1" hangingPunct="1">
              <a:spcBef>
                <a:spcPct val="0"/>
              </a:spcBef>
              <a:buClrTx/>
              <a:buSzTx/>
              <a:buFontTx/>
              <a:buNone/>
            </a:pPr>
            <a:r>
              <a:rPr lang="en-US" altLang="en-US" sz="2400"/>
              <a:t>Ciphertext (128 bits) </a:t>
            </a:r>
            <a:endParaRPr lang="en-GB" altLang="en-US" sz="2400"/>
          </a:p>
        </p:txBody>
      </p:sp>
      <p:sp>
        <p:nvSpPr>
          <p:cNvPr id="19463" name="Text Box 6">
            <a:extLst>
              <a:ext uri="{FF2B5EF4-FFF2-40B4-BE49-F238E27FC236}">
                <a16:creationId xmlns:a16="http://schemas.microsoft.com/office/drawing/2014/main" id="{3957699C-856B-8EA2-656A-0DD01EE64CBE}"/>
              </a:ext>
            </a:extLst>
          </p:cNvPr>
          <p:cNvSpPr txBox="1">
            <a:spLocks noChangeArrowheads="1"/>
          </p:cNvSpPr>
          <p:nvPr/>
        </p:nvSpPr>
        <p:spPr bwMode="auto">
          <a:xfrm>
            <a:off x="5181600" y="3352800"/>
            <a:ext cx="2481263"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600"/>
              </a:spcBef>
              <a:buClr>
                <a:schemeClr val="accent1"/>
              </a:buClr>
              <a:buSzPct val="76000"/>
              <a:buFont typeface="Wingdings 3" pitchFamily="2" charset="2"/>
              <a:buChar char=""/>
              <a:defRPr sz="2600">
                <a:solidFill>
                  <a:schemeClr val="tx1"/>
                </a:solidFill>
                <a:latin typeface="Gill Sans MT" panose="020B0502020104020203" pitchFamily="34" charset="77"/>
                <a:ea typeface="ＭＳ Ｐゴシック" panose="020B0600070205080204" pitchFamily="34" charset="-128"/>
              </a:defRPr>
            </a:lvl1pPr>
            <a:lvl2pPr marL="37931725" indent="-37474525">
              <a:spcBef>
                <a:spcPts val="500"/>
              </a:spcBef>
              <a:buClr>
                <a:schemeClr val="accent2"/>
              </a:buClr>
              <a:buSzPct val="76000"/>
              <a:buFont typeface="Wingdings 3" pitchFamily="2" charset="2"/>
              <a:buChar char=""/>
              <a:defRPr sz="2300">
                <a:solidFill>
                  <a:schemeClr val="tx2"/>
                </a:solidFill>
                <a:latin typeface="Gill Sans MT" panose="020B0502020104020203" pitchFamily="34" charset="77"/>
                <a:ea typeface="ＭＳ Ｐゴシック" panose="020B0600070205080204" pitchFamily="34" charset="-128"/>
              </a:defRPr>
            </a:lvl2pPr>
            <a:lvl3pPr marL="822325" indent="-228600">
              <a:spcBef>
                <a:spcPts val="500"/>
              </a:spcBef>
              <a:buClr>
                <a:srgbClr val="BCBCBC"/>
              </a:buClr>
              <a:buSzPct val="76000"/>
              <a:buFont typeface="Wingdings 3" pitchFamily="2" charset="2"/>
              <a:buChar char=""/>
              <a:defRPr sz="2000">
                <a:solidFill>
                  <a:schemeClr val="tx1"/>
                </a:solidFill>
                <a:latin typeface="Gill Sans MT" panose="020B0502020104020203" pitchFamily="34" charset="77"/>
                <a:ea typeface="ＭＳ Ｐゴシック" panose="020B0600070205080204" pitchFamily="34" charset="-128"/>
              </a:defRPr>
            </a:lvl3pPr>
            <a:lvl4pPr marL="1096963" indent="-228600">
              <a:spcBef>
                <a:spcPts val="400"/>
              </a:spcBef>
              <a:buClr>
                <a:srgbClr val="8BA2B4"/>
              </a:buClr>
              <a:buSzPct val="70000"/>
              <a:buFont typeface="Wingdings" pitchFamily="2" charset="2"/>
              <a:buChar char=""/>
              <a:defRPr>
                <a:solidFill>
                  <a:schemeClr val="tx1"/>
                </a:solidFill>
                <a:latin typeface="Gill Sans MT" panose="020B0502020104020203" pitchFamily="34" charset="77"/>
                <a:ea typeface="ＭＳ Ｐゴシック" panose="020B0600070205080204" pitchFamily="34" charset="-128"/>
              </a:defRPr>
            </a:lvl4pPr>
            <a:lvl5pPr marL="1371600" indent="-228600">
              <a:spcBef>
                <a:spcPts val="300"/>
              </a:spcBef>
              <a:buClr>
                <a:schemeClr val="accent2"/>
              </a:buClr>
              <a:buSzPct val="70000"/>
              <a:buFont typeface="Wingdings" pitchFamily="2" charset="2"/>
              <a:buChar char=""/>
              <a:defRPr sz="1600">
                <a:solidFill>
                  <a:schemeClr val="tx1"/>
                </a:solidFill>
                <a:latin typeface="Gill Sans MT" panose="020B0502020104020203" pitchFamily="34" charset="77"/>
                <a:ea typeface="ＭＳ Ｐゴシック" panose="020B0600070205080204" pitchFamily="34" charset="-128"/>
              </a:defRPr>
            </a:lvl5pPr>
            <a:lvl6pPr marL="1828800" indent="-228600" eaLnBrk="0" fontAlgn="base" hangingPunct="0">
              <a:spcBef>
                <a:spcPts val="300"/>
              </a:spcBef>
              <a:spcAft>
                <a:spcPct val="0"/>
              </a:spcAft>
              <a:buClr>
                <a:schemeClr val="accent2"/>
              </a:buClr>
              <a:buSzPct val="70000"/>
              <a:buFont typeface="Wingdings" pitchFamily="2" charset="2"/>
              <a:buChar char=""/>
              <a:defRPr sz="1600">
                <a:solidFill>
                  <a:schemeClr val="tx1"/>
                </a:solidFill>
                <a:latin typeface="Gill Sans MT" panose="020B0502020104020203" pitchFamily="34" charset="77"/>
                <a:ea typeface="ＭＳ Ｐゴシック" panose="020B0600070205080204" pitchFamily="34" charset="-128"/>
              </a:defRPr>
            </a:lvl6pPr>
            <a:lvl7pPr marL="2286000" indent="-228600" eaLnBrk="0" fontAlgn="base" hangingPunct="0">
              <a:spcBef>
                <a:spcPts val="300"/>
              </a:spcBef>
              <a:spcAft>
                <a:spcPct val="0"/>
              </a:spcAft>
              <a:buClr>
                <a:schemeClr val="accent2"/>
              </a:buClr>
              <a:buSzPct val="70000"/>
              <a:buFont typeface="Wingdings" pitchFamily="2" charset="2"/>
              <a:buChar char=""/>
              <a:defRPr sz="1600">
                <a:solidFill>
                  <a:schemeClr val="tx1"/>
                </a:solidFill>
                <a:latin typeface="Gill Sans MT" panose="020B0502020104020203" pitchFamily="34" charset="77"/>
                <a:ea typeface="ＭＳ Ｐゴシック" panose="020B0600070205080204" pitchFamily="34" charset="-128"/>
              </a:defRPr>
            </a:lvl7pPr>
            <a:lvl8pPr marL="2743200" indent="-228600" eaLnBrk="0" fontAlgn="base" hangingPunct="0">
              <a:spcBef>
                <a:spcPts val="300"/>
              </a:spcBef>
              <a:spcAft>
                <a:spcPct val="0"/>
              </a:spcAft>
              <a:buClr>
                <a:schemeClr val="accent2"/>
              </a:buClr>
              <a:buSzPct val="70000"/>
              <a:buFont typeface="Wingdings" pitchFamily="2" charset="2"/>
              <a:buChar char=""/>
              <a:defRPr sz="1600">
                <a:solidFill>
                  <a:schemeClr val="tx1"/>
                </a:solidFill>
                <a:latin typeface="Gill Sans MT" panose="020B0502020104020203" pitchFamily="34" charset="77"/>
                <a:ea typeface="ＭＳ Ｐゴシック" panose="020B0600070205080204" pitchFamily="34" charset="-128"/>
              </a:defRPr>
            </a:lvl8pPr>
            <a:lvl9pPr marL="3200400" indent="-228600" eaLnBrk="0" fontAlgn="base" hangingPunct="0">
              <a:spcBef>
                <a:spcPts val="300"/>
              </a:spcBef>
              <a:spcAft>
                <a:spcPct val="0"/>
              </a:spcAft>
              <a:buClr>
                <a:schemeClr val="accent2"/>
              </a:buClr>
              <a:buSzPct val="70000"/>
              <a:buFont typeface="Wingdings" pitchFamily="2" charset="2"/>
              <a:buChar char=""/>
              <a:defRPr sz="1600">
                <a:solidFill>
                  <a:schemeClr val="tx1"/>
                </a:solidFill>
                <a:latin typeface="Gill Sans MT" panose="020B0502020104020203" pitchFamily="34" charset="77"/>
                <a:ea typeface="ＭＳ Ｐゴシック" panose="020B0600070205080204" pitchFamily="34" charset="-128"/>
              </a:defRPr>
            </a:lvl9pPr>
          </a:lstStyle>
          <a:p>
            <a:pPr eaLnBrk="1" hangingPunct="1">
              <a:spcBef>
                <a:spcPct val="0"/>
              </a:spcBef>
              <a:buClrTx/>
              <a:buSzTx/>
              <a:buFontTx/>
              <a:buNone/>
            </a:pPr>
            <a:r>
              <a:rPr lang="en-US" altLang="en-US" sz="2400"/>
              <a:t>Key (128-256 bits)</a:t>
            </a:r>
            <a:endParaRPr lang="en-GB" altLang="en-US" sz="2400"/>
          </a:p>
        </p:txBody>
      </p:sp>
      <p:sp>
        <p:nvSpPr>
          <p:cNvPr id="16" name="Down Arrow 15">
            <a:extLst>
              <a:ext uri="{FF2B5EF4-FFF2-40B4-BE49-F238E27FC236}">
                <a16:creationId xmlns:a16="http://schemas.microsoft.com/office/drawing/2014/main" id="{0244F654-A2E8-6F4C-EA0F-14BF6D07BE0A}"/>
              </a:ext>
            </a:extLst>
          </p:cNvPr>
          <p:cNvSpPr/>
          <p:nvPr/>
        </p:nvSpPr>
        <p:spPr>
          <a:xfrm>
            <a:off x="3505200" y="2286000"/>
            <a:ext cx="457200" cy="533400"/>
          </a:xfrm>
          <a:prstGeom prst="downArrow">
            <a:avLst/>
          </a:prstGeom>
          <a:solidFill>
            <a:srgbClr val="3885D6"/>
          </a:solidFill>
        </p:spPr>
        <p:style>
          <a:lnRef idx="1">
            <a:schemeClr val="accent1"/>
          </a:lnRef>
          <a:fillRef idx="3">
            <a:schemeClr val="accent1"/>
          </a:fillRef>
          <a:effectRef idx="2">
            <a:schemeClr val="accent1"/>
          </a:effectRef>
          <a:fontRef idx="minor">
            <a:schemeClr val="lt1"/>
          </a:fontRef>
        </p:style>
        <p:txBody>
          <a:bodyPr anchor="ctr"/>
          <a:lstStyle/>
          <a:p>
            <a:pPr algn="ctr" eaLnBrk="1" hangingPunct="1">
              <a:defRPr/>
            </a:pPr>
            <a:endParaRPr lang="en-US"/>
          </a:p>
        </p:txBody>
      </p:sp>
      <p:sp>
        <p:nvSpPr>
          <p:cNvPr id="17" name="Down Arrow 16">
            <a:extLst>
              <a:ext uri="{FF2B5EF4-FFF2-40B4-BE49-F238E27FC236}">
                <a16:creationId xmlns:a16="http://schemas.microsoft.com/office/drawing/2014/main" id="{075EE210-8A2C-7129-433F-1EA5FFFB15D7}"/>
              </a:ext>
            </a:extLst>
          </p:cNvPr>
          <p:cNvSpPr/>
          <p:nvPr/>
        </p:nvSpPr>
        <p:spPr>
          <a:xfrm>
            <a:off x="3505200" y="4343400"/>
            <a:ext cx="457200" cy="533400"/>
          </a:xfrm>
          <a:prstGeom prst="downArrow">
            <a:avLst/>
          </a:prstGeom>
          <a:solidFill>
            <a:srgbClr val="3885D6"/>
          </a:solidFill>
        </p:spPr>
        <p:style>
          <a:lnRef idx="1">
            <a:schemeClr val="accent1"/>
          </a:lnRef>
          <a:fillRef idx="3">
            <a:schemeClr val="accent1"/>
          </a:fillRef>
          <a:effectRef idx="2">
            <a:schemeClr val="accent1"/>
          </a:effectRef>
          <a:fontRef idx="minor">
            <a:schemeClr val="lt1"/>
          </a:fontRef>
        </p:style>
        <p:txBody>
          <a:bodyPr anchor="ctr"/>
          <a:lstStyle/>
          <a:p>
            <a:pPr algn="ctr" eaLnBrk="1" hangingPunct="1">
              <a:defRPr/>
            </a:pPr>
            <a:endParaRPr lang="en-US"/>
          </a:p>
        </p:txBody>
      </p:sp>
      <p:sp>
        <p:nvSpPr>
          <p:cNvPr id="18" name="Left Arrow 17">
            <a:extLst>
              <a:ext uri="{FF2B5EF4-FFF2-40B4-BE49-F238E27FC236}">
                <a16:creationId xmlns:a16="http://schemas.microsoft.com/office/drawing/2014/main" id="{97D17C35-B886-48BF-D6F8-3C65FF8C09F9}"/>
              </a:ext>
            </a:extLst>
          </p:cNvPr>
          <p:cNvSpPr/>
          <p:nvPr/>
        </p:nvSpPr>
        <p:spPr>
          <a:xfrm>
            <a:off x="4495800" y="3352800"/>
            <a:ext cx="609600" cy="457200"/>
          </a:xfrm>
          <a:prstGeom prst="leftArrow">
            <a:avLst/>
          </a:prstGeom>
          <a:solidFill>
            <a:srgbClr val="3885D6"/>
          </a:solidFill>
        </p:spPr>
        <p:style>
          <a:lnRef idx="1">
            <a:schemeClr val="accent1"/>
          </a:lnRef>
          <a:fillRef idx="3">
            <a:schemeClr val="accent1"/>
          </a:fillRef>
          <a:effectRef idx="2">
            <a:schemeClr val="accent1"/>
          </a:effectRef>
          <a:fontRef idx="minor">
            <a:schemeClr val="lt1"/>
          </a:fontRef>
        </p:style>
        <p:txBody>
          <a:bodyPr anchor="ctr"/>
          <a:lstStyle/>
          <a:p>
            <a:pPr algn="ctr" eaLnBrk="1" hangingPunct="1">
              <a:defRPr/>
            </a:pPr>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F329AA27-A4B8-AD92-846B-A43B75A3A277}"/>
              </a:ext>
            </a:extLst>
          </p:cNvPr>
          <p:cNvSpPr/>
          <p:nvPr/>
        </p:nvSpPr>
        <p:spPr>
          <a:xfrm>
            <a:off x="1371600" y="0"/>
            <a:ext cx="1524000" cy="685800"/>
          </a:xfrm>
          <a:prstGeom prst="rect">
            <a:avLst/>
          </a:prstGeom>
          <a:solidFill>
            <a:schemeClr val="accent6">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b="1" dirty="0"/>
              <a:t>M</a:t>
            </a:r>
          </a:p>
          <a:p>
            <a:pPr algn="ctr">
              <a:defRPr/>
            </a:pPr>
            <a:r>
              <a:rPr lang="en-US" b="1" dirty="0"/>
              <a:t>(</a:t>
            </a:r>
            <a:r>
              <a:rPr lang="en-US" b="1"/>
              <a:t>128 Bits</a:t>
            </a:r>
            <a:r>
              <a:rPr lang="en-US" b="1" dirty="0"/>
              <a:t>)</a:t>
            </a:r>
            <a:endParaRPr lang="en-IN" b="1" dirty="0"/>
          </a:p>
        </p:txBody>
      </p:sp>
      <p:sp>
        <p:nvSpPr>
          <p:cNvPr id="5" name="Rectangle 4">
            <a:extLst>
              <a:ext uri="{FF2B5EF4-FFF2-40B4-BE49-F238E27FC236}">
                <a16:creationId xmlns:a16="http://schemas.microsoft.com/office/drawing/2014/main" id="{AB8FAAA1-A80F-4248-5056-3B2C185E65EF}"/>
              </a:ext>
            </a:extLst>
          </p:cNvPr>
          <p:cNvSpPr/>
          <p:nvPr/>
        </p:nvSpPr>
        <p:spPr>
          <a:xfrm>
            <a:off x="3505200" y="31750"/>
            <a:ext cx="1524000" cy="685800"/>
          </a:xfrm>
          <a:prstGeom prst="rect">
            <a:avLst/>
          </a:prstGeom>
          <a:solidFill>
            <a:schemeClr val="accent6">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b="1" dirty="0"/>
              <a:t>M1</a:t>
            </a:r>
          </a:p>
          <a:p>
            <a:pPr algn="ctr">
              <a:defRPr/>
            </a:pPr>
            <a:r>
              <a:rPr lang="en-US" b="1" dirty="0"/>
              <a:t>(</a:t>
            </a:r>
            <a:r>
              <a:rPr lang="en-US" b="1"/>
              <a:t>128 Bits</a:t>
            </a:r>
            <a:r>
              <a:rPr lang="en-US" b="1" dirty="0"/>
              <a:t>)</a:t>
            </a:r>
            <a:endParaRPr lang="en-IN" b="1" dirty="0"/>
          </a:p>
        </p:txBody>
      </p:sp>
      <p:sp>
        <p:nvSpPr>
          <p:cNvPr id="6" name="Rectangle 5">
            <a:extLst>
              <a:ext uri="{FF2B5EF4-FFF2-40B4-BE49-F238E27FC236}">
                <a16:creationId xmlns:a16="http://schemas.microsoft.com/office/drawing/2014/main" id="{C4E8B442-4DCD-01C7-17A0-32C2503EA2EB}"/>
              </a:ext>
            </a:extLst>
          </p:cNvPr>
          <p:cNvSpPr/>
          <p:nvPr/>
        </p:nvSpPr>
        <p:spPr>
          <a:xfrm>
            <a:off x="5373688" y="31750"/>
            <a:ext cx="1524000" cy="685800"/>
          </a:xfrm>
          <a:prstGeom prst="rect">
            <a:avLst/>
          </a:prstGeom>
          <a:solidFill>
            <a:schemeClr val="accent6">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b="1" dirty="0"/>
              <a:t>M2</a:t>
            </a:r>
          </a:p>
          <a:p>
            <a:pPr algn="ctr">
              <a:defRPr/>
            </a:pPr>
            <a:r>
              <a:rPr lang="en-US" b="1" dirty="0"/>
              <a:t>(</a:t>
            </a:r>
            <a:r>
              <a:rPr lang="en-US" b="1"/>
              <a:t>128 Bits</a:t>
            </a:r>
            <a:r>
              <a:rPr lang="en-US" b="1" dirty="0"/>
              <a:t>)</a:t>
            </a:r>
            <a:endParaRPr lang="en-IN" b="1" dirty="0"/>
          </a:p>
        </p:txBody>
      </p:sp>
      <p:sp>
        <p:nvSpPr>
          <p:cNvPr id="7" name="Rectangle 6">
            <a:extLst>
              <a:ext uri="{FF2B5EF4-FFF2-40B4-BE49-F238E27FC236}">
                <a16:creationId xmlns:a16="http://schemas.microsoft.com/office/drawing/2014/main" id="{478EFF89-FC39-8003-995F-9F713DE2035E}"/>
              </a:ext>
            </a:extLst>
          </p:cNvPr>
          <p:cNvSpPr/>
          <p:nvPr/>
        </p:nvSpPr>
        <p:spPr>
          <a:xfrm>
            <a:off x="990600" y="2284413"/>
            <a:ext cx="2514600" cy="533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b="1" dirty="0"/>
              <a:t>Round 1</a:t>
            </a:r>
            <a:endParaRPr lang="en-IN" b="1" dirty="0"/>
          </a:p>
        </p:txBody>
      </p:sp>
      <p:sp>
        <p:nvSpPr>
          <p:cNvPr id="8" name="Rectangle 7">
            <a:extLst>
              <a:ext uri="{FF2B5EF4-FFF2-40B4-BE49-F238E27FC236}">
                <a16:creationId xmlns:a16="http://schemas.microsoft.com/office/drawing/2014/main" id="{29DA98D1-32FD-7A25-DB47-6BC4612F28D9}"/>
              </a:ext>
            </a:extLst>
          </p:cNvPr>
          <p:cNvSpPr/>
          <p:nvPr/>
        </p:nvSpPr>
        <p:spPr>
          <a:xfrm>
            <a:off x="990600" y="3198813"/>
            <a:ext cx="2514600" cy="533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b="1" dirty="0"/>
              <a:t>Round 2</a:t>
            </a:r>
            <a:endParaRPr lang="en-IN" b="1" dirty="0"/>
          </a:p>
        </p:txBody>
      </p:sp>
      <p:sp>
        <p:nvSpPr>
          <p:cNvPr id="9" name="Rectangle 8">
            <a:extLst>
              <a:ext uri="{FF2B5EF4-FFF2-40B4-BE49-F238E27FC236}">
                <a16:creationId xmlns:a16="http://schemas.microsoft.com/office/drawing/2014/main" id="{ADB7925E-9FB2-3C85-6A14-9CDFC22C9EA9}"/>
              </a:ext>
            </a:extLst>
          </p:cNvPr>
          <p:cNvSpPr/>
          <p:nvPr/>
        </p:nvSpPr>
        <p:spPr>
          <a:xfrm>
            <a:off x="990600" y="4189413"/>
            <a:ext cx="2514600" cy="533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b="1" dirty="0"/>
              <a:t>Round 3</a:t>
            </a:r>
            <a:endParaRPr lang="en-IN" b="1" dirty="0"/>
          </a:p>
        </p:txBody>
      </p:sp>
      <p:sp>
        <p:nvSpPr>
          <p:cNvPr id="10" name="Rectangle 9">
            <a:extLst>
              <a:ext uri="{FF2B5EF4-FFF2-40B4-BE49-F238E27FC236}">
                <a16:creationId xmlns:a16="http://schemas.microsoft.com/office/drawing/2014/main" id="{AFE8EF06-CB04-CE03-CC5E-E0823F904F00}"/>
              </a:ext>
            </a:extLst>
          </p:cNvPr>
          <p:cNvSpPr/>
          <p:nvPr/>
        </p:nvSpPr>
        <p:spPr>
          <a:xfrm>
            <a:off x="990600" y="5256213"/>
            <a:ext cx="2514600" cy="533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b="1" dirty="0"/>
              <a:t>Round 10</a:t>
            </a:r>
            <a:endParaRPr lang="en-IN" b="1" dirty="0"/>
          </a:p>
        </p:txBody>
      </p:sp>
      <p:sp>
        <p:nvSpPr>
          <p:cNvPr id="11" name="Rectangle 10">
            <a:extLst>
              <a:ext uri="{FF2B5EF4-FFF2-40B4-BE49-F238E27FC236}">
                <a16:creationId xmlns:a16="http://schemas.microsoft.com/office/drawing/2014/main" id="{365F96FE-CB00-1F6A-AA7E-88BAAD013611}"/>
              </a:ext>
            </a:extLst>
          </p:cNvPr>
          <p:cNvSpPr/>
          <p:nvPr/>
        </p:nvSpPr>
        <p:spPr>
          <a:xfrm>
            <a:off x="4114800" y="849313"/>
            <a:ext cx="4419600" cy="304800"/>
          </a:xfrm>
          <a:prstGeom prst="rect">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b="1" dirty="0"/>
              <a:t>KEY – </a:t>
            </a:r>
            <a:r>
              <a:rPr lang="en-US" b="1"/>
              <a:t>128 Bits</a:t>
            </a:r>
            <a:endParaRPr lang="en-IN" b="1" dirty="0"/>
          </a:p>
        </p:txBody>
      </p:sp>
      <p:sp>
        <p:nvSpPr>
          <p:cNvPr id="16" name="Rectangle 15">
            <a:extLst>
              <a:ext uri="{FF2B5EF4-FFF2-40B4-BE49-F238E27FC236}">
                <a16:creationId xmlns:a16="http://schemas.microsoft.com/office/drawing/2014/main" id="{35835E00-0E4F-9FCD-A512-717783FA0F80}"/>
              </a:ext>
            </a:extLst>
          </p:cNvPr>
          <p:cNvSpPr/>
          <p:nvPr/>
        </p:nvSpPr>
        <p:spPr>
          <a:xfrm>
            <a:off x="4114800" y="1446213"/>
            <a:ext cx="4419600" cy="381000"/>
          </a:xfrm>
          <a:prstGeom prst="rect">
            <a:avLst/>
          </a:prstGeom>
          <a:solidFill>
            <a:schemeClr val="accent3">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b="1"/>
              <a:t>Sub </a:t>
            </a:r>
            <a:r>
              <a:rPr lang="en-US" b="1" dirty="0"/>
              <a:t>Key 0</a:t>
            </a:r>
            <a:endParaRPr lang="en-IN" b="1" dirty="0"/>
          </a:p>
        </p:txBody>
      </p:sp>
      <p:sp>
        <p:nvSpPr>
          <p:cNvPr id="17" name="Rectangle 16">
            <a:extLst>
              <a:ext uri="{FF2B5EF4-FFF2-40B4-BE49-F238E27FC236}">
                <a16:creationId xmlns:a16="http://schemas.microsoft.com/office/drawing/2014/main" id="{1928972F-F912-5201-A3A6-1A1B2D783D27}"/>
              </a:ext>
            </a:extLst>
          </p:cNvPr>
          <p:cNvSpPr/>
          <p:nvPr/>
        </p:nvSpPr>
        <p:spPr>
          <a:xfrm>
            <a:off x="4102100" y="2284413"/>
            <a:ext cx="4419600" cy="381000"/>
          </a:xfrm>
          <a:prstGeom prst="rect">
            <a:avLst/>
          </a:prstGeom>
          <a:solidFill>
            <a:schemeClr val="accent3">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b="1"/>
              <a:t>Sub </a:t>
            </a:r>
            <a:r>
              <a:rPr lang="en-US" b="1" dirty="0"/>
              <a:t>Key 1</a:t>
            </a:r>
            <a:endParaRPr lang="en-IN" b="1" dirty="0"/>
          </a:p>
        </p:txBody>
      </p:sp>
      <p:sp>
        <p:nvSpPr>
          <p:cNvPr id="18" name="Rectangle 17">
            <a:extLst>
              <a:ext uri="{FF2B5EF4-FFF2-40B4-BE49-F238E27FC236}">
                <a16:creationId xmlns:a16="http://schemas.microsoft.com/office/drawing/2014/main" id="{836D4F26-D244-FCD7-E4E6-B666CFF480E2}"/>
              </a:ext>
            </a:extLst>
          </p:cNvPr>
          <p:cNvSpPr/>
          <p:nvPr/>
        </p:nvSpPr>
        <p:spPr>
          <a:xfrm>
            <a:off x="4114800" y="3275013"/>
            <a:ext cx="4419600" cy="381000"/>
          </a:xfrm>
          <a:prstGeom prst="rect">
            <a:avLst/>
          </a:prstGeom>
          <a:solidFill>
            <a:schemeClr val="accent3">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b="1"/>
              <a:t>Sub </a:t>
            </a:r>
            <a:r>
              <a:rPr lang="en-US" b="1" dirty="0"/>
              <a:t>Key 2</a:t>
            </a:r>
            <a:endParaRPr lang="en-IN" b="1" dirty="0"/>
          </a:p>
        </p:txBody>
      </p:sp>
      <p:sp>
        <p:nvSpPr>
          <p:cNvPr id="19" name="Rectangle 18">
            <a:extLst>
              <a:ext uri="{FF2B5EF4-FFF2-40B4-BE49-F238E27FC236}">
                <a16:creationId xmlns:a16="http://schemas.microsoft.com/office/drawing/2014/main" id="{78656CD7-7E15-59FD-D5E9-36171EF62BDC}"/>
              </a:ext>
            </a:extLst>
          </p:cNvPr>
          <p:cNvSpPr/>
          <p:nvPr/>
        </p:nvSpPr>
        <p:spPr>
          <a:xfrm>
            <a:off x="4129088" y="4189413"/>
            <a:ext cx="4419600" cy="381000"/>
          </a:xfrm>
          <a:prstGeom prst="rect">
            <a:avLst/>
          </a:prstGeom>
          <a:solidFill>
            <a:schemeClr val="accent3">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b="1"/>
              <a:t>Sub </a:t>
            </a:r>
            <a:r>
              <a:rPr lang="en-US" b="1" dirty="0"/>
              <a:t>Key 3</a:t>
            </a:r>
            <a:endParaRPr lang="en-IN" b="1" dirty="0"/>
          </a:p>
        </p:txBody>
      </p:sp>
      <p:sp>
        <p:nvSpPr>
          <p:cNvPr id="20" name="Rectangle 19">
            <a:extLst>
              <a:ext uri="{FF2B5EF4-FFF2-40B4-BE49-F238E27FC236}">
                <a16:creationId xmlns:a16="http://schemas.microsoft.com/office/drawing/2014/main" id="{1C6300BF-B7AB-094F-D658-3F23BC4A5A3A}"/>
              </a:ext>
            </a:extLst>
          </p:cNvPr>
          <p:cNvSpPr/>
          <p:nvPr/>
        </p:nvSpPr>
        <p:spPr>
          <a:xfrm>
            <a:off x="4095750" y="5256213"/>
            <a:ext cx="4419600" cy="381000"/>
          </a:xfrm>
          <a:prstGeom prst="rect">
            <a:avLst/>
          </a:prstGeom>
          <a:solidFill>
            <a:schemeClr val="accent3">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b="1"/>
              <a:t>Sub </a:t>
            </a:r>
            <a:r>
              <a:rPr lang="en-US" b="1" dirty="0"/>
              <a:t>Key 10</a:t>
            </a:r>
            <a:endParaRPr lang="en-IN" b="1" dirty="0"/>
          </a:p>
        </p:txBody>
      </p:sp>
      <p:sp>
        <p:nvSpPr>
          <p:cNvPr id="21" name="Flowchart: Or 20">
            <a:extLst>
              <a:ext uri="{FF2B5EF4-FFF2-40B4-BE49-F238E27FC236}">
                <a16:creationId xmlns:a16="http://schemas.microsoft.com/office/drawing/2014/main" id="{E5910E79-4F2E-FA35-FADE-972F83D72EC3}"/>
              </a:ext>
            </a:extLst>
          </p:cNvPr>
          <p:cNvSpPr/>
          <p:nvPr/>
        </p:nvSpPr>
        <p:spPr>
          <a:xfrm>
            <a:off x="1752600" y="1166813"/>
            <a:ext cx="762000" cy="673100"/>
          </a:xfrm>
          <a:prstGeom prst="flowChartOr">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IN"/>
          </a:p>
        </p:txBody>
      </p:sp>
      <p:cxnSp>
        <p:nvCxnSpPr>
          <p:cNvPr id="23" name="Straight Arrow Connector 22">
            <a:extLst>
              <a:ext uri="{FF2B5EF4-FFF2-40B4-BE49-F238E27FC236}">
                <a16:creationId xmlns:a16="http://schemas.microsoft.com/office/drawing/2014/main" id="{9A69354F-F38B-9AF9-6150-BD8DAEA8DB03}"/>
              </a:ext>
            </a:extLst>
          </p:cNvPr>
          <p:cNvCxnSpPr>
            <a:stCxn id="4" idx="2"/>
            <a:endCxn id="21" idx="0"/>
          </p:cNvCxnSpPr>
          <p:nvPr/>
        </p:nvCxnSpPr>
        <p:spPr>
          <a:xfrm>
            <a:off x="2133600" y="685800"/>
            <a:ext cx="0" cy="481013"/>
          </a:xfrm>
          <a:prstGeom prst="straightConnector1">
            <a:avLst/>
          </a:prstGeom>
          <a:ln w="44450">
            <a:tailEnd type="arrow"/>
          </a:ln>
        </p:spPr>
        <p:style>
          <a:lnRef idx="1">
            <a:schemeClr val="accent1"/>
          </a:lnRef>
          <a:fillRef idx="0">
            <a:schemeClr val="accent1"/>
          </a:fillRef>
          <a:effectRef idx="0">
            <a:schemeClr val="accent1"/>
          </a:effectRef>
          <a:fontRef idx="minor">
            <a:schemeClr val="tx1"/>
          </a:fontRef>
        </p:style>
      </p:cxnSp>
      <p:cxnSp>
        <p:nvCxnSpPr>
          <p:cNvPr id="25" name="Straight Arrow Connector 24">
            <a:extLst>
              <a:ext uri="{FF2B5EF4-FFF2-40B4-BE49-F238E27FC236}">
                <a16:creationId xmlns:a16="http://schemas.microsoft.com/office/drawing/2014/main" id="{5DC9A33B-D650-7A62-80DA-DB35338ADC15}"/>
              </a:ext>
            </a:extLst>
          </p:cNvPr>
          <p:cNvCxnSpPr>
            <a:stCxn id="21" idx="4"/>
          </p:cNvCxnSpPr>
          <p:nvPr/>
        </p:nvCxnSpPr>
        <p:spPr>
          <a:xfrm>
            <a:off x="2133600" y="1839913"/>
            <a:ext cx="0" cy="444500"/>
          </a:xfrm>
          <a:prstGeom prst="straightConnector1">
            <a:avLst/>
          </a:prstGeom>
          <a:ln w="44450">
            <a:tailEnd type="arrow"/>
          </a:ln>
        </p:spPr>
        <p:style>
          <a:lnRef idx="1">
            <a:schemeClr val="accent1"/>
          </a:lnRef>
          <a:fillRef idx="0">
            <a:schemeClr val="accent1"/>
          </a:fillRef>
          <a:effectRef idx="0">
            <a:schemeClr val="accent1"/>
          </a:effectRef>
          <a:fontRef idx="minor">
            <a:schemeClr val="tx1"/>
          </a:fontRef>
        </p:style>
      </p:cxnSp>
      <p:cxnSp>
        <p:nvCxnSpPr>
          <p:cNvPr id="27" name="Straight Arrow Connector 26">
            <a:extLst>
              <a:ext uri="{FF2B5EF4-FFF2-40B4-BE49-F238E27FC236}">
                <a16:creationId xmlns:a16="http://schemas.microsoft.com/office/drawing/2014/main" id="{E0F06A4B-57B7-20A3-1806-67FD22EA1B80}"/>
              </a:ext>
            </a:extLst>
          </p:cNvPr>
          <p:cNvCxnSpPr>
            <a:stCxn id="16" idx="1"/>
          </p:cNvCxnSpPr>
          <p:nvPr/>
        </p:nvCxnSpPr>
        <p:spPr>
          <a:xfrm flipH="1">
            <a:off x="2514600" y="1636713"/>
            <a:ext cx="1600200" cy="0"/>
          </a:xfrm>
          <a:prstGeom prst="straightConnector1">
            <a:avLst/>
          </a:prstGeom>
          <a:ln w="44450">
            <a:tailEnd type="arrow"/>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A5312688-BFC6-B7C5-ED48-D5386A2DC109}"/>
              </a:ext>
            </a:extLst>
          </p:cNvPr>
          <p:cNvCxnSpPr/>
          <p:nvPr/>
        </p:nvCxnSpPr>
        <p:spPr>
          <a:xfrm>
            <a:off x="2065338" y="4799013"/>
            <a:ext cx="0" cy="457200"/>
          </a:xfrm>
          <a:prstGeom prst="line">
            <a:avLst/>
          </a:prstGeom>
          <a:ln w="44450" cmpd="sng">
            <a:prstDash val="dash"/>
          </a:ln>
        </p:spPr>
        <p:style>
          <a:lnRef idx="1">
            <a:schemeClr val="accent1"/>
          </a:lnRef>
          <a:fillRef idx="0">
            <a:schemeClr val="accent1"/>
          </a:fillRef>
          <a:effectRef idx="0">
            <a:schemeClr val="accent1"/>
          </a:effectRef>
          <a:fontRef idx="minor">
            <a:schemeClr val="tx1"/>
          </a:fontRef>
        </p:style>
      </p:cxnSp>
      <p:cxnSp>
        <p:nvCxnSpPr>
          <p:cNvPr id="32" name="Straight Arrow Connector 31">
            <a:extLst>
              <a:ext uri="{FF2B5EF4-FFF2-40B4-BE49-F238E27FC236}">
                <a16:creationId xmlns:a16="http://schemas.microsoft.com/office/drawing/2014/main" id="{2066BE02-A31E-5165-EC3F-E2D3BCE01B25}"/>
              </a:ext>
            </a:extLst>
          </p:cNvPr>
          <p:cNvCxnSpPr>
            <a:stCxn id="17" idx="1"/>
          </p:cNvCxnSpPr>
          <p:nvPr/>
        </p:nvCxnSpPr>
        <p:spPr>
          <a:xfrm flipH="1">
            <a:off x="3505200" y="2474913"/>
            <a:ext cx="596900" cy="0"/>
          </a:xfrm>
          <a:prstGeom prst="straightConnector1">
            <a:avLst/>
          </a:prstGeom>
          <a:ln w="44450">
            <a:tailEnd type="arrow"/>
          </a:ln>
        </p:spPr>
        <p:style>
          <a:lnRef idx="1">
            <a:schemeClr val="accent1"/>
          </a:lnRef>
          <a:fillRef idx="0">
            <a:schemeClr val="accent1"/>
          </a:fillRef>
          <a:effectRef idx="0">
            <a:schemeClr val="accent1"/>
          </a:effectRef>
          <a:fontRef idx="minor">
            <a:schemeClr val="tx1"/>
          </a:fontRef>
        </p:style>
      </p:cxnSp>
      <p:cxnSp>
        <p:nvCxnSpPr>
          <p:cNvPr id="34" name="Straight Arrow Connector 33">
            <a:extLst>
              <a:ext uri="{FF2B5EF4-FFF2-40B4-BE49-F238E27FC236}">
                <a16:creationId xmlns:a16="http://schemas.microsoft.com/office/drawing/2014/main" id="{5A314B07-9308-9AEE-BAC2-1B01E9B6FB27}"/>
              </a:ext>
            </a:extLst>
          </p:cNvPr>
          <p:cNvCxnSpPr/>
          <p:nvPr/>
        </p:nvCxnSpPr>
        <p:spPr>
          <a:xfrm flipH="1">
            <a:off x="3497263" y="3417888"/>
            <a:ext cx="598487" cy="0"/>
          </a:xfrm>
          <a:prstGeom prst="straightConnector1">
            <a:avLst/>
          </a:prstGeom>
          <a:ln w="44450">
            <a:tailEnd type="arrow"/>
          </a:ln>
        </p:spPr>
        <p:style>
          <a:lnRef idx="1">
            <a:schemeClr val="accent1"/>
          </a:lnRef>
          <a:fillRef idx="0">
            <a:schemeClr val="accent1"/>
          </a:fillRef>
          <a:effectRef idx="0">
            <a:schemeClr val="accent1"/>
          </a:effectRef>
          <a:fontRef idx="minor">
            <a:schemeClr val="tx1"/>
          </a:fontRef>
        </p:style>
      </p:cxnSp>
      <p:cxnSp>
        <p:nvCxnSpPr>
          <p:cNvPr id="36" name="Straight Arrow Connector 35">
            <a:extLst>
              <a:ext uri="{FF2B5EF4-FFF2-40B4-BE49-F238E27FC236}">
                <a16:creationId xmlns:a16="http://schemas.microsoft.com/office/drawing/2014/main" id="{F2A19635-D4C6-DED0-3A61-6F573D9882A3}"/>
              </a:ext>
            </a:extLst>
          </p:cNvPr>
          <p:cNvCxnSpPr>
            <a:stCxn id="19" idx="1"/>
          </p:cNvCxnSpPr>
          <p:nvPr/>
        </p:nvCxnSpPr>
        <p:spPr>
          <a:xfrm flipH="1">
            <a:off x="3505200" y="4379913"/>
            <a:ext cx="623888" cy="0"/>
          </a:xfrm>
          <a:prstGeom prst="straightConnector1">
            <a:avLst/>
          </a:prstGeom>
          <a:ln w="44450">
            <a:tailEnd type="arrow"/>
          </a:ln>
        </p:spPr>
        <p:style>
          <a:lnRef idx="1">
            <a:schemeClr val="accent1"/>
          </a:lnRef>
          <a:fillRef idx="0">
            <a:schemeClr val="accent1"/>
          </a:fillRef>
          <a:effectRef idx="0">
            <a:schemeClr val="accent1"/>
          </a:effectRef>
          <a:fontRef idx="minor">
            <a:schemeClr val="tx1"/>
          </a:fontRef>
        </p:style>
      </p:cxnSp>
      <p:cxnSp>
        <p:nvCxnSpPr>
          <p:cNvPr id="38" name="Straight Arrow Connector 37">
            <a:extLst>
              <a:ext uri="{FF2B5EF4-FFF2-40B4-BE49-F238E27FC236}">
                <a16:creationId xmlns:a16="http://schemas.microsoft.com/office/drawing/2014/main" id="{63302EA1-6F64-626C-2AA8-D540E622F1E7}"/>
              </a:ext>
            </a:extLst>
          </p:cNvPr>
          <p:cNvCxnSpPr>
            <a:stCxn id="20" idx="1"/>
          </p:cNvCxnSpPr>
          <p:nvPr/>
        </p:nvCxnSpPr>
        <p:spPr>
          <a:xfrm flipH="1">
            <a:off x="3452813" y="5446713"/>
            <a:ext cx="642937" cy="20637"/>
          </a:xfrm>
          <a:prstGeom prst="straightConnector1">
            <a:avLst/>
          </a:prstGeom>
          <a:ln w="44450">
            <a:tailEnd type="arrow"/>
          </a:ln>
        </p:spPr>
        <p:style>
          <a:lnRef idx="1">
            <a:schemeClr val="accent1"/>
          </a:lnRef>
          <a:fillRef idx="0">
            <a:schemeClr val="accent1"/>
          </a:fillRef>
          <a:effectRef idx="0">
            <a:schemeClr val="accent1"/>
          </a:effectRef>
          <a:fontRef idx="minor">
            <a:schemeClr val="tx1"/>
          </a:fontRef>
        </p:style>
      </p:cxnSp>
      <p:cxnSp>
        <p:nvCxnSpPr>
          <p:cNvPr id="39" name="Straight Arrow Connector 38">
            <a:extLst>
              <a:ext uri="{FF2B5EF4-FFF2-40B4-BE49-F238E27FC236}">
                <a16:creationId xmlns:a16="http://schemas.microsoft.com/office/drawing/2014/main" id="{1FB79183-5503-C9F7-3401-9490544B28F2}"/>
              </a:ext>
            </a:extLst>
          </p:cNvPr>
          <p:cNvCxnSpPr/>
          <p:nvPr/>
        </p:nvCxnSpPr>
        <p:spPr>
          <a:xfrm>
            <a:off x="2103438" y="2830513"/>
            <a:ext cx="0" cy="368300"/>
          </a:xfrm>
          <a:prstGeom prst="straightConnector1">
            <a:avLst/>
          </a:prstGeom>
          <a:ln w="44450">
            <a:tailEnd type="arrow"/>
          </a:ln>
        </p:spPr>
        <p:style>
          <a:lnRef idx="1">
            <a:schemeClr val="accent1"/>
          </a:lnRef>
          <a:fillRef idx="0">
            <a:schemeClr val="accent1"/>
          </a:fillRef>
          <a:effectRef idx="0">
            <a:schemeClr val="accent1"/>
          </a:effectRef>
          <a:fontRef idx="minor">
            <a:schemeClr val="tx1"/>
          </a:fontRef>
        </p:style>
      </p:cxnSp>
      <p:cxnSp>
        <p:nvCxnSpPr>
          <p:cNvPr id="41" name="Straight Arrow Connector 40">
            <a:extLst>
              <a:ext uri="{FF2B5EF4-FFF2-40B4-BE49-F238E27FC236}">
                <a16:creationId xmlns:a16="http://schemas.microsoft.com/office/drawing/2014/main" id="{F1126495-2709-99AB-28A1-7342DA84BAF2}"/>
              </a:ext>
            </a:extLst>
          </p:cNvPr>
          <p:cNvCxnSpPr/>
          <p:nvPr/>
        </p:nvCxnSpPr>
        <p:spPr>
          <a:xfrm>
            <a:off x="2089150" y="3732213"/>
            <a:ext cx="0" cy="457200"/>
          </a:xfrm>
          <a:prstGeom prst="straightConnector1">
            <a:avLst/>
          </a:prstGeom>
          <a:ln w="44450">
            <a:tailEnd type="arrow"/>
          </a:ln>
        </p:spPr>
        <p:style>
          <a:lnRef idx="1">
            <a:schemeClr val="accent1"/>
          </a:lnRef>
          <a:fillRef idx="0">
            <a:schemeClr val="accent1"/>
          </a:fillRef>
          <a:effectRef idx="0">
            <a:schemeClr val="accent1"/>
          </a:effectRef>
          <a:fontRef idx="minor">
            <a:schemeClr val="tx1"/>
          </a:fontRef>
        </p:style>
      </p:cxnSp>
      <p:sp>
        <p:nvSpPr>
          <p:cNvPr id="48" name="Rectangle 47">
            <a:extLst>
              <a:ext uri="{FF2B5EF4-FFF2-40B4-BE49-F238E27FC236}">
                <a16:creationId xmlns:a16="http://schemas.microsoft.com/office/drawing/2014/main" id="{CF4396B0-0A32-6F7B-7D41-42F56503D75F}"/>
              </a:ext>
            </a:extLst>
          </p:cNvPr>
          <p:cNvSpPr/>
          <p:nvPr/>
        </p:nvSpPr>
        <p:spPr>
          <a:xfrm>
            <a:off x="990600" y="6227763"/>
            <a:ext cx="2514600" cy="533400"/>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b="1" dirty="0"/>
              <a:t>CIPHER TEXT </a:t>
            </a:r>
            <a:endParaRPr lang="en-IN" b="1" dirty="0"/>
          </a:p>
        </p:txBody>
      </p:sp>
      <p:cxnSp>
        <p:nvCxnSpPr>
          <p:cNvPr id="49" name="Straight Arrow Connector 48">
            <a:extLst>
              <a:ext uri="{FF2B5EF4-FFF2-40B4-BE49-F238E27FC236}">
                <a16:creationId xmlns:a16="http://schemas.microsoft.com/office/drawing/2014/main" id="{0117A938-2422-3D9C-D39F-0024AFA7517F}"/>
              </a:ext>
            </a:extLst>
          </p:cNvPr>
          <p:cNvCxnSpPr/>
          <p:nvPr/>
        </p:nvCxnSpPr>
        <p:spPr>
          <a:xfrm>
            <a:off x="2089150" y="5789613"/>
            <a:ext cx="0" cy="457200"/>
          </a:xfrm>
          <a:prstGeom prst="straightConnector1">
            <a:avLst/>
          </a:prstGeom>
          <a:ln w="44450">
            <a:tailEnd type="arrow"/>
          </a:ln>
        </p:spPr>
        <p:style>
          <a:lnRef idx="1">
            <a:schemeClr val="accent1"/>
          </a:lnRef>
          <a:fillRef idx="0">
            <a:schemeClr val="accent1"/>
          </a:fillRef>
          <a:effectRef idx="0">
            <a:schemeClr val="accent1"/>
          </a:effectRef>
          <a:fontRef idx="minor">
            <a:schemeClr val="tx1"/>
          </a:fontRef>
        </p:style>
      </p:cxnSp>
      <p:cxnSp>
        <p:nvCxnSpPr>
          <p:cNvPr id="50" name="Straight Connector 49">
            <a:extLst>
              <a:ext uri="{FF2B5EF4-FFF2-40B4-BE49-F238E27FC236}">
                <a16:creationId xmlns:a16="http://schemas.microsoft.com/office/drawing/2014/main" id="{A3136EBF-179A-8CB7-F1E7-4B2FBBA24BC3}"/>
              </a:ext>
            </a:extLst>
          </p:cNvPr>
          <p:cNvCxnSpPr/>
          <p:nvPr/>
        </p:nvCxnSpPr>
        <p:spPr>
          <a:xfrm>
            <a:off x="6296025" y="4648200"/>
            <a:ext cx="0" cy="457200"/>
          </a:xfrm>
          <a:prstGeom prst="line">
            <a:avLst/>
          </a:prstGeom>
          <a:ln w="44450" cmpd="sng">
            <a:prstDash val="dash"/>
          </a:ln>
        </p:spPr>
        <p:style>
          <a:lnRef idx="1">
            <a:schemeClr val="accent1"/>
          </a:lnRef>
          <a:fillRef idx="0">
            <a:schemeClr val="accent1"/>
          </a:fillRef>
          <a:effectRef idx="0">
            <a:schemeClr val="accent1"/>
          </a:effectRef>
          <a:fontRef idx="minor">
            <a:schemeClr val="tx1"/>
          </a:fontRef>
        </p:style>
      </p:cxnSp>
      <p:sp>
        <p:nvSpPr>
          <p:cNvPr id="20509" name="TextBox 50">
            <a:extLst>
              <a:ext uri="{FF2B5EF4-FFF2-40B4-BE49-F238E27FC236}">
                <a16:creationId xmlns:a16="http://schemas.microsoft.com/office/drawing/2014/main" id="{9CB32B3E-4C7A-65D2-2824-42CAD0C6DD35}"/>
              </a:ext>
            </a:extLst>
          </p:cNvPr>
          <p:cNvSpPr txBox="1">
            <a:spLocks noChangeArrowheads="1"/>
          </p:cNvSpPr>
          <p:nvPr/>
        </p:nvSpPr>
        <p:spPr bwMode="auto">
          <a:xfrm>
            <a:off x="4102100" y="5924550"/>
            <a:ext cx="3886200"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ctr"/>
            <a:r>
              <a:rPr lang="en-US" altLang="en-US" sz="3600" b="1"/>
              <a:t>AES ENCRYPTION </a:t>
            </a:r>
            <a:endParaRPr lang="en-IN" altLang="en-US" sz="3600" b="1"/>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1"/>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6"/>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7"/>
                                        </p:tgtEl>
                                        <p:attrNameLst>
                                          <p:attrName>style.visibility</p:attrName>
                                        </p:attrNameLst>
                                      </p:cBhvr>
                                      <p:to>
                                        <p:strVal val="visible"/>
                                      </p:to>
                                    </p:set>
                                  </p:childTnLst>
                                </p:cTn>
                              </p:par>
                            </p:childTnLst>
                          </p:cTn>
                        </p:par>
                      </p:childTnLst>
                    </p:cTn>
                  </p:par>
                  <p:par>
                    <p:cTn id="27" fill="hold" nodeType="clickPar">
                      <p:stCondLst>
                        <p:cond delay="indefinite"/>
                      </p:stCondLst>
                      <p:childTnLst>
                        <p:par>
                          <p:cTn id="28" fill="hold" nodeType="withGroup">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8"/>
                                        </p:tgtEl>
                                        <p:attrNameLst>
                                          <p:attrName>style.visibility</p:attrName>
                                        </p:attrNameLst>
                                      </p:cBhvr>
                                      <p:to>
                                        <p:strVal val="visible"/>
                                      </p:to>
                                    </p:set>
                                  </p:childTnLst>
                                </p:cTn>
                              </p:par>
                            </p:childTnLst>
                          </p:cTn>
                        </p:par>
                      </p:childTnLst>
                    </p:cTn>
                  </p:par>
                  <p:par>
                    <p:cTn id="31" fill="hold" nodeType="clickPar">
                      <p:stCondLst>
                        <p:cond delay="indefinite"/>
                      </p:stCondLst>
                      <p:childTnLst>
                        <p:par>
                          <p:cTn id="32" fill="hold" nodeType="withGroup">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9"/>
                                        </p:tgtEl>
                                        <p:attrNameLst>
                                          <p:attrName>style.visibility</p:attrName>
                                        </p:attrNameLst>
                                      </p:cBhvr>
                                      <p:to>
                                        <p:strVal val="visible"/>
                                      </p:to>
                                    </p:set>
                                  </p:childTnLst>
                                </p:cTn>
                              </p:par>
                            </p:childTnLst>
                          </p:cTn>
                        </p:par>
                      </p:childTnLst>
                    </p:cTn>
                  </p:par>
                  <p:par>
                    <p:cTn id="35" fill="hold" nodeType="clickPar">
                      <p:stCondLst>
                        <p:cond delay="indefinite"/>
                      </p:stCondLst>
                      <p:childTnLst>
                        <p:par>
                          <p:cTn id="36" fill="hold" nodeType="withGroup">
                            <p:stCondLst>
                              <p:cond delay="0"/>
                            </p:stCondLst>
                            <p:childTnLst>
                              <p:par>
                                <p:cTn id="37" presetID="1" presetClass="entr" presetSubtype="0" fill="hold" nodeType="clickEffect">
                                  <p:stCondLst>
                                    <p:cond delay="0"/>
                                  </p:stCondLst>
                                  <p:childTnLst>
                                    <p:set>
                                      <p:cBhvr>
                                        <p:cTn id="38" dur="1" fill="hold">
                                          <p:stCondLst>
                                            <p:cond delay="0"/>
                                          </p:stCondLst>
                                        </p:cTn>
                                        <p:tgtEl>
                                          <p:spTgt spid="50"/>
                                        </p:tgtEl>
                                        <p:attrNameLst>
                                          <p:attrName>style.visibility</p:attrName>
                                        </p:attrNameLst>
                                      </p:cBhvr>
                                      <p:to>
                                        <p:strVal val="visible"/>
                                      </p:to>
                                    </p:set>
                                  </p:childTnLst>
                                </p:cTn>
                              </p:par>
                            </p:childTnLst>
                          </p:cTn>
                        </p:par>
                      </p:childTnLst>
                    </p:cTn>
                  </p:par>
                  <p:par>
                    <p:cTn id="39" fill="hold" nodeType="clickPar">
                      <p:stCondLst>
                        <p:cond delay="indefinite"/>
                      </p:stCondLst>
                      <p:childTnLst>
                        <p:par>
                          <p:cTn id="40" fill="hold" nodeType="withGroup">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20"/>
                                        </p:tgtEl>
                                        <p:attrNameLst>
                                          <p:attrName>style.visibility</p:attrName>
                                        </p:attrNameLst>
                                      </p:cBhvr>
                                      <p:to>
                                        <p:strVal val="visible"/>
                                      </p:to>
                                    </p:set>
                                  </p:childTnLst>
                                </p:cTn>
                              </p:par>
                            </p:childTnLst>
                          </p:cTn>
                        </p:par>
                      </p:childTnLst>
                    </p:cTn>
                  </p:par>
                  <p:par>
                    <p:cTn id="43" fill="hold" nodeType="clickPar">
                      <p:stCondLst>
                        <p:cond delay="indefinite"/>
                      </p:stCondLst>
                      <p:childTnLst>
                        <p:par>
                          <p:cTn id="44" fill="hold" nodeType="withGroup">
                            <p:stCondLst>
                              <p:cond delay="0"/>
                            </p:stCondLst>
                            <p:childTnLst>
                              <p:par>
                                <p:cTn id="45" presetID="1" presetClass="entr" presetSubtype="0" fill="hold" nodeType="clickEffect">
                                  <p:stCondLst>
                                    <p:cond delay="0"/>
                                  </p:stCondLst>
                                  <p:childTnLst>
                                    <p:set>
                                      <p:cBhvr>
                                        <p:cTn id="46" dur="1" fill="hold">
                                          <p:stCondLst>
                                            <p:cond delay="0"/>
                                          </p:stCondLst>
                                        </p:cTn>
                                        <p:tgtEl>
                                          <p:spTgt spid="23"/>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21"/>
                                        </p:tgtEl>
                                        <p:attrNameLst>
                                          <p:attrName>style.visibility</p:attrName>
                                        </p:attrNameLst>
                                      </p:cBhvr>
                                      <p:to>
                                        <p:strVal val="visible"/>
                                      </p:to>
                                    </p:set>
                                  </p:childTnLst>
                                </p:cTn>
                              </p:par>
                              <p:par>
                                <p:cTn id="49" presetID="1" presetClass="entr" presetSubtype="0" fill="hold" nodeType="withEffect">
                                  <p:stCondLst>
                                    <p:cond delay="0"/>
                                  </p:stCondLst>
                                  <p:childTnLst>
                                    <p:set>
                                      <p:cBhvr>
                                        <p:cTn id="50" dur="1" fill="hold">
                                          <p:stCondLst>
                                            <p:cond delay="0"/>
                                          </p:stCondLst>
                                        </p:cTn>
                                        <p:tgtEl>
                                          <p:spTgt spid="27"/>
                                        </p:tgtEl>
                                        <p:attrNameLst>
                                          <p:attrName>style.visibility</p:attrName>
                                        </p:attrNameLst>
                                      </p:cBhvr>
                                      <p:to>
                                        <p:strVal val="visible"/>
                                      </p:to>
                                    </p:set>
                                  </p:childTnLst>
                                </p:cTn>
                              </p:par>
                            </p:childTnLst>
                          </p:cTn>
                        </p:par>
                      </p:childTnLst>
                    </p:cTn>
                  </p:par>
                  <p:par>
                    <p:cTn id="51" fill="hold" nodeType="clickPar">
                      <p:stCondLst>
                        <p:cond delay="indefinite"/>
                      </p:stCondLst>
                      <p:childTnLst>
                        <p:par>
                          <p:cTn id="52" fill="hold" nodeType="withGroup">
                            <p:stCondLst>
                              <p:cond delay="0"/>
                            </p:stCondLst>
                            <p:childTnLst>
                              <p:par>
                                <p:cTn id="53" presetID="1" presetClass="entr" presetSubtype="0" fill="hold" nodeType="clickEffect">
                                  <p:stCondLst>
                                    <p:cond delay="0"/>
                                  </p:stCondLst>
                                  <p:childTnLst>
                                    <p:set>
                                      <p:cBhvr>
                                        <p:cTn id="54" dur="1" fill="hold">
                                          <p:stCondLst>
                                            <p:cond delay="0"/>
                                          </p:stCondLst>
                                        </p:cTn>
                                        <p:tgtEl>
                                          <p:spTgt spid="25"/>
                                        </p:tgtEl>
                                        <p:attrNameLst>
                                          <p:attrName>style.visibility</p:attrName>
                                        </p:attrNameLst>
                                      </p:cBhvr>
                                      <p:to>
                                        <p:strVal val="visible"/>
                                      </p:to>
                                    </p:set>
                                  </p:childTnLst>
                                </p:cTn>
                              </p:par>
                              <p:par>
                                <p:cTn id="55" presetID="1" presetClass="entr" presetSubtype="0" fill="hold" grpId="0" nodeType="withEffect">
                                  <p:stCondLst>
                                    <p:cond delay="0"/>
                                  </p:stCondLst>
                                  <p:childTnLst>
                                    <p:set>
                                      <p:cBhvr>
                                        <p:cTn id="56" dur="1" fill="hold">
                                          <p:stCondLst>
                                            <p:cond delay="0"/>
                                          </p:stCondLst>
                                        </p:cTn>
                                        <p:tgtEl>
                                          <p:spTgt spid="7"/>
                                        </p:tgtEl>
                                        <p:attrNameLst>
                                          <p:attrName>style.visibility</p:attrName>
                                        </p:attrNameLst>
                                      </p:cBhvr>
                                      <p:to>
                                        <p:strVal val="visible"/>
                                      </p:to>
                                    </p:set>
                                  </p:childTnLst>
                                </p:cTn>
                              </p:par>
                            </p:childTnLst>
                          </p:cTn>
                        </p:par>
                      </p:childTnLst>
                    </p:cTn>
                  </p:par>
                  <p:par>
                    <p:cTn id="57" fill="hold" nodeType="clickPar">
                      <p:stCondLst>
                        <p:cond delay="indefinite"/>
                      </p:stCondLst>
                      <p:childTnLst>
                        <p:par>
                          <p:cTn id="58" fill="hold" nodeType="withGroup">
                            <p:stCondLst>
                              <p:cond delay="0"/>
                            </p:stCondLst>
                            <p:childTnLst>
                              <p:par>
                                <p:cTn id="59" presetID="1" presetClass="entr" presetSubtype="0" fill="hold" nodeType="clickEffect">
                                  <p:stCondLst>
                                    <p:cond delay="0"/>
                                  </p:stCondLst>
                                  <p:childTnLst>
                                    <p:set>
                                      <p:cBhvr>
                                        <p:cTn id="60" dur="1" fill="hold">
                                          <p:stCondLst>
                                            <p:cond delay="0"/>
                                          </p:stCondLst>
                                        </p:cTn>
                                        <p:tgtEl>
                                          <p:spTgt spid="32"/>
                                        </p:tgtEl>
                                        <p:attrNameLst>
                                          <p:attrName>style.visibility</p:attrName>
                                        </p:attrNameLst>
                                      </p:cBhvr>
                                      <p:to>
                                        <p:strVal val="visible"/>
                                      </p:to>
                                    </p:set>
                                  </p:childTnLst>
                                </p:cTn>
                              </p:par>
                            </p:childTnLst>
                          </p:cTn>
                        </p:par>
                      </p:childTnLst>
                    </p:cTn>
                  </p:par>
                  <p:par>
                    <p:cTn id="61" fill="hold" nodeType="clickPar">
                      <p:stCondLst>
                        <p:cond delay="indefinite"/>
                      </p:stCondLst>
                      <p:childTnLst>
                        <p:par>
                          <p:cTn id="62" fill="hold" nodeType="withGroup">
                            <p:stCondLst>
                              <p:cond delay="0"/>
                            </p:stCondLst>
                            <p:childTnLst>
                              <p:par>
                                <p:cTn id="63" presetID="1" presetClass="entr" presetSubtype="0" fill="hold" nodeType="clickEffect">
                                  <p:stCondLst>
                                    <p:cond delay="0"/>
                                  </p:stCondLst>
                                  <p:childTnLst>
                                    <p:set>
                                      <p:cBhvr>
                                        <p:cTn id="64" dur="1" fill="hold">
                                          <p:stCondLst>
                                            <p:cond delay="0"/>
                                          </p:stCondLst>
                                        </p:cTn>
                                        <p:tgtEl>
                                          <p:spTgt spid="39"/>
                                        </p:tgtEl>
                                        <p:attrNameLst>
                                          <p:attrName>style.visibility</p:attrName>
                                        </p:attrNameLst>
                                      </p:cBhvr>
                                      <p:to>
                                        <p:strVal val="visible"/>
                                      </p:to>
                                    </p:set>
                                  </p:childTnLst>
                                </p:cTn>
                              </p:par>
                              <p:par>
                                <p:cTn id="65" presetID="1" presetClass="entr" presetSubtype="0" fill="hold" grpId="0" nodeType="withEffect">
                                  <p:stCondLst>
                                    <p:cond delay="0"/>
                                  </p:stCondLst>
                                  <p:childTnLst>
                                    <p:set>
                                      <p:cBhvr>
                                        <p:cTn id="66" dur="1" fill="hold">
                                          <p:stCondLst>
                                            <p:cond delay="0"/>
                                          </p:stCondLst>
                                        </p:cTn>
                                        <p:tgtEl>
                                          <p:spTgt spid="8"/>
                                        </p:tgtEl>
                                        <p:attrNameLst>
                                          <p:attrName>style.visibility</p:attrName>
                                        </p:attrNameLst>
                                      </p:cBhvr>
                                      <p:to>
                                        <p:strVal val="visible"/>
                                      </p:to>
                                    </p:set>
                                  </p:childTnLst>
                                </p:cTn>
                              </p:par>
                              <p:par>
                                <p:cTn id="67" presetID="1" presetClass="entr" presetSubtype="0" fill="hold" nodeType="withEffect">
                                  <p:stCondLst>
                                    <p:cond delay="0"/>
                                  </p:stCondLst>
                                  <p:childTnLst>
                                    <p:set>
                                      <p:cBhvr>
                                        <p:cTn id="68" dur="1" fill="hold">
                                          <p:stCondLst>
                                            <p:cond delay="0"/>
                                          </p:stCondLst>
                                        </p:cTn>
                                        <p:tgtEl>
                                          <p:spTgt spid="34"/>
                                        </p:tgtEl>
                                        <p:attrNameLst>
                                          <p:attrName>style.visibility</p:attrName>
                                        </p:attrNameLst>
                                      </p:cBhvr>
                                      <p:to>
                                        <p:strVal val="visible"/>
                                      </p:to>
                                    </p:set>
                                  </p:childTnLst>
                                </p:cTn>
                              </p:par>
                            </p:childTnLst>
                          </p:cTn>
                        </p:par>
                      </p:childTnLst>
                    </p:cTn>
                  </p:par>
                  <p:par>
                    <p:cTn id="69" fill="hold" nodeType="clickPar">
                      <p:stCondLst>
                        <p:cond delay="indefinite"/>
                      </p:stCondLst>
                      <p:childTnLst>
                        <p:par>
                          <p:cTn id="70" fill="hold" nodeType="withGroup">
                            <p:stCondLst>
                              <p:cond delay="0"/>
                            </p:stCondLst>
                            <p:childTnLst>
                              <p:par>
                                <p:cTn id="71" presetID="1" presetClass="entr" presetSubtype="0" fill="hold" nodeType="clickEffect">
                                  <p:stCondLst>
                                    <p:cond delay="0"/>
                                  </p:stCondLst>
                                  <p:childTnLst>
                                    <p:set>
                                      <p:cBhvr>
                                        <p:cTn id="72" dur="1" fill="hold">
                                          <p:stCondLst>
                                            <p:cond delay="0"/>
                                          </p:stCondLst>
                                        </p:cTn>
                                        <p:tgtEl>
                                          <p:spTgt spid="41"/>
                                        </p:tgtEl>
                                        <p:attrNameLst>
                                          <p:attrName>style.visibility</p:attrName>
                                        </p:attrNameLst>
                                      </p:cBhvr>
                                      <p:to>
                                        <p:strVal val="visible"/>
                                      </p:to>
                                    </p:set>
                                  </p:childTnLst>
                                </p:cTn>
                              </p:par>
                              <p:par>
                                <p:cTn id="73" presetID="1" presetClass="entr" presetSubtype="0" fill="hold" grpId="0" nodeType="withEffect">
                                  <p:stCondLst>
                                    <p:cond delay="0"/>
                                  </p:stCondLst>
                                  <p:childTnLst>
                                    <p:set>
                                      <p:cBhvr>
                                        <p:cTn id="74" dur="1" fill="hold">
                                          <p:stCondLst>
                                            <p:cond delay="0"/>
                                          </p:stCondLst>
                                        </p:cTn>
                                        <p:tgtEl>
                                          <p:spTgt spid="9"/>
                                        </p:tgtEl>
                                        <p:attrNameLst>
                                          <p:attrName>style.visibility</p:attrName>
                                        </p:attrNameLst>
                                      </p:cBhvr>
                                      <p:to>
                                        <p:strVal val="visible"/>
                                      </p:to>
                                    </p:set>
                                  </p:childTnLst>
                                </p:cTn>
                              </p:par>
                              <p:par>
                                <p:cTn id="75" presetID="1" presetClass="entr" presetSubtype="0" fill="hold" nodeType="withEffect">
                                  <p:stCondLst>
                                    <p:cond delay="0"/>
                                  </p:stCondLst>
                                  <p:childTnLst>
                                    <p:set>
                                      <p:cBhvr>
                                        <p:cTn id="76" dur="1" fill="hold">
                                          <p:stCondLst>
                                            <p:cond delay="0"/>
                                          </p:stCondLst>
                                        </p:cTn>
                                        <p:tgtEl>
                                          <p:spTgt spid="36"/>
                                        </p:tgtEl>
                                        <p:attrNameLst>
                                          <p:attrName>style.visibility</p:attrName>
                                        </p:attrNameLst>
                                      </p:cBhvr>
                                      <p:to>
                                        <p:strVal val="visible"/>
                                      </p:to>
                                    </p:set>
                                  </p:childTnLst>
                                </p:cTn>
                              </p:par>
                            </p:childTnLst>
                          </p:cTn>
                        </p:par>
                      </p:childTnLst>
                    </p:cTn>
                  </p:par>
                  <p:par>
                    <p:cTn id="77" fill="hold" nodeType="clickPar">
                      <p:stCondLst>
                        <p:cond delay="indefinite"/>
                      </p:stCondLst>
                      <p:childTnLst>
                        <p:par>
                          <p:cTn id="78" fill="hold" nodeType="withGroup">
                            <p:stCondLst>
                              <p:cond delay="0"/>
                            </p:stCondLst>
                            <p:childTnLst>
                              <p:par>
                                <p:cTn id="79" presetID="1" presetClass="entr" presetSubtype="0" fill="hold" nodeType="clickEffect">
                                  <p:stCondLst>
                                    <p:cond delay="0"/>
                                  </p:stCondLst>
                                  <p:childTnLst>
                                    <p:set>
                                      <p:cBhvr>
                                        <p:cTn id="80" dur="1" fill="hold">
                                          <p:stCondLst>
                                            <p:cond delay="0"/>
                                          </p:stCondLst>
                                        </p:cTn>
                                        <p:tgtEl>
                                          <p:spTgt spid="30"/>
                                        </p:tgtEl>
                                        <p:attrNameLst>
                                          <p:attrName>style.visibility</p:attrName>
                                        </p:attrNameLst>
                                      </p:cBhvr>
                                      <p:to>
                                        <p:strVal val="visible"/>
                                      </p:to>
                                    </p:set>
                                  </p:childTnLst>
                                </p:cTn>
                              </p:par>
                              <p:par>
                                <p:cTn id="81" presetID="1" presetClass="entr" presetSubtype="0" fill="hold" grpId="0" nodeType="withEffect">
                                  <p:stCondLst>
                                    <p:cond delay="0"/>
                                  </p:stCondLst>
                                  <p:childTnLst>
                                    <p:set>
                                      <p:cBhvr>
                                        <p:cTn id="82" dur="1" fill="hold">
                                          <p:stCondLst>
                                            <p:cond delay="0"/>
                                          </p:stCondLst>
                                        </p:cTn>
                                        <p:tgtEl>
                                          <p:spTgt spid="10"/>
                                        </p:tgtEl>
                                        <p:attrNameLst>
                                          <p:attrName>style.visibility</p:attrName>
                                        </p:attrNameLst>
                                      </p:cBhvr>
                                      <p:to>
                                        <p:strVal val="visible"/>
                                      </p:to>
                                    </p:set>
                                  </p:childTnLst>
                                </p:cTn>
                              </p:par>
                              <p:par>
                                <p:cTn id="83" presetID="1" presetClass="entr" presetSubtype="0" fill="hold" nodeType="withEffect">
                                  <p:stCondLst>
                                    <p:cond delay="0"/>
                                  </p:stCondLst>
                                  <p:childTnLst>
                                    <p:set>
                                      <p:cBhvr>
                                        <p:cTn id="84" dur="1" fill="hold">
                                          <p:stCondLst>
                                            <p:cond delay="0"/>
                                          </p:stCondLst>
                                        </p:cTn>
                                        <p:tgtEl>
                                          <p:spTgt spid="38"/>
                                        </p:tgtEl>
                                        <p:attrNameLst>
                                          <p:attrName>style.visibility</p:attrName>
                                        </p:attrNameLst>
                                      </p:cBhvr>
                                      <p:to>
                                        <p:strVal val="visible"/>
                                      </p:to>
                                    </p:set>
                                  </p:childTnLst>
                                </p:cTn>
                              </p:par>
                            </p:childTnLst>
                          </p:cTn>
                        </p:par>
                      </p:childTnLst>
                    </p:cTn>
                  </p:par>
                  <p:par>
                    <p:cTn id="85" fill="hold" nodeType="clickPar">
                      <p:stCondLst>
                        <p:cond delay="indefinite"/>
                      </p:stCondLst>
                      <p:childTnLst>
                        <p:par>
                          <p:cTn id="86" fill="hold" nodeType="withGroup">
                            <p:stCondLst>
                              <p:cond delay="0"/>
                            </p:stCondLst>
                            <p:childTnLst>
                              <p:par>
                                <p:cTn id="87" presetID="1" presetClass="entr" presetSubtype="0" fill="hold" nodeType="clickEffect">
                                  <p:stCondLst>
                                    <p:cond delay="0"/>
                                  </p:stCondLst>
                                  <p:childTnLst>
                                    <p:set>
                                      <p:cBhvr>
                                        <p:cTn id="88" dur="1" fill="hold">
                                          <p:stCondLst>
                                            <p:cond delay="0"/>
                                          </p:stCondLst>
                                        </p:cTn>
                                        <p:tgtEl>
                                          <p:spTgt spid="49"/>
                                        </p:tgtEl>
                                        <p:attrNameLst>
                                          <p:attrName>style.visibility</p:attrName>
                                        </p:attrNameLst>
                                      </p:cBhvr>
                                      <p:to>
                                        <p:strVal val="visible"/>
                                      </p:to>
                                    </p:set>
                                  </p:childTnLst>
                                </p:cTn>
                              </p:par>
                              <p:par>
                                <p:cTn id="89" presetID="1" presetClass="entr" presetSubtype="0" fill="hold" grpId="0" nodeType="withEffect">
                                  <p:stCondLst>
                                    <p:cond delay="0"/>
                                  </p:stCondLst>
                                  <p:childTnLst>
                                    <p:set>
                                      <p:cBhvr>
                                        <p:cTn id="90" dur="1" fill="hold">
                                          <p:stCondLst>
                                            <p:cond delay="0"/>
                                          </p:stCondLst>
                                        </p:cTn>
                                        <p:tgtEl>
                                          <p:spTgt spid="4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P spid="8" grpId="0" animBg="1"/>
      <p:bldP spid="9" grpId="0" animBg="1"/>
      <p:bldP spid="10" grpId="0" animBg="1"/>
      <p:bldP spid="11" grpId="0" animBg="1"/>
      <p:bldP spid="16" grpId="0" animBg="1"/>
      <p:bldP spid="17" grpId="0" animBg="1"/>
      <p:bldP spid="18" grpId="0" animBg="1"/>
      <p:bldP spid="19" grpId="0" animBg="1"/>
      <p:bldP spid="20" grpId="0" animBg="1"/>
      <p:bldP spid="21" grpId="0" animBg="1"/>
      <p:bldP spid="48" grpId="0" animBg="1"/>
    </p:bldLst>
  </p:timing>
</p:sld>
</file>

<file path=ppt/slides/slide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2530" name="Title 1">
            <a:extLst>
              <a:ext uri="{FF2B5EF4-FFF2-40B4-BE49-F238E27FC236}">
                <a16:creationId xmlns:a16="http://schemas.microsoft.com/office/drawing/2014/main" id="{4AF76DC7-205E-2357-07A9-BCD02AE996D0}"/>
              </a:ext>
            </a:extLst>
          </p:cNvPr>
          <p:cNvSpPr>
            <a:spLocks noGrp="1"/>
          </p:cNvSpPr>
          <p:nvPr>
            <p:ph type="title"/>
          </p:nvPr>
        </p:nvSpPr>
        <p:spPr/>
        <p:txBody>
          <a:bodyPr/>
          <a:lstStyle/>
          <a:p>
            <a:pPr eaLnBrk="1" hangingPunct="1"/>
            <a:r>
              <a:rPr lang="en-AU" altLang="en-US">
                <a:ea typeface="ＭＳ Ｐゴシック" panose="020B0600070205080204" pitchFamily="34" charset="-128"/>
              </a:rPr>
              <a:t>High Level Description</a:t>
            </a:r>
            <a:endParaRPr lang="en-US" altLang="en-US">
              <a:ea typeface="ＭＳ Ｐゴシック" panose="020B0600070205080204" pitchFamily="34" charset="-128"/>
            </a:endParaRPr>
          </a:p>
        </p:txBody>
      </p:sp>
      <p:graphicFrame>
        <p:nvGraphicFramePr>
          <p:cNvPr id="5" name="Diagram 4">
            <a:extLst>
              <a:ext uri="{FF2B5EF4-FFF2-40B4-BE49-F238E27FC236}">
                <a16:creationId xmlns:a16="http://schemas.microsoft.com/office/drawing/2014/main" id="{A1F9E828-9E98-F16D-E62C-F65C4514E09C}"/>
              </a:ext>
            </a:extLst>
          </p:cNvPr>
          <p:cNvGraphicFramePr/>
          <p:nvPr/>
        </p:nvGraphicFramePr>
        <p:xfrm>
          <a:off x="533400" y="1371600"/>
          <a:ext cx="8382000" cy="48514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22532" name="Rectangle 5">
            <a:extLst>
              <a:ext uri="{FF2B5EF4-FFF2-40B4-BE49-F238E27FC236}">
                <a16:creationId xmlns:a16="http://schemas.microsoft.com/office/drawing/2014/main" id="{1A9563BE-3009-9722-8AB7-FCAC1923BC1D}"/>
              </a:ext>
            </a:extLst>
          </p:cNvPr>
          <p:cNvSpPr>
            <a:spLocks noChangeArrowheads="1"/>
          </p:cNvSpPr>
          <p:nvPr/>
        </p:nvSpPr>
        <p:spPr bwMode="auto">
          <a:xfrm>
            <a:off x="5715000" y="5410200"/>
            <a:ext cx="1812925" cy="369888"/>
          </a:xfrm>
          <a:prstGeom prst="rect">
            <a:avLst/>
          </a:prstGeom>
          <a:solidFill>
            <a:srgbClr val="9ED3D7"/>
          </a:solidFill>
          <a:ln w="9525">
            <a:solidFill>
              <a:srgbClr val="595959"/>
            </a:solidFill>
            <a:miter lim="800000"/>
            <a:headEnd/>
            <a:tailEnd/>
          </a:ln>
        </p:spPr>
        <p:txBody>
          <a:bodyPr wrap="none">
            <a:spAutoFit/>
          </a:bodyPr>
          <a:lstStyle>
            <a:lvl1pPr>
              <a:spcBef>
                <a:spcPts val="600"/>
              </a:spcBef>
              <a:buClr>
                <a:schemeClr val="accent1"/>
              </a:buClr>
              <a:buSzPct val="76000"/>
              <a:buFont typeface="Wingdings 3" pitchFamily="2" charset="2"/>
              <a:buChar char=""/>
              <a:defRPr sz="2600">
                <a:solidFill>
                  <a:schemeClr val="tx1"/>
                </a:solidFill>
                <a:latin typeface="Gill Sans MT" panose="020B0502020104020203" pitchFamily="34" charset="77"/>
                <a:ea typeface="ＭＳ Ｐゴシック" panose="020B0600070205080204" pitchFamily="34" charset="-128"/>
              </a:defRPr>
            </a:lvl1pPr>
            <a:lvl2pPr marL="37931725" indent="-37474525">
              <a:spcBef>
                <a:spcPts val="500"/>
              </a:spcBef>
              <a:buClr>
                <a:schemeClr val="accent2"/>
              </a:buClr>
              <a:buSzPct val="76000"/>
              <a:buFont typeface="Wingdings 3" pitchFamily="2" charset="2"/>
              <a:buChar char=""/>
              <a:defRPr sz="2300">
                <a:solidFill>
                  <a:schemeClr val="tx2"/>
                </a:solidFill>
                <a:latin typeface="Gill Sans MT" panose="020B0502020104020203" pitchFamily="34" charset="77"/>
                <a:ea typeface="ＭＳ Ｐゴシック" panose="020B0600070205080204" pitchFamily="34" charset="-128"/>
              </a:defRPr>
            </a:lvl2pPr>
            <a:lvl3pPr marL="822325" indent="-228600">
              <a:spcBef>
                <a:spcPts val="500"/>
              </a:spcBef>
              <a:buClr>
                <a:srgbClr val="BCBCBC"/>
              </a:buClr>
              <a:buSzPct val="76000"/>
              <a:buFont typeface="Wingdings 3" pitchFamily="2" charset="2"/>
              <a:buChar char=""/>
              <a:defRPr sz="2000">
                <a:solidFill>
                  <a:schemeClr val="tx1"/>
                </a:solidFill>
                <a:latin typeface="Gill Sans MT" panose="020B0502020104020203" pitchFamily="34" charset="77"/>
                <a:ea typeface="ＭＳ Ｐゴシック" panose="020B0600070205080204" pitchFamily="34" charset="-128"/>
              </a:defRPr>
            </a:lvl3pPr>
            <a:lvl4pPr marL="1096963" indent="-228600">
              <a:spcBef>
                <a:spcPts val="400"/>
              </a:spcBef>
              <a:buClr>
                <a:srgbClr val="8BA2B4"/>
              </a:buClr>
              <a:buSzPct val="70000"/>
              <a:buFont typeface="Wingdings" pitchFamily="2" charset="2"/>
              <a:buChar char=""/>
              <a:defRPr>
                <a:solidFill>
                  <a:schemeClr val="tx1"/>
                </a:solidFill>
                <a:latin typeface="Gill Sans MT" panose="020B0502020104020203" pitchFamily="34" charset="77"/>
                <a:ea typeface="ＭＳ Ｐゴシック" panose="020B0600070205080204" pitchFamily="34" charset="-128"/>
              </a:defRPr>
            </a:lvl4pPr>
            <a:lvl5pPr marL="1371600" indent="-228600">
              <a:spcBef>
                <a:spcPts val="300"/>
              </a:spcBef>
              <a:buClr>
                <a:schemeClr val="accent2"/>
              </a:buClr>
              <a:buSzPct val="70000"/>
              <a:buFont typeface="Wingdings" pitchFamily="2" charset="2"/>
              <a:buChar char=""/>
              <a:defRPr sz="1600">
                <a:solidFill>
                  <a:schemeClr val="tx1"/>
                </a:solidFill>
                <a:latin typeface="Gill Sans MT" panose="020B0502020104020203" pitchFamily="34" charset="77"/>
                <a:ea typeface="ＭＳ Ｐゴシック" panose="020B0600070205080204" pitchFamily="34" charset="-128"/>
              </a:defRPr>
            </a:lvl5pPr>
            <a:lvl6pPr marL="1828800" indent="-228600" eaLnBrk="0" fontAlgn="base" hangingPunct="0">
              <a:spcBef>
                <a:spcPts val="300"/>
              </a:spcBef>
              <a:spcAft>
                <a:spcPct val="0"/>
              </a:spcAft>
              <a:buClr>
                <a:schemeClr val="accent2"/>
              </a:buClr>
              <a:buSzPct val="70000"/>
              <a:buFont typeface="Wingdings" pitchFamily="2" charset="2"/>
              <a:buChar char=""/>
              <a:defRPr sz="1600">
                <a:solidFill>
                  <a:schemeClr val="tx1"/>
                </a:solidFill>
                <a:latin typeface="Gill Sans MT" panose="020B0502020104020203" pitchFamily="34" charset="77"/>
                <a:ea typeface="ＭＳ Ｐゴシック" panose="020B0600070205080204" pitchFamily="34" charset="-128"/>
              </a:defRPr>
            </a:lvl6pPr>
            <a:lvl7pPr marL="2286000" indent="-228600" eaLnBrk="0" fontAlgn="base" hangingPunct="0">
              <a:spcBef>
                <a:spcPts val="300"/>
              </a:spcBef>
              <a:spcAft>
                <a:spcPct val="0"/>
              </a:spcAft>
              <a:buClr>
                <a:schemeClr val="accent2"/>
              </a:buClr>
              <a:buSzPct val="70000"/>
              <a:buFont typeface="Wingdings" pitchFamily="2" charset="2"/>
              <a:buChar char=""/>
              <a:defRPr sz="1600">
                <a:solidFill>
                  <a:schemeClr val="tx1"/>
                </a:solidFill>
                <a:latin typeface="Gill Sans MT" panose="020B0502020104020203" pitchFamily="34" charset="77"/>
                <a:ea typeface="ＭＳ Ｐゴシック" panose="020B0600070205080204" pitchFamily="34" charset="-128"/>
              </a:defRPr>
            </a:lvl7pPr>
            <a:lvl8pPr marL="2743200" indent="-228600" eaLnBrk="0" fontAlgn="base" hangingPunct="0">
              <a:spcBef>
                <a:spcPts val="300"/>
              </a:spcBef>
              <a:spcAft>
                <a:spcPct val="0"/>
              </a:spcAft>
              <a:buClr>
                <a:schemeClr val="accent2"/>
              </a:buClr>
              <a:buSzPct val="70000"/>
              <a:buFont typeface="Wingdings" pitchFamily="2" charset="2"/>
              <a:buChar char=""/>
              <a:defRPr sz="1600">
                <a:solidFill>
                  <a:schemeClr val="tx1"/>
                </a:solidFill>
                <a:latin typeface="Gill Sans MT" panose="020B0502020104020203" pitchFamily="34" charset="77"/>
                <a:ea typeface="ＭＳ Ｐゴシック" panose="020B0600070205080204" pitchFamily="34" charset="-128"/>
              </a:defRPr>
            </a:lvl8pPr>
            <a:lvl9pPr marL="3200400" indent="-228600" eaLnBrk="0" fontAlgn="base" hangingPunct="0">
              <a:spcBef>
                <a:spcPts val="300"/>
              </a:spcBef>
              <a:spcAft>
                <a:spcPct val="0"/>
              </a:spcAft>
              <a:buClr>
                <a:schemeClr val="accent2"/>
              </a:buClr>
              <a:buSzPct val="70000"/>
              <a:buFont typeface="Wingdings" pitchFamily="2" charset="2"/>
              <a:buChar char=""/>
              <a:defRPr sz="1600">
                <a:solidFill>
                  <a:schemeClr val="tx1"/>
                </a:solidFill>
                <a:latin typeface="Gill Sans MT" panose="020B0502020104020203" pitchFamily="34" charset="77"/>
                <a:ea typeface="ＭＳ Ｐゴシック" panose="020B0600070205080204" pitchFamily="34" charset="-128"/>
              </a:defRPr>
            </a:lvl9pPr>
          </a:lstStyle>
          <a:p>
            <a:pPr eaLnBrk="1" hangingPunct="1">
              <a:spcBef>
                <a:spcPct val="0"/>
              </a:spcBef>
              <a:buClrTx/>
              <a:buSzTx/>
              <a:buFontTx/>
              <a:buNone/>
            </a:pPr>
            <a:r>
              <a:rPr lang="en-US" altLang="en-US" sz="1800">
                <a:solidFill>
                  <a:srgbClr val="595959"/>
                </a:solidFill>
                <a:latin typeface="Arial" panose="020B0604020202020204" pitchFamily="34" charset="0"/>
              </a:rPr>
              <a:t>No MixColumns </a:t>
            </a:r>
          </a:p>
        </p:txBody>
      </p:sp>
    </p:spTree>
  </p:cSld>
  <p:clrMapOvr>
    <a:masterClrMapping/>
  </p:clrMapOvr>
  <p:transition spd="slow"/>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Title 1">
            <a:extLst>
              <a:ext uri="{FF2B5EF4-FFF2-40B4-BE49-F238E27FC236}">
                <a16:creationId xmlns:a16="http://schemas.microsoft.com/office/drawing/2014/main" id="{CAB1DD2C-8DB3-D240-9049-D4B2A10E8C87}"/>
              </a:ext>
            </a:extLst>
          </p:cNvPr>
          <p:cNvSpPr>
            <a:spLocks noGrp="1"/>
          </p:cNvSpPr>
          <p:nvPr>
            <p:ph type="title"/>
          </p:nvPr>
        </p:nvSpPr>
        <p:spPr>
          <a:xfrm>
            <a:off x="685800" y="139700"/>
            <a:ext cx="8229600" cy="1143000"/>
          </a:xfrm>
        </p:spPr>
        <p:txBody>
          <a:bodyPr/>
          <a:lstStyle/>
          <a:p>
            <a:r>
              <a:rPr lang="en-US" altLang="en-US">
                <a:ea typeface="ＭＳ Ｐゴシック" panose="020B0600070205080204" pitchFamily="34" charset="-128"/>
              </a:rPr>
              <a:t>Key Expansion in AES </a:t>
            </a:r>
            <a:endParaRPr lang="en-IN" altLang="en-US">
              <a:ea typeface="ＭＳ Ｐゴシック" panose="020B0600070205080204" pitchFamily="34" charset="-128"/>
            </a:endParaRPr>
          </a:p>
        </p:txBody>
      </p:sp>
      <p:sp>
        <p:nvSpPr>
          <p:cNvPr id="4" name="Content Placeholder 3">
            <a:extLst>
              <a:ext uri="{FF2B5EF4-FFF2-40B4-BE49-F238E27FC236}">
                <a16:creationId xmlns:a16="http://schemas.microsoft.com/office/drawing/2014/main" id="{71E3B1FA-51C9-9CA3-E546-15F6D609339E}"/>
              </a:ext>
            </a:extLst>
          </p:cNvPr>
          <p:cNvSpPr>
            <a:spLocks noGrp="1"/>
          </p:cNvSpPr>
          <p:nvPr>
            <p:ph idx="1"/>
          </p:nvPr>
        </p:nvSpPr>
        <p:spPr>
          <a:xfrm>
            <a:off x="457200" y="1600200"/>
            <a:ext cx="8229600" cy="5029200"/>
          </a:xfrm>
        </p:spPr>
        <p:txBody>
          <a:bodyPr>
            <a:normAutofit fontScale="40000" lnSpcReduction="20000"/>
          </a:bodyPr>
          <a:lstStyle/>
          <a:p>
            <a:pPr marL="0" indent="0">
              <a:buFont typeface="Wingdings 3" panose="05040102010807070707" pitchFamily="18" charset="2"/>
              <a:buNone/>
              <a:defRPr/>
            </a:pPr>
            <a:endParaRPr lang="en-IN" dirty="0"/>
          </a:p>
          <a:p>
            <a:pPr marL="0" indent="0">
              <a:buFont typeface="Wingdings 3" panose="05040102010807070707" pitchFamily="18" charset="2"/>
              <a:buNone/>
              <a:defRPr/>
            </a:pPr>
            <a:endParaRPr lang="en-US" dirty="0"/>
          </a:p>
          <a:p>
            <a:pPr marL="0" indent="0">
              <a:buFont typeface="Wingdings 3" panose="05040102010807070707" pitchFamily="18" charset="2"/>
              <a:buNone/>
              <a:defRPr/>
            </a:pPr>
            <a:endParaRPr lang="en-US" dirty="0"/>
          </a:p>
          <a:p>
            <a:pPr marL="0" indent="0">
              <a:buFont typeface="Wingdings 3" panose="05040102010807070707" pitchFamily="18" charset="2"/>
              <a:buNone/>
              <a:defRPr/>
            </a:pPr>
            <a:endParaRPr lang="en-US" dirty="0"/>
          </a:p>
          <a:p>
            <a:pPr marL="0" indent="0">
              <a:buFont typeface="Wingdings 3" panose="05040102010807070707" pitchFamily="18" charset="2"/>
              <a:buNone/>
              <a:defRPr/>
            </a:pPr>
            <a:r>
              <a:rPr lang="en-US" dirty="0"/>
              <a:t>Key (128 bits) – </a:t>
            </a:r>
          </a:p>
          <a:p>
            <a:pPr marL="0" indent="0">
              <a:buFont typeface="Wingdings 3" panose="05040102010807070707" pitchFamily="18" charset="2"/>
              <a:buNone/>
              <a:defRPr/>
            </a:pPr>
            <a:r>
              <a:rPr lang="en-US" sz="3500" dirty="0"/>
              <a:t>01010100</a:t>
            </a:r>
          </a:p>
          <a:p>
            <a:pPr marL="0" indent="0">
              <a:buFont typeface="Wingdings 3" panose="05040102010807070707" pitchFamily="18" charset="2"/>
              <a:buNone/>
              <a:defRPr/>
            </a:pPr>
            <a:r>
              <a:rPr lang="en-US" sz="3500" dirty="0"/>
              <a:t>01101000</a:t>
            </a:r>
          </a:p>
          <a:p>
            <a:pPr marL="0" indent="0">
              <a:buFont typeface="Wingdings 3" panose="05040102010807070707" pitchFamily="18" charset="2"/>
              <a:buNone/>
              <a:defRPr/>
            </a:pPr>
            <a:r>
              <a:rPr lang="en-US" sz="3500" dirty="0"/>
              <a:t>01100001</a:t>
            </a:r>
          </a:p>
          <a:p>
            <a:pPr marL="0" indent="0">
              <a:buFont typeface="Wingdings 3" panose="05040102010807070707" pitchFamily="18" charset="2"/>
              <a:buNone/>
              <a:defRPr/>
            </a:pPr>
            <a:r>
              <a:rPr lang="en-US" sz="3500" dirty="0"/>
              <a:t>01110100</a:t>
            </a:r>
          </a:p>
          <a:p>
            <a:pPr marL="0" indent="0">
              <a:buFont typeface="Wingdings 3" panose="05040102010807070707" pitchFamily="18" charset="2"/>
              <a:buNone/>
              <a:defRPr/>
            </a:pPr>
            <a:r>
              <a:rPr lang="en-US" sz="3500" dirty="0"/>
              <a:t>01110011</a:t>
            </a:r>
          </a:p>
          <a:p>
            <a:pPr marL="0" indent="0">
              <a:buFont typeface="Wingdings 3" panose="05040102010807070707" pitchFamily="18" charset="2"/>
              <a:buNone/>
              <a:defRPr/>
            </a:pPr>
            <a:r>
              <a:rPr lang="en-US" sz="3500" dirty="0"/>
              <a:t>00100000</a:t>
            </a:r>
          </a:p>
          <a:p>
            <a:pPr marL="0" indent="0">
              <a:buFont typeface="Wingdings 3" panose="05040102010807070707" pitchFamily="18" charset="2"/>
              <a:buNone/>
              <a:defRPr/>
            </a:pPr>
            <a:r>
              <a:rPr lang="en-US" sz="3500" dirty="0"/>
              <a:t>01101101</a:t>
            </a:r>
          </a:p>
          <a:p>
            <a:pPr marL="0" indent="0">
              <a:buFont typeface="Wingdings 3" panose="05040102010807070707" pitchFamily="18" charset="2"/>
              <a:buNone/>
              <a:defRPr/>
            </a:pPr>
            <a:r>
              <a:rPr lang="en-US" sz="3500" dirty="0"/>
              <a:t>01111001</a:t>
            </a:r>
          </a:p>
          <a:p>
            <a:pPr marL="0" indent="0">
              <a:buFont typeface="Wingdings 3" panose="05040102010807070707" pitchFamily="18" charset="2"/>
              <a:buNone/>
              <a:defRPr/>
            </a:pPr>
            <a:r>
              <a:rPr lang="en-US" sz="3500" dirty="0"/>
              <a:t>00100000</a:t>
            </a:r>
          </a:p>
          <a:p>
            <a:pPr marL="0" indent="0">
              <a:buFont typeface="Wingdings 3" panose="05040102010807070707" pitchFamily="18" charset="2"/>
              <a:buNone/>
              <a:defRPr/>
            </a:pPr>
            <a:r>
              <a:rPr lang="en-US" sz="3500" dirty="0"/>
              <a:t>01001011</a:t>
            </a:r>
          </a:p>
          <a:p>
            <a:pPr marL="0" indent="0">
              <a:buFont typeface="Wingdings 3" panose="05040102010807070707" pitchFamily="18" charset="2"/>
              <a:buNone/>
              <a:defRPr/>
            </a:pPr>
            <a:r>
              <a:rPr lang="en-US" sz="3500" dirty="0"/>
              <a:t>01110101</a:t>
            </a:r>
          </a:p>
          <a:p>
            <a:pPr marL="0" indent="0">
              <a:buFont typeface="Wingdings 3" panose="05040102010807070707" pitchFamily="18" charset="2"/>
              <a:buNone/>
              <a:defRPr/>
            </a:pPr>
            <a:r>
              <a:rPr lang="en-US" sz="3500" dirty="0"/>
              <a:t>01101110</a:t>
            </a:r>
          </a:p>
          <a:p>
            <a:pPr marL="0" indent="0">
              <a:buFont typeface="Wingdings 3" panose="05040102010807070707" pitchFamily="18" charset="2"/>
              <a:buNone/>
              <a:defRPr/>
            </a:pPr>
            <a:r>
              <a:rPr lang="en-US" sz="3500" dirty="0"/>
              <a:t>01100111</a:t>
            </a:r>
          </a:p>
          <a:p>
            <a:pPr marL="0" indent="0">
              <a:buFont typeface="Wingdings 3" panose="05040102010807070707" pitchFamily="18" charset="2"/>
              <a:buNone/>
              <a:defRPr/>
            </a:pPr>
            <a:r>
              <a:rPr lang="en-US" sz="3500" dirty="0"/>
              <a:t>00100000</a:t>
            </a:r>
          </a:p>
          <a:p>
            <a:pPr marL="0" indent="0">
              <a:buFont typeface="Wingdings 3" panose="05040102010807070707" pitchFamily="18" charset="2"/>
              <a:buNone/>
              <a:defRPr/>
            </a:pPr>
            <a:r>
              <a:rPr lang="en-US" sz="3500" dirty="0"/>
              <a:t>01000110</a:t>
            </a:r>
          </a:p>
          <a:p>
            <a:pPr marL="0" indent="0">
              <a:buFont typeface="Wingdings 3" panose="05040102010807070707" pitchFamily="18" charset="2"/>
              <a:buNone/>
              <a:defRPr/>
            </a:pPr>
            <a:r>
              <a:rPr lang="en-US" sz="3500" dirty="0"/>
              <a:t>01110101</a:t>
            </a:r>
          </a:p>
          <a:p>
            <a:pPr marL="0" indent="0">
              <a:buFont typeface="Wingdings 3" panose="05040102010807070707" pitchFamily="18" charset="2"/>
              <a:buNone/>
              <a:defRPr/>
            </a:pPr>
            <a:endParaRPr lang="en-US" dirty="0"/>
          </a:p>
          <a:p>
            <a:pPr marL="0" indent="0">
              <a:buFont typeface="Wingdings 3" panose="05040102010807070707" pitchFamily="18" charset="2"/>
              <a:buNone/>
              <a:defRPr/>
            </a:pPr>
            <a:endParaRPr lang="en-US" dirty="0"/>
          </a:p>
          <a:p>
            <a:pPr marL="0" indent="0">
              <a:buFont typeface="Wingdings 3" panose="05040102010807070707" pitchFamily="18" charset="2"/>
              <a:buNone/>
              <a:defRPr/>
            </a:pPr>
            <a:endParaRPr lang="en-US" dirty="0"/>
          </a:p>
        </p:txBody>
      </p:sp>
      <p:pic>
        <p:nvPicPr>
          <p:cNvPr id="3" name="Picture 2">
            <a:extLst>
              <a:ext uri="{FF2B5EF4-FFF2-40B4-BE49-F238E27FC236}">
                <a16:creationId xmlns:a16="http://schemas.microsoft.com/office/drawing/2014/main" id="{1D49DA43-4F89-ED90-1D2A-52EF5D09ABB7}"/>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2078038" y="2924175"/>
            <a:ext cx="6584950" cy="1974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4581" name="Picture 4">
            <a:extLst>
              <a:ext uri="{FF2B5EF4-FFF2-40B4-BE49-F238E27FC236}">
                <a16:creationId xmlns:a16="http://schemas.microsoft.com/office/drawing/2014/main" id="{D952FC0E-CE93-DC50-B662-43EEF1D064EA}"/>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457200" y="1512888"/>
            <a:ext cx="6134100" cy="361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6" presetClass="entr" presetSubtype="21"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barn(inVertical)">
                                      <p:cBhvr>
                                        <p:cTn id="7" dur="500"/>
                                        <p:tgtEl>
                                          <p:spTgt spid="3"/>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 presetClass="entr" presetSubtype="0" fill="hold" nodeType="clickEffect">
                                  <p:stCondLst>
                                    <p:cond delay="0"/>
                                  </p:stCondLst>
                                  <p:childTnLst>
                                    <p:set>
                                      <p:cBhvr>
                                        <p:cTn id="11" dur="1" fill="hold">
                                          <p:stCondLst>
                                            <p:cond delay="0"/>
                                          </p:stCondLst>
                                        </p:cTn>
                                        <p:tgtEl>
                                          <p:spTgt spid="4">
                                            <p:txEl>
                                              <p:pRg st="4" end="4"/>
                                            </p:txEl>
                                          </p:spTgt>
                                        </p:tgtEl>
                                        <p:attrNameLst>
                                          <p:attrName>style.visibility</p:attrName>
                                        </p:attrNameLst>
                                      </p:cBhvr>
                                      <p:to>
                                        <p:strVal val="visible"/>
                                      </p:to>
                                    </p:set>
                                  </p:childTnLst>
                                </p:cTn>
                              </p:par>
                              <p:par>
                                <p:cTn id="12" presetID="1" presetClass="entr" presetSubtype="0" fill="hold" nodeType="withEffect">
                                  <p:stCondLst>
                                    <p:cond delay="0"/>
                                  </p:stCondLst>
                                  <p:childTnLst>
                                    <p:set>
                                      <p:cBhvr>
                                        <p:cTn id="13" dur="1" fill="hold">
                                          <p:stCondLst>
                                            <p:cond delay="0"/>
                                          </p:stCondLst>
                                        </p:cTn>
                                        <p:tgtEl>
                                          <p:spTgt spid="4">
                                            <p:txEl>
                                              <p:pRg st="5" end="5"/>
                                            </p:txEl>
                                          </p:spTgt>
                                        </p:tgtEl>
                                        <p:attrNameLst>
                                          <p:attrName>style.visibility</p:attrName>
                                        </p:attrNameLst>
                                      </p:cBhvr>
                                      <p:to>
                                        <p:strVal val="visible"/>
                                      </p:to>
                                    </p:set>
                                  </p:childTnLst>
                                </p:cTn>
                              </p:par>
                              <p:par>
                                <p:cTn id="14" presetID="1" presetClass="entr" presetSubtype="0" fill="hold" nodeType="withEffect">
                                  <p:stCondLst>
                                    <p:cond delay="0"/>
                                  </p:stCondLst>
                                  <p:childTnLst>
                                    <p:set>
                                      <p:cBhvr>
                                        <p:cTn id="15" dur="1" fill="hold">
                                          <p:stCondLst>
                                            <p:cond delay="0"/>
                                          </p:stCondLst>
                                        </p:cTn>
                                        <p:tgtEl>
                                          <p:spTgt spid="4">
                                            <p:txEl>
                                              <p:pRg st="6" end="6"/>
                                            </p:txEl>
                                          </p:spTgt>
                                        </p:tgtEl>
                                        <p:attrNameLst>
                                          <p:attrName>style.visibility</p:attrName>
                                        </p:attrNameLst>
                                      </p:cBhvr>
                                      <p:to>
                                        <p:strVal val="visible"/>
                                      </p:to>
                                    </p:set>
                                  </p:childTnLst>
                                </p:cTn>
                              </p:par>
                              <p:par>
                                <p:cTn id="16" presetID="1" presetClass="entr" presetSubtype="0" fill="hold" nodeType="withEffect">
                                  <p:stCondLst>
                                    <p:cond delay="0"/>
                                  </p:stCondLst>
                                  <p:childTnLst>
                                    <p:set>
                                      <p:cBhvr>
                                        <p:cTn id="17" dur="1" fill="hold">
                                          <p:stCondLst>
                                            <p:cond delay="0"/>
                                          </p:stCondLst>
                                        </p:cTn>
                                        <p:tgtEl>
                                          <p:spTgt spid="4">
                                            <p:txEl>
                                              <p:pRg st="7" end="7"/>
                                            </p:txEl>
                                          </p:spTgt>
                                        </p:tgtEl>
                                        <p:attrNameLst>
                                          <p:attrName>style.visibility</p:attrName>
                                        </p:attrNameLst>
                                      </p:cBhvr>
                                      <p:to>
                                        <p:strVal val="visible"/>
                                      </p:to>
                                    </p:set>
                                  </p:childTnLst>
                                </p:cTn>
                              </p:par>
                              <p:par>
                                <p:cTn id="18" presetID="1" presetClass="entr" presetSubtype="0" fill="hold" nodeType="withEffect">
                                  <p:stCondLst>
                                    <p:cond delay="0"/>
                                  </p:stCondLst>
                                  <p:childTnLst>
                                    <p:set>
                                      <p:cBhvr>
                                        <p:cTn id="19" dur="1" fill="hold">
                                          <p:stCondLst>
                                            <p:cond delay="0"/>
                                          </p:stCondLst>
                                        </p:cTn>
                                        <p:tgtEl>
                                          <p:spTgt spid="4">
                                            <p:txEl>
                                              <p:pRg st="8" end="8"/>
                                            </p:txEl>
                                          </p:spTgt>
                                        </p:tgtEl>
                                        <p:attrNameLst>
                                          <p:attrName>style.visibility</p:attrName>
                                        </p:attrNameLst>
                                      </p:cBhvr>
                                      <p:to>
                                        <p:strVal val="visible"/>
                                      </p:to>
                                    </p:set>
                                  </p:childTnLst>
                                </p:cTn>
                              </p:par>
                              <p:par>
                                <p:cTn id="20" presetID="1" presetClass="entr" presetSubtype="0" fill="hold" nodeType="withEffect">
                                  <p:stCondLst>
                                    <p:cond delay="0"/>
                                  </p:stCondLst>
                                  <p:childTnLst>
                                    <p:set>
                                      <p:cBhvr>
                                        <p:cTn id="21" dur="1" fill="hold">
                                          <p:stCondLst>
                                            <p:cond delay="0"/>
                                          </p:stCondLst>
                                        </p:cTn>
                                        <p:tgtEl>
                                          <p:spTgt spid="4">
                                            <p:txEl>
                                              <p:pRg st="9" end="9"/>
                                            </p:txEl>
                                          </p:spTgt>
                                        </p:tgtEl>
                                        <p:attrNameLst>
                                          <p:attrName>style.visibility</p:attrName>
                                        </p:attrNameLst>
                                      </p:cBhvr>
                                      <p:to>
                                        <p:strVal val="visible"/>
                                      </p:to>
                                    </p:set>
                                  </p:childTnLst>
                                </p:cTn>
                              </p:par>
                              <p:par>
                                <p:cTn id="22" presetID="1" presetClass="entr" presetSubtype="0" fill="hold" nodeType="withEffect">
                                  <p:stCondLst>
                                    <p:cond delay="0"/>
                                  </p:stCondLst>
                                  <p:childTnLst>
                                    <p:set>
                                      <p:cBhvr>
                                        <p:cTn id="23" dur="1" fill="hold">
                                          <p:stCondLst>
                                            <p:cond delay="0"/>
                                          </p:stCondLst>
                                        </p:cTn>
                                        <p:tgtEl>
                                          <p:spTgt spid="4">
                                            <p:txEl>
                                              <p:pRg st="10" end="10"/>
                                            </p:txEl>
                                          </p:spTgt>
                                        </p:tgtEl>
                                        <p:attrNameLst>
                                          <p:attrName>style.visibility</p:attrName>
                                        </p:attrNameLst>
                                      </p:cBhvr>
                                      <p:to>
                                        <p:strVal val="visible"/>
                                      </p:to>
                                    </p:set>
                                  </p:childTnLst>
                                </p:cTn>
                              </p:par>
                              <p:par>
                                <p:cTn id="24" presetID="1" presetClass="entr" presetSubtype="0" fill="hold" nodeType="withEffect">
                                  <p:stCondLst>
                                    <p:cond delay="0"/>
                                  </p:stCondLst>
                                  <p:childTnLst>
                                    <p:set>
                                      <p:cBhvr>
                                        <p:cTn id="25" dur="1" fill="hold">
                                          <p:stCondLst>
                                            <p:cond delay="0"/>
                                          </p:stCondLst>
                                        </p:cTn>
                                        <p:tgtEl>
                                          <p:spTgt spid="4">
                                            <p:txEl>
                                              <p:pRg st="11" end="11"/>
                                            </p:txEl>
                                          </p:spTgt>
                                        </p:tgtEl>
                                        <p:attrNameLst>
                                          <p:attrName>style.visibility</p:attrName>
                                        </p:attrNameLst>
                                      </p:cBhvr>
                                      <p:to>
                                        <p:strVal val="visible"/>
                                      </p:to>
                                    </p:set>
                                  </p:childTnLst>
                                </p:cTn>
                              </p:par>
                              <p:par>
                                <p:cTn id="26" presetID="1" presetClass="entr" presetSubtype="0" fill="hold" nodeType="withEffect">
                                  <p:stCondLst>
                                    <p:cond delay="0"/>
                                  </p:stCondLst>
                                  <p:childTnLst>
                                    <p:set>
                                      <p:cBhvr>
                                        <p:cTn id="27" dur="1" fill="hold">
                                          <p:stCondLst>
                                            <p:cond delay="0"/>
                                          </p:stCondLst>
                                        </p:cTn>
                                        <p:tgtEl>
                                          <p:spTgt spid="4">
                                            <p:txEl>
                                              <p:pRg st="12" end="12"/>
                                            </p:txEl>
                                          </p:spTgt>
                                        </p:tgtEl>
                                        <p:attrNameLst>
                                          <p:attrName>style.visibility</p:attrName>
                                        </p:attrNameLst>
                                      </p:cBhvr>
                                      <p:to>
                                        <p:strVal val="visible"/>
                                      </p:to>
                                    </p:set>
                                  </p:childTnLst>
                                </p:cTn>
                              </p:par>
                              <p:par>
                                <p:cTn id="28" presetID="1" presetClass="entr" presetSubtype="0" fill="hold" nodeType="withEffect">
                                  <p:stCondLst>
                                    <p:cond delay="0"/>
                                  </p:stCondLst>
                                  <p:childTnLst>
                                    <p:set>
                                      <p:cBhvr>
                                        <p:cTn id="29" dur="1" fill="hold">
                                          <p:stCondLst>
                                            <p:cond delay="0"/>
                                          </p:stCondLst>
                                        </p:cTn>
                                        <p:tgtEl>
                                          <p:spTgt spid="4">
                                            <p:txEl>
                                              <p:pRg st="13" end="13"/>
                                            </p:txEl>
                                          </p:spTgt>
                                        </p:tgtEl>
                                        <p:attrNameLst>
                                          <p:attrName>style.visibility</p:attrName>
                                        </p:attrNameLst>
                                      </p:cBhvr>
                                      <p:to>
                                        <p:strVal val="visible"/>
                                      </p:to>
                                    </p:set>
                                  </p:childTnLst>
                                </p:cTn>
                              </p:par>
                              <p:par>
                                <p:cTn id="30" presetID="1" presetClass="entr" presetSubtype="0" fill="hold" nodeType="withEffect">
                                  <p:stCondLst>
                                    <p:cond delay="0"/>
                                  </p:stCondLst>
                                  <p:childTnLst>
                                    <p:set>
                                      <p:cBhvr>
                                        <p:cTn id="31" dur="1" fill="hold">
                                          <p:stCondLst>
                                            <p:cond delay="0"/>
                                          </p:stCondLst>
                                        </p:cTn>
                                        <p:tgtEl>
                                          <p:spTgt spid="4">
                                            <p:txEl>
                                              <p:pRg st="14" end="14"/>
                                            </p:txEl>
                                          </p:spTgt>
                                        </p:tgtEl>
                                        <p:attrNameLst>
                                          <p:attrName>style.visibility</p:attrName>
                                        </p:attrNameLst>
                                      </p:cBhvr>
                                      <p:to>
                                        <p:strVal val="visible"/>
                                      </p:to>
                                    </p:set>
                                  </p:childTnLst>
                                </p:cTn>
                              </p:par>
                              <p:par>
                                <p:cTn id="32" presetID="1" presetClass="entr" presetSubtype="0" fill="hold" nodeType="withEffect">
                                  <p:stCondLst>
                                    <p:cond delay="0"/>
                                  </p:stCondLst>
                                  <p:childTnLst>
                                    <p:set>
                                      <p:cBhvr>
                                        <p:cTn id="33" dur="1" fill="hold">
                                          <p:stCondLst>
                                            <p:cond delay="0"/>
                                          </p:stCondLst>
                                        </p:cTn>
                                        <p:tgtEl>
                                          <p:spTgt spid="4">
                                            <p:txEl>
                                              <p:pRg st="15" end="15"/>
                                            </p:txEl>
                                          </p:spTgt>
                                        </p:tgtEl>
                                        <p:attrNameLst>
                                          <p:attrName>style.visibility</p:attrName>
                                        </p:attrNameLst>
                                      </p:cBhvr>
                                      <p:to>
                                        <p:strVal val="visible"/>
                                      </p:to>
                                    </p:set>
                                  </p:childTnLst>
                                </p:cTn>
                              </p:par>
                              <p:par>
                                <p:cTn id="34" presetID="1" presetClass="entr" presetSubtype="0" fill="hold" nodeType="withEffect">
                                  <p:stCondLst>
                                    <p:cond delay="0"/>
                                  </p:stCondLst>
                                  <p:childTnLst>
                                    <p:set>
                                      <p:cBhvr>
                                        <p:cTn id="35" dur="1" fill="hold">
                                          <p:stCondLst>
                                            <p:cond delay="0"/>
                                          </p:stCondLst>
                                        </p:cTn>
                                        <p:tgtEl>
                                          <p:spTgt spid="4">
                                            <p:txEl>
                                              <p:pRg st="16" end="16"/>
                                            </p:txEl>
                                          </p:spTgt>
                                        </p:tgtEl>
                                        <p:attrNameLst>
                                          <p:attrName>style.visibility</p:attrName>
                                        </p:attrNameLst>
                                      </p:cBhvr>
                                      <p:to>
                                        <p:strVal val="visible"/>
                                      </p:to>
                                    </p:set>
                                  </p:childTnLst>
                                </p:cTn>
                              </p:par>
                              <p:par>
                                <p:cTn id="36" presetID="1" presetClass="entr" presetSubtype="0" fill="hold" nodeType="withEffect">
                                  <p:stCondLst>
                                    <p:cond delay="0"/>
                                  </p:stCondLst>
                                  <p:childTnLst>
                                    <p:set>
                                      <p:cBhvr>
                                        <p:cTn id="37" dur="1" fill="hold">
                                          <p:stCondLst>
                                            <p:cond delay="0"/>
                                          </p:stCondLst>
                                        </p:cTn>
                                        <p:tgtEl>
                                          <p:spTgt spid="4">
                                            <p:txEl>
                                              <p:pRg st="17" end="17"/>
                                            </p:txEl>
                                          </p:spTgt>
                                        </p:tgtEl>
                                        <p:attrNameLst>
                                          <p:attrName>style.visibility</p:attrName>
                                        </p:attrNameLst>
                                      </p:cBhvr>
                                      <p:to>
                                        <p:strVal val="visible"/>
                                      </p:to>
                                    </p:set>
                                  </p:childTnLst>
                                </p:cTn>
                              </p:par>
                              <p:par>
                                <p:cTn id="38" presetID="1" presetClass="entr" presetSubtype="0" fill="hold" nodeType="withEffect">
                                  <p:stCondLst>
                                    <p:cond delay="0"/>
                                  </p:stCondLst>
                                  <p:childTnLst>
                                    <p:set>
                                      <p:cBhvr>
                                        <p:cTn id="39" dur="1" fill="hold">
                                          <p:stCondLst>
                                            <p:cond delay="0"/>
                                          </p:stCondLst>
                                        </p:cTn>
                                        <p:tgtEl>
                                          <p:spTgt spid="4">
                                            <p:txEl>
                                              <p:pRg st="18" end="18"/>
                                            </p:txEl>
                                          </p:spTgt>
                                        </p:tgtEl>
                                        <p:attrNameLst>
                                          <p:attrName>style.visibility</p:attrName>
                                        </p:attrNameLst>
                                      </p:cBhvr>
                                      <p:to>
                                        <p:strVal val="visible"/>
                                      </p:to>
                                    </p:set>
                                  </p:childTnLst>
                                </p:cTn>
                              </p:par>
                              <p:par>
                                <p:cTn id="40" presetID="1" presetClass="entr" presetSubtype="0" fill="hold" nodeType="withEffect">
                                  <p:stCondLst>
                                    <p:cond delay="0"/>
                                  </p:stCondLst>
                                  <p:childTnLst>
                                    <p:set>
                                      <p:cBhvr>
                                        <p:cTn id="41" dur="1" fill="hold">
                                          <p:stCondLst>
                                            <p:cond delay="0"/>
                                          </p:stCondLst>
                                        </p:cTn>
                                        <p:tgtEl>
                                          <p:spTgt spid="4">
                                            <p:txEl>
                                              <p:pRg st="19" end="19"/>
                                            </p:txEl>
                                          </p:spTgt>
                                        </p:tgtEl>
                                        <p:attrNameLst>
                                          <p:attrName>style.visibility</p:attrName>
                                        </p:attrNameLst>
                                      </p:cBhvr>
                                      <p:to>
                                        <p:strVal val="visible"/>
                                      </p:to>
                                    </p:set>
                                  </p:childTnLst>
                                </p:cTn>
                              </p:par>
                              <p:par>
                                <p:cTn id="42" presetID="1" presetClass="entr" presetSubtype="0" fill="hold" nodeType="withEffect">
                                  <p:stCondLst>
                                    <p:cond delay="0"/>
                                  </p:stCondLst>
                                  <p:childTnLst>
                                    <p:set>
                                      <p:cBhvr>
                                        <p:cTn id="43" dur="1" fill="hold">
                                          <p:stCondLst>
                                            <p:cond delay="0"/>
                                          </p:stCondLst>
                                        </p:cTn>
                                        <p:tgtEl>
                                          <p:spTgt spid="4">
                                            <p:txEl>
                                              <p:pRg st="20" end="2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Title 1">
            <a:extLst>
              <a:ext uri="{FF2B5EF4-FFF2-40B4-BE49-F238E27FC236}">
                <a16:creationId xmlns:a16="http://schemas.microsoft.com/office/drawing/2014/main" id="{D1569C6C-B943-AFD1-3BFD-A6504A73015E}"/>
              </a:ext>
            </a:extLst>
          </p:cNvPr>
          <p:cNvSpPr>
            <a:spLocks noGrp="1"/>
          </p:cNvSpPr>
          <p:nvPr>
            <p:ph type="title"/>
          </p:nvPr>
        </p:nvSpPr>
        <p:spPr/>
        <p:txBody>
          <a:bodyPr/>
          <a:lstStyle/>
          <a:p>
            <a:r>
              <a:rPr lang="en-US" altLang="en-US">
                <a:ea typeface="ＭＳ Ｐゴシック" panose="020B0600070205080204" pitchFamily="34" charset="-128"/>
              </a:rPr>
              <a:t>Key Expansion in AES </a:t>
            </a:r>
            <a:endParaRPr lang="en-IN" altLang="en-US">
              <a:ea typeface="ＭＳ Ｐゴシック" panose="020B0600070205080204" pitchFamily="34" charset="-128"/>
            </a:endParaRPr>
          </a:p>
        </p:txBody>
      </p:sp>
      <p:sp>
        <p:nvSpPr>
          <p:cNvPr id="4" name="Content Placeholder 3">
            <a:extLst>
              <a:ext uri="{FF2B5EF4-FFF2-40B4-BE49-F238E27FC236}">
                <a16:creationId xmlns:a16="http://schemas.microsoft.com/office/drawing/2014/main" id="{33653C17-B45F-4FEC-3B67-F989456457A3}"/>
              </a:ext>
            </a:extLst>
          </p:cNvPr>
          <p:cNvSpPr>
            <a:spLocks noGrp="1" noRot="1" noChangeAspect="1" noMove="1" noResize="1" noEditPoints="1" noAdjustHandles="1" noChangeArrowheads="1" noChangeShapeType="1" noTextEdit="1"/>
          </p:cNvSpPr>
          <p:nvPr>
            <p:ph idx="1"/>
          </p:nvPr>
        </p:nvSpPr>
        <p:spPr>
          <a:blipFill rotWithShape="0">
            <a:blip r:embed="rId2"/>
            <a:stretch>
              <a:fillRect l="-1333" t="-1111"/>
            </a:stretch>
          </a:blipFill>
        </p:spPr>
        <p:txBody>
          <a:bodyPr/>
          <a:lstStyle/>
          <a:p>
            <a:pPr>
              <a:buFont typeface="Wingdings 3" panose="05040102010807070707" pitchFamily="18" charset="2"/>
              <a:buChar char=""/>
              <a:defRPr/>
            </a:pPr>
            <a:r>
              <a:rPr lang="en-IN">
                <a:noFill/>
              </a:rPr>
              <a:t> </a:t>
            </a:r>
          </a:p>
        </p:txBody>
      </p:sp>
      <p:sp>
        <p:nvSpPr>
          <p:cNvPr id="5" name="Rectangle 4">
            <a:extLst>
              <a:ext uri="{FF2B5EF4-FFF2-40B4-BE49-F238E27FC236}">
                <a16:creationId xmlns:a16="http://schemas.microsoft.com/office/drawing/2014/main" id="{A9A3A7BB-74EC-183C-1631-A7E08B15B855}"/>
              </a:ext>
            </a:extLst>
          </p:cNvPr>
          <p:cNvSpPr/>
          <p:nvPr/>
        </p:nvSpPr>
        <p:spPr>
          <a:xfrm>
            <a:off x="1476375" y="4868863"/>
            <a:ext cx="3505200" cy="23622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IN"/>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xit" presetSubtype="0" fill="hold" grpId="0" nodeType="clickEffect">
                                  <p:stCondLst>
                                    <p:cond delay="0"/>
                                  </p:stCondLst>
                                  <p:childTnLst>
                                    <p:animEffect transition="out" filter="fade">
                                      <p:cBhvr>
                                        <p:cTn id="6" dur="500"/>
                                        <p:tgtEl>
                                          <p:spTgt spid="5"/>
                                        </p:tgtEl>
                                      </p:cBhvr>
                                    </p:animEffect>
                                    <p:set>
                                      <p:cBhvr>
                                        <p:cTn id="7" dur="1" fill="hold">
                                          <p:stCondLst>
                                            <p:cond delay="499"/>
                                          </p:stCondLst>
                                        </p:cTn>
                                        <p:tgtEl>
                                          <p:spTgt spid="5"/>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Title 1">
            <a:extLst>
              <a:ext uri="{FF2B5EF4-FFF2-40B4-BE49-F238E27FC236}">
                <a16:creationId xmlns:a16="http://schemas.microsoft.com/office/drawing/2014/main" id="{D78AC654-B337-5E29-D2E8-0CE4335892AF}"/>
              </a:ext>
            </a:extLst>
          </p:cNvPr>
          <p:cNvSpPr>
            <a:spLocks noGrp="1"/>
          </p:cNvSpPr>
          <p:nvPr>
            <p:ph type="title"/>
          </p:nvPr>
        </p:nvSpPr>
        <p:spPr/>
        <p:txBody>
          <a:bodyPr/>
          <a:lstStyle/>
          <a:p>
            <a:r>
              <a:rPr lang="en-US" altLang="en-US">
                <a:ea typeface="ＭＳ Ｐゴシック" panose="020B0600070205080204" pitchFamily="34" charset="-128"/>
              </a:rPr>
              <a:t>Key Expansion in AES </a:t>
            </a:r>
            <a:endParaRPr lang="en-IN" altLang="en-US">
              <a:ea typeface="ＭＳ Ｐゴシック" panose="020B0600070205080204" pitchFamily="34" charset="-128"/>
            </a:endParaRPr>
          </a:p>
        </p:txBody>
      </p:sp>
      <p:sp>
        <p:nvSpPr>
          <p:cNvPr id="4" name="Content Placeholder 3">
            <a:extLst>
              <a:ext uri="{FF2B5EF4-FFF2-40B4-BE49-F238E27FC236}">
                <a16:creationId xmlns:a16="http://schemas.microsoft.com/office/drawing/2014/main" id="{C5C78F40-BEAF-5F33-4158-1B18D0652B3D}"/>
              </a:ext>
            </a:extLst>
          </p:cNvPr>
          <p:cNvSpPr>
            <a:spLocks noGrp="1" noRot="1" noChangeAspect="1" noMove="1" noResize="1" noEditPoints="1" noAdjustHandles="1" noChangeArrowheads="1" noChangeShapeType="1" noTextEdit="1"/>
          </p:cNvSpPr>
          <p:nvPr>
            <p:ph idx="1"/>
          </p:nvPr>
        </p:nvSpPr>
        <p:spPr>
          <a:blipFill rotWithShape="0">
            <a:blip r:embed="rId3"/>
            <a:stretch>
              <a:fillRect/>
            </a:stretch>
          </a:blipFill>
        </p:spPr>
        <p:txBody>
          <a:bodyPr/>
          <a:lstStyle/>
          <a:p>
            <a:pPr>
              <a:buFont typeface="Wingdings 3" panose="05040102010807070707" pitchFamily="18" charset="2"/>
              <a:buChar char=""/>
              <a:defRPr/>
            </a:pPr>
            <a:r>
              <a:rPr lang="en-IN">
                <a:noFill/>
              </a:rPr>
              <a:t> </a:t>
            </a:r>
          </a:p>
        </p:txBody>
      </p:sp>
      <p:graphicFrame>
        <p:nvGraphicFramePr>
          <p:cNvPr id="5" name="Table 4">
            <a:extLst>
              <a:ext uri="{FF2B5EF4-FFF2-40B4-BE49-F238E27FC236}">
                <a16:creationId xmlns:a16="http://schemas.microsoft.com/office/drawing/2014/main" id="{7B4B6DAF-A6B8-2E9A-0913-271D53583140}"/>
              </a:ext>
            </a:extLst>
          </p:cNvPr>
          <p:cNvGraphicFramePr>
            <a:graphicFrameLocks noGrp="1"/>
          </p:cNvGraphicFramePr>
          <p:nvPr/>
        </p:nvGraphicFramePr>
        <p:xfrm>
          <a:off x="914400" y="4267200"/>
          <a:ext cx="7186608" cy="1981200"/>
        </p:xfrm>
        <a:graphic>
          <a:graphicData uri="http://schemas.openxmlformats.org/drawingml/2006/table">
            <a:tbl>
              <a:tblPr bandRow="1">
                <a:tableStyleId>{5940675A-B579-460E-94D1-54222C63F5DA}</a:tableStyleId>
              </a:tblPr>
              <a:tblGrid>
                <a:gridCol w="653328">
                  <a:extLst>
                    <a:ext uri="{9D8B030D-6E8A-4147-A177-3AD203B41FA5}">
                      <a16:colId xmlns:a16="http://schemas.microsoft.com/office/drawing/2014/main" val="20000"/>
                    </a:ext>
                  </a:extLst>
                </a:gridCol>
                <a:gridCol w="653328">
                  <a:extLst>
                    <a:ext uri="{9D8B030D-6E8A-4147-A177-3AD203B41FA5}">
                      <a16:colId xmlns:a16="http://schemas.microsoft.com/office/drawing/2014/main" val="20001"/>
                    </a:ext>
                  </a:extLst>
                </a:gridCol>
                <a:gridCol w="653328">
                  <a:extLst>
                    <a:ext uri="{9D8B030D-6E8A-4147-A177-3AD203B41FA5}">
                      <a16:colId xmlns:a16="http://schemas.microsoft.com/office/drawing/2014/main" val="20002"/>
                    </a:ext>
                  </a:extLst>
                </a:gridCol>
                <a:gridCol w="653328">
                  <a:extLst>
                    <a:ext uri="{9D8B030D-6E8A-4147-A177-3AD203B41FA5}">
                      <a16:colId xmlns:a16="http://schemas.microsoft.com/office/drawing/2014/main" val="20003"/>
                    </a:ext>
                  </a:extLst>
                </a:gridCol>
                <a:gridCol w="653328">
                  <a:extLst>
                    <a:ext uri="{9D8B030D-6E8A-4147-A177-3AD203B41FA5}">
                      <a16:colId xmlns:a16="http://schemas.microsoft.com/office/drawing/2014/main" val="20004"/>
                    </a:ext>
                  </a:extLst>
                </a:gridCol>
                <a:gridCol w="653328">
                  <a:extLst>
                    <a:ext uri="{9D8B030D-6E8A-4147-A177-3AD203B41FA5}">
                      <a16:colId xmlns:a16="http://schemas.microsoft.com/office/drawing/2014/main" val="20005"/>
                    </a:ext>
                  </a:extLst>
                </a:gridCol>
                <a:gridCol w="653328">
                  <a:extLst>
                    <a:ext uri="{9D8B030D-6E8A-4147-A177-3AD203B41FA5}">
                      <a16:colId xmlns:a16="http://schemas.microsoft.com/office/drawing/2014/main" val="20006"/>
                    </a:ext>
                  </a:extLst>
                </a:gridCol>
                <a:gridCol w="653328">
                  <a:extLst>
                    <a:ext uri="{9D8B030D-6E8A-4147-A177-3AD203B41FA5}">
                      <a16:colId xmlns:a16="http://schemas.microsoft.com/office/drawing/2014/main" val="20007"/>
                    </a:ext>
                  </a:extLst>
                </a:gridCol>
                <a:gridCol w="653328">
                  <a:extLst>
                    <a:ext uri="{9D8B030D-6E8A-4147-A177-3AD203B41FA5}">
                      <a16:colId xmlns:a16="http://schemas.microsoft.com/office/drawing/2014/main" val="20008"/>
                    </a:ext>
                  </a:extLst>
                </a:gridCol>
                <a:gridCol w="653328">
                  <a:extLst>
                    <a:ext uri="{9D8B030D-6E8A-4147-A177-3AD203B41FA5}">
                      <a16:colId xmlns:a16="http://schemas.microsoft.com/office/drawing/2014/main" val="20009"/>
                    </a:ext>
                  </a:extLst>
                </a:gridCol>
                <a:gridCol w="653328">
                  <a:extLst>
                    <a:ext uri="{9D8B030D-6E8A-4147-A177-3AD203B41FA5}">
                      <a16:colId xmlns:a16="http://schemas.microsoft.com/office/drawing/2014/main" val="20010"/>
                    </a:ext>
                  </a:extLst>
                </a:gridCol>
              </a:tblGrid>
              <a:tr h="1981200">
                <a:tc>
                  <a:txBody>
                    <a:bodyPr/>
                    <a:lstStyle/>
                    <a:p>
                      <a:r>
                        <a:rPr lang="en-US" dirty="0"/>
                        <a:t>W0</a:t>
                      </a:r>
                      <a:endParaRPr lang="en-IN" dirty="0"/>
                    </a:p>
                  </a:txBody>
                  <a:tcPr marL="91448" marR="91448"/>
                </a:tc>
                <a:tc>
                  <a:txBody>
                    <a:bodyPr/>
                    <a:lstStyle/>
                    <a:p>
                      <a:r>
                        <a:rPr lang="en-US" dirty="0"/>
                        <a:t>W1</a:t>
                      </a:r>
                      <a:endParaRPr lang="en-IN" dirty="0"/>
                    </a:p>
                  </a:txBody>
                  <a:tcPr marL="91448" marR="91448"/>
                </a:tc>
                <a:tc>
                  <a:txBody>
                    <a:bodyPr/>
                    <a:lstStyle/>
                    <a:p>
                      <a:r>
                        <a:rPr lang="en-US" dirty="0"/>
                        <a:t>W2</a:t>
                      </a:r>
                      <a:endParaRPr lang="en-IN" dirty="0"/>
                    </a:p>
                  </a:txBody>
                  <a:tcPr marL="91448" marR="91448"/>
                </a:tc>
                <a:tc>
                  <a:txBody>
                    <a:bodyPr/>
                    <a:lstStyle/>
                    <a:p>
                      <a:r>
                        <a:rPr lang="en-US" dirty="0"/>
                        <a:t>W3</a:t>
                      </a:r>
                      <a:endParaRPr lang="en-IN" dirty="0"/>
                    </a:p>
                  </a:txBody>
                  <a:tcPr marL="91448" marR="91448"/>
                </a:tc>
                <a:tc>
                  <a:txBody>
                    <a:bodyPr/>
                    <a:lstStyle/>
                    <a:p>
                      <a:r>
                        <a:rPr lang="en-US" dirty="0"/>
                        <a:t>W4</a:t>
                      </a:r>
                      <a:endParaRPr lang="en-IN" dirty="0"/>
                    </a:p>
                  </a:txBody>
                  <a:tcPr marL="91448" marR="91448"/>
                </a:tc>
                <a:tc>
                  <a:txBody>
                    <a:bodyPr/>
                    <a:lstStyle/>
                    <a:p>
                      <a:r>
                        <a:rPr lang="en-US" dirty="0"/>
                        <a:t>W5</a:t>
                      </a:r>
                      <a:endParaRPr lang="en-IN" dirty="0"/>
                    </a:p>
                  </a:txBody>
                  <a:tcPr marL="91448" marR="91448"/>
                </a:tc>
                <a:tc>
                  <a:txBody>
                    <a:bodyPr/>
                    <a:lstStyle/>
                    <a:p>
                      <a:r>
                        <a:rPr lang="en-US" dirty="0"/>
                        <a:t>W6</a:t>
                      </a:r>
                      <a:endParaRPr lang="en-IN" dirty="0"/>
                    </a:p>
                  </a:txBody>
                  <a:tcPr marL="91448" marR="91448"/>
                </a:tc>
                <a:tc>
                  <a:txBody>
                    <a:bodyPr/>
                    <a:lstStyle/>
                    <a:p>
                      <a:r>
                        <a:rPr lang="en-US" dirty="0"/>
                        <a:t>W7</a:t>
                      </a:r>
                      <a:endParaRPr lang="en-IN" dirty="0"/>
                    </a:p>
                  </a:txBody>
                  <a:tcPr marL="91448" marR="91448"/>
                </a:tc>
                <a:tc>
                  <a:txBody>
                    <a:bodyPr/>
                    <a:lstStyle/>
                    <a:p>
                      <a:r>
                        <a:rPr lang="en-US" dirty="0"/>
                        <a:t>……</a:t>
                      </a:r>
                      <a:endParaRPr lang="en-IN" dirty="0"/>
                    </a:p>
                  </a:txBody>
                  <a:tcPr marL="91448" marR="91448"/>
                </a:tc>
                <a:tc>
                  <a:txBody>
                    <a:bodyPr/>
                    <a:lstStyle/>
                    <a:p>
                      <a:r>
                        <a:rPr lang="en-US" dirty="0"/>
                        <a:t>…….</a:t>
                      </a:r>
                      <a:endParaRPr lang="en-IN" dirty="0"/>
                    </a:p>
                  </a:txBody>
                  <a:tcPr marL="91448" marR="91448"/>
                </a:tc>
                <a:tc>
                  <a:txBody>
                    <a:bodyPr/>
                    <a:lstStyle/>
                    <a:p>
                      <a:r>
                        <a:rPr lang="en-US" dirty="0"/>
                        <a:t>W43</a:t>
                      </a:r>
                      <a:endParaRPr lang="en-IN" dirty="0"/>
                    </a:p>
                  </a:txBody>
                  <a:tcPr marL="91448" marR="91448"/>
                </a:tc>
                <a:extLst>
                  <a:ext uri="{0D108BD9-81ED-4DB2-BD59-A6C34878D82A}">
                    <a16:rowId xmlns:a16="http://schemas.microsoft.com/office/drawing/2014/main" val="10000"/>
                  </a:ext>
                </a:extLst>
              </a:tr>
            </a:tbl>
          </a:graphicData>
        </a:graphic>
      </p:graphicFrame>
      <p:sp>
        <p:nvSpPr>
          <p:cNvPr id="6" name="TextBox 5">
            <a:extLst>
              <a:ext uri="{FF2B5EF4-FFF2-40B4-BE49-F238E27FC236}">
                <a16:creationId xmlns:a16="http://schemas.microsoft.com/office/drawing/2014/main" id="{223F2864-DCBC-099A-49D9-80EFE97176E9}"/>
              </a:ext>
            </a:extLst>
          </p:cNvPr>
          <p:cNvSpPr txBox="1">
            <a:spLocks noChangeArrowheads="1"/>
          </p:cNvSpPr>
          <p:nvPr/>
        </p:nvSpPr>
        <p:spPr bwMode="auto">
          <a:xfrm>
            <a:off x="4754563" y="2133600"/>
            <a:ext cx="3505200" cy="830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r>
              <a:rPr lang="en-US" altLang="en-US" sz="2400" b="1">
                <a:solidFill>
                  <a:srgbClr val="FF0000"/>
                </a:solidFill>
              </a:rPr>
              <a:t>EXPAND  available 4 words in to 40 Words</a:t>
            </a:r>
            <a:endParaRPr lang="en-IN" altLang="en-US" sz="2400" b="1">
              <a:solidFill>
                <a:srgbClr val="FF0000"/>
              </a:solidFill>
            </a:endParaRPr>
          </a:p>
        </p:txBody>
      </p:sp>
      <p:sp>
        <p:nvSpPr>
          <p:cNvPr id="8" name="TextBox 7">
            <a:extLst>
              <a:ext uri="{FF2B5EF4-FFF2-40B4-BE49-F238E27FC236}">
                <a16:creationId xmlns:a16="http://schemas.microsoft.com/office/drawing/2014/main" id="{D13F4D40-BFE5-BF6D-CB30-DCFE3759E5DC}"/>
              </a:ext>
            </a:extLst>
          </p:cNvPr>
          <p:cNvSpPr txBox="1">
            <a:spLocks noChangeArrowheads="1"/>
          </p:cNvSpPr>
          <p:nvPr/>
        </p:nvSpPr>
        <p:spPr bwMode="auto">
          <a:xfrm>
            <a:off x="973138" y="4792663"/>
            <a:ext cx="533400" cy="1200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r>
              <a:rPr lang="en-US" altLang="en-US" b="1"/>
              <a:t>b</a:t>
            </a:r>
            <a:r>
              <a:rPr lang="en-US" altLang="en-US" b="1" baseline="-25000"/>
              <a:t>1 </a:t>
            </a:r>
            <a:r>
              <a:rPr lang="en-US" altLang="en-US" b="1"/>
              <a:t>b</a:t>
            </a:r>
            <a:r>
              <a:rPr lang="en-US" altLang="en-US" b="1" baseline="-25000"/>
              <a:t>2  </a:t>
            </a:r>
            <a:r>
              <a:rPr lang="en-US" altLang="en-US" b="1"/>
              <a:t>b</a:t>
            </a:r>
            <a:r>
              <a:rPr lang="en-US" altLang="en-US" b="1" baseline="-25000"/>
              <a:t>3 </a:t>
            </a:r>
            <a:r>
              <a:rPr lang="en-US" altLang="en-US" b="1"/>
              <a:t>b</a:t>
            </a:r>
            <a:r>
              <a:rPr lang="en-US" altLang="en-US" b="1" baseline="-25000"/>
              <a:t>4</a:t>
            </a:r>
            <a:endParaRPr lang="en-IN" altLang="en-US" b="1"/>
          </a:p>
        </p:txBody>
      </p:sp>
      <p:sp>
        <p:nvSpPr>
          <p:cNvPr id="9" name="TextBox 8">
            <a:extLst>
              <a:ext uri="{FF2B5EF4-FFF2-40B4-BE49-F238E27FC236}">
                <a16:creationId xmlns:a16="http://schemas.microsoft.com/office/drawing/2014/main" id="{C3C8A04D-7C13-3EC8-80CD-A3C44625E880}"/>
              </a:ext>
            </a:extLst>
          </p:cNvPr>
          <p:cNvSpPr txBox="1">
            <a:spLocks noChangeArrowheads="1"/>
          </p:cNvSpPr>
          <p:nvPr/>
        </p:nvSpPr>
        <p:spPr bwMode="auto">
          <a:xfrm>
            <a:off x="1658938" y="4792663"/>
            <a:ext cx="533400" cy="1200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r>
              <a:rPr lang="en-US" altLang="en-US" b="1"/>
              <a:t>b</a:t>
            </a:r>
            <a:r>
              <a:rPr lang="en-US" altLang="en-US" b="1" baseline="-25000"/>
              <a:t>5 </a:t>
            </a:r>
            <a:r>
              <a:rPr lang="en-US" altLang="en-US" b="1"/>
              <a:t>b</a:t>
            </a:r>
            <a:r>
              <a:rPr lang="en-US" altLang="en-US" b="1" baseline="-25000"/>
              <a:t>6 </a:t>
            </a:r>
            <a:r>
              <a:rPr lang="en-US" altLang="en-US" b="1"/>
              <a:t>b</a:t>
            </a:r>
            <a:r>
              <a:rPr lang="en-US" altLang="en-US" b="1" baseline="-25000"/>
              <a:t>7</a:t>
            </a:r>
          </a:p>
          <a:p>
            <a:r>
              <a:rPr lang="en-US" altLang="en-US" b="1"/>
              <a:t>b</a:t>
            </a:r>
            <a:r>
              <a:rPr lang="en-US" altLang="en-US" b="1" baseline="-25000"/>
              <a:t>8</a:t>
            </a:r>
            <a:endParaRPr lang="en-IN" altLang="en-US" b="1"/>
          </a:p>
        </p:txBody>
      </p:sp>
      <p:sp>
        <p:nvSpPr>
          <p:cNvPr id="10" name="TextBox 9">
            <a:extLst>
              <a:ext uri="{FF2B5EF4-FFF2-40B4-BE49-F238E27FC236}">
                <a16:creationId xmlns:a16="http://schemas.microsoft.com/office/drawing/2014/main" id="{7F9F255E-CB43-E5F8-6B14-88D601998FE8}"/>
              </a:ext>
            </a:extLst>
          </p:cNvPr>
          <p:cNvSpPr txBox="1">
            <a:spLocks noChangeArrowheads="1"/>
          </p:cNvSpPr>
          <p:nvPr/>
        </p:nvSpPr>
        <p:spPr bwMode="auto">
          <a:xfrm>
            <a:off x="2286000" y="4792663"/>
            <a:ext cx="533400" cy="1200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r>
              <a:rPr lang="en-US" altLang="en-US" b="1"/>
              <a:t>b</a:t>
            </a:r>
            <a:r>
              <a:rPr lang="en-US" altLang="en-US" b="1" baseline="-25000"/>
              <a:t>9 </a:t>
            </a:r>
            <a:r>
              <a:rPr lang="en-US" altLang="en-US" b="1"/>
              <a:t>b</a:t>
            </a:r>
            <a:r>
              <a:rPr lang="en-US" altLang="en-US" b="1" baseline="-25000"/>
              <a:t>10 </a:t>
            </a:r>
            <a:r>
              <a:rPr lang="en-US" altLang="en-US" b="1"/>
              <a:t>b</a:t>
            </a:r>
            <a:r>
              <a:rPr lang="en-US" altLang="en-US" b="1" baseline="-25000"/>
              <a:t>11</a:t>
            </a:r>
          </a:p>
          <a:p>
            <a:r>
              <a:rPr lang="en-US" altLang="en-US" b="1"/>
              <a:t>b</a:t>
            </a:r>
            <a:r>
              <a:rPr lang="en-US" altLang="en-US" b="1" baseline="-25000"/>
              <a:t>12</a:t>
            </a:r>
            <a:endParaRPr lang="en-IN" altLang="en-US" b="1"/>
          </a:p>
        </p:txBody>
      </p:sp>
      <p:sp>
        <p:nvSpPr>
          <p:cNvPr id="11" name="TextBox 10">
            <a:extLst>
              <a:ext uri="{FF2B5EF4-FFF2-40B4-BE49-F238E27FC236}">
                <a16:creationId xmlns:a16="http://schemas.microsoft.com/office/drawing/2014/main" id="{93488E5E-1944-9C96-B7DD-BB8E37A59147}"/>
              </a:ext>
            </a:extLst>
          </p:cNvPr>
          <p:cNvSpPr txBox="1">
            <a:spLocks noChangeArrowheads="1"/>
          </p:cNvSpPr>
          <p:nvPr/>
        </p:nvSpPr>
        <p:spPr bwMode="auto">
          <a:xfrm>
            <a:off x="2895600" y="4792663"/>
            <a:ext cx="533400" cy="1200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r>
              <a:rPr lang="en-US" altLang="en-US" b="1"/>
              <a:t>b</a:t>
            </a:r>
            <a:r>
              <a:rPr lang="en-US" altLang="en-US" b="1" baseline="-25000"/>
              <a:t>13 </a:t>
            </a:r>
            <a:r>
              <a:rPr lang="en-US" altLang="en-US" b="1"/>
              <a:t>b</a:t>
            </a:r>
            <a:r>
              <a:rPr lang="en-US" altLang="en-US" b="1" baseline="-25000"/>
              <a:t>14 </a:t>
            </a:r>
            <a:r>
              <a:rPr lang="en-US" altLang="en-US" b="1"/>
              <a:t>b</a:t>
            </a:r>
            <a:r>
              <a:rPr lang="en-US" altLang="en-US" b="1" baseline="-25000"/>
              <a:t>15</a:t>
            </a:r>
          </a:p>
          <a:p>
            <a:r>
              <a:rPr lang="en-US" altLang="en-US" b="1"/>
              <a:t>b</a:t>
            </a:r>
            <a:r>
              <a:rPr lang="en-US" altLang="en-US" b="1" baseline="-25000"/>
              <a:t>16</a:t>
            </a:r>
            <a:endParaRPr lang="en-IN" altLang="en-US" b="1"/>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9"/>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0"/>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1"/>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8" grpId="0"/>
      <p:bldP spid="9" grpId="0"/>
      <p:bldP spid="10" grpId="0"/>
      <p:bldP spid="11"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Title 1">
            <a:extLst>
              <a:ext uri="{FF2B5EF4-FFF2-40B4-BE49-F238E27FC236}">
                <a16:creationId xmlns:a16="http://schemas.microsoft.com/office/drawing/2014/main" id="{75D0F310-F3E5-8BF8-F33B-CF2D4D201DE2}"/>
              </a:ext>
            </a:extLst>
          </p:cNvPr>
          <p:cNvSpPr>
            <a:spLocks noGrp="1"/>
          </p:cNvSpPr>
          <p:nvPr>
            <p:ph type="title"/>
          </p:nvPr>
        </p:nvSpPr>
        <p:spPr>
          <a:xfrm>
            <a:off x="992188" y="-315913"/>
            <a:ext cx="8229600" cy="990601"/>
          </a:xfrm>
        </p:spPr>
        <p:txBody>
          <a:bodyPr/>
          <a:lstStyle/>
          <a:p>
            <a:r>
              <a:rPr lang="en-US" altLang="en-US">
                <a:ea typeface="ＭＳ Ｐゴシック" panose="020B0600070205080204" pitchFamily="34" charset="-128"/>
              </a:rPr>
              <a:t>Key Expansion in AES </a:t>
            </a:r>
            <a:endParaRPr lang="en-IN" altLang="en-US">
              <a:ea typeface="ＭＳ Ｐゴシック" panose="020B0600070205080204" pitchFamily="34" charset="-128"/>
            </a:endParaRPr>
          </a:p>
        </p:txBody>
      </p:sp>
      <p:sp>
        <p:nvSpPr>
          <p:cNvPr id="4" name="Content Placeholder 3">
            <a:extLst>
              <a:ext uri="{FF2B5EF4-FFF2-40B4-BE49-F238E27FC236}">
                <a16:creationId xmlns:a16="http://schemas.microsoft.com/office/drawing/2014/main" id="{5E96F875-5FB5-9303-4716-9EF5A6F11028}"/>
              </a:ext>
            </a:extLst>
          </p:cNvPr>
          <p:cNvSpPr>
            <a:spLocks noGrp="1" noRot="1" noChangeAspect="1" noMove="1" noResize="1" noEditPoints="1" noAdjustHandles="1" noChangeArrowheads="1" noChangeShapeType="1" noTextEdit="1"/>
          </p:cNvSpPr>
          <p:nvPr>
            <p:ph idx="1"/>
          </p:nvPr>
        </p:nvSpPr>
        <p:spPr>
          <a:blipFill rotWithShape="0">
            <a:blip r:embed="rId3"/>
            <a:stretch>
              <a:fillRect/>
            </a:stretch>
          </a:blipFill>
        </p:spPr>
        <p:txBody>
          <a:bodyPr/>
          <a:lstStyle/>
          <a:p>
            <a:pPr>
              <a:buFont typeface="Wingdings 3" panose="05040102010807070707" pitchFamily="18" charset="2"/>
              <a:buChar char=""/>
              <a:defRPr/>
            </a:pPr>
            <a:r>
              <a:rPr lang="en-IN">
                <a:noFill/>
              </a:rPr>
              <a:t> </a:t>
            </a:r>
          </a:p>
        </p:txBody>
      </p:sp>
      <p:graphicFrame>
        <p:nvGraphicFramePr>
          <p:cNvPr id="5" name="Table 4">
            <a:extLst>
              <a:ext uri="{FF2B5EF4-FFF2-40B4-BE49-F238E27FC236}">
                <a16:creationId xmlns:a16="http://schemas.microsoft.com/office/drawing/2014/main" id="{7DFFCE7B-3E56-CCD3-00ED-38534C9BCC72}"/>
              </a:ext>
            </a:extLst>
          </p:cNvPr>
          <p:cNvGraphicFramePr>
            <a:graphicFrameLocks noGrp="1"/>
          </p:cNvGraphicFramePr>
          <p:nvPr/>
        </p:nvGraphicFramePr>
        <p:xfrm>
          <a:off x="914400" y="4267200"/>
          <a:ext cx="7258053" cy="1981200"/>
        </p:xfrm>
        <a:graphic>
          <a:graphicData uri="http://schemas.openxmlformats.org/drawingml/2006/table">
            <a:tbl>
              <a:tblPr bandRow="1">
                <a:tableStyleId>{5940675A-B579-460E-94D1-54222C63F5DA}</a:tableStyleId>
              </a:tblPr>
              <a:tblGrid>
                <a:gridCol w="659823">
                  <a:extLst>
                    <a:ext uri="{9D8B030D-6E8A-4147-A177-3AD203B41FA5}">
                      <a16:colId xmlns:a16="http://schemas.microsoft.com/office/drawing/2014/main" val="20000"/>
                    </a:ext>
                  </a:extLst>
                </a:gridCol>
                <a:gridCol w="659823">
                  <a:extLst>
                    <a:ext uri="{9D8B030D-6E8A-4147-A177-3AD203B41FA5}">
                      <a16:colId xmlns:a16="http://schemas.microsoft.com/office/drawing/2014/main" val="20001"/>
                    </a:ext>
                  </a:extLst>
                </a:gridCol>
                <a:gridCol w="659823">
                  <a:extLst>
                    <a:ext uri="{9D8B030D-6E8A-4147-A177-3AD203B41FA5}">
                      <a16:colId xmlns:a16="http://schemas.microsoft.com/office/drawing/2014/main" val="20002"/>
                    </a:ext>
                  </a:extLst>
                </a:gridCol>
                <a:gridCol w="659823">
                  <a:extLst>
                    <a:ext uri="{9D8B030D-6E8A-4147-A177-3AD203B41FA5}">
                      <a16:colId xmlns:a16="http://schemas.microsoft.com/office/drawing/2014/main" val="20003"/>
                    </a:ext>
                  </a:extLst>
                </a:gridCol>
                <a:gridCol w="659823">
                  <a:extLst>
                    <a:ext uri="{9D8B030D-6E8A-4147-A177-3AD203B41FA5}">
                      <a16:colId xmlns:a16="http://schemas.microsoft.com/office/drawing/2014/main" val="20004"/>
                    </a:ext>
                  </a:extLst>
                </a:gridCol>
                <a:gridCol w="659823">
                  <a:extLst>
                    <a:ext uri="{9D8B030D-6E8A-4147-A177-3AD203B41FA5}">
                      <a16:colId xmlns:a16="http://schemas.microsoft.com/office/drawing/2014/main" val="20005"/>
                    </a:ext>
                  </a:extLst>
                </a:gridCol>
                <a:gridCol w="659823">
                  <a:extLst>
                    <a:ext uri="{9D8B030D-6E8A-4147-A177-3AD203B41FA5}">
                      <a16:colId xmlns:a16="http://schemas.microsoft.com/office/drawing/2014/main" val="20006"/>
                    </a:ext>
                  </a:extLst>
                </a:gridCol>
                <a:gridCol w="659823">
                  <a:extLst>
                    <a:ext uri="{9D8B030D-6E8A-4147-A177-3AD203B41FA5}">
                      <a16:colId xmlns:a16="http://schemas.microsoft.com/office/drawing/2014/main" val="20007"/>
                    </a:ext>
                  </a:extLst>
                </a:gridCol>
                <a:gridCol w="659823">
                  <a:extLst>
                    <a:ext uri="{9D8B030D-6E8A-4147-A177-3AD203B41FA5}">
                      <a16:colId xmlns:a16="http://schemas.microsoft.com/office/drawing/2014/main" val="20008"/>
                    </a:ext>
                  </a:extLst>
                </a:gridCol>
                <a:gridCol w="659823">
                  <a:extLst>
                    <a:ext uri="{9D8B030D-6E8A-4147-A177-3AD203B41FA5}">
                      <a16:colId xmlns:a16="http://schemas.microsoft.com/office/drawing/2014/main" val="20009"/>
                    </a:ext>
                  </a:extLst>
                </a:gridCol>
                <a:gridCol w="659823">
                  <a:extLst>
                    <a:ext uri="{9D8B030D-6E8A-4147-A177-3AD203B41FA5}">
                      <a16:colId xmlns:a16="http://schemas.microsoft.com/office/drawing/2014/main" val="20010"/>
                    </a:ext>
                  </a:extLst>
                </a:gridCol>
              </a:tblGrid>
              <a:tr h="1981200">
                <a:tc>
                  <a:txBody>
                    <a:bodyPr/>
                    <a:lstStyle/>
                    <a:p>
                      <a:r>
                        <a:rPr lang="en-US" dirty="0"/>
                        <a:t>W0</a:t>
                      </a:r>
                      <a:endParaRPr lang="en-IN" dirty="0"/>
                    </a:p>
                  </a:txBody>
                  <a:tcPr marL="91441" marR="91441"/>
                </a:tc>
                <a:tc>
                  <a:txBody>
                    <a:bodyPr/>
                    <a:lstStyle/>
                    <a:p>
                      <a:r>
                        <a:rPr lang="en-US" dirty="0"/>
                        <a:t>W1</a:t>
                      </a:r>
                      <a:endParaRPr lang="en-IN" dirty="0"/>
                    </a:p>
                  </a:txBody>
                  <a:tcPr marL="91441" marR="91441"/>
                </a:tc>
                <a:tc>
                  <a:txBody>
                    <a:bodyPr/>
                    <a:lstStyle/>
                    <a:p>
                      <a:r>
                        <a:rPr lang="en-US" dirty="0"/>
                        <a:t>W2</a:t>
                      </a:r>
                      <a:endParaRPr lang="en-IN" dirty="0"/>
                    </a:p>
                  </a:txBody>
                  <a:tcPr marL="91441" marR="91441"/>
                </a:tc>
                <a:tc>
                  <a:txBody>
                    <a:bodyPr/>
                    <a:lstStyle/>
                    <a:p>
                      <a:r>
                        <a:rPr lang="en-US" dirty="0"/>
                        <a:t>W3</a:t>
                      </a:r>
                      <a:endParaRPr lang="en-IN" dirty="0"/>
                    </a:p>
                  </a:txBody>
                  <a:tcPr marL="91441" marR="91441"/>
                </a:tc>
                <a:tc>
                  <a:txBody>
                    <a:bodyPr/>
                    <a:lstStyle/>
                    <a:p>
                      <a:r>
                        <a:rPr lang="en-US" dirty="0"/>
                        <a:t>W4</a:t>
                      </a:r>
                      <a:endParaRPr lang="en-IN" dirty="0"/>
                    </a:p>
                  </a:txBody>
                  <a:tcPr marL="91441" marR="91441"/>
                </a:tc>
                <a:tc>
                  <a:txBody>
                    <a:bodyPr/>
                    <a:lstStyle/>
                    <a:p>
                      <a:r>
                        <a:rPr lang="en-US" dirty="0"/>
                        <a:t>W5</a:t>
                      </a:r>
                      <a:endParaRPr lang="en-IN" dirty="0"/>
                    </a:p>
                  </a:txBody>
                  <a:tcPr marL="91441" marR="91441"/>
                </a:tc>
                <a:tc>
                  <a:txBody>
                    <a:bodyPr/>
                    <a:lstStyle/>
                    <a:p>
                      <a:r>
                        <a:rPr lang="en-US" dirty="0"/>
                        <a:t>W6</a:t>
                      </a:r>
                      <a:endParaRPr lang="en-IN" dirty="0"/>
                    </a:p>
                  </a:txBody>
                  <a:tcPr marL="91441" marR="91441"/>
                </a:tc>
                <a:tc>
                  <a:txBody>
                    <a:bodyPr/>
                    <a:lstStyle/>
                    <a:p>
                      <a:r>
                        <a:rPr lang="en-US" dirty="0"/>
                        <a:t>W7</a:t>
                      </a:r>
                      <a:endParaRPr lang="en-IN" dirty="0"/>
                    </a:p>
                  </a:txBody>
                  <a:tcPr marL="91441" marR="91441"/>
                </a:tc>
                <a:tc>
                  <a:txBody>
                    <a:bodyPr/>
                    <a:lstStyle/>
                    <a:p>
                      <a:r>
                        <a:rPr lang="en-US" dirty="0"/>
                        <a:t>……</a:t>
                      </a:r>
                      <a:endParaRPr lang="en-IN" dirty="0"/>
                    </a:p>
                  </a:txBody>
                  <a:tcPr marL="91441" marR="91441"/>
                </a:tc>
                <a:tc>
                  <a:txBody>
                    <a:bodyPr/>
                    <a:lstStyle/>
                    <a:p>
                      <a:r>
                        <a:rPr lang="en-US" dirty="0"/>
                        <a:t>…….</a:t>
                      </a:r>
                      <a:endParaRPr lang="en-IN" dirty="0"/>
                    </a:p>
                  </a:txBody>
                  <a:tcPr marL="91441" marR="91441"/>
                </a:tc>
                <a:tc>
                  <a:txBody>
                    <a:bodyPr/>
                    <a:lstStyle/>
                    <a:p>
                      <a:r>
                        <a:rPr lang="en-US" dirty="0"/>
                        <a:t>W43</a:t>
                      </a:r>
                      <a:endParaRPr lang="en-IN" dirty="0"/>
                    </a:p>
                  </a:txBody>
                  <a:tcPr marL="91441" marR="91441"/>
                </a:tc>
                <a:extLst>
                  <a:ext uri="{0D108BD9-81ED-4DB2-BD59-A6C34878D82A}">
                    <a16:rowId xmlns:a16="http://schemas.microsoft.com/office/drawing/2014/main" val="10000"/>
                  </a:ext>
                </a:extLst>
              </a:tr>
            </a:tbl>
          </a:graphicData>
        </a:graphic>
      </p:graphicFrame>
      <p:sp>
        <p:nvSpPr>
          <p:cNvPr id="8" name="TextBox 7">
            <a:extLst>
              <a:ext uri="{FF2B5EF4-FFF2-40B4-BE49-F238E27FC236}">
                <a16:creationId xmlns:a16="http://schemas.microsoft.com/office/drawing/2014/main" id="{B9B3AC9B-D869-53AA-9740-6647FB92EF53}"/>
              </a:ext>
            </a:extLst>
          </p:cNvPr>
          <p:cNvSpPr txBox="1">
            <a:spLocks noChangeArrowheads="1"/>
          </p:cNvSpPr>
          <p:nvPr/>
        </p:nvSpPr>
        <p:spPr bwMode="auto">
          <a:xfrm>
            <a:off x="973138" y="4792663"/>
            <a:ext cx="533400" cy="1200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r>
              <a:rPr lang="en-US" altLang="en-US" b="1"/>
              <a:t>54</a:t>
            </a:r>
          </a:p>
          <a:p>
            <a:r>
              <a:rPr lang="en-US" altLang="en-US" b="1"/>
              <a:t>68</a:t>
            </a:r>
          </a:p>
          <a:p>
            <a:r>
              <a:rPr lang="en-US" altLang="en-US" b="1"/>
              <a:t>61</a:t>
            </a:r>
          </a:p>
          <a:p>
            <a:r>
              <a:rPr lang="en-US" altLang="en-US" b="1"/>
              <a:t>74</a:t>
            </a:r>
            <a:endParaRPr lang="en-IN" altLang="en-US" b="1"/>
          </a:p>
        </p:txBody>
      </p:sp>
      <p:sp>
        <p:nvSpPr>
          <p:cNvPr id="9" name="TextBox 8">
            <a:extLst>
              <a:ext uri="{FF2B5EF4-FFF2-40B4-BE49-F238E27FC236}">
                <a16:creationId xmlns:a16="http://schemas.microsoft.com/office/drawing/2014/main" id="{EA8B2574-A291-6BE7-D5D0-8A65CA98BB4A}"/>
              </a:ext>
            </a:extLst>
          </p:cNvPr>
          <p:cNvSpPr txBox="1">
            <a:spLocks noChangeArrowheads="1"/>
          </p:cNvSpPr>
          <p:nvPr/>
        </p:nvSpPr>
        <p:spPr bwMode="auto">
          <a:xfrm>
            <a:off x="1658938" y="4792663"/>
            <a:ext cx="533400" cy="1200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r>
              <a:rPr lang="en-US" altLang="en-US" b="1"/>
              <a:t>73</a:t>
            </a:r>
          </a:p>
          <a:p>
            <a:r>
              <a:rPr lang="en-US" altLang="en-US" b="1"/>
              <a:t>20</a:t>
            </a:r>
          </a:p>
          <a:p>
            <a:r>
              <a:rPr lang="en-US" altLang="en-US" b="1"/>
              <a:t>6D</a:t>
            </a:r>
          </a:p>
          <a:p>
            <a:r>
              <a:rPr lang="en-US" altLang="en-US" b="1"/>
              <a:t>79</a:t>
            </a:r>
            <a:endParaRPr lang="en-IN" altLang="en-US" b="1"/>
          </a:p>
        </p:txBody>
      </p:sp>
      <p:sp>
        <p:nvSpPr>
          <p:cNvPr id="10" name="TextBox 9">
            <a:extLst>
              <a:ext uri="{FF2B5EF4-FFF2-40B4-BE49-F238E27FC236}">
                <a16:creationId xmlns:a16="http://schemas.microsoft.com/office/drawing/2014/main" id="{A46CEDF5-DFC0-0CA5-71C8-C1B03D926DFD}"/>
              </a:ext>
            </a:extLst>
          </p:cNvPr>
          <p:cNvSpPr txBox="1">
            <a:spLocks noChangeArrowheads="1"/>
          </p:cNvSpPr>
          <p:nvPr/>
        </p:nvSpPr>
        <p:spPr bwMode="auto">
          <a:xfrm>
            <a:off x="2314575" y="4792663"/>
            <a:ext cx="533400" cy="1200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r>
              <a:rPr lang="en-US" altLang="en-US" b="1">
                <a:cs typeface="Arial" panose="020B0604020202020204" pitchFamily="34" charset="0"/>
              </a:rPr>
              <a:t>20</a:t>
            </a:r>
          </a:p>
          <a:p>
            <a:r>
              <a:rPr lang="en-US" altLang="en-US" b="1">
                <a:cs typeface="Arial" panose="020B0604020202020204" pitchFamily="34" charset="0"/>
              </a:rPr>
              <a:t>4B</a:t>
            </a:r>
          </a:p>
          <a:p>
            <a:r>
              <a:rPr lang="en-US" altLang="en-US" b="1">
                <a:cs typeface="Arial" panose="020B0604020202020204" pitchFamily="34" charset="0"/>
              </a:rPr>
              <a:t>75</a:t>
            </a:r>
          </a:p>
          <a:p>
            <a:r>
              <a:rPr lang="en-US" altLang="en-US" b="1">
                <a:cs typeface="Arial" panose="020B0604020202020204" pitchFamily="34" charset="0"/>
              </a:rPr>
              <a:t>6E</a:t>
            </a:r>
            <a:endParaRPr lang="en-IN" altLang="en-US" b="1">
              <a:cs typeface="Arial" panose="020B0604020202020204" pitchFamily="34" charset="0"/>
            </a:endParaRPr>
          </a:p>
        </p:txBody>
      </p:sp>
      <p:sp>
        <p:nvSpPr>
          <p:cNvPr id="11" name="TextBox 10">
            <a:extLst>
              <a:ext uri="{FF2B5EF4-FFF2-40B4-BE49-F238E27FC236}">
                <a16:creationId xmlns:a16="http://schemas.microsoft.com/office/drawing/2014/main" id="{5CE991CD-DEAB-A815-CC12-7AAB80A9C47F}"/>
              </a:ext>
            </a:extLst>
          </p:cNvPr>
          <p:cNvSpPr txBox="1">
            <a:spLocks noChangeArrowheads="1"/>
          </p:cNvSpPr>
          <p:nvPr/>
        </p:nvSpPr>
        <p:spPr bwMode="auto">
          <a:xfrm>
            <a:off x="2895600" y="4792663"/>
            <a:ext cx="533400" cy="1200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r>
              <a:rPr lang="en-US" altLang="en-US" b="1"/>
              <a:t>67</a:t>
            </a:r>
          </a:p>
          <a:p>
            <a:r>
              <a:rPr lang="en-US" altLang="en-US" b="1"/>
              <a:t>20</a:t>
            </a:r>
          </a:p>
          <a:p>
            <a:r>
              <a:rPr lang="en-US" altLang="en-US" b="1"/>
              <a:t>46</a:t>
            </a:r>
          </a:p>
          <a:p>
            <a:r>
              <a:rPr lang="en-US" altLang="en-US" b="1"/>
              <a:t>75</a:t>
            </a:r>
            <a:endParaRPr lang="en-IN" altLang="en-US" b="1"/>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9"/>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0"/>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p:bldP spid="10" grpId="0"/>
      <p:bldP spid="11"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Title 1">
            <a:extLst>
              <a:ext uri="{FF2B5EF4-FFF2-40B4-BE49-F238E27FC236}">
                <a16:creationId xmlns:a16="http://schemas.microsoft.com/office/drawing/2014/main" id="{2D4ED0D9-935E-81BB-6374-6A33EEA5D5C6}"/>
              </a:ext>
            </a:extLst>
          </p:cNvPr>
          <p:cNvSpPr>
            <a:spLocks noGrp="1"/>
          </p:cNvSpPr>
          <p:nvPr>
            <p:ph type="title"/>
          </p:nvPr>
        </p:nvSpPr>
        <p:spPr/>
        <p:txBody>
          <a:bodyPr/>
          <a:lstStyle/>
          <a:p>
            <a:r>
              <a:rPr lang="en-US" altLang="en-US">
                <a:ea typeface="ＭＳ Ｐゴシック" panose="020B0600070205080204" pitchFamily="34" charset="-128"/>
              </a:rPr>
              <a:t>Key Expansion in AES </a:t>
            </a:r>
            <a:endParaRPr lang="en-IN" altLang="en-US">
              <a:ea typeface="ＭＳ Ｐゴシック" panose="020B0600070205080204" pitchFamily="34" charset="-128"/>
            </a:endParaRPr>
          </a:p>
        </p:txBody>
      </p:sp>
      <p:graphicFrame>
        <p:nvGraphicFramePr>
          <p:cNvPr id="5" name="Table 4">
            <a:extLst>
              <a:ext uri="{FF2B5EF4-FFF2-40B4-BE49-F238E27FC236}">
                <a16:creationId xmlns:a16="http://schemas.microsoft.com/office/drawing/2014/main" id="{0E06F335-5E72-7E0D-1243-52FD43DB237D}"/>
              </a:ext>
            </a:extLst>
          </p:cNvPr>
          <p:cNvGraphicFramePr>
            <a:graphicFrameLocks noGrp="1"/>
          </p:cNvGraphicFramePr>
          <p:nvPr/>
        </p:nvGraphicFramePr>
        <p:xfrm>
          <a:off x="381000" y="1295400"/>
          <a:ext cx="2520952" cy="1981200"/>
        </p:xfrm>
        <a:graphic>
          <a:graphicData uri="http://schemas.openxmlformats.org/drawingml/2006/table">
            <a:tbl>
              <a:tblPr bandRow="1">
                <a:tableStyleId>{5940675A-B579-460E-94D1-54222C63F5DA}</a:tableStyleId>
              </a:tblPr>
              <a:tblGrid>
                <a:gridCol w="630238">
                  <a:extLst>
                    <a:ext uri="{9D8B030D-6E8A-4147-A177-3AD203B41FA5}">
                      <a16:colId xmlns:a16="http://schemas.microsoft.com/office/drawing/2014/main" val="20000"/>
                    </a:ext>
                  </a:extLst>
                </a:gridCol>
                <a:gridCol w="630238">
                  <a:extLst>
                    <a:ext uri="{9D8B030D-6E8A-4147-A177-3AD203B41FA5}">
                      <a16:colId xmlns:a16="http://schemas.microsoft.com/office/drawing/2014/main" val="20001"/>
                    </a:ext>
                  </a:extLst>
                </a:gridCol>
                <a:gridCol w="630238">
                  <a:extLst>
                    <a:ext uri="{9D8B030D-6E8A-4147-A177-3AD203B41FA5}">
                      <a16:colId xmlns:a16="http://schemas.microsoft.com/office/drawing/2014/main" val="20002"/>
                    </a:ext>
                  </a:extLst>
                </a:gridCol>
                <a:gridCol w="630238">
                  <a:extLst>
                    <a:ext uri="{9D8B030D-6E8A-4147-A177-3AD203B41FA5}">
                      <a16:colId xmlns:a16="http://schemas.microsoft.com/office/drawing/2014/main" val="20003"/>
                    </a:ext>
                  </a:extLst>
                </a:gridCol>
              </a:tblGrid>
              <a:tr h="1981200">
                <a:tc>
                  <a:txBody>
                    <a:bodyPr/>
                    <a:lstStyle/>
                    <a:p>
                      <a:r>
                        <a:rPr lang="en-US" dirty="0"/>
                        <a:t>W0</a:t>
                      </a:r>
                      <a:endParaRPr lang="en-IN" dirty="0"/>
                    </a:p>
                  </a:txBody>
                  <a:tcPr marL="91419" marR="91419"/>
                </a:tc>
                <a:tc>
                  <a:txBody>
                    <a:bodyPr/>
                    <a:lstStyle/>
                    <a:p>
                      <a:r>
                        <a:rPr lang="en-US" dirty="0"/>
                        <a:t>W1</a:t>
                      </a:r>
                      <a:endParaRPr lang="en-IN" dirty="0"/>
                    </a:p>
                  </a:txBody>
                  <a:tcPr marL="91419" marR="91419"/>
                </a:tc>
                <a:tc>
                  <a:txBody>
                    <a:bodyPr/>
                    <a:lstStyle/>
                    <a:p>
                      <a:r>
                        <a:rPr lang="en-US" dirty="0"/>
                        <a:t>W2</a:t>
                      </a:r>
                      <a:endParaRPr lang="en-IN" dirty="0"/>
                    </a:p>
                  </a:txBody>
                  <a:tcPr marL="91419" marR="91419"/>
                </a:tc>
                <a:tc>
                  <a:txBody>
                    <a:bodyPr/>
                    <a:lstStyle/>
                    <a:p>
                      <a:r>
                        <a:rPr lang="en-US" dirty="0"/>
                        <a:t>W3</a:t>
                      </a:r>
                      <a:endParaRPr lang="en-IN" dirty="0"/>
                    </a:p>
                  </a:txBody>
                  <a:tcPr marL="91419" marR="91419"/>
                </a:tc>
                <a:extLst>
                  <a:ext uri="{0D108BD9-81ED-4DB2-BD59-A6C34878D82A}">
                    <a16:rowId xmlns:a16="http://schemas.microsoft.com/office/drawing/2014/main" val="10000"/>
                  </a:ext>
                </a:extLst>
              </a:tr>
            </a:tbl>
          </a:graphicData>
        </a:graphic>
      </p:graphicFrame>
      <p:sp>
        <p:nvSpPr>
          <p:cNvPr id="8" name="TextBox 7">
            <a:extLst>
              <a:ext uri="{FF2B5EF4-FFF2-40B4-BE49-F238E27FC236}">
                <a16:creationId xmlns:a16="http://schemas.microsoft.com/office/drawing/2014/main" id="{61115D7A-E60D-2659-C70D-1D9B9A1A7929}"/>
              </a:ext>
            </a:extLst>
          </p:cNvPr>
          <p:cNvSpPr txBox="1">
            <a:spLocks noChangeArrowheads="1"/>
          </p:cNvSpPr>
          <p:nvPr/>
        </p:nvSpPr>
        <p:spPr bwMode="auto">
          <a:xfrm>
            <a:off x="439738" y="1820863"/>
            <a:ext cx="533400" cy="1200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r>
              <a:rPr lang="en-US" altLang="en-US" b="1"/>
              <a:t>5468</a:t>
            </a:r>
          </a:p>
          <a:p>
            <a:r>
              <a:rPr lang="en-US" altLang="en-US" b="1"/>
              <a:t>61</a:t>
            </a:r>
          </a:p>
          <a:p>
            <a:r>
              <a:rPr lang="en-US" altLang="en-US" b="1"/>
              <a:t>74</a:t>
            </a:r>
            <a:endParaRPr lang="en-IN" altLang="en-US" b="1"/>
          </a:p>
        </p:txBody>
      </p:sp>
      <p:sp>
        <p:nvSpPr>
          <p:cNvPr id="9" name="TextBox 8">
            <a:extLst>
              <a:ext uri="{FF2B5EF4-FFF2-40B4-BE49-F238E27FC236}">
                <a16:creationId xmlns:a16="http://schemas.microsoft.com/office/drawing/2014/main" id="{0B641C56-8F59-30B2-9F53-2A11A7420633}"/>
              </a:ext>
            </a:extLst>
          </p:cNvPr>
          <p:cNvSpPr txBox="1">
            <a:spLocks noChangeArrowheads="1"/>
          </p:cNvSpPr>
          <p:nvPr/>
        </p:nvSpPr>
        <p:spPr bwMode="auto">
          <a:xfrm>
            <a:off x="1125538" y="1820863"/>
            <a:ext cx="533400" cy="1200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r>
              <a:rPr lang="en-US" altLang="en-US" b="1"/>
              <a:t>73</a:t>
            </a:r>
          </a:p>
          <a:p>
            <a:r>
              <a:rPr lang="en-US" altLang="en-US" b="1"/>
              <a:t>20</a:t>
            </a:r>
            <a:r>
              <a:rPr lang="en-US" altLang="en-US" b="1" baseline="-25000"/>
              <a:t> </a:t>
            </a:r>
            <a:endParaRPr lang="en-US" altLang="en-US" b="1"/>
          </a:p>
          <a:p>
            <a:r>
              <a:rPr lang="en-US" altLang="en-US" b="1" baseline="-25000"/>
              <a:t> </a:t>
            </a:r>
            <a:r>
              <a:rPr lang="en-US" altLang="en-US" b="1"/>
              <a:t>6D</a:t>
            </a:r>
          </a:p>
          <a:p>
            <a:r>
              <a:rPr lang="en-US" altLang="en-US" b="1"/>
              <a:t> 79</a:t>
            </a:r>
            <a:endParaRPr lang="en-IN" altLang="en-US" b="1"/>
          </a:p>
        </p:txBody>
      </p:sp>
      <p:sp>
        <p:nvSpPr>
          <p:cNvPr id="10" name="TextBox 9">
            <a:extLst>
              <a:ext uri="{FF2B5EF4-FFF2-40B4-BE49-F238E27FC236}">
                <a16:creationId xmlns:a16="http://schemas.microsoft.com/office/drawing/2014/main" id="{310A2D45-B2BF-DAC7-61A8-FC2E20D11D9C}"/>
              </a:ext>
            </a:extLst>
          </p:cNvPr>
          <p:cNvSpPr txBox="1">
            <a:spLocks noChangeArrowheads="1"/>
          </p:cNvSpPr>
          <p:nvPr/>
        </p:nvSpPr>
        <p:spPr bwMode="auto">
          <a:xfrm>
            <a:off x="1752600" y="1820863"/>
            <a:ext cx="533400" cy="1200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r>
              <a:rPr lang="en-US" altLang="en-US" b="1" baseline="-25000"/>
              <a:t> </a:t>
            </a:r>
            <a:r>
              <a:rPr lang="en-US" altLang="en-US" b="1"/>
              <a:t>20</a:t>
            </a:r>
          </a:p>
          <a:p>
            <a:r>
              <a:rPr lang="en-US" altLang="en-US" b="1"/>
              <a:t>4B</a:t>
            </a:r>
          </a:p>
          <a:p>
            <a:r>
              <a:rPr lang="en-US" altLang="en-US" b="1"/>
              <a:t>75</a:t>
            </a:r>
          </a:p>
          <a:p>
            <a:r>
              <a:rPr lang="en-US" altLang="en-US" b="1"/>
              <a:t>6E</a:t>
            </a:r>
            <a:endParaRPr lang="en-US" altLang="en-US" b="1" baseline="-25000"/>
          </a:p>
        </p:txBody>
      </p:sp>
      <p:sp>
        <p:nvSpPr>
          <p:cNvPr id="11" name="TextBox 10">
            <a:extLst>
              <a:ext uri="{FF2B5EF4-FFF2-40B4-BE49-F238E27FC236}">
                <a16:creationId xmlns:a16="http://schemas.microsoft.com/office/drawing/2014/main" id="{59FBFB8A-08BC-1A00-D77E-18D32D888F6D}"/>
              </a:ext>
            </a:extLst>
          </p:cNvPr>
          <p:cNvSpPr txBox="1">
            <a:spLocks noChangeArrowheads="1"/>
          </p:cNvSpPr>
          <p:nvPr/>
        </p:nvSpPr>
        <p:spPr bwMode="auto">
          <a:xfrm>
            <a:off x="2362200" y="1820863"/>
            <a:ext cx="533400" cy="1200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r>
              <a:rPr lang="en-US" altLang="en-US" b="1"/>
              <a:t>67</a:t>
            </a:r>
            <a:r>
              <a:rPr lang="en-US" altLang="en-US" b="1" baseline="-25000"/>
              <a:t> </a:t>
            </a:r>
            <a:r>
              <a:rPr lang="en-US" altLang="en-US" b="1"/>
              <a:t>20</a:t>
            </a:r>
            <a:r>
              <a:rPr lang="en-US" altLang="en-US" b="1" baseline="-25000"/>
              <a:t> </a:t>
            </a:r>
            <a:r>
              <a:rPr lang="en-US" altLang="en-US" b="1"/>
              <a:t>46</a:t>
            </a:r>
            <a:endParaRPr lang="en-US" altLang="en-US" b="1" baseline="-25000"/>
          </a:p>
          <a:p>
            <a:r>
              <a:rPr lang="en-US" altLang="en-US" b="1"/>
              <a:t>75</a:t>
            </a:r>
            <a:endParaRPr lang="en-IN" altLang="en-US" b="1"/>
          </a:p>
        </p:txBody>
      </p:sp>
      <p:graphicFrame>
        <p:nvGraphicFramePr>
          <p:cNvPr id="12" name="Table 11">
            <a:extLst>
              <a:ext uri="{FF2B5EF4-FFF2-40B4-BE49-F238E27FC236}">
                <a16:creationId xmlns:a16="http://schemas.microsoft.com/office/drawing/2014/main" id="{ED3E0717-6C50-AD5B-77AA-4243DF0A06E9}"/>
              </a:ext>
            </a:extLst>
          </p:cNvPr>
          <p:cNvGraphicFramePr>
            <a:graphicFrameLocks noGrp="1"/>
          </p:cNvGraphicFramePr>
          <p:nvPr/>
        </p:nvGraphicFramePr>
        <p:xfrm>
          <a:off x="4648200" y="4267200"/>
          <a:ext cx="2520952" cy="1981200"/>
        </p:xfrm>
        <a:graphic>
          <a:graphicData uri="http://schemas.openxmlformats.org/drawingml/2006/table">
            <a:tbl>
              <a:tblPr bandRow="1">
                <a:tableStyleId>{5940675A-B579-460E-94D1-54222C63F5DA}</a:tableStyleId>
              </a:tblPr>
              <a:tblGrid>
                <a:gridCol w="630238">
                  <a:extLst>
                    <a:ext uri="{9D8B030D-6E8A-4147-A177-3AD203B41FA5}">
                      <a16:colId xmlns:a16="http://schemas.microsoft.com/office/drawing/2014/main" val="20000"/>
                    </a:ext>
                  </a:extLst>
                </a:gridCol>
                <a:gridCol w="630238">
                  <a:extLst>
                    <a:ext uri="{9D8B030D-6E8A-4147-A177-3AD203B41FA5}">
                      <a16:colId xmlns:a16="http://schemas.microsoft.com/office/drawing/2014/main" val="20001"/>
                    </a:ext>
                  </a:extLst>
                </a:gridCol>
                <a:gridCol w="630238">
                  <a:extLst>
                    <a:ext uri="{9D8B030D-6E8A-4147-A177-3AD203B41FA5}">
                      <a16:colId xmlns:a16="http://schemas.microsoft.com/office/drawing/2014/main" val="20002"/>
                    </a:ext>
                  </a:extLst>
                </a:gridCol>
                <a:gridCol w="630238">
                  <a:extLst>
                    <a:ext uri="{9D8B030D-6E8A-4147-A177-3AD203B41FA5}">
                      <a16:colId xmlns:a16="http://schemas.microsoft.com/office/drawing/2014/main" val="20003"/>
                    </a:ext>
                  </a:extLst>
                </a:gridCol>
              </a:tblGrid>
              <a:tr h="1981200">
                <a:tc>
                  <a:txBody>
                    <a:bodyPr/>
                    <a:lstStyle/>
                    <a:p>
                      <a:r>
                        <a:rPr lang="en-US" dirty="0"/>
                        <a:t>W4</a:t>
                      </a:r>
                      <a:endParaRPr lang="en-IN" dirty="0"/>
                    </a:p>
                  </a:txBody>
                  <a:tcPr marL="91419" marR="91419"/>
                </a:tc>
                <a:tc>
                  <a:txBody>
                    <a:bodyPr/>
                    <a:lstStyle/>
                    <a:p>
                      <a:r>
                        <a:rPr lang="en-US" dirty="0"/>
                        <a:t>W5</a:t>
                      </a:r>
                      <a:endParaRPr lang="en-IN" dirty="0"/>
                    </a:p>
                  </a:txBody>
                  <a:tcPr marL="91419" marR="91419"/>
                </a:tc>
                <a:tc>
                  <a:txBody>
                    <a:bodyPr/>
                    <a:lstStyle/>
                    <a:p>
                      <a:r>
                        <a:rPr lang="en-US" dirty="0"/>
                        <a:t>W6</a:t>
                      </a:r>
                      <a:endParaRPr lang="en-IN" dirty="0"/>
                    </a:p>
                  </a:txBody>
                  <a:tcPr marL="91419" marR="91419"/>
                </a:tc>
                <a:tc>
                  <a:txBody>
                    <a:bodyPr/>
                    <a:lstStyle/>
                    <a:p>
                      <a:r>
                        <a:rPr lang="en-US" dirty="0"/>
                        <a:t>W7</a:t>
                      </a:r>
                      <a:endParaRPr lang="en-IN" dirty="0"/>
                    </a:p>
                  </a:txBody>
                  <a:tcPr marL="91419" marR="91419"/>
                </a:tc>
                <a:extLst>
                  <a:ext uri="{0D108BD9-81ED-4DB2-BD59-A6C34878D82A}">
                    <a16:rowId xmlns:a16="http://schemas.microsoft.com/office/drawing/2014/main" val="10000"/>
                  </a:ext>
                </a:extLst>
              </a:tr>
            </a:tbl>
          </a:graphicData>
        </a:graphic>
      </p:graphicFrame>
      <p:sp>
        <p:nvSpPr>
          <p:cNvPr id="7" name="Oval 6">
            <a:extLst>
              <a:ext uri="{FF2B5EF4-FFF2-40B4-BE49-F238E27FC236}">
                <a16:creationId xmlns:a16="http://schemas.microsoft.com/office/drawing/2014/main" id="{A914FC7B-7D04-73AD-AAA1-836A812B49EE}"/>
              </a:ext>
            </a:extLst>
          </p:cNvPr>
          <p:cNvSpPr/>
          <p:nvPr/>
        </p:nvSpPr>
        <p:spPr>
          <a:xfrm>
            <a:off x="4457700" y="1271588"/>
            <a:ext cx="603250" cy="579437"/>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sz="2800" dirty="0"/>
              <a:t>g</a:t>
            </a:r>
            <a:endParaRPr lang="en-IN" sz="2800" dirty="0"/>
          </a:p>
        </p:txBody>
      </p:sp>
      <p:cxnSp>
        <p:nvCxnSpPr>
          <p:cNvPr id="14" name="Straight Arrow Connector 13">
            <a:extLst>
              <a:ext uri="{FF2B5EF4-FFF2-40B4-BE49-F238E27FC236}">
                <a16:creationId xmlns:a16="http://schemas.microsoft.com/office/drawing/2014/main" id="{46FE0E66-8F74-19D6-FB36-ED494C5EFC3A}"/>
              </a:ext>
            </a:extLst>
          </p:cNvPr>
          <p:cNvCxnSpPr>
            <a:endCxn id="7" idx="2"/>
          </p:cNvCxnSpPr>
          <p:nvPr/>
        </p:nvCxnSpPr>
        <p:spPr>
          <a:xfrm>
            <a:off x="2819400" y="1393825"/>
            <a:ext cx="1638300" cy="168275"/>
          </a:xfrm>
          <a:prstGeom prst="straightConnector1">
            <a:avLst/>
          </a:prstGeom>
          <a:ln w="22225">
            <a:tailEnd type="arrow"/>
          </a:ln>
        </p:spPr>
        <p:style>
          <a:lnRef idx="1">
            <a:schemeClr val="accent1"/>
          </a:lnRef>
          <a:fillRef idx="0">
            <a:schemeClr val="accent1"/>
          </a:fillRef>
          <a:effectRef idx="0">
            <a:schemeClr val="accent1"/>
          </a:effectRef>
          <a:fontRef idx="minor">
            <a:schemeClr val="tx1"/>
          </a:fontRef>
        </p:style>
      </p:cxnSp>
      <p:sp>
        <p:nvSpPr>
          <p:cNvPr id="28" name="Flowchart: Or 27">
            <a:extLst>
              <a:ext uri="{FF2B5EF4-FFF2-40B4-BE49-F238E27FC236}">
                <a16:creationId xmlns:a16="http://schemas.microsoft.com/office/drawing/2014/main" id="{F00E0107-0814-9519-801A-A305422236DD}"/>
              </a:ext>
            </a:extLst>
          </p:cNvPr>
          <p:cNvSpPr/>
          <p:nvPr/>
        </p:nvSpPr>
        <p:spPr>
          <a:xfrm>
            <a:off x="4606925" y="3287713"/>
            <a:ext cx="381000" cy="446087"/>
          </a:xfrm>
          <a:prstGeom prst="flowChartOr">
            <a:avLst/>
          </a:prstGeom>
          <a:no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IN"/>
          </a:p>
        </p:txBody>
      </p:sp>
      <p:cxnSp>
        <p:nvCxnSpPr>
          <p:cNvPr id="34" name="Straight Connector 33">
            <a:extLst>
              <a:ext uri="{FF2B5EF4-FFF2-40B4-BE49-F238E27FC236}">
                <a16:creationId xmlns:a16="http://schemas.microsoft.com/office/drawing/2014/main" id="{062C5F21-2317-E716-F523-3751B42D4296}"/>
              </a:ext>
            </a:extLst>
          </p:cNvPr>
          <p:cNvCxnSpPr>
            <a:stCxn id="8" idx="2"/>
          </p:cNvCxnSpPr>
          <p:nvPr/>
        </p:nvCxnSpPr>
        <p:spPr>
          <a:xfrm>
            <a:off x="706438" y="3021013"/>
            <a:ext cx="0" cy="549275"/>
          </a:xfrm>
          <a:prstGeom prst="line">
            <a:avLst/>
          </a:prstGeom>
          <a:ln w="22225"/>
        </p:spPr>
        <p:style>
          <a:lnRef idx="1">
            <a:schemeClr val="accent1"/>
          </a:lnRef>
          <a:fillRef idx="0">
            <a:schemeClr val="accent1"/>
          </a:fillRef>
          <a:effectRef idx="0">
            <a:schemeClr val="accent1"/>
          </a:effectRef>
          <a:fontRef idx="minor">
            <a:schemeClr val="tx1"/>
          </a:fontRef>
        </p:style>
      </p:cxnSp>
      <p:cxnSp>
        <p:nvCxnSpPr>
          <p:cNvPr id="40" name="Straight Arrow Connector 39">
            <a:extLst>
              <a:ext uri="{FF2B5EF4-FFF2-40B4-BE49-F238E27FC236}">
                <a16:creationId xmlns:a16="http://schemas.microsoft.com/office/drawing/2014/main" id="{8DFEAA48-106E-5DA1-6511-AA12B3574DA4}"/>
              </a:ext>
            </a:extLst>
          </p:cNvPr>
          <p:cNvCxnSpPr/>
          <p:nvPr/>
        </p:nvCxnSpPr>
        <p:spPr>
          <a:xfrm>
            <a:off x="706438" y="3570288"/>
            <a:ext cx="3783012" cy="0"/>
          </a:xfrm>
          <a:prstGeom prst="straightConnector1">
            <a:avLst/>
          </a:prstGeom>
          <a:ln w="22225">
            <a:tailEnd type="arrow"/>
          </a:ln>
        </p:spPr>
        <p:style>
          <a:lnRef idx="1">
            <a:schemeClr val="accent1"/>
          </a:lnRef>
          <a:fillRef idx="0">
            <a:schemeClr val="accent1"/>
          </a:fillRef>
          <a:effectRef idx="0">
            <a:schemeClr val="accent1"/>
          </a:effectRef>
          <a:fontRef idx="minor">
            <a:schemeClr val="tx1"/>
          </a:fontRef>
        </p:style>
      </p:cxnSp>
      <p:cxnSp>
        <p:nvCxnSpPr>
          <p:cNvPr id="43" name="Straight Arrow Connector 42">
            <a:extLst>
              <a:ext uri="{FF2B5EF4-FFF2-40B4-BE49-F238E27FC236}">
                <a16:creationId xmlns:a16="http://schemas.microsoft.com/office/drawing/2014/main" id="{3B52BC2B-1AE2-6123-741F-8296FD2EE71A}"/>
              </a:ext>
            </a:extLst>
          </p:cNvPr>
          <p:cNvCxnSpPr/>
          <p:nvPr/>
        </p:nvCxnSpPr>
        <p:spPr>
          <a:xfrm>
            <a:off x="4762500" y="1905000"/>
            <a:ext cx="38100" cy="1306513"/>
          </a:xfrm>
          <a:prstGeom prst="straightConnector1">
            <a:avLst/>
          </a:prstGeom>
          <a:ln w="22225">
            <a:tailEnd type="arrow"/>
          </a:ln>
        </p:spPr>
        <p:style>
          <a:lnRef idx="1">
            <a:schemeClr val="accent1"/>
          </a:lnRef>
          <a:fillRef idx="0">
            <a:schemeClr val="accent1"/>
          </a:fillRef>
          <a:effectRef idx="0">
            <a:schemeClr val="accent1"/>
          </a:effectRef>
          <a:fontRef idx="minor">
            <a:schemeClr val="tx1"/>
          </a:fontRef>
        </p:style>
      </p:cxnSp>
      <p:cxnSp>
        <p:nvCxnSpPr>
          <p:cNvPr id="47" name="Straight Arrow Connector 46">
            <a:extLst>
              <a:ext uri="{FF2B5EF4-FFF2-40B4-BE49-F238E27FC236}">
                <a16:creationId xmlns:a16="http://schemas.microsoft.com/office/drawing/2014/main" id="{7882B489-A671-B03F-F3F0-E5D1DFAE7542}"/>
              </a:ext>
            </a:extLst>
          </p:cNvPr>
          <p:cNvCxnSpPr/>
          <p:nvPr/>
        </p:nvCxnSpPr>
        <p:spPr>
          <a:xfrm>
            <a:off x="4800600" y="3748088"/>
            <a:ext cx="0" cy="457200"/>
          </a:xfrm>
          <a:prstGeom prst="straightConnector1">
            <a:avLst/>
          </a:prstGeom>
          <a:ln w="22225">
            <a:tailEnd type="arrow"/>
          </a:ln>
        </p:spPr>
        <p:style>
          <a:lnRef idx="1">
            <a:schemeClr val="accent1"/>
          </a:lnRef>
          <a:fillRef idx="0">
            <a:schemeClr val="accent1"/>
          </a:fillRef>
          <a:effectRef idx="0">
            <a:schemeClr val="accent1"/>
          </a:effectRef>
          <a:fontRef idx="minor">
            <a:schemeClr val="tx1"/>
          </a:fontRef>
        </p:style>
      </p:cxnSp>
      <p:sp>
        <p:nvSpPr>
          <p:cNvPr id="49" name="Flowchart: Or 48">
            <a:extLst>
              <a:ext uri="{FF2B5EF4-FFF2-40B4-BE49-F238E27FC236}">
                <a16:creationId xmlns:a16="http://schemas.microsoft.com/office/drawing/2014/main" id="{DC3AD86D-5937-D6F0-9F72-6F9186A51055}"/>
              </a:ext>
            </a:extLst>
          </p:cNvPr>
          <p:cNvSpPr/>
          <p:nvPr/>
        </p:nvSpPr>
        <p:spPr>
          <a:xfrm>
            <a:off x="5334000" y="3287713"/>
            <a:ext cx="381000" cy="446087"/>
          </a:xfrm>
          <a:prstGeom prst="flowChartOr">
            <a:avLst/>
          </a:prstGeom>
          <a:no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IN"/>
          </a:p>
        </p:txBody>
      </p:sp>
      <p:sp>
        <p:nvSpPr>
          <p:cNvPr id="50" name="Flowchart: Or 49">
            <a:extLst>
              <a:ext uri="{FF2B5EF4-FFF2-40B4-BE49-F238E27FC236}">
                <a16:creationId xmlns:a16="http://schemas.microsoft.com/office/drawing/2014/main" id="{396458B2-685B-CF6E-F02A-35C08E85B0FF}"/>
              </a:ext>
            </a:extLst>
          </p:cNvPr>
          <p:cNvSpPr/>
          <p:nvPr/>
        </p:nvSpPr>
        <p:spPr>
          <a:xfrm>
            <a:off x="6096000" y="3287713"/>
            <a:ext cx="381000" cy="446087"/>
          </a:xfrm>
          <a:prstGeom prst="flowChartOr">
            <a:avLst/>
          </a:prstGeom>
          <a:no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IN"/>
          </a:p>
        </p:txBody>
      </p:sp>
      <p:sp>
        <p:nvSpPr>
          <p:cNvPr id="51" name="Flowchart: Or 50">
            <a:extLst>
              <a:ext uri="{FF2B5EF4-FFF2-40B4-BE49-F238E27FC236}">
                <a16:creationId xmlns:a16="http://schemas.microsoft.com/office/drawing/2014/main" id="{53D6ED5A-0DF6-CB7E-189C-12C0176DBE7C}"/>
              </a:ext>
            </a:extLst>
          </p:cNvPr>
          <p:cNvSpPr/>
          <p:nvPr/>
        </p:nvSpPr>
        <p:spPr>
          <a:xfrm>
            <a:off x="6781800" y="3287713"/>
            <a:ext cx="381000" cy="446087"/>
          </a:xfrm>
          <a:prstGeom prst="flowChartOr">
            <a:avLst/>
          </a:prstGeom>
          <a:no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IN"/>
          </a:p>
        </p:txBody>
      </p:sp>
      <p:cxnSp>
        <p:nvCxnSpPr>
          <p:cNvPr id="52" name="Straight Arrow Connector 51">
            <a:extLst>
              <a:ext uri="{FF2B5EF4-FFF2-40B4-BE49-F238E27FC236}">
                <a16:creationId xmlns:a16="http://schemas.microsoft.com/office/drawing/2014/main" id="{8924C9F9-0FB7-5997-E05D-646309BCFE62}"/>
              </a:ext>
            </a:extLst>
          </p:cNvPr>
          <p:cNvCxnSpPr/>
          <p:nvPr/>
        </p:nvCxnSpPr>
        <p:spPr>
          <a:xfrm>
            <a:off x="5562600" y="3733800"/>
            <a:ext cx="0" cy="457200"/>
          </a:xfrm>
          <a:prstGeom prst="straightConnector1">
            <a:avLst/>
          </a:prstGeom>
          <a:ln w="22225">
            <a:tailEnd type="arrow"/>
          </a:ln>
        </p:spPr>
        <p:style>
          <a:lnRef idx="1">
            <a:schemeClr val="accent1"/>
          </a:lnRef>
          <a:fillRef idx="0">
            <a:schemeClr val="accent1"/>
          </a:fillRef>
          <a:effectRef idx="0">
            <a:schemeClr val="accent1"/>
          </a:effectRef>
          <a:fontRef idx="minor">
            <a:schemeClr val="tx1"/>
          </a:fontRef>
        </p:style>
      </p:cxnSp>
      <p:cxnSp>
        <p:nvCxnSpPr>
          <p:cNvPr id="53" name="Straight Arrow Connector 52">
            <a:extLst>
              <a:ext uri="{FF2B5EF4-FFF2-40B4-BE49-F238E27FC236}">
                <a16:creationId xmlns:a16="http://schemas.microsoft.com/office/drawing/2014/main" id="{FC12034C-C9B4-8F55-6867-1A17FB019B16}"/>
              </a:ext>
            </a:extLst>
          </p:cNvPr>
          <p:cNvCxnSpPr/>
          <p:nvPr/>
        </p:nvCxnSpPr>
        <p:spPr>
          <a:xfrm>
            <a:off x="6286500" y="3733800"/>
            <a:ext cx="0" cy="457200"/>
          </a:xfrm>
          <a:prstGeom prst="straightConnector1">
            <a:avLst/>
          </a:prstGeom>
          <a:ln w="22225">
            <a:tailEnd type="arrow"/>
          </a:ln>
        </p:spPr>
        <p:style>
          <a:lnRef idx="1">
            <a:schemeClr val="accent1"/>
          </a:lnRef>
          <a:fillRef idx="0">
            <a:schemeClr val="accent1"/>
          </a:fillRef>
          <a:effectRef idx="0">
            <a:schemeClr val="accent1"/>
          </a:effectRef>
          <a:fontRef idx="minor">
            <a:schemeClr val="tx1"/>
          </a:fontRef>
        </p:style>
      </p:cxnSp>
      <p:cxnSp>
        <p:nvCxnSpPr>
          <p:cNvPr id="54" name="Straight Arrow Connector 53">
            <a:extLst>
              <a:ext uri="{FF2B5EF4-FFF2-40B4-BE49-F238E27FC236}">
                <a16:creationId xmlns:a16="http://schemas.microsoft.com/office/drawing/2014/main" id="{724833B3-056C-51E8-9ECB-BCE94625534C}"/>
              </a:ext>
            </a:extLst>
          </p:cNvPr>
          <p:cNvCxnSpPr/>
          <p:nvPr/>
        </p:nvCxnSpPr>
        <p:spPr>
          <a:xfrm>
            <a:off x="6972300" y="3748088"/>
            <a:ext cx="0" cy="457200"/>
          </a:xfrm>
          <a:prstGeom prst="straightConnector1">
            <a:avLst/>
          </a:prstGeom>
          <a:ln w="22225">
            <a:tailEnd type="arrow"/>
          </a:ln>
        </p:spPr>
        <p:style>
          <a:lnRef idx="1">
            <a:schemeClr val="accent1"/>
          </a:lnRef>
          <a:fillRef idx="0">
            <a:schemeClr val="accent1"/>
          </a:fillRef>
          <a:effectRef idx="0">
            <a:schemeClr val="accent1"/>
          </a:effectRef>
          <a:fontRef idx="minor">
            <a:schemeClr val="tx1"/>
          </a:fontRef>
        </p:style>
      </p:cxnSp>
      <p:cxnSp>
        <p:nvCxnSpPr>
          <p:cNvPr id="56" name="Straight Arrow Connector 55">
            <a:extLst>
              <a:ext uri="{FF2B5EF4-FFF2-40B4-BE49-F238E27FC236}">
                <a16:creationId xmlns:a16="http://schemas.microsoft.com/office/drawing/2014/main" id="{9ECD03B9-E262-1070-781E-CE5C862B5064}"/>
              </a:ext>
            </a:extLst>
          </p:cNvPr>
          <p:cNvCxnSpPr/>
          <p:nvPr/>
        </p:nvCxnSpPr>
        <p:spPr>
          <a:xfrm flipV="1">
            <a:off x="5060950" y="3733800"/>
            <a:ext cx="273050" cy="457200"/>
          </a:xfrm>
          <a:prstGeom prst="straightConnector1">
            <a:avLst/>
          </a:prstGeom>
          <a:ln w="22225">
            <a:tailEnd type="arrow"/>
          </a:ln>
        </p:spPr>
        <p:style>
          <a:lnRef idx="1">
            <a:schemeClr val="accent1"/>
          </a:lnRef>
          <a:fillRef idx="0">
            <a:schemeClr val="accent1"/>
          </a:fillRef>
          <a:effectRef idx="0">
            <a:schemeClr val="accent1"/>
          </a:effectRef>
          <a:fontRef idx="minor">
            <a:schemeClr val="tx1"/>
          </a:fontRef>
        </p:style>
      </p:cxnSp>
      <p:cxnSp>
        <p:nvCxnSpPr>
          <p:cNvPr id="57" name="Straight Arrow Connector 56">
            <a:extLst>
              <a:ext uri="{FF2B5EF4-FFF2-40B4-BE49-F238E27FC236}">
                <a16:creationId xmlns:a16="http://schemas.microsoft.com/office/drawing/2014/main" id="{02D8C756-A38C-2017-DFCA-F82E9D10A836}"/>
              </a:ext>
            </a:extLst>
          </p:cNvPr>
          <p:cNvCxnSpPr/>
          <p:nvPr/>
        </p:nvCxnSpPr>
        <p:spPr>
          <a:xfrm flipV="1">
            <a:off x="5789613" y="3733800"/>
            <a:ext cx="273050" cy="457200"/>
          </a:xfrm>
          <a:prstGeom prst="straightConnector1">
            <a:avLst/>
          </a:prstGeom>
          <a:ln w="22225">
            <a:tailEnd type="arrow"/>
          </a:ln>
        </p:spPr>
        <p:style>
          <a:lnRef idx="1">
            <a:schemeClr val="accent1"/>
          </a:lnRef>
          <a:fillRef idx="0">
            <a:schemeClr val="accent1"/>
          </a:fillRef>
          <a:effectRef idx="0">
            <a:schemeClr val="accent1"/>
          </a:effectRef>
          <a:fontRef idx="minor">
            <a:schemeClr val="tx1"/>
          </a:fontRef>
        </p:style>
      </p:cxnSp>
      <p:cxnSp>
        <p:nvCxnSpPr>
          <p:cNvPr id="58" name="Straight Arrow Connector 57">
            <a:extLst>
              <a:ext uri="{FF2B5EF4-FFF2-40B4-BE49-F238E27FC236}">
                <a16:creationId xmlns:a16="http://schemas.microsoft.com/office/drawing/2014/main" id="{660A36B9-0C5B-9708-9189-B392F7B72C58}"/>
              </a:ext>
            </a:extLst>
          </p:cNvPr>
          <p:cNvCxnSpPr/>
          <p:nvPr/>
        </p:nvCxnSpPr>
        <p:spPr>
          <a:xfrm flipV="1">
            <a:off x="6477000" y="3748088"/>
            <a:ext cx="273050" cy="457200"/>
          </a:xfrm>
          <a:prstGeom prst="straightConnector1">
            <a:avLst/>
          </a:prstGeom>
          <a:ln w="22225">
            <a:tailEnd type="arrow"/>
          </a:ln>
        </p:spPr>
        <p:style>
          <a:lnRef idx="1">
            <a:schemeClr val="accent1"/>
          </a:lnRef>
          <a:fillRef idx="0">
            <a:schemeClr val="accent1"/>
          </a:fillRef>
          <a:effectRef idx="0">
            <a:schemeClr val="accent1"/>
          </a:effectRef>
          <a:fontRef idx="minor">
            <a:schemeClr val="tx1"/>
          </a:fontRef>
        </p:style>
      </p:cxnSp>
      <p:cxnSp>
        <p:nvCxnSpPr>
          <p:cNvPr id="60" name="Straight Arrow Connector 59">
            <a:extLst>
              <a:ext uri="{FF2B5EF4-FFF2-40B4-BE49-F238E27FC236}">
                <a16:creationId xmlns:a16="http://schemas.microsoft.com/office/drawing/2014/main" id="{9BAEFE2F-6E5A-FBA5-AE1A-51B473C7E6B9}"/>
              </a:ext>
            </a:extLst>
          </p:cNvPr>
          <p:cNvCxnSpPr>
            <a:endCxn id="49" idx="1"/>
          </p:cNvCxnSpPr>
          <p:nvPr/>
        </p:nvCxnSpPr>
        <p:spPr>
          <a:xfrm>
            <a:off x="1219200" y="1562100"/>
            <a:ext cx="4170363" cy="1792288"/>
          </a:xfrm>
          <a:prstGeom prst="straightConnector1">
            <a:avLst/>
          </a:prstGeom>
          <a:ln w="22225">
            <a:tailEnd type="arrow"/>
          </a:ln>
        </p:spPr>
        <p:style>
          <a:lnRef idx="1">
            <a:schemeClr val="accent1"/>
          </a:lnRef>
          <a:fillRef idx="0">
            <a:schemeClr val="accent1"/>
          </a:fillRef>
          <a:effectRef idx="0">
            <a:schemeClr val="accent1"/>
          </a:effectRef>
          <a:fontRef idx="minor">
            <a:schemeClr val="tx1"/>
          </a:fontRef>
        </p:style>
      </p:cxnSp>
      <p:cxnSp>
        <p:nvCxnSpPr>
          <p:cNvPr id="62" name="Straight Arrow Connector 61">
            <a:extLst>
              <a:ext uri="{FF2B5EF4-FFF2-40B4-BE49-F238E27FC236}">
                <a16:creationId xmlns:a16="http://schemas.microsoft.com/office/drawing/2014/main" id="{F50914B7-108E-A85B-EBB4-3212CD42AE1B}"/>
              </a:ext>
            </a:extLst>
          </p:cNvPr>
          <p:cNvCxnSpPr>
            <a:endCxn id="50" idx="1"/>
          </p:cNvCxnSpPr>
          <p:nvPr/>
        </p:nvCxnSpPr>
        <p:spPr>
          <a:xfrm>
            <a:off x="2019300" y="1562100"/>
            <a:ext cx="4132263" cy="1792288"/>
          </a:xfrm>
          <a:prstGeom prst="straightConnector1">
            <a:avLst/>
          </a:prstGeom>
          <a:ln w="22225">
            <a:tailEnd type="arrow"/>
          </a:ln>
        </p:spPr>
        <p:style>
          <a:lnRef idx="1">
            <a:schemeClr val="accent1"/>
          </a:lnRef>
          <a:fillRef idx="0">
            <a:schemeClr val="accent1"/>
          </a:fillRef>
          <a:effectRef idx="0">
            <a:schemeClr val="accent1"/>
          </a:effectRef>
          <a:fontRef idx="minor">
            <a:schemeClr val="tx1"/>
          </a:fontRef>
        </p:style>
      </p:cxnSp>
      <p:cxnSp>
        <p:nvCxnSpPr>
          <p:cNvPr id="64" name="Straight Arrow Connector 63">
            <a:extLst>
              <a:ext uri="{FF2B5EF4-FFF2-40B4-BE49-F238E27FC236}">
                <a16:creationId xmlns:a16="http://schemas.microsoft.com/office/drawing/2014/main" id="{7DDA290A-4787-5DB1-E7D5-8148EDC32006}"/>
              </a:ext>
            </a:extLst>
          </p:cNvPr>
          <p:cNvCxnSpPr>
            <a:endCxn id="51" idx="1"/>
          </p:cNvCxnSpPr>
          <p:nvPr/>
        </p:nvCxnSpPr>
        <p:spPr>
          <a:xfrm>
            <a:off x="2598738" y="1477963"/>
            <a:ext cx="4238625" cy="1876425"/>
          </a:xfrm>
          <a:prstGeom prst="straightConnector1">
            <a:avLst/>
          </a:prstGeom>
          <a:ln w="22225">
            <a:tailEnd type="arrow"/>
          </a:ln>
        </p:spPr>
        <p:style>
          <a:lnRef idx="1">
            <a:schemeClr val="accent1"/>
          </a:lnRef>
          <a:fillRef idx="0">
            <a:schemeClr val="accent1"/>
          </a:fillRef>
          <a:effectRef idx="0">
            <a:schemeClr val="accent1"/>
          </a:effectRef>
          <a:fontRef idx="minor">
            <a:schemeClr val="tx1"/>
          </a:fontRef>
        </p:style>
      </p:cxnSp>
      <p:sp>
        <p:nvSpPr>
          <p:cNvPr id="69" name="TextBox 68">
            <a:extLst>
              <a:ext uri="{FF2B5EF4-FFF2-40B4-BE49-F238E27FC236}">
                <a16:creationId xmlns:a16="http://schemas.microsoft.com/office/drawing/2014/main" id="{56C3434C-A980-8628-2AA7-EA931ECB0C50}"/>
              </a:ext>
            </a:extLst>
          </p:cNvPr>
          <p:cNvSpPr txBox="1">
            <a:spLocks noChangeArrowheads="1"/>
          </p:cNvSpPr>
          <p:nvPr/>
        </p:nvSpPr>
        <p:spPr bwMode="auto">
          <a:xfrm>
            <a:off x="4692650" y="4800600"/>
            <a:ext cx="533400" cy="1200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r>
              <a:rPr lang="en-US" altLang="en-US" b="1"/>
              <a:t>R1</a:t>
            </a:r>
          </a:p>
          <a:p>
            <a:r>
              <a:rPr lang="en-US" altLang="en-US" b="1"/>
              <a:t>R2</a:t>
            </a:r>
          </a:p>
          <a:p>
            <a:r>
              <a:rPr lang="en-US" altLang="en-US" b="1"/>
              <a:t>R3</a:t>
            </a:r>
          </a:p>
          <a:p>
            <a:r>
              <a:rPr lang="en-US" altLang="en-US" b="1"/>
              <a:t>R4</a:t>
            </a:r>
            <a:endParaRPr lang="en-IN" altLang="en-US" b="1"/>
          </a:p>
        </p:txBody>
      </p:sp>
      <p:sp>
        <p:nvSpPr>
          <p:cNvPr id="70" name="TextBox 69">
            <a:extLst>
              <a:ext uri="{FF2B5EF4-FFF2-40B4-BE49-F238E27FC236}">
                <a16:creationId xmlns:a16="http://schemas.microsoft.com/office/drawing/2014/main" id="{AE47CB92-84CA-BFE7-F9C9-9421F5F03A92}"/>
              </a:ext>
            </a:extLst>
          </p:cNvPr>
          <p:cNvSpPr txBox="1">
            <a:spLocks noChangeArrowheads="1"/>
          </p:cNvSpPr>
          <p:nvPr/>
        </p:nvSpPr>
        <p:spPr bwMode="auto">
          <a:xfrm>
            <a:off x="5378450" y="4800600"/>
            <a:ext cx="533400" cy="1200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r>
              <a:rPr lang="en-US" altLang="en-US" b="1"/>
              <a:t>R5</a:t>
            </a:r>
          </a:p>
          <a:p>
            <a:r>
              <a:rPr lang="en-US" altLang="en-US" b="1"/>
              <a:t>R6</a:t>
            </a:r>
          </a:p>
          <a:p>
            <a:r>
              <a:rPr lang="en-US" altLang="en-US" b="1"/>
              <a:t>R7</a:t>
            </a:r>
          </a:p>
          <a:p>
            <a:r>
              <a:rPr lang="en-US" altLang="en-US" b="1"/>
              <a:t>R8</a:t>
            </a:r>
          </a:p>
        </p:txBody>
      </p:sp>
      <p:sp>
        <p:nvSpPr>
          <p:cNvPr id="71" name="TextBox 70">
            <a:extLst>
              <a:ext uri="{FF2B5EF4-FFF2-40B4-BE49-F238E27FC236}">
                <a16:creationId xmlns:a16="http://schemas.microsoft.com/office/drawing/2014/main" id="{A3E5F451-DAA8-A79C-A6C7-AC22018284A1}"/>
              </a:ext>
            </a:extLst>
          </p:cNvPr>
          <p:cNvSpPr txBox="1">
            <a:spLocks noChangeArrowheads="1"/>
          </p:cNvSpPr>
          <p:nvPr/>
        </p:nvSpPr>
        <p:spPr bwMode="auto">
          <a:xfrm>
            <a:off x="5943600" y="4800600"/>
            <a:ext cx="609600" cy="1384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r>
              <a:rPr lang="en-US" altLang="en-US" b="1" baseline="-25000"/>
              <a:t> </a:t>
            </a:r>
            <a:r>
              <a:rPr lang="en-US" altLang="en-US" b="1"/>
              <a:t>R9</a:t>
            </a:r>
          </a:p>
          <a:p>
            <a:r>
              <a:rPr lang="en-US" altLang="en-US" b="1"/>
              <a:t>R10R11</a:t>
            </a:r>
          </a:p>
          <a:p>
            <a:r>
              <a:rPr lang="en-US" altLang="en-US" b="1"/>
              <a:t>R12</a:t>
            </a:r>
          </a:p>
          <a:p>
            <a:endParaRPr lang="en-US" altLang="en-US" b="1" baseline="-25000"/>
          </a:p>
        </p:txBody>
      </p:sp>
      <p:sp>
        <p:nvSpPr>
          <p:cNvPr id="73" name="TextBox 72">
            <a:extLst>
              <a:ext uri="{FF2B5EF4-FFF2-40B4-BE49-F238E27FC236}">
                <a16:creationId xmlns:a16="http://schemas.microsoft.com/office/drawing/2014/main" id="{3B27DDF0-0B23-08AA-9E18-F4A149C0CD01}"/>
              </a:ext>
            </a:extLst>
          </p:cNvPr>
          <p:cNvSpPr txBox="1">
            <a:spLocks noChangeArrowheads="1"/>
          </p:cNvSpPr>
          <p:nvPr/>
        </p:nvSpPr>
        <p:spPr bwMode="auto">
          <a:xfrm>
            <a:off x="6553200" y="4624388"/>
            <a:ext cx="609600" cy="1384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r>
              <a:rPr lang="en-US" altLang="en-US" b="1" baseline="-25000"/>
              <a:t> </a:t>
            </a:r>
            <a:r>
              <a:rPr lang="en-US" altLang="en-US" b="1"/>
              <a:t>R15</a:t>
            </a:r>
          </a:p>
          <a:p>
            <a:r>
              <a:rPr lang="en-US" altLang="en-US" b="1"/>
              <a:t>R16R17</a:t>
            </a:r>
          </a:p>
          <a:p>
            <a:r>
              <a:rPr lang="en-US" altLang="en-US" b="1"/>
              <a:t>R18</a:t>
            </a:r>
          </a:p>
          <a:p>
            <a:endParaRPr lang="en-US" altLang="en-US" b="1" baseline="-25000"/>
          </a:p>
        </p:txBody>
      </p:sp>
      <p:sp>
        <p:nvSpPr>
          <p:cNvPr id="74" name="TextBox 73">
            <a:extLst>
              <a:ext uri="{FF2B5EF4-FFF2-40B4-BE49-F238E27FC236}">
                <a16:creationId xmlns:a16="http://schemas.microsoft.com/office/drawing/2014/main" id="{108BCB64-46E4-BB8A-DFC7-9D6FB59095FB}"/>
              </a:ext>
            </a:extLst>
          </p:cNvPr>
          <p:cNvSpPr txBox="1">
            <a:spLocks noChangeArrowheads="1"/>
          </p:cNvSpPr>
          <p:nvPr/>
        </p:nvSpPr>
        <p:spPr bwMode="auto">
          <a:xfrm>
            <a:off x="360363" y="3619500"/>
            <a:ext cx="3671887" cy="1200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r>
              <a:rPr lang="en-US" altLang="en-US" sz="3600" b="1">
                <a:solidFill>
                  <a:srgbClr val="FF0000"/>
                </a:solidFill>
              </a:rPr>
              <a:t>What is this Function g?</a:t>
            </a:r>
          </a:p>
        </p:txBody>
      </p:sp>
      <p:sp>
        <p:nvSpPr>
          <p:cNvPr id="75" name="TextBox 74">
            <a:extLst>
              <a:ext uri="{FF2B5EF4-FFF2-40B4-BE49-F238E27FC236}">
                <a16:creationId xmlns:a16="http://schemas.microsoft.com/office/drawing/2014/main" id="{7D1CC0DE-195D-8344-9F3D-019CE1D3E5D4}"/>
              </a:ext>
            </a:extLst>
          </p:cNvPr>
          <p:cNvSpPr txBox="1">
            <a:spLocks noChangeArrowheads="1"/>
          </p:cNvSpPr>
          <p:nvPr/>
        </p:nvSpPr>
        <p:spPr bwMode="auto">
          <a:xfrm>
            <a:off x="409575" y="5510213"/>
            <a:ext cx="4079875"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r>
              <a:rPr lang="en-US" altLang="en-US" sz="3600" b="1">
                <a:solidFill>
                  <a:srgbClr val="FF0000"/>
                </a:solidFill>
              </a:rPr>
              <a:t>W4= W0     g(W3)</a:t>
            </a:r>
          </a:p>
        </p:txBody>
      </p:sp>
      <p:sp>
        <p:nvSpPr>
          <p:cNvPr id="76" name="Flowchart: Or 75">
            <a:extLst>
              <a:ext uri="{FF2B5EF4-FFF2-40B4-BE49-F238E27FC236}">
                <a16:creationId xmlns:a16="http://schemas.microsoft.com/office/drawing/2014/main" id="{56D54967-8D78-CE90-66EE-6AB199029EA1}"/>
              </a:ext>
            </a:extLst>
          </p:cNvPr>
          <p:cNvSpPr/>
          <p:nvPr/>
        </p:nvSpPr>
        <p:spPr>
          <a:xfrm>
            <a:off x="2444750" y="5680075"/>
            <a:ext cx="306388" cy="352425"/>
          </a:xfrm>
          <a:prstGeom prst="flowChartOr">
            <a:avLst/>
          </a:prstGeom>
          <a:no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IN" b="1">
              <a:ln w="18000">
                <a:solidFill>
                  <a:schemeClr val="accent2">
                    <a:satMod val="140000"/>
                  </a:schemeClr>
                </a:solidFill>
                <a:prstDash val="solid"/>
                <a:miter lim="800000"/>
              </a:ln>
              <a:noFill/>
              <a:effectLst>
                <a:outerShdw blurRad="25500" dist="23000" dir="7020000" algn="tl">
                  <a:srgbClr val="000000">
                    <a:alpha val="50000"/>
                  </a:srgbClr>
                </a:outerShdw>
              </a:effectLst>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9"/>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0"/>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1"/>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nodeType="clickEffect">
                                  <p:stCondLst>
                                    <p:cond delay="0"/>
                                  </p:stCondLst>
                                  <p:childTnLst>
                                    <p:set>
                                      <p:cBhvr>
                                        <p:cTn id="26" dur="1" fill="hold">
                                          <p:stCondLst>
                                            <p:cond delay="0"/>
                                          </p:stCondLst>
                                        </p:cTn>
                                        <p:tgtEl>
                                          <p:spTgt spid="12"/>
                                        </p:tgtEl>
                                        <p:attrNameLst>
                                          <p:attrName>style.visibility</p:attrName>
                                        </p:attrNameLst>
                                      </p:cBhvr>
                                      <p:to>
                                        <p:strVal val="visible"/>
                                      </p:to>
                                    </p:set>
                                  </p:childTnLst>
                                </p:cTn>
                              </p:par>
                            </p:childTnLst>
                          </p:cTn>
                        </p:par>
                      </p:childTnLst>
                    </p:cTn>
                  </p:par>
                  <p:par>
                    <p:cTn id="27" fill="hold" nodeType="clickPar">
                      <p:stCondLst>
                        <p:cond delay="indefinite"/>
                      </p:stCondLst>
                      <p:childTnLst>
                        <p:par>
                          <p:cTn id="28" fill="hold" nodeType="withGroup">
                            <p:stCondLst>
                              <p:cond delay="0"/>
                            </p:stCondLst>
                            <p:childTnLst>
                              <p:par>
                                <p:cTn id="29" presetID="1" presetClass="entr" presetSubtype="0" fill="hold" nodeType="clickEffect">
                                  <p:stCondLst>
                                    <p:cond delay="0"/>
                                  </p:stCondLst>
                                  <p:childTnLst>
                                    <p:set>
                                      <p:cBhvr>
                                        <p:cTn id="30" dur="1" fill="hold">
                                          <p:stCondLst>
                                            <p:cond delay="0"/>
                                          </p:stCondLst>
                                        </p:cTn>
                                        <p:tgtEl>
                                          <p:spTgt spid="14"/>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7"/>
                                        </p:tgtEl>
                                        <p:attrNameLst>
                                          <p:attrName>style.visibility</p:attrName>
                                        </p:attrNameLst>
                                      </p:cBhvr>
                                      <p:to>
                                        <p:strVal val="visible"/>
                                      </p:to>
                                    </p:set>
                                  </p:childTnLst>
                                </p:cTn>
                              </p:par>
                            </p:childTnLst>
                          </p:cTn>
                        </p:par>
                      </p:childTnLst>
                    </p:cTn>
                  </p:par>
                  <p:par>
                    <p:cTn id="33" fill="hold" nodeType="clickPar">
                      <p:stCondLst>
                        <p:cond delay="indefinite"/>
                      </p:stCondLst>
                      <p:childTnLst>
                        <p:par>
                          <p:cTn id="34" fill="hold" nodeType="withGroup">
                            <p:stCondLst>
                              <p:cond delay="0"/>
                            </p:stCondLst>
                            <p:childTnLst>
                              <p:par>
                                <p:cTn id="35" presetID="1" presetClass="entr" presetSubtype="0" fill="hold" nodeType="clickEffect">
                                  <p:stCondLst>
                                    <p:cond delay="0"/>
                                  </p:stCondLst>
                                  <p:childTnLst>
                                    <p:set>
                                      <p:cBhvr>
                                        <p:cTn id="36" dur="1" fill="hold">
                                          <p:stCondLst>
                                            <p:cond delay="0"/>
                                          </p:stCondLst>
                                        </p:cTn>
                                        <p:tgtEl>
                                          <p:spTgt spid="34"/>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40"/>
                                        </p:tgtEl>
                                        <p:attrNameLst>
                                          <p:attrName>style.visibility</p:attrName>
                                        </p:attrNameLst>
                                      </p:cBhvr>
                                      <p:to>
                                        <p:strVal val="visible"/>
                                      </p:to>
                                    </p:set>
                                  </p:childTnLst>
                                </p:cTn>
                              </p:par>
                            </p:childTnLst>
                          </p:cTn>
                        </p:par>
                      </p:childTnLst>
                    </p:cTn>
                  </p:par>
                  <p:par>
                    <p:cTn id="39" fill="hold" nodeType="clickPar">
                      <p:stCondLst>
                        <p:cond delay="indefinite"/>
                      </p:stCondLst>
                      <p:childTnLst>
                        <p:par>
                          <p:cTn id="40" fill="hold" nodeType="withGroup">
                            <p:stCondLst>
                              <p:cond delay="0"/>
                            </p:stCondLst>
                            <p:childTnLst>
                              <p:par>
                                <p:cTn id="41" presetID="1" presetClass="entr" presetSubtype="0" fill="hold" nodeType="clickEffect">
                                  <p:stCondLst>
                                    <p:cond delay="0"/>
                                  </p:stCondLst>
                                  <p:childTnLst>
                                    <p:set>
                                      <p:cBhvr>
                                        <p:cTn id="42" dur="1" fill="hold">
                                          <p:stCondLst>
                                            <p:cond delay="0"/>
                                          </p:stCondLst>
                                        </p:cTn>
                                        <p:tgtEl>
                                          <p:spTgt spid="43"/>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28"/>
                                        </p:tgtEl>
                                        <p:attrNameLst>
                                          <p:attrName>style.visibility</p:attrName>
                                        </p:attrNameLst>
                                      </p:cBhvr>
                                      <p:to>
                                        <p:strVal val="visible"/>
                                      </p:to>
                                    </p:set>
                                  </p:childTnLst>
                                </p:cTn>
                              </p:par>
                              <p:par>
                                <p:cTn id="45" presetID="1" presetClass="entr" presetSubtype="0" fill="hold" nodeType="withEffect">
                                  <p:stCondLst>
                                    <p:cond delay="0"/>
                                  </p:stCondLst>
                                  <p:childTnLst>
                                    <p:set>
                                      <p:cBhvr>
                                        <p:cTn id="46" dur="1" fill="hold">
                                          <p:stCondLst>
                                            <p:cond delay="0"/>
                                          </p:stCondLst>
                                        </p:cTn>
                                        <p:tgtEl>
                                          <p:spTgt spid="47"/>
                                        </p:tgtEl>
                                        <p:attrNameLst>
                                          <p:attrName>style.visibility</p:attrName>
                                        </p:attrNameLst>
                                      </p:cBhvr>
                                      <p:to>
                                        <p:strVal val="visible"/>
                                      </p:to>
                                    </p:set>
                                  </p:childTnLst>
                                </p:cTn>
                              </p:par>
                            </p:childTnLst>
                          </p:cTn>
                        </p:par>
                      </p:childTnLst>
                    </p:cTn>
                  </p:par>
                  <p:par>
                    <p:cTn id="47" fill="hold" nodeType="clickPar">
                      <p:stCondLst>
                        <p:cond delay="indefinite"/>
                      </p:stCondLst>
                      <p:childTnLst>
                        <p:par>
                          <p:cTn id="48" fill="hold" nodeType="withGroup">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69"/>
                                        </p:tgtEl>
                                        <p:attrNameLst>
                                          <p:attrName>style.visibility</p:attrName>
                                        </p:attrNameLst>
                                      </p:cBhvr>
                                      <p:to>
                                        <p:strVal val="visible"/>
                                      </p:to>
                                    </p:set>
                                  </p:childTnLst>
                                </p:cTn>
                              </p:par>
                            </p:childTnLst>
                          </p:cTn>
                        </p:par>
                      </p:childTnLst>
                    </p:cTn>
                  </p:par>
                  <p:par>
                    <p:cTn id="51" fill="hold" nodeType="clickPar">
                      <p:stCondLst>
                        <p:cond delay="indefinite"/>
                      </p:stCondLst>
                      <p:childTnLst>
                        <p:par>
                          <p:cTn id="52" fill="hold" nodeType="withGroup">
                            <p:stCondLst>
                              <p:cond delay="0"/>
                            </p:stCondLst>
                            <p:childTnLst>
                              <p:par>
                                <p:cTn id="53" presetID="1" presetClass="entr" presetSubtype="0" fill="hold" nodeType="clickEffect">
                                  <p:stCondLst>
                                    <p:cond delay="0"/>
                                  </p:stCondLst>
                                  <p:childTnLst>
                                    <p:set>
                                      <p:cBhvr>
                                        <p:cTn id="54" dur="1" fill="hold">
                                          <p:stCondLst>
                                            <p:cond delay="0"/>
                                          </p:stCondLst>
                                        </p:cTn>
                                        <p:tgtEl>
                                          <p:spTgt spid="56"/>
                                        </p:tgtEl>
                                        <p:attrNameLst>
                                          <p:attrName>style.visibility</p:attrName>
                                        </p:attrNameLst>
                                      </p:cBhvr>
                                      <p:to>
                                        <p:strVal val="visible"/>
                                      </p:to>
                                    </p:set>
                                  </p:childTnLst>
                                </p:cTn>
                              </p:par>
                              <p:par>
                                <p:cTn id="55" presetID="1" presetClass="entr" presetSubtype="0" fill="hold" grpId="0" nodeType="withEffect">
                                  <p:stCondLst>
                                    <p:cond delay="0"/>
                                  </p:stCondLst>
                                  <p:childTnLst>
                                    <p:set>
                                      <p:cBhvr>
                                        <p:cTn id="56" dur="1" fill="hold">
                                          <p:stCondLst>
                                            <p:cond delay="0"/>
                                          </p:stCondLst>
                                        </p:cTn>
                                        <p:tgtEl>
                                          <p:spTgt spid="49"/>
                                        </p:tgtEl>
                                        <p:attrNameLst>
                                          <p:attrName>style.visibility</p:attrName>
                                        </p:attrNameLst>
                                      </p:cBhvr>
                                      <p:to>
                                        <p:strVal val="visible"/>
                                      </p:to>
                                    </p:set>
                                  </p:childTnLst>
                                </p:cTn>
                              </p:par>
                            </p:childTnLst>
                          </p:cTn>
                        </p:par>
                      </p:childTnLst>
                    </p:cTn>
                  </p:par>
                  <p:par>
                    <p:cTn id="57" fill="hold" nodeType="clickPar">
                      <p:stCondLst>
                        <p:cond delay="indefinite"/>
                      </p:stCondLst>
                      <p:childTnLst>
                        <p:par>
                          <p:cTn id="58" fill="hold" nodeType="withGroup">
                            <p:stCondLst>
                              <p:cond delay="0"/>
                            </p:stCondLst>
                            <p:childTnLst>
                              <p:par>
                                <p:cTn id="59" presetID="1" presetClass="entr" presetSubtype="0" fill="hold" nodeType="clickEffect">
                                  <p:stCondLst>
                                    <p:cond delay="0"/>
                                  </p:stCondLst>
                                  <p:childTnLst>
                                    <p:set>
                                      <p:cBhvr>
                                        <p:cTn id="60" dur="1" fill="hold">
                                          <p:stCondLst>
                                            <p:cond delay="0"/>
                                          </p:stCondLst>
                                        </p:cTn>
                                        <p:tgtEl>
                                          <p:spTgt spid="60"/>
                                        </p:tgtEl>
                                        <p:attrNameLst>
                                          <p:attrName>style.visibility</p:attrName>
                                        </p:attrNameLst>
                                      </p:cBhvr>
                                      <p:to>
                                        <p:strVal val="visible"/>
                                      </p:to>
                                    </p:set>
                                  </p:childTnLst>
                                </p:cTn>
                              </p:par>
                            </p:childTnLst>
                          </p:cTn>
                        </p:par>
                      </p:childTnLst>
                    </p:cTn>
                  </p:par>
                  <p:par>
                    <p:cTn id="61" fill="hold" nodeType="clickPar">
                      <p:stCondLst>
                        <p:cond delay="indefinite"/>
                      </p:stCondLst>
                      <p:childTnLst>
                        <p:par>
                          <p:cTn id="62" fill="hold" nodeType="withGroup">
                            <p:stCondLst>
                              <p:cond delay="0"/>
                            </p:stCondLst>
                            <p:childTnLst>
                              <p:par>
                                <p:cTn id="63" presetID="1" presetClass="entr" presetSubtype="0" fill="hold" nodeType="clickEffect">
                                  <p:stCondLst>
                                    <p:cond delay="0"/>
                                  </p:stCondLst>
                                  <p:childTnLst>
                                    <p:set>
                                      <p:cBhvr>
                                        <p:cTn id="64" dur="1" fill="hold">
                                          <p:stCondLst>
                                            <p:cond delay="0"/>
                                          </p:stCondLst>
                                        </p:cTn>
                                        <p:tgtEl>
                                          <p:spTgt spid="52"/>
                                        </p:tgtEl>
                                        <p:attrNameLst>
                                          <p:attrName>style.visibility</p:attrName>
                                        </p:attrNameLst>
                                      </p:cBhvr>
                                      <p:to>
                                        <p:strVal val="visible"/>
                                      </p:to>
                                    </p:set>
                                  </p:childTnLst>
                                </p:cTn>
                              </p:par>
                            </p:childTnLst>
                          </p:cTn>
                        </p:par>
                      </p:childTnLst>
                    </p:cTn>
                  </p:par>
                  <p:par>
                    <p:cTn id="65" fill="hold" nodeType="clickPar">
                      <p:stCondLst>
                        <p:cond delay="indefinite"/>
                      </p:stCondLst>
                      <p:childTnLst>
                        <p:par>
                          <p:cTn id="66" fill="hold" nodeType="withGroup">
                            <p:stCondLst>
                              <p:cond delay="0"/>
                            </p:stCondLst>
                            <p:childTnLst>
                              <p:par>
                                <p:cTn id="67" presetID="1" presetClass="entr" presetSubtype="0" fill="hold" grpId="0" nodeType="clickEffect">
                                  <p:stCondLst>
                                    <p:cond delay="0"/>
                                  </p:stCondLst>
                                  <p:childTnLst>
                                    <p:set>
                                      <p:cBhvr>
                                        <p:cTn id="68" dur="1" fill="hold">
                                          <p:stCondLst>
                                            <p:cond delay="0"/>
                                          </p:stCondLst>
                                        </p:cTn>
                                        <p:tgtEl>
                                          <p:spTgt spid="70"/>
                                        </p:tgtEl>
                                        <p:attrNameLst>
                                          <p:attrName>style.visibility</p:attrName>
                                        </p:attrNameLst>
                                      </p:cBhvr>
                                      <p:to>
                                        <p:strVal val="visible"/>
                                      </p:to>
                                    </p:set>
                                  </p:childTnLst>
                                </p:cTn>
                              </p:par>
                            </p:childTnLst>
                          </p:cTn>
                        </p:par>
                      </p:childTnLst>
                    </p:cTn>
                  </p:par>
                  <p:par>
                    <p:cTn id="69" fill="hold" nodeType="clickPar">
                      <p:stCondLst>
                        <p:cond delay="indefinite"/>
                      </p:stCondLst>
                      <p:childTnLst>
                        <p:par>
                          <p:cTn id="70" fill="hold" nodeType="withGroup">
                            <p:stCondLst>
                              <p:cond delay="0"/>
                            </p:stCondLst>
                            <p:childTnLst>
                              <p:par>
                                <p:cTn id="71" presetID="1" presetClass="entr" presetSubtype="0" fill="hold" nodeType="clickEffect">
                                  <p:stCondLst>
                                    <p:cond delay="0"/>
                                  </p:stCondLst>
                                  <p:childTnLst>
                                    <p:set>
                                      <p:cBhvr>
                                        <p:cTn id="72" dur="1" fill="hold">
                                          <p:stCondLst>
                                            <p:cond delay="0"/>
                                          </p:stCondLst>
                                        </p:cTn>
                                        <p:tgtEl>
                                          <p:spTgt spid="57"/>
                                        </p:tgtEl>
                                        <p:attrNameLst>
                                          <p:attrName>style.visibility</p:attrName>
                                        </p:attrNameLst>
                                      </p:cBhvr>
                                      <p:to>
                                        <p:strVal val="visible"/>
                                      </p:to>
                                    </p:set>
                                  </p:childTnLst>
                                </p:cTn>
                              </p:par>
                              <p:par>
                                <p:cTn id="73" presetID="1" presetClass="entr" presetSubtype="0" fill="hold" grpId="0" nodeType="withEffect">
                                  <p:stCondLst>
                                    <p:cond delay="0"/>
                                  </p:stCondLst>
                                  <p:childTnLst>
                                    <p:set>
                                      <p:cBhvr>
                                        <p:cTn id="74" dur="1" fill="hold">
                                          <p:stCondLst>
                                            <p:cond delay="0"/>
                                          </p:stCondLst>
                                        </p:cTn>
                                        <p:tgtEl>
                                          <p:spTgt spid="50"/>
                                        </p:tgtEl>
                                        <p:attrNameLst>
                                          <p:attrName>style.visibility</p:attrName>
                                        </p:attrNameLst>
                                      </p:cBhvr>
                                      <p:to>
                                        <p:strVal val="visible"/>
                                      </p:to>
                                    </p:set>
                                  </p:childTnLst>
                                </p:cTn>
                              </p:par>
                            </p:childTnLst>
                          </p:cTn>
                        </p:par>
                      </p:childTnLst>
                    </p:cTn>
                  </p:par>
                  <p:par>
                    <p:cTn id="75" fill="hold" nodeType="clickPar">
                      <p:stCondLst>
                        <p:cond delay="indefinite"/>
                      </p:stCondLst>
                      <p:childTnLst>
                        <p:par>
                          <p:cTn id="76" fill="hold" nodeType="withGroup">
                            <p:stCondLst>
                              <p:cond delay="0"/>
                            </p:stCondLst>
                            <p:childTnLst>
                              <p:par>
                                <p:cTn id="77" presetID="1" presetClass="entr" presetSubtype="0" fill="hold" nodeType="clickEffect">
                                  <p:stCondLst>
                                    <p:cond delay="0"/>
                                  </p:stCondLst>
                                  <p:childTnLst>
                                    <p:set>
                                      <p:cBhvr>
                                        <p:cTn id="78" dur="1" fill="hold">
                                          <p:stCondLst>
                                            <p:cond delay="0"/>
                                          </p:stCondLst>
                                        </p:cTn>
                                        <p:tgtEl>
                                          <p:spTgt spid="62"/>
                                        </p:tgtEl>
                                        <p:attrNameLst>
                                          <p:attrName>style.visibility</p:attrName>
                                        </p:attrNameLst>
                                      </p:cBhvr>
                                      <p:to>
                                        <p:strVal val="visible"/>
                                      </p:to>
                                    </p:set>
                                  </p:childTnLst>
                                </p:cTn>
                              </p:par>
                            </p:childTnLst>
                          </p:cTn>
                        </p:par>
                      </p:childTnLst>
                    </p:cTn>
                  </p:par>
                  <p:par>
                    <p:cTn id="79" fill="hold" nodeType="clickPar">
                      <p:stCondLst>
                        <p:cond delay="indefinite"/>
                      </p:stCondLst>
                      <p:childTnLst>
                        <p:par>
                          <p:cTn id="80" fill="hold" nodeType="withGroup">
                            <p:stCondLst>
                              <p:cond delay="0"/>
                            </p:stCondLst>
                            <p:childTnLst>
                              <p:par>
                                <p:cTn id="81" presetID="1" presetClass="entr" presetSubtype="0" fill="hold" nodeType="clickEffect">
                                  <p:stCondLst>
                                    <p:cond delay="0"/>
                                  </p:stCondLst>
                                  <p:childTnLst>
                                    <p:set>
                                      <p:cBhvr>
                                        <p:cTn id="82" dur="1" fill="hold">
                                          <p:stCondLst>
                                            <p:cond delay="0"/>
                                          </p:stCondLst>
                                        </p:cTn>
                                        <p:tgtEl>
                                          <p:spTgt spid="53"/>
                                        </p:tgtEl>
                                        <p:attrNameLst>
                                          <p:attrName>style.visibility</p:attrName>
                                        </p:attrNameLst>
                                      </p:cBhvr>
                                      <p:to>
                                        <p:strVal val="visible"/>
                                      </p:to>
                                    </p:set>
                                  </p:childTnLst>
                                </p:cTn>
                              </p:par>
                            </p:childTnLst>
                          </p:cTn>
                        </p:par>
                      </p:childTnLst>
                    </p:cTn>
                  </p:par>
                  <p:par>
                    <p:cTn id="83" fill="hold" nodeType="clickPar">
                      <p:stCondLst>
                        <p:cond delay="indefinite"/>
                      </p:stCondLst>
                      <p:childTnLst>
                        <p:par>
                          <p:cTn id="84" fill="hold" nodeType="withGroup">
                            <p:stCondLst>
                              <p:cond delay="0"/>
                            </p:stCondLst>
                            <p:childTnLst>
                              <p:par>
                                <p:cTn id="85" presetID="1" presetClass="entr" presetSubtype="0" fill="hold" grpId="0" nodeType="clickEffect">
                                  <p:stCondLst>
                                    <p:cond delay="0"/>
                                  </p:stCondLst>
                                  <p:childTnLst>
                                    <p:set>
                                      <p:cBhvr>
                                        <p:cTn id="86" dur="1" fill="hold">
                                          <p:stCondLst>
                                            <p:cond delay="0"/>
                                          </p:stCondLst>
                                        </p:cTn>
                                        <p:tgtEl>
                                          <p:spTgt spid="71"/>
                                        </p:tgtEl>
                                        <p:attrNameLst>
                                          <p:attrName>style.visibility</p:attrName>
                                        </p:attrNameLst>
                                      </p:cBhvr>
                                      <p:to>
                                        <p:strVal val="visible"/>
                                      </p:to>
                                    </p:set>
                                  </p:childTnLst>
                                </p:cTn>
                              </p:par>
                            </p:childTnLst>
                          </p:cTn>
                        </p:par>
                      </p:childTnLst>
                    </p:cTn>
                  </p:par>
                  <p:par>
                    <p:cTn id="87" fill="hold" nodeType="clickPar">
                      <p:stCondLst>
                        <p:cond delay="indefinite"/>
                      </p:stCondLst>
                      <p:childTnLst>
                        <p:par>
                          <p:cTn id="88" fill="hold" nodeType="withGroup">
                            <p:stCondLst>
                              <p:cond delay="0"/>
                            </p:stCondLst>
                            <p:childTnLst>
                              <p:par>
                                <p:cTn id="89" presetID="1" presetClass="entr" presetSubtype="0" fill="hold" nodeType="clickEffect">
                                  <p:stCondLst>
                                    <p:cond delay="0"/>
                                  </p:stCondLst>
                                  <p:childTnLst>
                                    <p:set>
                                      <p:cBhvr>
                                        <p:cTn id="90" dur="1" fill="hold">
                                          <p:stCondLst>
                                            <p:cond delay="0"/>
                                          </p:stCondLst>
                                        </p:cTn>
                                        <p:tgtEl>
                                          <p:spTgt spid="58"/>
                                        </p:tgtEl>
                                        <p:attrNameLst>
                                          <p:attrName>style.visibility</p:attrName>
                                        </p:attrNameLst>
                                      </p:cBhvr>
                                      <p:to>
                                        <p:strVal val="visible"/>
                                      </p:to>
                                    </p:set>
                                  </p:childTnLst>
                                </p:cTn>
                              </p:par>
                              <p:par>
                                <p:cTn id="91" presetID="1" presetClass="entr" presetSubtype="0" fill="hold" grpId="0" nodeType="withEffect">
                                  <p:stCondLst>
                                    <p:cond delay="0"/>
                                  </p:stCondLst>
                                  <p:childTnLst>
                                    <p:set>
                                      <p:cBhvr>
                                        <p:cTn id="92" dur="1" fill="hold">
                                          <p:stCondLst>
                                            <p:cond delay="0"/>
                                          </p:stCondLst>
                                        </p:cTn>
                                        <p:tgtEl>
                                          <p:spTgt spid="51"/>
                                        </p:tgtEl>
                                        <p:attrNameLst>
                                          <p:attrName>style.visibility</p:attrName>
                                        </p:attrNameLst>
                                      </p:cBhvr>
                                      <p:to>
                                        <p:strVal val="visible"/>
                                      </p:to>
                                    </p:set>
                                  </p:childTnLst>
                                </p:cTn>
                              </p:par>
                            </p:childTnLst>
                          </p:cTn>
                        </p:par>
                      </p:childTnLst>
                    </p:cTn>
                  </p:par>
                  <p:par>
                    <p:cTn id="93" fill="hold" nodeType="clickPar">
                      <p:stCondLst>
                        <p:cond delay="indefinite"/>
                      </p:stCondLst>
                      <p:childTnLst>
                        <p:par>
                          <p:cTn id="94" fill="hold" nodeType="withGroup">
                            <p:stCondLst>
                              <p:cond delay="0"/>
                            </p:stCondLst>
                            <p:childTnLst>
                              <p:par>
                                <p:cTn id="95" presetID="1" presetClass="entr" presetSubtype="0" fill="hold" nodeType="clickEffect">
                                  <p:stCondLst>
                                    <p:cond delay="0"/>
                                  </p:stCondLst>
                                  <p:childTnLst>
                                    <p:set>
                                      <p:cBhvr>
                                        <p:cTn id="96" dur="1" fill="hold">
                                          <p:stCondLst>
                                            <p:cond delay="0"/>
                                          </p:stCondLst>
                                        </p:cTn>
                                        <p:tgtEl>
                                          <p:spTgt spid="64"/>
                                        </p:tgtEl>
                                        <p:attrNameLst>
                                          <p:attrName>style.visibility</p:attrName>
                                        </p:attrNameLst>
                                      </p:cBhvr>
                                      <p:to>
                                        <p:strVal val="visible"/>
                                      </p:to>
                                    </p:set>
                                  </p:childTnLst>
                                </p:cTn>
                              </p:par>
                            </p:childTnLst>
                          </p:cTn>
                        </p:par>
                      </p:childTnLst>
                    </p:cTn>
                  </p:par>
                  <p:par>
                    <p:cTn id="97" fill="hold" nodeType="clickPar">
                      <p:stCondLst>
                        <p:cond delay="indefinite"/>
                      </p:stCondLst>
                      <p:childTnLst>
                        <p:par>
                          <p:cTn id="98" fill="hold" nodeType="withGroup">
                            <p:stCondLst>
                              <p:cond delay="0"/>
                            </p:stCondLst>
                            <p:childTnLst>
                              <p:par>
                                <p:cTn id="99" presetID="1" presetClass="entr" presetSubtype="0" fill="hold" nodeType="clickEffect">
                                  <p:stCondLst>
                                    <p:cond delay="0"/>
                                  </p:stCondLst>
                                  <p:childTnLst>
                                    <p:set>
                                      <p:cBhvr>
                                        <p:cTn id="100" dur="1" fill="hold">
                                          <p:stCondLst>
                                            <p:cond delay="0"/>
                                          </p:stCondLst>
                                        </p:cTn>
                                        <p:tgtEl>
                                          <p:spTgt spid="54"/>
                                        </p:tgtEl>
                                        <p:attrNameLst>
                                          <p:attrName>style.visibility</p:attrName>
                                        </p:attrNameLst>
                                      </p:cBhvr>
                                      <p:to>
                                        <p:strVal val="visible"/>
                                      </p:to>
                                    </p:set>
                                  </p:childTnLst>
                                </p:cTn>
                              </p:par>
                            </p:childTnLst>
                          </p:cTn>
                        </p:par>
                      </p:childTnLst>
                    </p:cTn>
                  </p:par>
                  <p:par>
                    <p:cTn id="101" fill="hold" nodeType="clickPar">
                      <p:stCondLst>
                        <p:cond delay="indefinite"/>
                      </p:stCondLst>
                      <p:childTnLst>
                        <p:par>
                          <p:cTn id="102" fill="hold" nodeType="withGroup">
                            <p:stCondLst>
                              <p:cond delay="0"/>
                            </p:stCondLst>
                            <p:childTnLst>
                              <p:par>
                                <p:cTn id="103" presetID="1" presetClass="entr" presetSubtype="0" fill="hold" grpId="0" nodeType="clickEffect">
                                  <p:stCondLst>
                                    <p:cond delay="0"/>
                                  </p:stCondLst>
                                  <p:childTnLst>
                                    <p:set>
                                      <p:cBhvr>
                                        <p:cTn id="104" dur="1" fill="hold">
                                          <p:stCondLst>
                                            <p:cond delay="0"/>
                                          </p:stCondLst>
                                        </p:cTn>
                                        <p:tgtEl>
                                          <p:spTgt spid="73"/>
                                        </p:tgtEl>
                                        <p:attrNameLst>
                                          <p:attrName>style.visibility</p:attrName>
                                        </p:attrNameLst>
                                      </p:cBhvr>
                                      <p:to>
                                        <p:strVal val="visible"/>
                                      </p:to>
                                    </p:set>
                                  </p:childTnLst>
                                </p:cTn>
                              </p:par>
                            </p:childTnLst>
                          </p:cTn>
                        </p:par>
                      </p:childTnLst>
                    </p:cTn>
                  </p:par>
                  <p:par>
                    <p:cTn id="105" fill="hold" nodeType="clickPar">
                      <p:stCondLst>
                        <p:cond delay="indefinite"/>
                      </p:stCondLst>
                      <p:childTnLst>
                        <p:par>
                          <p:cTn id="106" fill="hold" nodeType="withGroup">
                            <p:stCondLst>
                              <p:cond delay="0"/>
                            </p:stCondLst>
                            <p:childTnLst>
                              <p:par>
                                <p:cTn id="107" presetID="1" presetClass="entr" presetSubtype="0" fill="hold" grpId="0" nodeType="clickEffect">
                                  <p:stCondLst>
                                    <p:cond delay="0"/>
                                  </p:stCondLst>
                                  <p:childTnLst>
                                    <p:set>
                                      <p:cBhvr>
                                        <p:cTn id="108" dur="1" fill="hold">
                                          <p:stCondLst>
                                            <p:cond delay="0"/>
                                          </p:stCondLst>
                                        </p:cTn>
                                        <p:tgtEl>
                                          <p:spTgt spid="74"/>
                                        </p:tgtEl>
                                        <p:attrNameLst>
                                          <p:attrName>style.visibility</p:attrName>
                                        </p:attrNameLst>
                                      </p:cBhvr>
                                      <p:to>
                                        <p:strVal val="visible"/>
                                      </p:to>
                                    </p:set>
                                  </p:childTnLst>
                                </p:cTn>
                              </p:par>
                            </p:childTnLst>
                          </p:cTn>
                        </p:par>
                      </p:childTnLst>
                    </p:cTn>
                  </p:par>
                  <p:par>
                    <p:cTn id="109" fill="hold" nodeType="clickPar">
                      <p:stCondLst>
                        <p:cond delay="indefinite"/>
                      </p:stCondLst>
                      <p:childTnLst>
                        <p:par>
                          <p:cTn id="110" fill="hold" nodeType="withGroup">
                            <p:stCondLst>
                              <p:cond delay="0"/>
                            </p:stCondLst>
                            <p:childTnLst>
                              <p:par>
                                <p:cTn id="111" presetID="1" presetClass="entr" presetSubtype="0" fill="hold" grpId="0" nodeType="clickEffect">
                                  <p:stCondLst>
                                    <p:cond delay="0"/>
                                  </p:stCondLst>
                                  <p:childTnLst>
                                    <p:set>
                                      <p:cBhvr>
                                        <p:cTn id="112" dur="1" fill="hold">
                                          <p:stCondLst>
                                            <p:cond delay="0"/>
                                          </p:stCondLst>
                                        </p:cTn>
                                        <p:tgtEl>
                                          <p:spTgt spid="75"/>
                                        </p:tgtEl>
                                        <p:attrNameLst>
                                          <p:attrName>style.visibility</p:attrName>
                                        </p:attrNameLst>
                                      </p:cBhvr>
                                      <p:to>
                                        <p:strVal val="visible"/>
                                      </p:to>
                                    </p:set>
                                  </p:childTnLst>
                                </p:cTn>
                              </p:par>
                              <p:par>
                                <p:cTn id="113" presetID="1" presetClass="entr" presetSubtype="0" fill="hold" grpId="0" nodeType="withEffect">
                                  <p:stCondLst>
                                    <p:cond delay="0"/>
                                  </p:stCondLst>
                                  <p:childTnLst>
                                    <p:set>
                                      <p:cBhvr>
                                        <p:cTn id="114" dur="1" fill="hold">
                                          <p:stCondLst>
                                            <p:cond delay="0"/>
                                          </p:stCondLst>
                                        </p:cTn>
                                        <p:tgtEl>
                                          <p:spTgt spid="7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p:bldP spid="10" grpId="0"/>
      <p:bldP spid="11" grpId="0"/>
      <p:bldP spid="7" grpId="0" animBg="1"/>
      <p:bldP spid="28" grpId="0" animBg="1"/>
      <p:bldP spid="49" grpId="0" animBg="1"/>
      <p:bldP spid="50" grpId="0" animBg="1"/>
      <p:bldP spid="51" grpId="0" animBg="1"/>
      <p:bldP spid="69" grpId="0"/>
      <p:bldP spid="70" grpId="0"/>
      <p:bldP spid="71" grpId="0"/>
      <p:bldP spid="73" grpId="0"/>
      <p:bldP spid="74" grpId="0"/>
      <p:bldP spid="75" grpId="0"/>
      <p:bldP spid="76"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Title 1">
            <a:extLst>
              <a:ext uri="{FF2B5EF4-FFF2-40B4-BE49-F238E27FC236}">
                <a16:creationId xmlns:a16="http://schemas.microsoft.com/office/drawing/2014/main" id="{017B2C7F-2CF4-002B-9902-3A32394A7DF0}"/>
              </a:ext>
            </a:extLst>
          </p:cNvPr>
          <p:cNvSpPr>
            <a:spLocks noGrp="1"/>
          </p:cNvSpPr>
          <p:nvPr>
            <p:ph type="title"/>
          </p:nvPr>
        </p:nvSpPr>
        <p:spPr/>
        <p:txBody>
          <a:bodyPr/>
          <a:lstStyle/>
          <a:p>
            <a:r>
              <a:rPr lang="en-US" altLang="en-US">
                <a:ea typeface="ＭＳ Ｐゴシック" panose="020B0600070205080204" pitchFamily="34" charset="-128"/>
              </a:rPr>
              <a:t>What is this function g?</a:t>
            </a:r>
            <a:endParaRPr lang="en-IN" altLang="en-US">
              <a:ea typeface="ＭＳ Ｐゴシック" panose="020B0600070205080204" pitchFamily="34" charset="-128"/>
            </a:endParaRPr>
          </a:p>
        </p:txBody>
      </p:sp>
      <p:sp>
        <p:nvSpPr>
          <p:cNvPr id="32771" name="TextBox 3">
            <a:extLst>
              <a:ext uri="{FF2B5EF4-FFF2-40B4-BE49-F238E27FC236}">
                <a16:creationId xmlns:a16="http://schemas.microsoft.com/office/drawing/2014/main" id="{24221E06-1B50-2BEA-7606-C3391C7FA894}"/>
              </a:ext>
            </a:extLst>
          </p:cNvPr>
          <p:cNvSpPr txBox="1">
            <a:spLocks noChangeArrowheads="1"/>
          </p:cNvSpPr>
          <p:nvPr/>
        </p:nvSpPr>
        <p:spPr bwMode="auto">
          <a:xfrm>
            <a:off x="476250" y="1447800"/>
            <a:ext cx="4079875"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r>
              <a:rPr lang="en-US" altLang="en-US" sz="3600" b="1">
                <a:solidFill>
                  <a:srgbClr val="FF0000"/>
                </a:solidFill>
              </a:rPr>
              <a:t>W4= W0     g(W3)</a:t>
            </a:r>
          </a:p>
        </p:txBody>
      </p:sp>
      <p:sp>
        <p:nvSpPr>
          <p:cNvPr id="5" name="Flowchart: Or 4">
            <a:extLst>
              <a:ext uri="{FF2B5EF4-FFF2-40B4-BE49-F238E27FC236}">
                <a16:creationId xmlns:a16="http://schemas.microsoft.com/office/drawing/2014/main" id="{94F059BF-4C37-CBD0-8036-A761B3ABE94A}"/>
              </a:ext>
            </a:extLst>
          </p:cNvPr>
          <p:cNvSpPr/>
          <p:nvPr/>
        </p:nvSpPr>
        <p:spPr>
          <a:xfrm>
            <a:off x="2386013" y="1595438"/>
            <a:ext cx="306387" cy="352425"/>
          </a:xfrm>
          <a:prstGeom prst="flowChartOr">
            <a:avLst/>
          </a:prstGeom>
          <a:no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IN" b="1">
              <a:ln w="18000">
                <a:solidFill>
                  <a:schemeClr val="accent2">
                    <a:satMod val="140000"/>
                  </a:schemeClr>
                </a:solidFill>
                <a:prstDash val="solid"/>
                <a:miter lim="800000"/>
              </a:ln>
              <a:noFill/>
              <a:effectLst>
                <a:outerShdw blurRad="25500" dist="23000" dir="7020000" algn="tl">
                  <a:srgbClr val="000000">
                    <a:alpha val="50000"/>
                  </a:srgbClr>
                </a:outerShdw>
              </a:effectLst>
            </a:endParaRPr>
          </a:p>
        </p:txBody>
      </p:sp>
      <p:sp>
        <p:nvSpPr>
          <p:cNvPr id="8" name="TextBox 7">
            <a:extLst>
              <a:ext uri="{FF2B5EF4-FFF2-40B4-BE49-F238E27FC236}">
                <a16:creationId xmlns:a16="http://schemas.microsoft.com/office/drawing/2014/main" id="{71E5F6B9-552E-6FBC-C0C6-C533138D7064}"/>
              </a:ext>
            </a:extLst>
          </p:cNvPr>
          <p:cNvSpPr txBox="1">
            <a:spLocks noChangeArrowheads="1"/>
          </p:cNvSpPr>
          <p:nvPr/>
        </p:nvSpPr>
        <p:spPr bwMode="auto">
          <a:xfrm>
            <a:off x="152400" y="2635250"/>
            <a:ext cx="990600" cy="2616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r>
              <a:rPr lang="en-US" altLang="en-US" sz="2400" b="1"/>
              <a:t>W3</a:t>
            </a:r>
          </a:p>
          <a:p>
            <a:endParaRPr lang="en-US" altLang="en-US" sz="2800" b="1"/>
          </a:p>
          <a:p>
            <a:r>
              <a:rPr lang="en-US" altLang="en-US" sz="2800" b="1"/>
              <a:t>67</a:t>
            </a:r>
            <a:r>
              <a:rPr lang="en-US" altLang="en-US" sz="2800" b="1" baseline="-25000"/>
              <a:t> </a:t>
            </a:r>
          </a:p>
          <a:p>
            <a:r>
              <a:rPr lang="en-US" altLang="en-US" sz="2800" b="1"/>
              <a:t>20</a:t>
            </a:r>
          </a:p>
          <a:p>
            <a:r>
              <a:rPr lang="en-US" altLang="en-US" sz="2800" b="1"/>
              <a:t>46</a:t>
            </a:r>
            <a:endParaRPr lang="en-US" altLang="en-US" sz="2800" b="1" baseline="-25000"/>
          </a:p>
          <a:p>
            <a:r>
              <a:rPr lang="en-US" altLang="en-US" sz="2800" b="1"/>
              <a:t>75</a:t>
            </a:r>
            <a:endParaRPr lang="en-IN" altLang="en-US" sz="2800" b="1"/>
          </a:p>
        </p:txBody>
      </p:sp>
      <p:sp>
        <p:nvSpPr>
          <p:cNvPr id="9" name="TextBox 8">
            <a:extLst>
              <a:ext uri="{FF2B5EF4-FFF2-40B4-BE49-F238E27FC236}">
                <a16:creationId xmlns:a16="http://schemas.microsoft.com/office/drawing/2014/main" id="{2CF21F54-29B6-0449-8A61-DD1B01DB8E69}"/>
              </a:ext>
            </a:extLst>
          </p:cNvPr>
          <p:cNvSpPr txBox="1">
            <a:spLocks noChangeArrowheads="1"/>
          </p:cNvSpPr>
          <p:nvPr/>
        </p:nvSpPr>
        <p:spPr bwMode="auto">
          <a:xfrm>
            <a:off x="844550" y="2697163"/>
            <a:ext cx="1468438" cy="2554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r>
              <a:rPr lang="en-US" altLang="en-US" sz="2400" b="1"/>
              <a:t>RotWord </a:t>
            </a:r>
          </a:p>
          <a:p>
            <a:r>
              <a:rPr lang="en-US" altLang="en-US" sz="2400" b="1"/>
              <a:t>(X1)</a:t>
            </a:r>
          </a:p>
          <a:p>
            <a:r>
              <a:rPr lang="en-US" altLang="en-US" sz="2800" b="1"/>
              <a:t>20</a:t>
            </a:r>
          </a:p>
          <a:p>
            <a:r>
              <a:rPr lang="en-US" altLang="en-US" sz="2800" b="1"/>
              <a:t>46</a:t>
            </a:r>
            <a:endParaRPr lang="en-US" altLang="en-US" sz="2800" b="1" baseline="-25000"/>
          </a:p>
          <a:p>
            <a:r>
              <a:rPr lang="en-US" altLang="en-US" sz="2800" b="1"/>
              <a:t>75</a:t>
            </a:r>
          </a:p>
          <a:p>
            <a:r>
              <a:rPr lang="en-US" altLang="en-US" sz="2800" b="1"/>
              <a:t>67</a:t>
            </a:r>
            <a:r>
              <a:rPr lang="en-US" altLang="en-US" sz="2800" b="1" baseline="-25000"/>
              <a:t> </a:t>
            </a:r>
          </a:p>
        </p:txBody>
      </p:sp>
      <p:pic>
        <p:nvPicPr>
          <p:cNvPr id="1026" name="Picture 2">
            <a:extLst>
              <a:ext uri="{FF2B5EF4-FFF2-40B4-BE49-F238E27FC236}">
                <a16:creationId xmlns:a16="http://schemas.microsoft.com/office/drawing/2014/main" id="{653FECAD-26E6-7DDD-D3FB-EE45AA4CFD1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629025" y="1839913"/>
            <a:ext cx="5661025" cy="50736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1" name="TextBox 10">
            <a:extLst>
              <a:ext uri="{FF2B5EF4-FFF2-40B4-BE49-F238E27FC236}">
                <a16:creationId xmlns:a16="http://schemas.microsoft.com/office/drawing/2014/main" id="{106F98CE-CF9A-3350-C0E1-F0AEA70683FC}"/>
              </a:ext>
            </a:extLst>
          </p:cNvPr>
          <p:cNvSpPr txBox="1">
            <a:spLocks noChangeArrowheads="1"/>
          </p:cNvSpPr>
          <p:nvPr/>
        </p:nvSpPr>
        <p:spPr bwMode="auto">
          <a:xfrm>
            <a:off x="2014538" y="2697163"/>
            <a:ext cx="1757362" cy="2554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r>
              <a:rPr lang="en-US" altLang="en-US" sz="2400" b="1"/>
              <a:t>SubWord </a:t>
            </a:r>
          </a:p>
          <a:p>
            <a:r>
              <a:rPr lang="en-US" altLang="en-US" sz="2400" b="1"/>
              <a:t>(Y1)</a:t>
            </a:r>
          </a:p>
          <a:p>
            <a:r>
              <a:rPr lang="en-US" altLang="en-US" sz="2800" b="1"/>
              <a:t>b7</a:t>
            </a:r>
          </a:p>
          <a:p>
            <a:r>
              <a:rPr lang="en-US" altLang="en-US" sz="2800" b="1"/>
              <a:t>5a</a:t>
            </a:r>
            <a:endParaRPr lang="en-US" altLang="en-US" sz="2800" b="1" baseline="-25000"/>
          </a:p>
          <a:p>
            <a:r>
              <a:rPr lang="en-US" altLang="en-US" sz="2800" b="1"/>
              <a:t>9d</a:t>
            </a:r>
          </a:p>
          <a:p>
            <a:r>
              <a:rPr lang="en-US" altLang="en-US" sz="2800" b="1"/>
              <a:t>85</a:t>
            </a:r>
            <a:r>
              <a:rPr lang="en-US" altLang="en-US" sz="2800" b="1" baseline="-25000"/>
              <a:t> </a:t>
            </a:r>
          </a:p>
        </p:txBody>
      </p:sp>
      <p:sp>
        <p:nvSpPr>
          <p:cNvPr id="10" name="Rectangle 9">
            <a:extLst>
              <a:ext uri="{FF2B5EF4-FFF2-40B4-BE49-F238E27FC236}">
                <a16:creationId xmlns:a16="http://schemas.microsoft.com/office/drawing/2014/main" id="{376D661B-1A38-2A57-A7CE-9A83EDD4AF67}"/>
              </a:ext>
            </a:extLst>
          </p:cNvPr>
          <p:cNvSpPr>
            <a:spLocks noChangeArrowheads="1"/>
          </p:cNvSpPr>
          <p:nvPr/>
        </p:nvSpPr>
        <p:spPr bwMode="auto">
          <a:xfrm>
            <a:off x="3658681" y="-1338263"/>
            <a:ext cx="5081588" cy="267652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457200" indent="-457200">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buFont typeface="Arial" panose="020B0604020202020204" pitchFamily="34" charset="0"/>
              <a:buChar char="•"/>
            </a:pPr>
            <a:r>
              <a:rPr lang="en-IN" altLang="en-US" sz="2800" b="1" dirty="0" err="1"/>
              <a:t>RotWord</a:t>
            </a:r>
            <a:r>
              <a:rPr lang="en-IN" altLang="en-US" sz="2800" b="1" dirty="0"/>
              <a:t> performs a one-byte circular left shift on a word. </a:t>
            </a:r>
          </a:p>
          <a:p>
            <a:pPr>
              <a:buFont typeface="Arial" panose="020B0604020202020204" pitchFamily="34" charset="0"/>
              <a:buChar char="•"/>
            </a:pPr>
            <a:r>
              <a:rPr lang="en-IN" altLang="en-US" sz="2800" b="1" dirty="0"/>
              <a:t>This means that an input word [B0, B1, B2, B3] is transformed into [B1, B2, B3, B0].</a:t>
            </a:r>
          </a:p>
        </p:txBody>
      </p:sp>
      <p:sp>
        <p:nvSpPr>
          <p:cNvPr id="12" name="Rectangle 11">
            <a:extLst>
              <a:ext uri="{FF2B5EF4-FFF2-40B4-BE49-F238E27FC236}">
                <a16:creationId xmlns:a16="http://schemas.microsoft.com/office/drawing/2014/main" id="{D75BE538-BB4E-B962-26E2-23636D4A3946}"/>
              </a:ext>
            </a:extLst>
          </p:cNvPr>
          <p:cNvSpPr/>
          <p:nvPr/>
        </p:nvSpPr>
        <p:spPr>
          <a:xfrm>
            <a:off x="4383881" y="4235451"/>
            <a:ext cx="5081588" cy="267811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en-IN" sz="3600" b="1" dirty="0" err="1"/>
              <a:t>SubWord</a:t>
            </a:r>
            <a:r>
              <a:rPr lang="en-IN" sz="3600" b="1" dirty="0"/>
              <a:t> performs a byte substitution on each byte of its input word, using the S-box</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0" presetClass="exit" presetSubtype="0" fill="hold" grpId="1" nodeType="clickEffect">
                                  <p:stCondLst>
                                    <p:cond delay="0"/>
                                  </p:stCondLst>
                                  <p:childTnLst>
                                    <p:animEffect transition="out" filter="fade">
                                      <p:cBhvr>
                                        <p:cTn id="18" dur="500"/>
                                        <p:tgtEl>
                                          <p:spTgt spid="10"/>
                                        </p:tgtEl>
                                      </p:cBhvr>
                                    </p:animEffect>
                                    <p:set>
                                      <p:cBhvr>
                                        <p:cTn id="19" dur="1" fill="hold">
                                          <p:stCondLst>
                                            <p:cond delay="499"/>
                                          </p:stCondLst>
                                        </p:cTn>
                                        <p:tgtEl>
                                          <p:spTgt spid="10"/>
                                        </p:tgtEl>
                                        <p:attrNameLst>
                                          <p:attrName>style.visibility</p:attrName>
                                        </p:attrNameLst>
                                      </p:cBhvr>
                                      <p:to>
                                        <p:strVal val="hidden"/>
                                      </p:to>
                                    </p:set>
                                  </p:childTnLst>
                                </p:cTn>
                              </p:par>
                            </p:childTnLst>
                          </p:cTn>
                        </p:par>
                      </p:childTnLst>
                    </p:cTn>
                  </p:par>
                  <p:par>
                    <p:cTn id="20" fill="hold" nodeType="clickPar">
                      <p:stCondLst>
                        <p:cond delay="indefinite"/>
                      </p:stCondLst>
                      <p:childTnLst>
                        <p:par>
                          <p:cTn id="21" fill="hold" nodeType="withGroup">
                            <p:stCondLst>
                              <p:cond delay="0"/>
                            </p:stCondLst>
                            <p:childTnLst>
                              <p:par>
                                <p:cTn id="22" presetID="1" presetClass="entr" presetSubtype="0" fill="hold" grpId="0" nodeType="clickEffect">
                                  <p:stCondLst>
                                    <p:cond delay="0"/>
                                  </p:stCondLst>
                                  <p:childTnLst>
                                    <p:set>
                                      <p:cBhvr>
                                        <p:cTn id="23" dur="1" fill="hold">
                                          <p:stCondLst>
                                            <p:cond delay="0"/>
                                          </p:stCondLst>
                                        </p:cTn>
                                        <p:tgtEl>
                                          <p:spTgt spid="11"/>
                                        </p:tgtEl>
                                        <p:attrNameLst>
                                          <p:attrName>style.visibility</p:attrName>
                                        </p:attrNameLst>
                                      </p:cBhvr>
                                      <p:to>
                                        <p:strVal val="visible"/>
                                      </p:to>
                                    </p:set>
                                  </p:childTnLst>
                                </p:cTn>
                              </p:par>
                            </p:childTnLst>
                          </p:cTn>
                        </p:par>
                      </p:childTnLst>
                    </p:cTn>
                  </p:par>
                  <p:par>
                    <p:cTn id="24" fill="hold" nodeType="clickPar">
                      <p:stCondLst>
                        <p:cond delay="indefinite"/>
                      </p:stCondLst>
                      <p:childTnLst>
                        <p:par>
                          <p:cTn id="25" fill="hold" nodeType="withGroup">
                            <p:stCondLst>
                              <p:cond delay="0"/>
                            </p:stCondLst>
                            <p:childTnLst>
                              <p:par>
                                <p:cTn id="26" presetID="1" presetClass="entr" presetSubtype="0" fill="hold" nodeType="clickEffect">
                                  <p:stCondLst>
                                    <p:cond delay="0"/>
                                  </p:stCondLst>
                                  <p:childTnLst>
                                    <p:set>
                                      <p:cBhvr>
                                        <p:cTn id="27" dur="1" fill="hold">
                                          <p:stCondLst>
                                            <p:cond delay="0"/>
                                          </p:stCondLst>
                                        </p:cTn>
                                        <p:tgtEl>
                                          <p:spTgt spid="11">
                                            <p:txEl>
                                              <p:pRg st="0" end="0"/>
                                            </p:txEl>
                                          </p:spTgt>
                                        </p:tgtEl>
                                        <p:attrNameLst>
                                          <p:attrName>style.visibility</p:attrName>
                                        </p:attrNameLst>
                                      </p:cBhvr>
                                      <p:to>
                                        <p:strVal val="visible"/>
                                      </p:to>
                                    </p:set>
                                  </p:childTnLst>
                                </p:cTn>
                              </p:par>
                              <p:par>
                                <p:cTn id="28" presetID="1" presetClass="entr" presetSubtype="0" fill="hold" nodeType="withEffect">
                                  <p:stCondLst>
                                    <p:cond delay="0"/>
                                  </p:stCondLst>
                                  <p:childTnLst>
                                    <p:set>
                                      <p:cBhvr>
                                        <p:cTn id="29" dur="1" fill="hold">
                                          <p:stCondLst>
                                            <p:cond delay="0"/>
                                          </p:stCondLst>
                                        </p:cTn>
                                        <p:tgtEl>
                                          <p:spTgt spid="11">
                                            <p:txEl>
                                              <p:pRg st="1" end="1"/>
                                            </p:txEl>
                                          </p:spTgt>
                                        </p:tgtEl>
                                        <p:attrNameLst>
                                          <p:attrName>style.visibility</p:attrName>
                                        </p:attrNameLst>
                                      </p:cBhvr>
                                      <p:to>
                                        <p:strVal val="visible"/>
                                      </p:to>
                                    </p:set>
                                  </p:childTnLst>
                                </p:cTn>
                              </p:par>
                              <p:par>
                                <p:cTn id="30" presetID="1" presetClass="entr" presetSubtype="0" fill="hold" nodeType="withEffect">
                                  <p:stCondLst>
                                    <p:cond delay="0"/>
                                  </p:stCondLst>
                                  <p:childTnLst>
                                    <p:set>
                                      <p:cBhvr>
                                        <p:cTn id="31" dur="1" fill="hold">
                                          <p:stCondLst>
                                            <p:cond delay="0"/>
                                          </p:stCondLst>
                                        </p:cTn>
                                        <p:tgtEl>
                                          <p:spTgt spid="11">
                                            <p:txEl>
                                              <p:pRg st="2" end="2"/>
                                            </p:txEl>
                                          </p:spTgt>
                                        </p:tgtEl>
                                        <p:attrNameLst>
                                          <p:attrName>style.visibility</p:attrName>
                                        </p:attrNameLst>
                                      </p:cBhvr>
                                      <p:to>
                                        <p:strVal val="visible"/>
                                      </p:to>
                                    </p:set>
                                  </p:childTnLst>
                                </p:cTn>
                              </p:par>
                              <p:par>
                                <p:cTn id="32" presetID="1" presetClass="entr" presetSubtype="0" fill="hold" nodeType="withEffect">
                                  <p:stCondLst>
                                    <p:cond delay="0"/>
                                  </p:stCondLst>
                                  <p:childTnLst>
                                    <p:set>
                                      <p:cBhvr>
                                        <p:cTn id="33" dur="1" fill="hold">
                                          <p:stCondLst>
                                            <p:cond delay="0"/>
                                          </p:stCondLst>
                                        </p:cTn>
                                        <p:tgtEl>
                                          <p:spTgt spid="11">
                                            <p:txEl>
                                              <p:pRg st="3" end="3"/>
                                            </p:txEl>
                                          </p:spTgt>
                                        </p:tgtEl>
                                        <p:attrNameLst>
                                          <p:attrName>style.visibility</p:attrName>
                                        </p:attrNameLst>
                                      </p:cBhvr>
                                      <p:to>
                                        <p:strVal val="visible"/>
                                      </p:to>
                                    </p:set>
                                  </p:childTnLst>
                                </p:cTn>
                              </p:par>
                              <p:par>
                                <p:cTn id="34" presetID="1" presetClass="entr" presetSubtype="0" fill="hold" nodeType="withEffect">
                                  <p:stCondLst>
                                    <p:cond delay="0"/>
                                  </p:stCondLst>
                                  <p:childTnLst>
                                    <p:set>
                                      <p:cBhvr>
                                        <p:cTn id="35" dur="1" fill="hold">
                                          <p:stCondLst>
                                            <p:cond delay="0"/>
                                          </p:stCondLst>
                                        </p:cTn>
                                        <p:tgtEl>
                                          <p:spTgt spid="11">
                                            <p:txEl>
                                              <p:pRg st="4" end="4"/>
                                            </p:txEl>
                                          </p:spTgt>
                                        </p:tgtEl>
                                        <p:attrNameLst>
                                          <p:attrName>style.visibility</p:attrName>
                                        </p:attrNameLst>
                                      </p:cBhvr>
                                      <p:to>
                                        <p:strVal val="visible"/>
                                      </p:to>
                                    </p:set>
                                  </p:childTnLst>
                                </p:cTn>
                              </p:par>
                            </p:childTnLst>
                          </p:cTn>
                        </p:par>
                      </p:childTnLst>
                    </p:cTn>
                  </p:par>
                  <p:par>
                    <p:cTn id="36" fill="hold" nodeType="clickPar">
                      <p:stCondLst>
                        <p:cond delay="indefinite"/>
                      </p:stCondLst>
                      <p:childTnLst>
                        <p:par>
                          <p:cTn id="37" fill="hold" nodeType="withGroup">
                            <p:stCondLst>
                              <p:cond delay="0"/>
                            </p:stCondLst>
                            <p:childTnLst>
                              <p:par>
                                <p:cTn id="38" presetID="1" presetClass="entr" presetSubtype="0" fill="hold" nodeType="clickEffect">
                                  <p:stCondLst>
                                    <p:cond delay="0"/>
                                  </p:stCondLst>
                                  <p:childTnLst>
                                    <p:set>
                                      <p:cBhvr>
                                        <p:cTn id="39" dur="1" fill="hold">
                                          <p:stCondLst>
                                            <p:cond delay="0"/>
                                          </p:stCondLst>
                                        </p:cTn>
                                        <p:tgtEl>
                                          <p:spTgt spid="11">
                                            <p:txEl>
                                              <p:pRg st="5" end="5"/>
                                            </p:txEl>
                                          </p:spTgt>
                                        </p:tgtEl>
                                        <p:attrNameLst>
                                          <p:attrName>style.visibility</p:attrName>
                                        </p:attrNameLst>
                                      </p:cBhvr>
                                      <p:to>
                                        <p:strVal val="visible"/>
                                      </p:to>
                                    </p:set>
                                  </p:childTnLst>
                                </p:cTn>
                              </p:par>
                            </p:childTnLst>
                          </p:cTn>
                        </p:par>
                      </p:childTnLst>
                    </p:cTn>
                  </p:par>
                  <p:par>
                    <p:cTn id="40" fill="hold" nodeType="clickPar">
                      <p:stCondLst>
                        <p:cond delay="indefinite"/>
                      </p:stCondLst>
                      <p:childTnLst>
                        <p:par>
                          <p:cTn id="41" fill="hold" nodeType="withGroup">
                            <p:stCondLst>
                              <p:cond delay="0"/>
                            </p:stCondLst>
                            <p:childTnLst>
                              <p:par>
                                <p:cTn id="42" presetID="1" presetClass="entr" presetSubtype="0" fill="hold" grpId="0" nodeType="clickEffect">
                                  <p:stCondLst>
                                    <p:cond delay="0"/>
                                  </p:stCondLst>
                                  <p:childTnLst>
                                    <p:set>
                                      <p:cBhvr>
                                        <p:cTn id="43" dur="1" fill="hold">
                                          <p:stCondLst>
                                            <p:cond delay="0"/>
                                          </p:stCondLst>
                                        </p:cTn>
                                        <p:tgtEl>
                                          <p:spTgt spid="12"/>
                                        </p:tgtEl>
                                        <p:attrNameLst>
                                          <p:attrName>style.visibility</p:attrName>
                                        </p:attrNameLst>
                                      </p:cBhvr>
                                      <p:to>
                                        <p:strVal val="visible"/>
                                      </p:to>
                                    </p:set>
                                  </p:childTnLst>
                                </p:cTn>
                              </p:par>
                            </p:childTnLst>
                          </p:cTn>
                        </p:par>
                      </p:childTnLst>
                    </p:cTn>
                  </p:par>
                  <p:par>
                    <p:cTn id="44" fill="hold" nodeType="clickPar">
                      <p:stCondLst>
                        <p:cond delay="indefinite"/>
                      </p:stCondLst>
                      <p:childTnLst>
                        <p:par>
                          <p:cTn id="45" fill="hold" nodeType="withGroup">
                            <p:stCondLst>
                              <p:cond delay="0"/>
                            </p:stCondLst>
                            <p:childTnLst>
                              <p:par>
                                <p:cTn id="46" presetID="10" presetClass="exit" presetSubtype="0" fill="hold" grpId="1" nodeType="clickEffect">
                                  <p:stCondLst>
                                    <p:cond delay="0"/>
                                  </p:stCondLst>
                                  <p:childTnLst>
                                    <p:animEffect transition="out" filter="fade">
                                      <p:cBhvr>
                                        <p:cTn id="47" dur="500"/>
                                        <p:tgtEl>
                                          <p:spTgt spid="12"/>
                                        </p:tgtEl>
                                      </p:cBhvr>
                                    </p:animEffect>
                                    <p:set>
                                      <p:cBhvr>
                                        <p:cTn id="48" dur="1" fill="hold">
                                          <p:stCondLst>
                                            <p:cond delay="499"/>
                                          </p:stCondLst>
                                        </p:cTn>
                                        <p:tgtEl>
                                          <p:spTgt spid="12"/>
                                        </p:tgtEl>
                                        <p:attrNameLst>
                                          <p:attrName>style.visibility</p:attrName>
                                        </p:attrNameLst>
                                      </p:cBhvr>
                                      <p:to>
                                        <p:strVal val="hidden"/>
                                      </p:to>
                                    </p:set>
                                  </p:childTnLst>
                                </p:cTn>
                              </p:par>
                            </p:childTnLst>
                          </p:cTn>
                        </p:par>
                      </p:childTnLst>
                    </p:cTn>
                  </p:par>
                  <p:par>
                    <p:cTn id="49" fill="hold" nodeType="clickPar">
                      <p:stCondLst>
                        <p:cond delay="indefinite"/>
                      </p:stCondLst>
                      <p:childTnLst>
                        <p:par>
                          <p:cTn id="50" fill="hold" nodeType="withGroup">
                            <p:stCondLst>
                              <p:cond delay="0"/>
                            </p:stCondLst>
                            <p:childTnLst>
                              <p:par>
                                <p:cTn id="51" presetID="1" presetClass="entr" presetSubtype="0" fill="hold" nodeType="clickEffect">
                                  <p:stCondLst>
                                    <p:cond delay="0"/>
                                  </p:stCondLst>
                                  <p:childTnLst>
                                    <p:set>
                                      <p:cBhvr>
                                        <p:cTn id="52" dur="1" fill="hold">
                                          <p:stCondLst>
                                            <p:cond delay="0"/>
                                          </p:stCondLst>
                                        </p:cTn>
                                        <p:tgtEl>
                                          <p:spTgt spid="102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p:bldP spid="11" grpId="0"/>
      <p:bldP spid="10" grpId="0" animBg="1"/>
      <p:bldP spid="10" grpId="1" animBg="1"/>
      <p:bldP spid="12" grpId="0" animBg="1"/>
      <p:bldP spid="12" grpId="1"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Title 1">
            <a:extLst>
              <a:ext uri="{FF2B5EF4-FFF2-40B4-BE49-F238E27FC236}">
                <a16:creationId xmlns:a16="http://schemas.microsoft.com/office/drawing/2014/main" id="{90EB2E61-EA85-0755-B851-234BB6FC9A21}"/>
              </a:ext>
            </a:extLst>
          </p:cNvPr>
          <p:cNvSpPr>
            <a:spLocks noGrp="1"/>
          </p:cNvSpPr>
          <p:nvPr>
            <p:ph type="title"/>
          </p:nvPr>
        </p:nvSpPr>
        <p:spPr/>
        <p:txBody>
          <a:bodyPr/>
          <a:lstStyle/>
          <a:p>
            <a:r>
              <a:rPr lang="en-US" altLang="en-US">
                <a:ea typeface="ＭＳ Ｐゴシック" panose="020B0600070205080204" pitchFamily="34" charset="-128"/>
              </a:rPr>
              <a:t>Key Expansion in AES </a:t>
            </a:r>
            <a:endParaRPr lang="en-IN" altLang="en-US">
              <a:ea typeface="ＭＳ Ｐゴシック" panose="020B0600070205080204" pitchFamily="34" charset="-128"/>
            </a:endParaRPr>
          </a:p>
        </p:txBody>
      </p:sp>
      <p:sp>
        <p:nvSpPr>
          <p:cNvPr id="4" name="TextBox 3">
            <a:extLst>
              <a:ext uri="{FF2B5EF4-FFF2-40B4-BE49-F238E27FC236}">
                <a16:creationId xmlns:a16="http://schemas.microsoft.com/office/drawing/2014/main" id="{A1AED7E9-A022-74A6-3EA6-01D9C57A4800}"/>
              </a:ext>
            </a:extLst>
          </p:cNvPr>
          <p:cNvSpPr txBox="1">
            <a:spLocks noChangeArrowheads="1"/>
          </p:cNvSpPr>
          <p:nvPr/>
        </p:nvSpPr>
        <p:spPr bwMode="auto">
          <a:xfrm>
            <a:off x="334963" y="1143000"/>
            <a:ext cx="990600" cy="2616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r>
              <a:rPr lang="en-US" altLang="en-US" sz="2400" b="1"/>
              <a:t>W3</a:t>
            </a:r>
          </a:p>
          <a:p>
            <a:endParaRPr lang="en-US" altLang="en-US" sz="2800" b="1"/>
          </a:p>
          <a:p>
            <a:r>
              <a:rPr lang="en-US" altLang="en-US" sz="2800" b="1"/>
              <a:t>67</a:t>
            </a:r>
            <a:r>
              <a:rPr lang="en-US" altLang="en-US" sz="2800" b="1" baseline="-25000"/>
              <a:t> </a:t>
            </a:r>
          </a:p>
          <a:p>
            <a:r>
              <a:rPr lang="en-US" altLang="en-US" sz="2800" b="1"/>
              <a:t>20</a:t>
            </a:r>
          </a:p>
          <a:p>
            <a:r>
              <a:rPr lang="en-US" altLang="en-US" sz="2800" b="1"/>
              <a:t>46</a:t>
            </a:r>
            <a:endParaRPr lang="en-US" altLang="en-US" sz="2800" b="1" baseline="-25000"/>
          </a:p>
          <a:p>
            <a:r>
              <a:rPr lang="en-US" altLang="en-US" sz="2800" b="1"/>
              <a:t>75</a:t>
            </a:r>
            <a:endParaRPr lang="en-IN" altLang="en-US" sz="2800" b="1"/>
          </a:p>
        </p:txBody>
      </p:sp>
      <p:sp>
        <p:nvSpPr>
          <p:cNvPr id="5" name="TextBox 4">
            <a:extLst>
              <a:ext uri="{FF2B5EF4-FFF2-40B4-BE49-F238E27FC236}">
                <a16:creationId xmlns:a16="http://schemas.microsoft.com/office/drawing/2014/main" id="{1C19D2AA-3FBC-95CE-DAE9-644C619F893B}"/>
              </a:ext>
            </a:extLst>
          </p:cNvPr>
          <p:cNvSpPr txBox="1">
            <a:spLocks noChangeArrowheads="1"/>
          </p:cNvSpPr>
          <p:nvPr/>
        </p:nvSpPr>
        <p:spPr bwMode="auto">
          <a:xfrm>
            <a:off x="857250" y="1143000"/>
            <a:ext cx="1482725" cy="2586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r>
              <a:rPr lang="en-US" altLang="en-US" sz="2400" b="1"/>
              <a:t>RotWord </a:t>
            </a:r>
          </a:p>
          <a:p>
            <a:r>
              <a:rPr lang="en-US" altLang="en-US" sz="2400" b="1"/>
              <a:t>(X1)</a:t>
            </a:r>
          </a:p>
          <a:p>
            <a:r>
              <a:rPr lang="en-US" altLang="en-US" sz="2800" b="1"/>
              <a:t>20</a:t>
            </a:r>
          </a:p>
          <a:p>
            <a:r>
              <a:rPr lang="en-US" altLang="en-US" sz="2800" b="1"/>
              <a:t>46</a:t>
            </a:r>
            <a:endParaRPr lang="en-US" altLang="en-US" sz="2800" b="1" baseline="-25000"/>
          </a:p>
          <a:p>
            <a:r>
              <a:rPr lang="en-US" altLang="en-US" sz="2800" b="1"/>
              <a:t>75</a:t>
            </a:r>
          </a:p>
          <a:p>
            <a:r>
              <a:rPr lang="en-US" altLang="en-US" sz="2800" b="1"/>
              <a:t>67</a:t>
            </a:r>
            <a:r>
              <a:rPr lang="en-US" altLang="en-US" sz="2800" b="1" baseline="-25000"/>
              <a:t> </a:t>
            </a:r>
          </a:p>
        </p:txBody>
      </p:sp>
      <p:sp>
        <p:nvSpPr>
          <p:cNvPr id="6" name="TextBox 5">
            <a:extLst>
              <a:ext uri="{FF2B5EF4-FFF2-40B4-BE49-F238E27FC236}">
                <a16:creationId xmlns:a16="http://schemas.microsoft.com/office/drawing/2014/main" id="{F31068D3-18E6-89E7-D020-E17040140CEF}"/>
              </a:ext>
            </a:extLst>
          </p:cNvPr>
          <p:cNvSpPr txBox="1">
            <a:spLocks noChangeArrowheads="1"/>
          </p:cNvSpPr>
          <p:nvPr/>
        </p:nvSpPr>
        <p:spPr bwMode="auto">
          <a:xfrm>
            <a:off x="2197100" y="1143000"/>
            <a:ext cx="1727200" cy="2554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r>
              <a:rPr lang="en-US" altLang="en-US" sz="2400" b="1"/>
              <a:t>SubWord </a:t>
            </a:r>
          </a:p>
          <a:p>
            <a:r>
              <a:rPr lang="en-US" altLang="en-US" sz="2400" b="1"/>
              <a:t>(Y1)</a:t>
            </a:r>
          </a:p>
          <a:p>
            <a:r>
              <a:rPr lang="en-US" altLang="en-US" sz="2800" b="1"/>
              <a:t>b7</a:t>
            </a:r>
          </a:p>
          <a:p>
            <a:r>
              <a:rPr lang="en-US" altLang="en-US" sz="2800" b="1"/>
              <a:t>5a</a:t>
            </a:r>
            <a:endParaRPr lang="en-US" altLang="en-US" sz="2800" b="1" baseline="-25000"/>
          </a:p>
          <a:p>
            <a:r>
              <a:rPr lang="en-US" altLang="en-US" sz="2800" b="1"/>
              <a:t>9d</a:t>
            </a:r>
          </a:p>
          <a:p>
            <a:r>
              <a:rPr lang="en-US" altLang="en-US" sz="2800" b="1"/>
              <a:t>85</a:t>
            </a:r>
            <a:r>
              <a:rPr lang="en-US" altLang="en-US" sz="2800" b="1" baseline="-25000"/>
              <a:t> </a:t>
            </a:r>
          </a:p>
        </p:txBody>
      </p:sp>
      <p:sp>
        <p:nvSpPr>
          <p:cNvPr id="7" name="Rectangle 6">
            <a:extLst>
              <a:ext uri="{FF2B5EF4-FFF2-40B4-BE49-F238E27FC236}">
                <a16:creationId xmlns:a16="http://schemas.microsoft.com/office/drawing/2014/main" id="{A50899EC-F580-EB6D-D92B-598A9E64CB53}"/>
              </a:ext>
            </a:extLst>
          </p:cNvPr>
          <p:cNvSpPr>
            <a:spLocks noChangeArrowheads="1"/>
          </p:cNvSpPr>
          <p:nvPr/>
        </p:nvSpPr>
        <p:spPr bwMode="auto">
          <a:xfrm>
            <a:off x="3686175" y="1143000"/>
            <a:ext cx="4572000" cy="954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r>
              <a:rPr lang="en-IN" altLang="en-US" sz="2800" b="1" dirty="0"/>
              <a:t>The result Y1 is XORed with a round constant, </a:t>
            </a:r>
            <a:r>
              <a:rPr lang="en-IN" altLang="en-US" sz="2800" b="1" dirty="0" err="1"/>
              <a:t>Rcon</a:t>
            </a:r>
            <a:r>
              <a:rPr lang="en-IN" altLang="en-US" sz="2800" b="1" dirty="0"/>
              <a:t>[j].</a:t>
            </a:r>
          </a:p>
        </p:txBody>
      </p:sp>
      <p:sp>
        <p:nvSpPr>
          <p:cNvPr id="8" name="Rectangle 7">
            <a:extLst>
              <a:ext uri="{FF2B5EF4-FFF2-40B4-BE49-F238E27FC236}">
                <a16:creationId xmlns:a16="http://schemas.microsoft.com/office/drawing/2014/main" id="{257153EA-CA79-D394-C0A0-670CA93300C7}"/>
              </a:ext>
            </a:extLst>
          </p:cNvPr>
          <p:cNvSpPr>
            <a:spLocks noChangeArrowheads="1"/>
          </p:cNvSpPr>
          <p:nvPr/>
        </p:nvSpPr>
        <p:spPr bwMode="auto">
          <a:xfrm>
            <a:off x="-107950" y="4252913"/>
            <a:ext cx="9750425" cy="2308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r>
              <a:rPr lang="en-IN" altLang="en-US" sz="3600" b="1" i="1"/>
              <a:t>Y1</a:t>
            </a:r>
            <a:r>
              <a:rPr lang="en-IN" altLang="en-US" sz="3600"/>
              <a:t>   10110111  01011010  10011101 10000101</a:t>
            </a:r>
          </a:p>
          <a:p>
            <a:r>
              <a:rPr lang="en-US" altLang="en-US" sz="3600"/>
              <a:t>R1   00000001 00000000 00000000 00000000</a:t>
            </a:r>
          </a:p>
          <a:p>
            <a:r>
              <a:rPr lang="en-US" altLang="en-US" sz="2800"/>
              <a:t>g(w3)</a:t>
            </a:r>
            <a:r>
              <a:rPr lang="en-IN" altLang="en-US" sz="3600"/>
              <a:t>10110110  01011010  10011101 10000101</a:t>
            </a:r>
            <a:endParaRPr lang="en-US" altLang="en-US" sz="3600"/>
          </a:p>
          <a:p>
            <a:r>
              <a:rPr lang="en-US" altLang="en-US" sz="3600"/>
              <a:t>g(w3)  - B6 5A 9D 85</a:t>
            </a:r>
            <a:endParaRPr lang="en-IN" altLang="en-US" sz="3600"/>
          </a:p>
        </p:txBody>
      </p:sp>
      <p:graphicFrame>
        <p:nvGraphicFramePr>
          <p:cNvPr id="9" name="Table 8">
            <a:extLst>
              <a:ext uri="{FF2B5EF4-FFF2-40B4-BE49-F238E27FC236}">
                <a16:creationId xmlns:a16="http://schemas.microsoft.com/office/drawing/2014/main" id="{F4F54D3C-9DB8-2E85-A745-8CDCE5EBA682}"/>
              </a:ext>
            </a:extLst>
          </p:cNvPr>
          <p:cNvGraphicFramePr>
            <a:graphicFrameLocks noGrp="1"/>
          </p:cNvGraphicFramePr>
          <p:nvPr>
            <p:extLst>
              <p:ext uri="{D42A27DB-BD31-4B8C-83A1-F6EECF244321}">
                <p14:modId xmlns:p14="http://schemas.microsoft.com/office/powerpoint/2010/main" val="2583221327"/>
              </p:ext>
            </p:extLst>
          </p:nvPr>
        </p:nvGraphicFramePr>
        <p:xfrm>
          <a:off x="2895600" y="2492896"/>
          <a:ext cx="6096000" cy="1849120"/>
        </p:xfrm>
        <a:graphic>
          <a:graphicData uri="http://schemas.openxmlformats.org/drawingml/2006/table">
            <a:tbl>
              <a:tblPr firstRow="1" bandRow="1">
                <a:tableStyleId>{5C22544A-7EE6-4342-B048-85BDC9FD1C3A}</a:tableStyleId>
              </a:tblPr>
              <a:tblGrid>
                <a:gridCol w="609600">
                  <a:extLst>
                    <a:ext uri="{9D8B030D-6E8A-4147-A177-3AD203B41FA5}">
                      <a16:colId xmlns:a16="http://schemas.microsoft.com/office/drawing/2014/main" val="20000"/>
                    </a:ext>
                  </a:extLst>
                </a:gridCol>
                <a:gridCol w="609600">
                  <a:extLst>
                    <a:ext uri="{9D8B030D-6E8A-4147-A177-3AD203B41FA5}">
                      <a16:colId xmlns:a16="http://schemas.microsoft.com/office/drawing/2014/main" val="20001"/>
                    </a:ext>
                  </a:extLst>
                </a:gridCol>
                <a:gridCol w="609600">
                  <a:extLst>
                    <a:ext uri="{9D8B030D-6E8A-4147-A177-3AD203B41FA5}">
                      <a16:colId xmlns:a16="http://schemas.microsoft.com/office/drawing/2014/main" val="20002"/>
                    </a:ext>
                  </a:extLst>
                </a:gridCol>
                <a:gridCol w="609600">
                  <a:extLst>
                    <a:ext uri="{9D8B030D-6E8A-4147-A177-3AD203B41FA5}">
                      <a16:colId xmlns:a16="http://schemas.microsoft.com/office/drawing/2014/main" val="20003"/>
                    </a:ext>
                  </a:extLst>
                </a:gridCol>
                <a:gridCol w="609600">
                  <a:extLst>
                    <a:ext uri="{9D8B030D-6E8A-4147-A177-3AD203B41FA5}">
                      <a16:colId xmlns:a16="http://schemas.microsoft.com/office/drawing/2014/main" val="20004"/>
                    </a:ext>
                  </a:extLst>
                </a:gridCol>
                <a:gridCol w="609600">
                  <a:extLst>
                    <a:ext uri="{9D8B030D-6E8A-4147-A177-3AD203B41FA5}">
                      <a16:colId xmlns:a16="http://schemas.microsoft.com/office/drawing/2014/main" val="20005"/>
                    </a:ext>
                  </a:extLst>
                </a:gridCol>
                <a:gridCol w="609600">
                  <a:extLst>
                    <a:ext uri="{9D8B030D-6E8A-4147-A177-3AD203B41FA5}">
                      <a16:colId xmlns:a16="http://schemas.microsoft.com/office/drawing/2014/main" val="20006"/>
                    </a:ext>
                  </a:extLst>
                </a:gridCol>
                <a:gridCol w="609600">
                  <a:extLst>
                    <a:ext uri="{9D8B030D-6E8A-4147-A177-3AD203B41FA5}">
                      <a16:colId xmlns:a16="http://schemas.microsoft.com/office/drawing/2014/main" val="20007"/>
                    </a:ext>
                  </a:extLst>
                </a:gridCol>
                <a:gridCol w="609600">
                  <a:extLst>
                    <a:ext uri="{9D8B030D-6E8A-4147-A177-3AD203B41FA5}">
                      <a16:colId xmlns:a16="http://schemas.microsoft.com/office/drawing/2014/main" val="20008"/>
                    </a:ext>
                  </a:extLst>
                </a:gridCol>
                <a:gridCol w="609600">
                  <a:extLst>
                    <a:ext uri="{9D8B030D-6E8A-4147-A177-3AD203B41FA5}">
                      <a16:colId xmlns:a16="http://schemas.microsoft.com/office/drawing/2014/main" val="20009"/>
                    </a:ext>
                  </a:extLst>
                </a:gridCol>
              </a:tblGrid>
              <a:tr h="163944">
                <a:tc>
                  <a:txBody>
                    <a:bodyPr/>
                    <a:lstStyle/>
                    <a:p>
                      <a:r>
                        <a:rPr lang="en-US" dirty="0"/>
                        <a:t>R1</a:t>
                      </a:r>
                      <a:endParaRPr lang="en-IN" dirty="0"/>
                    </a:p>
                  </a:txBody>
                  <a:tcPr>
                    <a:solidFill>
                      <a:schemeClr val="accent4">
                        <a:lumMod val="75000"/>
                      </a:schemeClr>
                    </a:solidFill>
                  </a:tcPr>
                </a:tc>
                <a:tc>
                  <a:txBody>
                    <a:bodyPr/>
                    <a:lstStyle/>
                    <a:p>
                      <a:r>
                        <a:rPr lang="en-US" dirty="0"/>
                        <a:t>R2</a:t>
                      </a:r>
                      <a:endParaRPr lang="en-IN" dirty="0"/>
                    </a:p>
                  </a:txBody>
                  <a:tcPr>
                    <a:solidFill>
                      <a:schemeClr val="accent4">
                        <a:lumMod val="75000"/>
                      </a:schemeClr>
                    </a:solidFill>
                  </a:tcPr>
                </a:tc>
                <a:tc>
                  <a:txBody>
                    <a:bodyPr/>
                    <a:lstStyle/>
                    <a:p>
                      <a:r>
                        <a:rPr lang="en-US" dirty="0"/>
                        <a:t>R3</a:t>
                      </a:r>
                      <a:endParaRPr lang="en-IN" dirty="0"/>
                    </a:p>
                  </a:txBody>
                  <a:tcPr>
                    <a:solidFill>
                      <a:schemeClr val="accent4">
                        <a:lumMod val="75000"/>
                      </a:schemeClr>
                    </a:solidFill>
                  </a:tcPr>
                </a:tc>
                <a:tc>
                  <a:txBody>
                    <a:bodyPr/>
                    <a:lstStyle/>
                    <a:p>
                      <a:r>
                        <a:rPr lang="en-US" dirty="0"/>
                        <a:t>R4</a:t>
                      </a:r>
                      <a:endParaRPr lang="en-IN" dirty="0"/>
                    </a:p>
                  </a:txBody>
                  <a:tcPr>
                    <a:solidFill>
                      <a:schemeClr val="accent4">
                        <a:lumMod val="75000"/>
                      </a:schemeClr>
                    </a:solidFill>
                  </a:tcPr>
                </a:tc>
                <a:tc>
                  <a:txBody>
                    <a:bodyPr/>
                    <a:lstStyle/>
                    <a:p>
                      <a:r>
                        <a:rPr lang="en-US" dirty="0"/>
                        <a:t>R5</a:t>
                      </a:r>
                      <a:endParaRPr lang="en-IN" dirty="0"/>
                    </a:p>
                  </a:txBody>
                  <a:tcPr>
                    <a:solidFill>
                      <a:schemeClr val="accent4">
                        <a:lumMod val="75000"/>
                      </a:schemeClr>
                    </a:solidFill>
                  </a:tcPr>
                </a:tc>
                <a:tc>
                  <a:txBody>
                    <a:bodyPr/>
                    <a:lstStyle/>
                    <a:p>
                      <a:r>
                        <a:rPr lang="en-US" dirty="0"/>
                        <a:t>R6</a:t>
                      </a:r>
                      <a:endParaRPr lang="en-IN" dirty="0"/>
                    </a:p>
                  </a:txBody>
                  <a:tcPr>
                    <a:solidFill>
                      <a:schemeClr val="accent4">
                        <a:lumMod val="75000"/>
                      </a:schemeClr>
                    </a:solidFill>
                  </a:tcPr>
                </a:tc>
                <a:tc>
                  <a:txBody>
                    <a:bodyPr/>
                    <a:lstStyle/>
                    <a:p>
                      <a:r>
                        <a:rPr lang="en-US" dirty="0"/>
                        <a:t>R7</a:t>
                      </a:r>
                      <a:endParaRPr lang="en-IN" dirty="0"/>
                    </a:p>
                  </a:txBody>
                  <a:tcPr>
                    <a:solidFill>
                      <a:schemeClr val="accent4">
                        <a:lumMod val="75000"/>
                      </a:schemeClr>
                    </a:solidFill>
                  </a:tcPr>
                </a:tc>
                <a:tc>
                  <a:txBody>
                    <a:bodyPr/>
                    <a:lstStyle/>
                    <a:p>
                      <a:r>
                        <a:rPr lang="en-US" dirty="0"/>
                        <a:t>R8</a:t>
                      </a:r>
                      <a:endParaRPr lang="en-IN" dirty="0"/>
                    </a:p>
                  </a:txBody>
                  <a:tcPr>
                    <a:solidFill>
                      <a:schemeClr val="accent4">
                        <a:lumMod val="75000"/>
                      </a:schemeClr>
                    </a:solidFill>
                  </a:tcPr>
                </a:tc>
                <a:tc>
                  <a:txBody>
                    <a:bodyPr/>
                    <a:lstStyle/>
                    <a:p>
                      <a:r>
                        <a:rPr lang="en-US" dirty="0"/>
                        <a:t>R9</a:t>
                      </a:r>
                      <a:endParaRPr lang="en-IN" dirty="0"/>
                    </a:p>
                  </a:txBody>
                  <a:tcPr>
                    <a:solidFill>
                      <a:schemeClr val="accent4">
                        <a:lumMod val="75000"/>
                      </a:schemeClr>
                    </a:solidFill>
                  </a:tcPr>
                </a:tc>
                <a:tc>
                  <a:txBody>
                    <a:bodyPr/>
                    <a:lstStyle/>
                    <a:p>
                      <a:r>
                        <a:rPr lang="en-US" dirty="0"/>
                        <a:t>R10</a:t>
                      </a:r>
                      <a:endParaRPr lang="en-IN" dirty="0"/>
                    </a:p>
                  </a:txBody>
                  <a:tcPr>
                    <a:solidFill>
                      <a:schemeClr val="accent4">
                        <a:lumMod val="75000"/>
                      </a:schemeClr>
                    </a:solidFill>
                  </a:tcPr>
                </a:tc>
                <a:extLst>
                  <a:ext uri="{0D108BD9-81ED-4DB2-BD59-A6C34878D82A}">
                    <a16:rowId xmlns:a16="http://schemas.microsoft.com/office/drawing/2014/main" val="10000"/>
                  </a:ext>
                </a:extLst>
              </a:tr>
              <a:tr h="370840">
                <a:tc>
                  <a:txBody>
                    <a:bodyPr/>
                    <a:lstStyle/>
                    <a:p>
                      <a:r>
                        <a:rPr lang="en-US" dirty="0"/>
                        <a:t>01</a:t>
                      </a:r>
                      <a:endParaRPr lang="en-IN" dirty="0"/>
                    </a:p>
                  </a:txBody>
                  <a:tcPr>
                    <a:solidFill>
                      <a:schemeClr val="accent4">
                        <a:lumMod val="75000"/>
                      </a:schemeClr>
                    </a:solidFill>
                  </a:tcPr>
                </a:tc>
                <a:tc>
                  <a:txBody>
                    <a:bodyPr/>
                    <a:lstStyle/>
                    <a:p>
                      <a:r>
                        <a:rPr lang="en-US" dirty="0"/>
                        <a:t>02</a:t>
                      </a:r>
                      <a:endParaRPr lang="en-IN" dirty="0"/>
                    </a:p>
                  </a:txBody>
                  <a:tcPr>
                    <a:solidFill>
                      <a:schemeClr val="accent4">
                        <a:lumMod val="75000"/>
                      </a:schemeClr>
                    </a:solidFill>
                  </a:tcPr>
                </a:tc>
                <a:tc>
                  <a:txBody>
                    <a:bodyPr/>
                    <a:lstStyle/>
                    <a:p>
                      <a:r>
                        <a:rPr lang="en-US" dirty="0"/>
                        <a:t>04</a:t>
                      </a:r>
                      <a:endParaRPr lang="en-IN" dirty="0"/>
                    </a:p>
                  </a:txBody>
                  <a:tcPr>
                    <a:solidFill>
                      <a:schemeClr val="accent4">
                        <a:lumMod val="75000"/>
                      </a:schemeClr>
                    </a:solidFill>
                  </a:tcPr>
                </a:tc>
                <a:tc>
                  <a:txBody>
                    <a:bodyPr/>
                    <a:lstStyle/>
                    <a:p>
                      <a:r>
                        <a:rPr lang="en-US" dirty="0"/>
                        <a:t>08</a:t>
                      </a:r>
                      <a:endParaRPr lang="en-IN" dirty="0"/>
                    </a:p>
                  </a:txBody>
                  <a:tcPr>
                    <a:solidFill>
                      <a:schemeClr val="accent4">
                        <a:lumMod val="75000"/>
                      </a:schemeClr>
                    </a:solidFill>
                  </a:tcPr>
                </a:tc>
                <a:tc>
                  <a:txBody>
                    <a:bodyPr/>
                    <a:lstStyle/>
                    <a:p>
                      <a:r>
                        <a:rPr lang="en-US" dirty="0"/>
                        <a:t>10</a:t>
                      </a:r>
                      <a:endParaRPr lang="en-IN" dirty="0"/>
                    </a:p>
                  </a:txBody>
                  <a:tcPr>
                    <a:solidFill>
                      <a:schemeClr val="accent4">
                        <a:lumMod val="75000"/>
                      </a:schemeClr>
                    </a:solidFill>
                  </a:tcPr>
                </a:tc>
                <a:tc>
                  <a:txBody>
                    <a:bodyPr/>
                    <a:lstStyle/>
                    <a:p>
                      <a:r>
                        <a:rPr lang="en-US" dirty="0"/>
                        <a:t>20</a:t>
                      </a:r>
                      <a:endParaRPr lang="en-IN" dirty="0"/>
                    </a:p>
                  </a:txBody>
                  <a:tcPr>
                    <a:solidFill>
                      <a:schemeClr val="accent4">
                        <a:lumMod val="75000"/>
                      </a:schemeClr>
                    </a:solidFill>
                  </a:tcPr>
                </a:tc>
                <a:tc>
                  <a:txBody>
                    <a:bodyPr/>
                    <a:lstStyle/>
                    <a:p>
                      <a:r>
                        <a:rPr lang="en-US" dirty="0"/>
                        <a:t>40</a:t>
                      </a:r>
                      <a:endParaRPr lang="en-IN" dirty="0"/>
                    </a:p>
                  </a:txBody>
                  <a:tcPr>
                    <a:solidFill>
                      <a:schemeClr val="accent4">
                        <a:lumMod val="75000"/>
                      </a:schemeClr>
                    </a:solidFill>
                  </a:tcPr>
                </a:tc>
                <a:tc>
                  <a:txBody>
                    <a:bodyPr/>
                    <a:lstStyle/>
                    <a:p>
                      <a:r>
                        <a:rPr lang="en-US" dirty="0"/>
                        <a:t>80</a:t>
                      </a:r>
                      <a:endParaRPr lang="en-IN" dirty="0"/>
                    </a:p>
                  </a:txBody>
                  <a:tcPr>
                    <a:solidFill>
                      <a:schemeClr val="accent4">
                        <a:lumMod val="75000"/>
                      </a:schemeClr>
                    </a:solidFill>
                  </a:tcPr>
                </a:tc>
                <a:tc>
                  <a:txBody>
                    <a:bodyPr/>
                    <a:lstStyle/>
                    <a:p>
                      <a:r>
                        <a:rPr lang="en-US"/>
                        <a:t>1B</a:t>
                      </a:r>
                      <a:endParaRPr lang="en-IN" dirty="0"/>
                    </a:p>
                  </a:txBody>
                  <a:tcPr>
                    <a:solidFill>
                      <a:schemeClr val="accent4">
                        <a:lumMod val="75000"/>
                      </a:schemeClr>
                    </a:solidFill>
                  </a:tcPr>
                </a:tc>
                <a:tc>
                  <a:txBody>
                    <a:bodyPr/>
                    <a:lstStyle/>
                    <a:p>
                      <a:r>
                        <a:rPr lang="en-US" dirty="0"/>
                        <a:t>36</a:t>
                      </a:r>
                      <a:endParaRPr lang="en-IN" dirty="0"/>
                    </a:p>
                  </a:txBody>
                  <a:tcPr>
                    <a:solidFill>
                      <a:schemeClr val="accent4">
                        <a:lumMod val="75000"/>
                      </a:schemeClr>
                    </a:solidFill>
                  </a:tcPr>
                </a:tc>
                <a:extLst>
                  <a:ext uri="{0D108BD9-81ED-4DB2-BD59-A6C34878D82A}">
                    <a16:rowId xmlns:a16="http://schemas.microsoft.com/office/drawing/2014/main" val="10001"/>
                  </a:ext>
                </a:extLst>
              </a:tr>
              <a:tr h="370840">
                <a:tc>
                  <a:txBody>
                    <a:bodyPr/>
                    <a:lstStyle/>
                    <a:p>
                      <a:r>
                        <a:rPr lang="en-US" dirty="0"/>
                        <a:t>00</a:t>
                      </a:r>
                      <a:endParaRPr lang="en-IN" dirty="0"/>
                    </a:p>
                  </a:txBody>
                  <a:tcPr>
                    <a:solidFill>
                      <a:schemeClr val="accent4">
                        <a:lumMod val="75000"/>
                      </a:schemeClr>
                    </a:solidFill>
                  </a:tcPr>
                </a:tc>
                <a:tc>
                  <a:txBody>
                    <a:bodyPr/>
                    <a:lstStyle/>
                    <a:p>
                      <a:r>
                        <a:rPr lang="en-US" dirty="0"/>
                        <a:t>00</a:t>
                      </a:r>
                      <a:endParaRPr lang="en-IN" dirty="0"/>
                    </a:p>
                  </a:txBody>
                  <a:tcPr>
                    <a:solidFill>
                      <a:schemeClr val="accent4">
                        <a:lumMod val="75000"/>
                      </a:schemeClr>
                    </a:solidFill>
                  </a:tcPr>
                </a:tc>
                <a:tc>
                  <a:txBody>
                    <a:bodyPr/>
                    <a:lstStyle/>
                    <a:p>
                      <a:r>
                        <a:rPr lang="en-US" dirty="0"/>
                        <a:t>00</a:t>
                      </a:r>
                      <a:endParaRPr lang="en-IN" dirty="0"/>
                    </a:p>
                  </a:txBody>
                  <a:tcPr>
                    <a:solidFill>
                      <a:schemeClr val="accent4">
                        <a:lumMod val="75000"/>
                      </a:schemeClr>
                    </a:solidFill>
                  </a:tcPr>
                </a:tc>
                <a:tc>
                  <a:txBody>
                    <a:bodyPr/>
                    <a:lstStyle/>
                    <a:p>
                      <a:r>
                        <a:rPr lang="en-US" dirty="0"/>
                        <a:t>00</a:t>
                      </a:r>
                      <a:endParaRPr lang="en-IN" dirty="0"/>
                    </a:p>
                  </a:txBody>
                  <a:tcPr>
                    <a:solidFill>
                      <a:schemeClr val="accent4">
                        <a:lumMod val="75000"/>
                      </a:schemeClr>
                    </a:solidFill>
                  </a:tcPr>
                </a:tc>
                <a:tc>
                  <a:txBody>
                    <a:bodyPr/>
                    <a:lstStyle/>
                    <a:p>
                      <a:r>
                        <a:rPr lang="en-US" dirty="0"/>
                        <a:t>00</a:t>
                      </a:r>
                      <a:endParaRPr lang="en-IN" dirty="0"/>
                    </a:p>
                  </a:txBody>
                  <a:tcPr>
                    <a:solidFill>
                      <a:schemeClr val="accent4">
                        <a:lumMod val="75000"/>
                      </a:schemeClr>
                    </a:solidFill>
                  </a:tcPr>
                </a:tc>
                <a:tc>
                  <a:txBody>
                    <a:bodyPr/>
                    <a:lstStyle/>
                    <a:p>
                      <a:r>
                        <a:rPr lang="en-US" dirty="0"/>
                        <a:t>00</a:t>
                      </a:r>
                      <a:endParaRPr lang="en-IN" dirty="0"/>
                    </a:p>
                  </a:txBody>
                  <a:tcPr>
                    <a:solidFill>
                      <a:schemeClr val="accent4">
                        <a:lumMod val="75000"/>
                      </a:schemeClr>
                    </a:solidFill>
                  </a:tcPr>
                </a:tc>
                <a:tc>
                  <a:txBody>
                    <a:bodyPr/>
                    <a:lstStyle/>
                    <a:p>
                      <a:r>
                        <a:rPr lang="en-US" dirty="0"/>
                        <a:t>00</a:t>
                      </a:r>
                      <a:endParaRPr lang="en-IN" dirty="0"/>
                    </a:p>
                  </a:txBody>
                  <a:tcPr>
                    <a:solidFill>
                      <a:schemeClr val="accent4">
                        <a:lumMod val="75000"/>
                      </a:schemeClr>
                    </a:solidFill>
                  </a:tcPr>
                </a:tc>
                <a:tc>
                  <a:txBody>
                    <a:bodyPr/>
                    <a:lstStyle/>
                    <a:p>
                      <a:r>
                        <a:rPr lang="en-US" dirty="0"/>
                        <a:t>00</a:t>
                      </a:r>
                      <a:endParaRPr lang="en-IN" dirty="0"/>
                    </a:p>
                  </a:txBody>
                  <a:tcPr>
                    <a:solidFill>
                      <a:schemeClr val="accent4">
                        <a:lumMod val="75000"/>
                      </a:schemeClr>
                    </a:solidFill>
                  </a:tcPr>
                </a:tc>
                <a:tc>
                  <a:txBody>
                    <a:bodyPr/>
                    <a:lstStyle/>
                    <a:p>
                      <a:r>
                        <a:rPr lang="en-US" dirty="0"/>
                        <a:t>00</a:t>
                      </a:r>
                      <a:endParaRPr lang="en-IN" dirty="0"/>
                    </a:p>
                  </a:txBody>
                  <a:tcPr>
                    <a:solidFill>
                      <a:schemeClr val="accent4">
                        <a:lumMod val="75000"/>
                      </a:schemeClr>
                    </a:solidFill>
                  </a:tcPr>
                </a:tc>
                <a:tc>
                  <a:txBody>
                    <a:bodyPr/>
                    <a:lstStyle/>
                    <a:p>
                      <a:r>
                        <a:rPr lang="en-US" dirty="0"/>
                        <a:t>00</a:t>
                      </a:r>
                      <a:endParaRPr lang="en-IN" dirty="0"/>
                    </a:p>
                  </a:txBody>
                  <a:tcPr>
                    <a:solidFill>
                      <a:schemeClr val="accent4">
                        <a:lumMod val="75000"/>
                      </a:schemeClr>
                    </a:solidFill>
                  </a:tcPr>
                </a:tc>
                <a:extLst>
                  <a:ext uri="{0D108BD9-81ED-4DB2-BD59-A6C34878D82A}">
                    <a16:rowId xmlns:a16="http://schemas.microsoft.com/office/drawing/2014/main" val="10002"/>
                  </a:ext>
                </a:extLst>
              </a:tr>
              <a:tr h="370840">
                <a:tc>
                  <a:txBody>
                    <a:bodyPr/>
                    <a:lstStyle/>
                    <a:p>
                      <a:r>
                        <a:rPr lang="en-US" dirty="0"/>
                        <a:t>00</a:t>
                      </a:r>
                      <a:endParaRPr lang="en-IN" dirty="0"/>
                    </a:p>
                  </a:txBody>
                  <a:tcPr>
                    <a:solidFill>
                      <a:schemeClr val="accent4">
                        <a:lumMod val="75000"/>
                      </a:schemeClr>
                    </a:solidFill>
                  </a:tcPr>
                </a:tc>
                <a:tc>
                  <a:txBody>
                    <a:bodyPr/>
                    <a:lstStyle/>
                    <a:p>
                      <a:r>
                        <a:rPr lang="en-US" dirty="0"/>
                        <a:t>00</a:t>
                      </a:r>
                      <a:endParaRPr lang="en-IN" dirty="0"/>
                    </a:p>
                  </a:txBody>
                  <a:tcPr>
                    <a:solidFill>
                      <a:schemeClr val="accent4">
                        <a:lumMod val="75000"/>
                      </a:schemeClr>
                    </a:solidFill>
                  </a:tcPr>
                </a:tc>
                <a:tc>
                  <a:txBody>
                    <a:bodyPr/>
                    <a:lstStyle/>
                    <a:p>
                      <a:r>
                        <a:rPr lang="en-US" dirty="0"/>
                        <a:t>00</a:t>
                      </a:r>
                      <a:endParaRPr lang="en-IN" dirty="0"/>
                    </a:p>
                  </a:txBody>
                  <a:tcPr>
                    <a:solidFill>
                      <a:schemeClr val="accent4">
                        <a:lumMod val="75000"/>
                      </a:schemeClr>
                    </a:solidFill>
                  </a:tcPr>
                </a:tc>
                <a:tc>
                  <a:txBody>
                    <a:bodyPr/>
                    <a:lstStyle/>
                    <a:p>
                      <a:r>
                        <a:rPr lang="en-US" dirty="0"/>
                        <a:t>00</a:t>
                      </a:r>
                      <a:endParaRPr lang="en-IN" dirty="0"/>
                    </a:p>
                  </a:txBody>
                  <a:tcPr>
                    <a:solidFill>
                      <a:schemeClr val="accent4">
                        <a:lumMod val="75000"/>
                      </a:schemeClr>
                    </a:solidFill>
                  </a:tcPr>
                </a:tc>
                <a:tc>
                  <a:txBody>
                    <a:bodyPr/>
                    <a:lstStyle/>
                    <a:p>
                      <a:r>
                        <a:rPr lang="en-US" dirty="0"/>
                        <a:t>00</a:t>
                      </a:r>
                      <a:endParaRPr lang="en-IN" dirty="0"/>
                    </a:p>
                  </a:txBody>
                  <a:tcPr>
                    <a:solidFill>
                      <a:schemeClr val="accent4">
                        <a:lumMod val="75000"/>
                      </a:schemeClr>
                    </a:solidFill>
                  </a:tcPr>
                </a:tc>
                <a:tc>
                  <a:txBody>
                    <a:bodyPr/>
                    <a:lstStyle/>
                    <a:p>
                      <a:r>
                        <a:rPr lang="en-US" dirty="0"/>
                        <a:t>00</a:t>
                      </a:r>
                      <a:endParaRPr lang="en-IN" dirty="0"/>
                    </a:p>
                  </a:txBody>
                  <a:tcPr>
                    <a:solidFill>
                      <a:schemeClr val="accent4">
                        <a:lumMod val="75000"/>
                      </a:schemeClr>
                    </a:solidFill>
                  </a:tcPr>
                </a:tc>
                <a:tc>
                  <a:txBody>
                    <a:bodyPr/>
                    <a:lstStyle/>
                    <a:p>
                      <a:r>
                        <a:rPr lang="en-US" dirty="0"/>
                        <a:t>00</a:t>
                      </a:r>
                      <a:endParaRPr lang="en-IN" dirty="0"/>
                    </a:p>
                  </a:txBody>
                  <a:tcPr>
                    <a:solidFill>
                      <a:schemeClr val="accent4">
                        <a:lumMod val="75000"/>
                      </a:schemeClr>
                    </a:solidFill>
                  </a:tcPr>
                </a:tc>
                <a:tc>
                  <a:txBody>
                    <a:bodyPr/>
                    <a:lstStyle/>
                    <a:p>
                      <a:r>
                        <a:rPr lang="en-US" dirty="0"/>
                        <a:t>00</a:t>
                      </a:r>
                      <a:endParaRPr lang="en-IN" dirty="0"/>
                    </a:p>
                  </a:txBody>
                  <a:tcPr>
                    <a:solidFill>
                      <a:schemeClr val="accent4">
                        <a:lumMod val="75000"/>
                      </a:schemeClr>
                    </a:solidFill>
                  </a:tcPr>
                </a:tc>
                <a:tc>
                  <a:txBody>
                    <a:bodyPr/>
                    <a:lstStyle/>
                    <a:p>
                      <a:r>
                        <a:rPr lang="en-US" dirty="0"/>
                        <a:t>00</a:t>
                      </a:r>
                      <a:endParaRPr lang="en-IN" dirty="0"/>
                    </a:p>
                  </a:txBody>
                  <a:tcPr>
                    <a:solidFill>
                      <a:schemeClr val="accent4">
                        <a:lumMod val="75000"/>
                      </a:schemeClr>
                    </a:solidFill>
                  </a:tcPr>
                </a:tc>
                <a:tc>
                  <a:txBody>
                    <a:bodyPr/>
                    <a:lstStyle/>
                    <a:p>
                      <a:r>
                        <a:rPr lang="en-US" dirty="0"/>
                        <a:t>00</a:t>
                      </a:r>
                      <a:endParaRPr lang="en-IN" dirty="0"/>
                    </a:p>
                  </a:txBody>
                  <a:tcPr>
                    <a:solidFill>
                      <a:schemeClr val="accent4">
                        <a:lumMod val="75000"/>
                      </a:schemeClr>
                    </a:solidFill>
                  </a:tcPr>
                </a:tc>
                <a:extLst>
                  <a:ext uri="{0D108BD9-81ED-4DB2-BD59-A6C34878D82A}">
                    <a16:rowId xmlns:a16="http://schemas.microsoft.com/office/drawing/2014/main" val="10003"/>
                  </a:ext>
                </a:extLst>
              </a:tr>
              <a:tr h="370840">
                <a:tc>
                  <a:txBody>
                    <a:bodyPr/>
                    <a:lstStyle/>
                    <a:p>
                      <a:r>
                        <a:rPr lang="en-US" dirty="0"/>
                        <a:t>00</a:t>
                      </a:r>
                      <a:endParaRPr lang="en-IN" dirty="0"/>
                    </a:p>
                  </a:txBody>
                  <a:tcPr>
                    <a:solidFill>
                      <a:schemeClr val="accent4">
                        <a:lumMod val="75000"/>
                      </a:schemeClr>
                    </a:solidFill>
                  </a:tcPr>
                </a:tc>
                <a:tc>
                  <a:txBody>
                    <a:bodyPr/>
                    <a:lstStyle/>
                    <a:p>
                      <a:r>
                        <a:rPr lang="en-US" dirty="0"/>
                        <a:t>00</a:t>
                      </a:r>
                      <a:endParaRPr lang="en-IN" dirty="0"/>
                    </a:p>
                  </a:txBody>
                  <a:tcPr>
                    <a:solidFill>
                      <a:schemeClr val="accent4">
                        <a:lumMod val="75000"/>
                      </a:schemeClr>
                    </a:solidFill>
                  </a:tcPr>
                </a:tc>
                <a:tc>
                  <a:txBody>
                    <a:bodyPr/>
                    <a:lstStyle/>
                    <a:p>
                      <a:r>
                        <a:rPr lang="en-US" dirty="0"/>
                        <a:t>00</a:t>
                      </a:r>
                      <a:endParaRPr lang="en-IN" dirty="0"/>
                    </a:p>
                  </a:txBody>
                  <a:tcPr>
                    <a:solidFill>
                      <a:schemeClr val="accent4">
                        <a:lumMod val="75000"/>
                      </a:schemeClr>
                    </a:solidFill>
                  </a:tcPr>
                </a:tc>
                <a:tc>
                  <a:txBody>
                    <a:bodyPr/>
                    <a:lstStyle/>
                    <a:p>
                      <a:r>
                        <a:rPr lang="en-US" dirty="0"/>
                        <a:t>00</a:t>
                      </a:r>
                      <a:endParaRPr lang="en-IN" dirty="0"/>
                    </a:p>
                  </a:txBody>
                  <a:tcPr>
                    <a:solidFill>
                      <a:schemeClr val="accent4">
                        <a:lumMod val="75000"/>
                      </a:schemeClr>
                    </a:solidFill>
                  </a:tcPr>
                </a:tc>
                <a:tc>
                  <a:txBody>
                    <a:bodyPr/>
                    <a:lstStyle/>
                    <a:p>
                      <a:r>
                        <a:rPr lang="en-US" dirty="0"/>
                        <a:t>00</a:t>
                      </a:r>
                      <a:endParaRPr lang="en-IN" dirty="0"/>
                    </a:p>
                  </a:txBody>
                  <a:tcPr>
                    <a:solidFill>
                      <a:schemeClr val="accent4">
                        <a:lumMod val="75000"/>
                      </a:schemeClr>
                    </a:solidFill>
                  </a:tcPr>
                </a:tc>
                <a:tc>
                  <a:txBody>
                    <a:bodyPr/>
                    <a:lstStyle/>
                    <a:p>
                      <a:r>
                        <a:rPr lang="en-US" dirty="0"/>
                        <a:t>00</a:t>
                      </a:r>
                      <a:endParaRPr lang="en-IN" dirty="0"/>
                    </a:p>
                  </a:txBody>
                  <a:tcPr>
                    <a:solidFill>
                      <a:schemeClr val="accent4">
                        <a:lumMod val="75000"/>
                      </a:schemeClr>
                    </a:solidFill>
                  </a:tcPr>
                </a:tc>
                <a:tc>
                  <a:txBody>
                    <a:bodyPr/>
                    <a:lstStyle/>
                    <a:p>
                      <a:r>
                        <a:rPr lang="en-US" dirty="0"/>
                        <a:t>00</a:t>
                      </a:r>
                      <a:endParaRPr lang="en-IN" dirty="0"/>
                    </a:p>
                  </a:txBody>
                  <a:tcPr>
                    <a:solidFill>
                      <a:schemeClr val="accent4">
                        <a:lumMod val="75000"/>
                      </a:schemeClr>
                    </a:solidFill>
                  </a:tcPr>
                </a:tc>
                <a:tc>
                  <a:txBody>
                    <a:bodyPr/>
                    <a:lstStyle/>
                    <a:p>
                      <a:r>
                        <a:rPr lang="en-US" dirty="0"/>
                        <a:t>00</a:t>
                      </a:r>
                      <a:endParaRPr lang="en-IN" dirty="0"/>
                    </a:p>
                  </a:txBody>
                  <a:tcPr>
                    <a:solidFill>
                      <a:schemeClr val="accent4">
                        <a:lumMod val="75000"/>
                      </a:schemeClr>
                    </a:solidFill>
                  </a:tcPr>
                </a:tc>
                <a:tc>
                  <a:txBody>
                    <a:bodyPr/>
                    <a:lstStyle/>
                    <a:p>
                      <a:r>
                        <a:rPr lang="en-US" dirty="0"/>
                        <a:t>00</a:t>
                      </a:r>
                      <a:endParaRPr lang="en-IN" dirty="0"/>
                    </a:p>
                  </a:txBody>
                  <a:tcPr>
                    <a:solidFill>
                      <a:schemeClr val="accent4">
                        <a:lumMod val="75000"/>
                      </a:schemeClr>
                    </a:solidFill>
                  </a:tcPr>
                </a:tc>
                <a:tc>
                  <a:txBody>
                    <a:bodyPr/>
                    <a:lstStyle/>
                    <a:p>
                      <a:r>
                        <a:rPr lang="en-US" dirty="0"/>
                        <a:t>00</a:t>
                      </a:r>
                      <a:endParaRPr lang="en-IN" dirty="0"/>
                    </a:p>
                  </a:txBody>
                  <a:tcPr>
                    <a:solidFill>
                      <a:schemeClr val="accent4">
                        <a:lumMod val="75000"/>
                      </a:schemeClr>
                    </a:solidFill>
                  </a:tcPr>
                </a:tc>
                <a:extLst>
                  <a:ext uri="{0D108BD9-81ED-4DB2-BD59-A6C34878D82A}">
                    <a16:rowId xmlns:a16="http://schemas.microsoft.com/office/drawing/2014/main" val="10004"/>
                  </a:ext>
                </a:extLst>
              </a:tr>
            </a:tbl>
          </a:graphicData>
        </a:graphic>
      </p:graphicFrame>
      <p:sp>
        <p:nvSpPr>
          <p:cNvPr id="11" name="Rectangle 10">
            <a:extLst>
              <a:ext uri="{FF2B5EF4-FFF2-40B4-BE49-F238E27FC236}">
                <a16:creationId xmlns:a16="http://schemas.microsoft.com/office/drawing/2014/main" id="{CB8F961E-90F8-2A3F-EFE6-377DCB6D166A}"/>
              </a:ext>
            </a:extLst>
          </p:cNvPr>
          <p:cNvSpPr>
            <a:spLocks noRot="1" noChangeAspect="1" noMove="1" noResize="1" noEditPoints="1" noAdjustHandles="1" noChangeArrowheads="1" noChangeShapeType="1" noTextEdit="1"/>
          </p:cNvSpPr>
          <p:nvPr/>
        </p:nvSpPr>
        <p:spPr>
          <a:xfrm>
            <a:off x="6766644" y="5755"/>
            <a:ext cx="2036263" cy="1101199"/>
          </a:xfrm>
          <a:prstGeom prst="rect">
            <a:avLst/>
          </a:prstGeom>
          <a:blipFill rotWithShape="0">
            <a:blip r:embed="rId3"/>
            <a:stretch>
              <a:fillRect/>
            </a:stretch>
          </a:blipFill>
        </p:spPr>
        <p:txBody>
          <a:bodyPr/>
          <a:lstStyle/>
          <a:p>
            <a:pPr>
              <a:defRPr/>
            </a:pPr>
            <a:r>
              <a:rPr lang="en-IN">
                <a:noFill/>
              </a:rPr>
              <a:t> </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5"/>
                                        </p:tgtEl>
                                        <p:attrNameLst>
                                          <p:attrName>style.visibility</p:attrName>
                                        </p:attrNameLst>
                                      </p:cBhvr>
                                      <p:to>
                                        <p:strVal val="visible"/>
                                      </p:to>
                                    </p:set>
                                    <p:anim calcmode="lin" valueType="num">
                                      <p:cBhvr additive="base">
                                        <p:cTn id="13" dur="500" fill="hold"/>
                                        <p:tgtEl>
                                          <p:spTgt spid="5"/>
                                        </p:tgtEl>
                                        <p:attrNameLst>
                                          <p:attrName>ppt_x</p:attrName>
                                        </p:attrNameLst>
                                      </p:cBhvr>
                                      <p:tavLst>
                                        <p:tav tm="0">
                                          <p:val>
                                            <p:strVal val="#ppt_x"/>
                                          </p:val>
                                        </p:tav>
                                        <p:tav tm="100000">
                                          <p:val>
                                            <p:strVal val="#ppt_x"/>
                                          </p:val>
                                        </p:tav>
                                      </p:tavLst>
                                    </p:anim>
                                    <p:anim calcmode="lin" valueType="num">
                                      <p:cBhvr additive="base">
                                        <p:cTn id="14"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6"/>
                                        </p:tgtEl>
                                        <p:attrNameLst>
                                          <p:attrName>style.visibility</p:attrName>
                                        </p:attrNameLst>
                                      </p:cBhvr>
                                      <p:to>
                                        <p:strVal val="visible"/>
                                      </p:to>
                                    </p:set>
                                    <p:anim calcmode="lin" valueType="num">
                                      <p:cBhvr additive="base">
                                        <p:cTn id="19" dur="500" fill="hold"/>
                                        <p:tgtEl>
                                          <p:spTgt spid="6"/>
                                        </p:tgtEl>
                                        <p:attrNameLst>
                                          <p:attrName>ppt_x</p:attrName>
                                        </p:attrNameLst>
                                      </p:cBhvr>
                                      <p:tavLst>
                                        <p:tav tm="0">
                                          <p:val>
                                            <p:strVal val="#ppt_x"/>
                                          </p:val>
                                        </p:tav>
                                        <p:tav tm="100000">
                                          <p:val>
                                            <p:strVal val="#ppt_x"/>
                                          </p:val>
                                        </p:tav>
                                      </p:tavLst>
                                    </p:anim>
                                    <p:anim calcmode="lin" valueType="num">
                                      <p:cBhvr additive="base">
                                        <p:cTn id="20"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7"/>
                                        </p:tgtEl>
                                        <p:attrNameLst>
                                          <p:attrName>style.visibility</p:attrName>
                                        </p:attrNameLst>
                                      </p:cBhvr>
                                      <p:to>
                                        <p:strVal val="visible"/>
                                      </p:to>
                                    </p:set>
                                    <p:anim calcmode="lin" valueType="num">
                                      <p:cBhvr additive="base">
                                        <p:cTn id="25" dur="500" fill="hold"/>
                                        <p:tgtEl>
                                          <p:spTgt spid="7"/>
                                        </p:tgtEl>
                                        <p:attrNameLst>
                                          <p:attrName>ppt_x</p:attrName>
                                        </p:attrNameLst>
                                      </p:cBhvr>
                                      <p:tavLst>
                                        <p:tav tm="0">
                                          <p:val>
                                            <p:strVal val="#ppt_x"/>
                                          </p:val>
                                        </p:tav>
                                        <p:tav tm="100000">
                                          <p:val>
                                            <p:strVal val="#ppt_x"/>
                                          </p:val>
                                        </p:tav>
                                      </p:tavLst>
                                    </p:anim>
                                    <p:anim calcmode="lin" valueType="num">
                                      <p:cBhvr additive="base">
                                        <p:cTn id="26"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4" fill="hold" nodeType="clickEffect">
                                  <p:stCondLst>
                                    <p:cond delay="0"/>
                                  </p:stCondLst>
                                  <p:childTnLst>
                                    <p:set>
                                      <p:cBhvr>
                                        <p:cTn id="30" dur="1" fill="hold">
                                          <p:stCondLst>
                                            <p:cond delay="0"/>
                                          </p:stCondLst>
                                        </p:cTn>
                                        <p:tgtEl>
                                          <p:spTgt spid="9"/>
                                        </p:tgtEl>
                                        <p:attrNameLst>
                                          <p:attrName>style.visibility</p:attrName>
                                        </p:attrNameLst>
                                      </p:cBhvr>
                                      <p:to>
                                        <p:strVal val="visible"/>
                                      </p:to>
                                    </p:set>
                                    <p:anim calcmode="lin" valueType="num">
                                      <p:cBhvr additive="base">
                                        <p:cTn id="31" dur="500" fill="hold"/>
                                        <p:tgtEl>
                                          <p:spTgt spid="9"/>
                                        </p:tgtEl>
                                        <p:attrNameLst>
                                          <p:attrName>ppt_x</p:attrName>
                                        </p:attrNameLst>
                                      </p:cBhvr>
                                      <p:tavLst>
                                        <p:tav tm="0">
                                          <p:val>
                                            <p:strVal val="#ppt_x"/>
                                          </p:val>
                                        </p:tav>
                                        <p:tav tm="100000">
                                          <p:val>
                                            <p:strVal val="#ppt_x"/>
                                          </p:val>
                                        </p:tav>
                                      </p:tavLst>
                                    </p:anim>
                                    <p:anim calcmode="lin" valueType="num">
                                      <p:cBhvr additive="base">
                                        <p:cTn id="32" dur="500" fill="hold"/>
                                        <p:tgtEl>
                                          <p:spTgt spid="9"/>
                                        </p:tgtEl>
                                        <p:attrNameLst>
                                          <p:attrName>ppt_y</p:attrName>
                                        </p:attrNameLst>
                                      </p:cBhvr>
                                      <p:tavLst>
                                        <p:tav tm="0">
                                          <p:val>
                                            <p:strVal val="1+#ppt_h/2"/>
                                          </p:val>
                                        </p:tav>
                                        <p:tav tm="100000">
                                          <p:val>
                                            <p:strVal val="#ppt_y"/>
                                          </p:val>
                                        </p:tav>
                                      </p:tavLst>
                                    </p:anim>
                                  </p:childTnLst>
                                </p:cTn>
                              </p:par>
                            </p:childTnLst>
                          </p:cTn>
                        </p:par>
                      </p:childTnLst>
                    </p:cTn>
                  </p:par>
                  <p:par>
                    <p:cTn id="33" fill="hold" nodeType="clickPar">
                      <p:stCondLst>
                        <p:cond delay="indefinite"/>
                      </p:stCondLst>
                      <p:childTnLst>
                        <p:par>
                          <p:cTn id="34" fill="hold" nodeType="withGroup">
                            <p:stCondLst>
                              <p:cond delay="0"/>
                            </p:stCondLst>
                            <p:childTnLst>
                              <p:par>
                                <p:cTn id="35" presetID="2" presetClass="entr" presetSubtype="4" fill="hold" nodeType="clickEffect">
                                  <p:stCondLst>
                                    <p:cond delay="0"/>
                                  </p:stCondLst>
                                  <p:childTnLst>
                                    <p:set>
                                      <p:cBhvr>
                                        <p:cTn id="36" dur="1" fill="hold">
                                          <p:stCondLst>
                                            <p:cond delay="0"/>
                                          </p:stCondLst>
                                        </p:cTn>
                                        <p:tgtEl>
                                          <p:spTgt spid="8">
                                            <p:txEl>
                                              <p:pRg st="0" end="0"/>
                                            </p:txEl>
                                          </p:spTgt>
                                        </p:tgtEl>
                                        <p:attrNameLst>
                                          <p:attrName>style.visibility</p:attrName>
                                        </p:attrNameLst>
                                      </p:cBhvr>
                                      <p:to>
                                        <p:strVal val="visible"/>
                                      </p:to>
                                    </p:set>
                                    <p:anim calcmode="lin" valueType="num">
                                      <p:cBhvr additive="base">
                                        <p:cTn id="37" dur="500" fill="hold"/>
                                        <p:tgtEl>
                                          <p:spTgt spid="8">
                                            <p:txEl>
                                              <p:pRg st="0" end="0"/>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8">
                                            <p:txEl>
                                              <p:pRg st="0" end="0"/>
                                            </p:txEl>
                                          </p:spTgt>
                                        </p:tgtEl>
                                        <p:attrNameLst>
                                          <p:attrName>ppt_y</p:attrName>
                                        </p:attrNameLst>
                                      </p:cBhvr>
                                      <p:tavLst>
                                        <p:tav tm="0">
                                          <p:val>
                                            <p:strVal val="1+#ppt_h/2"/>
                                          </p:val>
                                        </p:tav>
                                        <p:tav tm="100000">
                                          <p:val>
                                            <p:strVal val="#ppt_y"/>
                                          </p:val>
                                        </p:tav>
                                      </p:tavLst>
                                    </p:anim>
                                  </p:childTnLst>
                                </p:cTn>
                              </p:par>
                              <p:par>
                                <p:cTn id="39" presetID="2" presetClass="entr" presetSubtype="4" fill="hold" nodeType="withEffect">
                                  <p:stCondLst>
                                    <p:cond delay="0"/>
                                  </p:stCondLst>
                                  <p:childTnLst>
                                    <p:set>
                                      <p:cBhvr>
                                        <p:cTn id="40" dur="1" fill="hold">
                                          <p:stCondLst>
                                            <p:cond delay="0"/>
                                          </p:stCondLst>
                                        </p:cTn>
                                        <p:tgtEl>
                                          <p:spTgt spid="8">
                                            <p:txEl>
                                              <p:pRg st="1" end="1"/>
                                            </p:txEl>
                                          </p:spTgt>
                                        </p:tgtEl>
                                        <p:attrNameLst>
                                          <p:attrName>style.visibility</p:attrName>
                                        </p:attrNameLst>
                                      </p:cBhvr>
                                      <p:to>
                                        <p:strVal val="visible"/>
                                      </p:to>
                                    </p:set>
                                    <p:anim calcmode="lin" valueType="num">
                                      <p:cBhvr additive="base">
                                        <p:cTn id="41" dur="500" fill="hold"/>
                                        <p:tgtEl>
                                          <p:spTgt spid="8">
                                            <p:txEl>
                                              <p:pRg st="1" end="1"/>
                                            </p:txEl>
                                          </p:spTgt>
                                        </p:tgtEl>
                                        <p:attrNameLst>
                                          <p:attrName>ppt_x</p:attrName>
                                        </p:attrNameLst>
                                      </p:cBhvr>
                                      <p:tavLst>
                                        <p:tav tm="0">
                                          <p:val>
                                            <p:strVal val="#ppt_x"/>
                                          </p:val>
                                        </p:tav>
                                        <p:tav tm="100000">
                                          <p:val>
                                            <p:strVal val="#ppt_x"/>
                                          </p:val>
                                        </p:tav>
                                      </p:tavLst>
                                    </p:anim>
                                    <p:anim calcmode="lin" valueType="num">
                                      <p:cBhvr additive="base">
                                        <p:cTn id="42" dur="500" fill="hold"/>
                                        <p:tgtEl>
                                          <p:spTgt spid="8">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43" fill="hold" nodeType="clickPar">
                      <p:stCondLst>
                        <p:cond delay="indefinite"/>
                      </p:stCondLst>
                      <p:childTnLst>
                        <p:par>
                          <p:cTn id="44" fill="hold" nodeType="withGroup">
                            <p:stCondLst>
                              <p:cond delay="0"/>
                            </p:stCondLst>
                            <p:childTnLst>
                              <p:par>
                                <p:cTn id="45" presetID="2" presetClass="entr" presetSubtype="4" fill="hold" nodeType="clickEffect">
                                  <p:stCondLst>
                                    <p:cond delay="0"/>
                                  </p:stCondLst>
                                  <p:childTnLst>
                                    <p:set>
                                      <p:cBhvr>
                                        <p:cTn id="46" dur="1" fill="hold">
                                          <p:stCondLst>
                                            <p:cond delay="0"/>
                                          </p:stCondLst>
                                        </p:cTn>
                                        <p:tgtEl>
                                          <p:spTgt spid="8">
                                            <p:txEl>
                                              <p:pRg st="2" end="2"/>
                                            </p:txEl>
                                          </p:spTgt>
                                        </p:tgtEl>
                                        <p:attrNameLst>
                                          <p:attrName>style.visibility</p:attrName>
                                        </p:attrNameLst>
                                      </p:cBhvr>
                                      <p:to>
                                        <p:strVal val="visible"/>
                                      </p:to>
                                    </p:set>
                                    <p:anim calcmode="lin" valueType="num">
                                      <p:cBhvr additive="base">
                                        <p:cTn id="47" dur="500" fill="hold"/>
                                        <p:tgtEl>
                                          <p:spTgt spid="8">
                                            <p:txEl>
                                              <p:pRg st="2" end="2"/>
                                            </p:txEl>
                                          </p:spTgt>
                                        </p:tgtEl>
                                        <p:attrNameLst>
                                          <p:attrName>ppt_x</p:attrName>
                                        </p:attrNameLst>
                                      </p:cBhvr>
                                      <p:tavLst>
                                        <p:tav tm="0">
                                          <p:val>
                                            <p:strVal val="#ppt_x"/>
                                          </p:val>
                                        </p:tav>
                                        <p:tav tm="100000">
                                          <p:val>
                                            <p:strVal val="#ppt_x"/>
                                          </p:val>
                                        </p:tav>
                                      </p:tavLst>
                                    </p:anim>
                                    <p:anim calcmode="lin" valueType="num">
                                      <p:cBhvr additive="base">
                                        <p:cTn id="48" dur="500" fill="hold"/>
                                        <p:tgtEl>
                                          <p:spTgt spid="8">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49" fill="hold" nodeType="clickPar">
                      <p:stCondLst>
                        <p:cond delay="indefinite"/>
                      </p:stCondLst>
                      <p:childTnLst>
                        <p:par>
                          <p:cTn id="50" fill="hold" nodeType="withGroup">
                            <p:stCondLst>
                              <p:cond delay="0"/>
                            </p:stCondLst>
                            <p:childTnLst>
                              <p:par>
                                <p:cTn id="51" presetID="2" presetClass="entr" presetSubtype="4" fill="hold" nodeType="clickEffect">
                                  <p:stCondLst>
                                    <p:cond delay="0"/>
                                  </p:stCondLst>
                                  <p:childTnLst>
                                    <p:set>
                                      <p:cBhvr>
                                        <p:cTn id="52" dur="1" fill="hold">
                                          <p:stCondLst>
                                            <p:cond delay="0"/>
                                          </p:stCondLst>
                                        </p:cTn>
                                        <p:tgtEl>
                                          <p:spTgt spid="8">
                                            <p:txEl>
                                              <p:pRg st="3" end="3"/>
                                            </p:txEl>
                                          </p:spTgt>
                                        </p:tgtEl>
                                        <p:attrNameLst>
                                          <p:attrName>style.visibility</p:attrName>
                                        </p:attrNameLst>
                                      </p:cBhvr>
                                      <p:to>
                                        <p:strVal val="visible"/>
                                      </p:to>
                                    </p:set>
                                    <p:anim calcmode="lin" valueType="num">
                                      <p:cBhvr additive="base">
                                        <p:cTn id="53" dur="500" fill="hold"/>
                                        <p:tgtEl>
                                          <p:spTgt spid="8">
                                            <p:txEl>
                                              <p:pRg st="3" end="3"/>
                                            </p:txEl>
                                          </p:spTgt>
                                        </p:tgtEl>
                                        <p:attrNameLst>
                                          <p:attrName>ppt_x</p:attrName>
                                        </p:attrNameLst>
                                      </p:cBhvr>
                                      <p:tavLst>
                                        <p:tav tm="0">
                                          <p:val>
                                            <p:strVal val="#ppt_x"/>
                                          </p:val>
                                        </p:tav>
                                        <p:tav tm="100000">
                                          <p:val>
                                            <p:strVal val="#ppt_x"/>
                                          </p:val>
                                        </p:tav>
                                      </p:tavLst>
                                    </p:anim>
                                    <p:anim calcmode="lin" valueType="num">
                                      <p:cBhvr additive="base">
                                        <p:cTn id="54" dur="500" fill="hold"/>
                                        <p:tgtEl>
                                          <p:spTgt spid="8">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6" grpId="0"/>
      <p:bldP spid="7"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Title 1">
            <a:extLst>
              <a:ext uri="{FF2B5EF4-FFF2-40B4-BE49-F238E27FC236}">
                <a16:creationId xmlns:a16="http://schemas.microsoft.com/office/drawing/2014/main" id="{CB5BAA7C-5180-8B71-594B-D0D1AFBE1956}"/>
              </a:ext>
            </a:extLst>
          </p:cNvPr>
          <p:cNvSpPr>
            <a:spLocks noGrp="1"/>
          </p:cNvSpPr>
          <p:nvPr>
            <p:ph type="title"/>
          </p:nvPr>
        </p:nvSpPr>
        <p:spPr/>
        <p:txBody>
          <a:bodyPr/>
          <a:lstStyle/>
          <a:p>
            <a:r>
              <a:rPr lang="en-US" altLang="en-US">
                <a:ea typeface="ＭＳ Ｐゴシック" panose="020B0600070205080204" pitchFamily="34" charset="-128"/>
              </a:rPr>
              <a:t>Key Expansion in AES </a:t>
            </a:r>
            <a:endParaRPr lang="en-IN" altLang="en-US">
              <a:ea typeface="ＭＳ Ｐゴシック" panose="020B0600070205080204" pitchFamily="34" charset="-128"/>
            </a:endParaRPr>
          </a:p>
        </p:txBody>
      </p:sp>
      <p:graphicFrame>
        <p:nvGraphicFramePr>
          <p:cNvPr id="5" name="Table 4">
            <a:extLst>
              <a:ext uri="{FF2B5EF4-FFF2-40B4-BE49-F238E27FC236}">
                <a16:creationId xmlns:a16="http://schemas.microsoft.com/office/drawing/2014/main" id="{ACD82228-A5E4-9620-0026-1E84C0281B12}"/>
              </a:ext>
            </a:extLst>
          </p:cNvPr>
          <p:cNvGraphicFramePr>
            <a:graphicFrameLocks noGrp="1"/>
          </p:cNvGraphicFramePr>
          <p:nvPr/>
        </p:nvGraphicFramePr>
        <p:xfrm>
          <a:off x="381000" y="1295400"/>
          <a:ext cx="2520952" cy="1981200"/>
        </p:xfrm>
        <a:graphic>
          <a:graphicData uri="http://schemas.openxmlformats.org/drawingml/2006/table">
            <a:tbl>
              <a:tblPr bandRow="1">
                <a:tableStyleId>{5940675A-B579-460E-94D1-54222C63F5DA}</a:tableStyleId>
              </a:tblPr>
              <a:tblGrid>
                <a:gridCol w="630238">
                  <a:extLst>
                    <a:ext uri="{9D8B030D-6E8A-4147-A177-3AD203B41FA5}">
                      <a16:colId xmlns:a16="http://schemas.microsoft.com/office/drawing/2014/main" val="20000"/>
                    </a:ext>
                  </a:extLst>
                </a:gridCol>
                <a:gridCol w="630238">
                  <a:extLst>
                    <a:ext uri="{9D8B030D-6E8A-4147-A177-3AD203B41FA5}">
                      <a16:colId xmlns:a16="http://schemas.microsoft.com/office/drawing/2014/main" val="20001"/>
                    </a:ext>
                  </a:extLst>
                </a:gridCol>
                <a:gridCol w="630238">
                  <a:extLst>
                    <a:ext uri="{9D8B030D-6E8A-4147-A177-3AD203B41FA5}">
                      <a16:colId xmlns:a16="http://schemas.microsoft.com/office/drawing/2014/main" val="20002"/>
                    </a:ext>
                  </a:extLst>
                </a:gridCol>
                <a:gridCol w="630238">
                  <a:extLst>
                    <a:ext uri="{9D8B030D-6E8A-4147-A177-3AD203B41FA5}">
                      <a16:colId xmlns:a16="http://schemas.microsoft.com/office/drawing/2014/main" val="20003"/>
                    </a:ext>
                  </a:extLst>
                </a:gridCol>
              </a:tblGrid>
              <a:tr h="1981200">
                <a:tc>
                  <a:txBody>
                    <a:bodyPr/>
                    <a:lstStyle/>
                    <a:p>
                      <a:r>
                        <a:rPr lang="en-US" dirty="0"/>
                        <a:t>W0</a:t>
                      </a:r>
                      <a:endParaRPr lang="en-IN" dirty="0"/>
                    </a:p>
                  </a:txBody>
                  <a:tcPr marL="91419" marR="91419"/>
                </a:tc>
                <a:tc>
                  <a:txBody>
                    <a:bodyPr/>
                    <a:lstStyle/>
                    <a:p>
                      <a:r>
                        <a:rPr lang="en-US" dirty="0"/>
                        <a:t>W1</a:t>
                      </a:r>
                      <a:endParaRPr lang="en-IN" dirty="0"/>
                    </a:p>
                  </a:txBody>
                  <a:tcPr marL="91419" marR="91419"/>
                </a:tc>
                <a:tc>
                  <a:txBody>
                    <a:bodyPr/>
                    <a:lstStyle/>
                    <a:p>
                      <a:r>
                        <a:rPr lang="en-US" dirty="0"/>
                        <a:t>W2</a:t>
                      </a:r>
                      <a:endParaRPr lang="en-IN" dirty="0"/>
                    </a:p>
                  </a:txBody>
                  <a:tcPr marL="91419" marR="91419"/>
                </a:tc>
                <a:tc>
                  <a:txBody>
                    <a:bodyPr/>
                    <a:lstStyle/>
                    <a:p>
                      <a:r>
                        <a:rPr lang="en-US" dirty="0"/>
                        <a:t>W3</a:t>
                      </a:r>
                      <a:endParaRPr lang="en-IN" dirty="0"/>
                    </a:p>
                  </a:txBody>
                  <a:tcPr marL="91419" marR="91419"/>
                </a:tc>
                <a:extLst>
                  <a:ext uri="{0D108BD9-81ED-4DB2-BD59-A6C34878D82A}">
                    <a16:rowId xmlns:a16="http://schemas.microsoft.com/office/drawing/2014/main" val="10000"/>
                  </a:ext>
                </a:extLst>
              </a:tr>
            </a:tbl>
          </a:graphicData>
        </a:graphic>
      </p:graphicFrame>
      <p:sp>
        <p:nvSpPr>
          <p:cNvPr id="36879" name="TextBox 7">
            <a:extLst>
              <a:ext uri="{FF2B5EF4-FFF2-40B4-BE49-F238E27FC236}">
                <a16:creationId xmlns:a16="http://schemas.microsoft.com/office/drawing/2014/main" id="{39C37EDF-3D43-0F98-78BD-2E686BD3C9F8}"/>
              </a:ext>
            </a:extLst>
          </p:cNvPr>
          <p:cNvSpPr txBox="1">
            <a:spLocks noChangeArrowheads="1"/>
          </p:cNvSpPr>
          <p:nvPr/>
        </p:nvSpPr>
        <p:spPr bwMode="auto">
          <a:xfrm>
            <a:off x="439738" y="1820863"/>
            <a:ext cx="533400" cy="1200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r>
              <a:rPr lang="en-US" altLang="en-US" b="1"/>
              <a:t>5468</a:t>
            </a:r>
          </a:p>
          <a:p>
            <a:r>
              <a:rPr lang="en-US" altLang="en-US" b="1"/>
              <a:t>61</a:t>
            </a:r>
          </a:p>
          <a:p>
            <a:r>
              <a:rPr lang="en-US" altLang="en-US" b="1"/>
              <a:t>74</a:t>
            </a:r>
            <a:endParaRPr lang="en-IN" altLang="en-US" b="1"/>
          </a:p>
        </p:txBody>
      </p:sp>
      <p:sp>
        <p:nvSpPr>
          <p:cNvPr id="36880" name="TextBox 8">
            <a:extLst>
              <a:ext uri="{FF2B5EF4-FFF2-40B4-BE49-F238E27FC236}">
                <a16:creationId xmlns:a16="http://schemas.microsoft.com/office/drawing/2014/main" id="{35E14749-BBC3-83DA-C63E-2408A5813AC8}"/>
              </a:ext>
            </a:extLst>
          </p:cNvPr>
          <p:cNvSpPr txBox="1">
            <a:spLocks noChangeArrowheads="1"/>
          </p:cNvSpPr>
          <p:nvPr/>
        </p:nvSpPr>
        <p:spPr bwMode="auto">
          <a:xfrm>
            <a:off x="1125538" y="1820863"/>
            <a:ext cx="533400" cy="1200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r>
              <a:rPr lang="en-US" altLang="en-US" b="1"/>
              <a:t>73</a:t>
            </a:r>
          </a:p>
          <a:p>
            <a:r>
              <a:rPr lang="en-US" altLang="en-US" b="1"/>
              <a:t>20</a:t>
            </a:r>
            <a:r>
              <a:rPr lang="en-US" altLang="en-US" b="1" baseline="-25000"/>
              <a:t> </a:t>
            </a:r>
            <a:endParaRPr lang="en-US" altLang="en-US" b="1"/>
          </a:p>
          <a:p>
            <a:r>
              <a:rPr lang="en-US" altLang="en-US" b="1" baseline="-25000"/>
              <a:t> </a:t>
            </a:r>
            <a:r>
              <a:rPr lang="en-US" altLang="en-US" b="1"/>
              <a:t>6D</a:t>
            </a:r>
          </a:p>
          <a:p>
            <a:r>
              <a:rPr lang="en-US" altLang="en-US" b="1"/>
              <a:t> 79</a:t>
            </a:r>
            <a:endParaRPr lang="en-IN" altLang="en-US" b="1"/>
          </a:p>
        </p:txBody>
      </p:sp>
      <p:sp>
        <p:nvSpPr>
          <p:cNvPr id="36881" name="TextBox 9">
            <a:extLst>
              <a:ext uri="{FF2B5EF4-FFF2-40B4-BE49-F238E27FC236}">
                <a16:creationId xmlns:a16="http://schemas.microsoft.com/office/drawing/2014/main" id="{41AF7788-6091-0AA2-0DF6-BC60F7A5DB06}"/>
              </a:ext>
            </a:extLst>
          </p:cNvPr>
          <p:cNvSpPr txBox="1">
            <a:spLocks noChangeArrowheads="1"/>
          </p:cNvSpPr>
          <p:nvPr/>
        </p:nvSpPr>
        <p:spPr bwMode="auto">
          <a:xfrm>
            <a:off x="1701800" y="1651000"/>
            <a:ext cx="533400" cy="1354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r>
              <a:rPr lang="en-US" altLang="en-US" b="1" baseline="-25000"/>
              <a:t> </a:t>
            </a:r>
            <a:r>
              <a:rPr lang="en-US" altLang="en-US" sz="2800" b="1" baseline="-25000"/>
              <a:t>20</a:t>
            </a:r>
            <a:endParaRPr lang="en-US" altLang="en-US" sz="2800" b="1"/>
          </a:p>
          <a:p>
            <a:r>
              <a:rPr lang="en-US" altLang="en-US" b="1"/>
              <a:t>4B</a:t>
            </a:r>
          </a:p>
          <a:p>
            <a:r>
              <a:rPr lang="en-US" altLang="en-US" b="1"/>
              <a:t>75</a:t>
            </a:r>
          </a:p>
          <a:p>
            <a:r>
              <a:rPr lang="en-US" altLang="en-US" b="1"/>
              <a:t>6E</a:t>
            </a:r>
            <a:endParaRPr lang="en-US" altLang="en-US" b="1" baseline="-25000"/>
          </a:p>
        </p:txBody>
      </p:sp>
      <p:sp>
        <p:nvSpPr>
          <p:cNvPr id="36882" name="TextBox 10">
            <a:extLst>
              <a:ext uri="{FF2B5EF4-FFF2-40B4-BE49-F238E27FC236}">
                <a16:creationId xmlns:a16="http://schemas.microsoft.com/office/drawing/2014/main" id="{B803C320-02DD-F9C4-8430-A5EC1D185FE3}"/>
              </a:ext>
            </a:extLst>
          </p:cNvPr>
          <p:cNvSpPr txBox="1">
            <a:spLocks noChangeArrowheads="1"/>
          </p:cNvSpPr>
          <p:nvPr/>
        </p:nvSpPr>
        <p:spPr bwMode="auto">
          <a:xfrm>
            <a:off x="2362200" y="1820863"/>
            <a:ext cx="533400" cy="1200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r>
              <a:rPr lang="en-US" altLang="en-US" b="1"/>
              <a:t>6720</a:t>
            </a:r>
            <a:r>
              <a:rPr lang="en-US" altLang="en-US" b="1" baseline="-25000"/>
              <a:t> </a:t>
            </a:r>
            <a:r>
              <a:rPr lang="en-US" altLang="en-US" b="1"/>
              <a:t>46</a:t>
            </a:r>
            <a:endParaRPr lang="en-US" altLang="en-US" b="1" baseline="-25000"/>
          </a:p>
          <a:p>
            <a:r>
              <a:rPr lang="en-US" altLang="en-US" b="1"/>
              <a:t>75</a:t>
            </a:r>
            <a:endParaRPr lang="en-IN" altLang="en-US" b="1"/>
          </a:p>
        </p:txBody>
      </p:sp>
      <p:graphicFrame>
        <p:nvGraphicFramePr>
          <p:cNvPr id="12" name="Table 11">
            <a:extLst>
              <a:ext uri="{FF2B5EF4-FFF2-40B4-BE49-F238E27FC236}">
                <a16:creationId xmlns:a16="http://schemas.microsoft.com/office/drawing/2014/main" id="{FE145155-3E16-5339-6D40-B3D048E81536}"/>
              </a:ext>
            </a:extLst>
          </p:cNvPr>
          <p:cNvGraphicFramePr>
            <a:graphicFrameLocks noGrp="1"/>
          </p:cNvGraphicFramePr>
          <p:nvPr>
            <p:extLst>
              <p:ext uri="{D42A27DB-BD31-4B8C-83A1-F6EECF244321}">
                <p14:modId xmlns:p14="http://schemas.microsoft.com/office/powerpoint/2010/main" val="2599111488"/>
              </p:ext>
            </p:extLst>
          </p:nvPr>
        </p:nvGraphicFramePr>
        <p:xfrm>
          <a:off x="4648199" y="4267200"/>
          <a:ext cx="2539996" cy="1754188"/>
        </p:xfrm>
        <a:graphic>
          <a:graphicData uri="http://schemas.openxmlformats.org/drawingml/2006/table">
            <a:tbl>
              <a:tblPr bandRow="1">
                <a:tableStyleId>{5940675A-B579-460E-94D1-54222C63F5DA}</a:tableStyleId>
              </a:tblPr>
              <a:tblGrid>
                <a:gridCol w="634999">
                  <a:extLst>
                    <a:ext uri="{9D8B030D-6E8A-4147-A177-3AD203B41FA5}">
                      <a16:colId xmlns:a16="http://schemas.microsoft.com/office/drawing/2014/main" val="20000"/>
                    </a:ext>
                  </a:extLst>
                </a:gridCol>
                <a:gridCol w="634999">
                  <a:extLst>
                    <a:ext uri="{9D8B030D-6E8A-4147-A177-3AD203B41FA5}">
                      <a16:colId xmlns:a16="http://schemas.microsoft.com/office/drawing/2014/main" val="20001"/>
                    </a:ext>
                  </a:extLst>
                </a:gridCol>
                <a:gridCol w="634999">
                  <a:extLst>
                    <a:ext uri="{9D8B030D-6E8A-4147-A177-3AD203B41FA5}">
                      <a16:colId xmlns:a16="http://schemas.microsoft.com/office/drawing/2014/main" val="20002"/>
                    </a:ext>
                  </a:extLst>
                </a:gridCol>
                <a:gridCol w="634999">
                  <a:extLst>
                    <a:ext uri="{9D8B030D-6E8A-4147-A177-3AD203B41FA5}">
                      <a16:colId xmlns:a16="http://schemas.microsoft.com/office/drawing/2014/main" val="20003"/>
                    </a:ext>
                  </a:extLst>
                </a:gridCol>
              </a:tblGrid>
              <a:tr h="1754188">
                <a:tc>
                  <a:txBody>
                    <a:bodyPr/>
                    <a:lstStyle/>
                    <a:p>
                      <a:r>
                        <a:rPr lang="en-US" dirty="0"/>
                        <a:t>W4</a:t>
                      </a:r>
                      <a:endParaRPr lang="en-IN" dirty="0"/>
                    </a:p>
                  </a:txBody>
                  <a:tcPr marL="91419" marR="91419"/>
                </a:tc>
                <a:tc>
                  <a:txBody>
                    <a:bodyPr/>
                    <a:lstStyle/>
                    <a:p>
                      <a:r>
                        <a:rPr lang="en-US" dirty="0"/>
                        <a:t>W5</a:t>
                      </a:r>
                      <a:endParaRPr lang="en-IN" dirty="0"/>
                    </a:p>
                  </a:txBody>
                  <a:tcPr marL="91419" marR="91419"/>
                </a:tc>
                <a:tc>
                  <a:txBody>
                    <a:bodyPr/>
                    <a:lstStyle/>
                    <a:p>
                      <a:r>
                        <a:rPr lang="en-US" dirty="0"/>
                        <a:t>W6</a:t>
                      </a:r>
                      <a:endParaRPr lang="en-IN" dirty="0"/>
                    </a:p>
                  </a:txBody>
                  <a:tcPr marL="91419" marR="91419"/>
                </a:tc>
                <a:tc>
                  <a:txBody>
                    <a:bodyPr/>
                    <a:lstStyle/>
                    <a:p>
                      <a:r>
                        <a:rPr lang="en-US" dirty="0"/>
                        <a:t>W7</a:t>
                      </a:r>
                      <a:endParaRPr lang="en-IN" dirty="0"/>
                    </a:p>
                  </a:txBody>
                  <a:tcPr marL="91419" marR="91419"/>
                </a:tc>
                <a:extLst>
                  <a:ext uri="{0D108BD9-81ED-4DB2-BD59-A6C34878D82A}">
                    <a16:rowId xmlns:a16="http://schemas.microsoft.com/office/drawing/2014/main" val="10000"/>
                  </a:ext>
                </a:extLst>
              </a:tr>
            </a:tbl>
          </a:graphicData>
        </a:graphic>
      </p:graphicFrame>
      <p:sp>
        <p:nvSpPr>
          <p:cNvPr id="7" name="Oval 6">
            <a:extLst>
              <a:ext uri="{FF2B5EF4-FFF2-40B4-BE49-F238E27FC236}">
                <a16:creationId xmlns:a16="http://schemas.microsoft.com/office/drawing/2014/main" id="{4E493385-8C1B-9F95-8B37-8F5F031F4F63}"/>
              </a:ext>
            </a:extLst>
          </p:cNvPr>
          <p:cNvSpPr/>
          <p:nvPr/>
        </p:nvSpPr>
        <p:spPr>
          <a:xfrm>
            <a:off x="4457700" y="1271588"/>
            <a:ext cx="603250" cy="579437"/>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sz="2800" dirty="0"/>
              <a:t>g</a:t>
            </a:r>
            <a:endParaRPr lang="en-IN" sz="2800" dirty="0"/>
          </a:p>
        </p:txBody>
      </p:sp>
      <p:cxnSp>
        <p:nvCxnSpPr>
          <p:cNvPr id="14" name="Straight Arrow Connector 13">
            <a:extLst>
              <a:ext uri="{FF2B5EF4-FFF2-40B4-BE49-F238E27FC236}">
                <a16:creationId xmlns:a16="http://schemas.microsoft.com/office/drawing/2014/main" id="{9726750E-F148-6024-7D28-EFC1D4C90BFF}"/>
              </a:ext>
            </a:extLst>
          </p:cNvPr>
          <p:cNvCxnSpPr>
            <a:endCxn id="7" idx="2"/>
          </p:cNvCxnSpPr>
          <p:nvPr/>
        </p:nvCxnSpPr>
        <p:spPr>
          <a:xfrm>
            <a:off x="2819400" y="1393825"/>
            <a:ext cx="1638300" cy="168275"/>
          </a:xfrm>
          <a:prstGeom prst="straightConnector1">
            <a:avLst/>
          </a:prstGeom>
          <a:ln w="22225">
            <a:tailEnd type="arrow"/>
          </a:ln>
        </p:spPr>
        <p:style>
          <a:lnRef idx="1">
            <a:schemeClr val="accent1"/>
          </a:lnRef>
          <a:fillRef idx="0">
            <a:schemeClr val="accent1"/>
          </a:fillRef>
          <a:effectRef idx="0">
            <a:schemeClr val="accent1"/>
          </a:effectRef>
          <a:fontRef idx="minor">
            <a:schemeClr val="tx1"/>
          </a:fontRef>
        </p:style>
      </p:cxnSp>
      <p:sp>
        <p:nvSpPr>
          <p:cNvPr id="28" name="Flowchart: Or 27">
            <a:extLst>
              <a:ext uri="{FF2B5EF4-FFF2-40B4-BE49-F238E27FC236}">
                <a16:creationId xmlns:a16="http://schemas.microsoft.com/office/drawing/2014/main" id="{DEF9B54D-D180-040D-6091-16167A0A22ED}"/>
              </a:ext>
            </a:extLst>
          </p:cNvPr>
          <p:cNvSpPr/>
          <p:nvPr/>
        </p:nvSpPr>
        <p:spPr>
          <a:xfrm>
            <a:off x="4606925" y="3287713"/>
            <a:ext cx="381000" cy="446087"/>
          </a:xfrm>
          <a:prstGeom prst="flowChartOr">
            <a:avLst/>
          </a:prstGeom>
          <a:no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IN"/>
          </a:p>
        </p:txBody>
      </p:sp>
      <p:cxnSp>
        <p:nvCxnSpPr>
          <p:cNvPr id="34" name="Straight Connector 33">
            <a:extLst>
              <a:ext uri="{FF2B5EF4-FFF2-40B4-BE49-F238E27FC236}">
                <a16:creationId xmlns:a16="http://schemas.microsoft.com/office/drawing/2014/main" id="{3D677A56-73BD-9720-DBF6-39916E5B7450}"/>
              </a:ext>
            </a:extLst>
          </p:cNvPr>
          <p:cNvCxnSpPr>
            <a:stCxn id="36879" idx="2"/>
          </p:cNvCxnSpPr>
          <p:nvPr/>
        </p:nvCxnSpPr>
        <p:spPr>
          <a:xfrm>
            <a:off x="706438" y="3021013"/>
            <a:ext cx="0" cy="549275"/>
          </a:xfrm>
          <a:prstGeom prst="line">
            <a:avLst/>
          </a:prstGeom>
          <a:ln w="22225"/>
        </p:spPr>
        <p:style>
          <a:lnRef idx="1">
            <a:schemeClr val="accent1"/>
          </a:lnRef>
          <a:fillRef idx="0">
            <a:schemeClr val="accent1"/>
          </a:fillRef>
          <a:effectRef idx="0">
            <a:schemeClr val="accent1"/>
          </a:effectRef>
          <a:fontRef idx="minor">
            <a:schemeClr val="tx1"/>
          </a:fontRef>
        </p:style>
      </p:cxnSp>
      <p:cxnSp>
        <p:nvCxnSpPr>
          <p:cNvPr id="40" name="Straight Arrow Connector 39">
            <a:extLst>
              <a:ext uri="{FF2B5EF4-FFF2-40B4-BE49-F238E27FC236}">
                <a16:creationId xmlns:a16="http://schemas.microsoft.com/office/drawing/2014/main" id="{90E63E26-09EA-BADA-6492-BCF04673A38F}"/>
              </a:ext>
            </a:extLst>
          </p:cNvPr>
          <p:cNvCxnSpPr/>
          <p:nvPr/>
        </p:nvCxnSpPr>
        <p:spPr>
          <a:xfrm>
            <a:off x="706438" y="3570288"/>
            <a:ext cx="3783012" cy="0"/>
          </a:xfrm>
          <a:prstGeom prst="straightConnector1">
            <a:avLst/>
          </a:prstGeom>
          <a:ln w="22225">
            <a:tailEnd type="arrow"/>
          </a:ln>
        </p:spPr>
        <p:style>
          <a:lnRef idx="1">
            <a:schemeClr val="accent1"/>
          </a:lnRef>
          <a:fillRef idx="0">
            <a:schemeClr val="accent1"/>
          </a:fillRef>
          <a:effectRef idx="0">
            <a:schemeClr val="accent1"/>
          </a:effectRef>
          <a:fontRef idx="minor">
            <a:schemeClr val="tx1"/>
          </a:fontRef>
        </p:style>
      </p:cxnSp>
      <p:cxnSp>
        <p:nvCxnSpPr>
          <p:cNvPr id="43" name="Straight Arrow Connector 42">
            <a:extLst>
              <a:ext uri="{FF2B5EF4-FFF2-40B4-BE49-F238E27FC236}">
                <a16:creationId xmlns:a16="http://schemas.microsoft.com/office/drawing/2014/main" id="{7F0EEB9C-DF99-73DE-5343-35D3E4EE7BA7}"/>
              </a:ext>
            </a:extLst>
          </p:cNvPr>
          <p:cNvCxnSpPr/>
          <p:nvPr/>
        </p:nvCxnSpPr>
        <p:spPr>
          <a:xfrm>
            <a:off x="4762500" y="1905000"/>
            <a:ext cx="38100" cy="1306513"/>
          </a:xfrm>
          <a:prstGeom prst="straightConnector1">
            <a:avLst/>
          </a:prstGeom>
          <a:ln w="22225">
            <a:tailEnd type="arrow"/>
          </a:ln>
        </p:spPr>
        <p:style>
          <a:lnRef idx="1">
            <a:schemeClr val="accent1"/>
          </a:lnRef>
          <a:fillRef idx="0">
            <a:schemeClr val="accent1"/>
          </a:fillRef>
          <a:effectRef idx="0">
            <a:schemeClr val="accent1"/>
          </a:effectRef>
          <a:fontRef idx="minor">
            <a:schemeClr val="tx1"/>
          </a:fontRef>
        </p:style>
      </p:cxnSp>
      <p:cxnSp>
        <p:nvCxnSpPr>
          <p:cNvPr id="47" name="Straight Arrow Connector 46">
            <a:extLst>
              <a:ext uri="{FF2B5EF4-FFF2-40B4-BE49-F238E27FC236}">
                <a16:creationId xmlns:a16="http://schemas.microsoft.com/office/drawing/2014/main" id="{64C8E923-201A-310B-53D5-6CAF48E26FB8}"/>
              </a:ext>
            </a:extLst>
          </p:cNvPr>
          <p:cNvCxnSpPr/>
          <p:nvPr/>
        </p:nvCxnSpPr>
        <p:spPr>
          <a:xfrm>
            <a:off x="4800600" y="3748088"/>
            <a:ext cx="0" cy="457200"/>
          </a:xfrm>
          <a:prstGeom prst="straightConnector1">
            <a:avLst/>
          </a:prstGeom>
          <a:ln w="22225">
            <a:tailEnd type="arrow"/>
          </a:ln>
        </p:spPr>
        <p:style>
          <a:lnRef idx="1">
            <a:schemeClr val="accent1"/>
          </a:lnRef>
          <a:fillRef idx="0">
            <a:schemeClr val="accent1"/>
          </a:fillRef>
          <a:effectRef idx="0">
            <a:schemeClr val="accent1"/>
          </a:effectRef>
          <a:fontRef idx="minor">
            <a:schemeClr val="tx1"/>
          </a:fontRef>
        </p:style>
      </p:cxnSp>
      <p:sp>
        <p:nvSpPr>
          <p:cNvPr id="49" name="Flowchart: Or 48">
            <a:extLst>
              <a:ext uri="{FF2B5EF4-FFF2-40B4-BE49-F238E27FC236}">
                <a16:creationId xmlns:a16="http://schemas.microsoft.com/office/drawing/2014/main" id="{5A6B498E-BB3C-F4A1-C4F1-6DB827AFAC50}"/>
              </a:ext>
            </a:extLst>
          </p:cNvPr>
          <p:cNvSpPr/>
          <p:nvPr/>
        </p:nvSpPr>
        <p:spPr>
          <a:xfrm>
            <a:off x="5334000" y="3287713"/>
            <a:ext cx="381000" cy="446087"/>
          </a:xfrm>
          <a:prstGeom prst="flowChartOr">
            <a:avLst/>
          </a:prstGeom>
          <a:no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IN"/>
          </a:p>
        </p:txBody>
      </p:sp>
      <p:sp>
        <p:nvSpPr>
          <p:cNvPr id="50" name="Flowchart: Or 49">
            <a:extLst>
              <a:ext uri="{FF2B5EF4-FFF2-40B4-BE49-F238E27FC236}">
                <a16:creationId xmlns:a16="http://schemas.microsoft.com/office/drawing/2014/main" id="{1885B934-7175-6AC4-CD9F-158361823969}"/>
              </a:ext>
            </a:extLst>
          </p:cNvPr>
          <p:cNvSpPr/>
          <p:nvPr/>
        </p:nvSpPr>
        <p:spPr>
          <a:xfrm>
            <a:off x="6096000" y="3287713"/>
            <a:ext cx="381000" cy="446087"/>
          </a:xfrm>
          <a:prstGeom prst="flowChartOr">
            <a:avLst/>
          </a:prstGeom>
          <a:no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IN"/>
          </a:p>
        </p:txBody>
      </p:sp>
      <p:sp>
        <p:nvSpPr>
          <p:cNvPr id="51" name="Flowchart: Or 50">
            <a:extLst>
              <a:ext uri="{FF2B5EF4-FFF2-40B4-BE49-F238E27FC236}">
                <a16:creationId xmlns:a16="http://schemas.microsoft.com/office/drawing/2014/main" id="{1E9F9772-E3C6-9A94-0D7E-D0EEA74D91C7}"/>
              </a:ext>
            </a:extLst>
          </p:cNvPr>
          <p:cNvSpPr/>
          <p:nvPr/>
        </p:nvSpPr>
        <p:spPr>
          <a:xfrm>
            <a:off x="6781800" y="3287713"/>
            <a:ext cx="381000" cy="446087"/>
          </a:xfrm>
          <a:prstGeom prst="flowChartOr">
            <a:avLst/>
          </a:prstGeom>
          <a:no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IN"/>
          </a:p>
        </p:txBody>
      </p:sp>
      <p:cxnSp>
        <p:nvCxnSpPr>
          <p:cNvPr id="52" name="Straight Arrow Connector 51">
            <a:extLst>
              <a:ext uri="{FF2B5EF4-FFF2-40B4-BE49-F238E27FC236}">
                <a16:creationId xmlns:a16="http://schemas.microsoft.com/office/drawing/2014/main" id="{5BAADFB7-9B2D-45C5-79E6-2756FFB9F5A8}"/>
              </a:ext>
            </a:extLst>
          </p:cNvPr>
          <p:cNvCxnSpPr/>
          <p:nvPr/>
        </p:nvCxnSpPr>
        <p:spPr>
          <a:xfrm>
            <a:off x="5562600" y="3733800"/>
            <a:ext cx="0" cy="457200"/>
          </a:xfrm>
          <a:prstGeom prst="straightConnector1">
            <a:avLst/>
          </a:prstGeom>
          <a:ln w="22225">
            <a:tailEnd type="arrow"/>
          </a:ln>
        </p:spPr>
        <p:style>
          <a:lnRef idx="1">
            <a:schemeClr val="accent1"/>
          </a:lnRef>
          <a:fillRef idx="0">
            <a:schemeClr val="accent1"/>
          </a:fillRef>
          <a:effectRef idx="0">
            <a:schemeClr val="accent1"/>
          </a:effectRef>
          <a:fontRef idx="minor">
            <a:schemeClr val="tx1"/>
          </a:fontRef>
        </p:style>
      </p:cxnSp>
      <p:cxnSp>
        <p:nvCxnSpPr>
          <p:cNvPr id="53" name="Straight Arrow Connector 52">
            <a:extLst>
              <a:ext uri="{FF2B5EF4-FFF2-40B4-BE49-F238E27FC236}">
                <a16:creationId xmlns:a16="http://schemas.microsoft.com/office/drawing/2014/main" id="{E7C79F01-8CF2-2C76-3B20-7546C5066BCC}"/>
              </a:ext>
            </a:extLst>
          </p:cNvPr>
          <p:cNvCxnSpPr/>
          <p:nvPr/>
        </p:nvCxnSpPr>
        <p:spPr>
          <a:xfrm>
            <a:off x="6286500" y="3733800"/>
            <a:ext cx="0" cy="457200"/>
          </a:xfrm>
          <a:prstGeom prst="straightConnector1">
            <a:avLst/>
          </a:prstGeom>
          <a:ln w="22225">
            <a:tailEnd type="arrow"/>
          </a:ln>
        </p:spPr>
        <p:style>
          <a:lnRef idx="1">
            <a:schemeClr val="accent1"/>
          </a:lnRef>
          <a:fillRef idx="0">
            <a:schemeClr val="accent1"/>
          </a:fillRef>
          <a:effectRef idx="0">
            <a:schemeClr val="accent1"/>
          </a:effectRef>
          <a:fontRef idx="minor">
            <a:schemeClr val="tx1"/>
          </a:fontRef>
        </p:style>
      </p:cxnSp>
      <p:cxnSp>
        <p:nvCxnSpPr>
          <p:cNvPr id="54" name="Straight Arrow Connector 53">
            <a:extLst>
              <a:ext uri="{FF2B5EF4-FFF2-40B4-BE49-F238E27FC236}">
                <a16:creationId xmlns:a16="http://schemas.microsoft.com/office/drawing/2014/main" id="{75CBE6B1-4191-F30E-D2B6-946E2B86D4EF}"/>
              </a:ext>
            </a:extLst>
          </p:cNvPr>
          <p:cNvCxnSpPr/>
          <p:nvPr/>
        </p:nvCxnSpPr>
        <p:spPr>
          <a:xfrm>
            <a:off x="6972300" y="3748088"/>
            <a:ext cx="0" cy="457200"/>
          </a:xfrm>
          <a:prstGeom prst="straightConnector1">
            <a:avLst/>
          </a:prstGeom>
          <a:ln w="22225">
            <a:tailEnd type="arrow"/>
          </a:ln>
        </p:spPr>
        <p:style>
          <a:lnRef idx="1">
            <a:schemeClr val="accent1"/>
          </a:lnRef>
          <a:fillRef idx="0">
            <a:schemeClr val="accent1"/>
          </a:fillRef>
          <a:effectRef idx="0">
            <a:schemeClr val="accent1"/>
          </a:effectRef>
          <a:fontRef idx="minor">
            <a:schemeClr val="tx1"/>
          </a:fontRef>
        </p:style>
      </p:cxnSp>
      <p:cxnSp>
        <p:nvCxnSpPr>
          <p:cNvPr id="56" name="Straight Arrow Connector 55">
            <a:extLst>
              <a:ext uri="{FF2B5EF4-FFF2-40B4-BE49-F238E27FC236}">
                <a16:creationId xmlns:a16="http://schemas.microsoft.com/office/drawing/2014/main" id="{D8AD242F-A416-00C8-925C-6EB47CD3E609}"/>
              </a:ext>
            </a:extLst>
          </p:cNvPr>
          <p:cNvCxnSpPr/>
          <p:nvPr/>
        </p:nvCxnSpPr>
        <p:spPr>
          <a:xfrm flipV="1">
            <a:off x="5060950" y="3733800"/>
            <a:ext cx="273050" cy="457200"/>
          </a:xfrm>
          <a:prstGeom prst="straightConnector1">
            <a:avLst/>
          </a:prstGeom>
          <a:ln w="22225">
            <a:tailEnd type="arrow"/>
          </a:ln>
        </p:spPr>
        <p:style>
          <a:lnRef idx="1">
            <a:schemeClr val="accent1"/>
          </a:lnRef>
          <a:fillRef idx="0">
            <a:schemeClr val="accent1"/>
          </a:fillRef>
          <a:effectRef idx="0">
            <a:schemeClr val="accent1"/>
          </a:effectRef>
          <a:fontRef idx="minor">
            <a:schemeClr val="tx1"/>
          </a:fontRef>
        </p:style>
      </p:cxnSp>
      <p:cxnSp>
        <p:nvCxnSpPr>
          <p:cNvPr id="57" name="Straight Arrow Connector 56">
            <a:extLst>
              <a:ext uri="{FF2B5EF4-FFF2-40B4-BE49-F238E27FC236}">
                <a16:creationId xmlns:a16="http://schemas.microsoft.com/office/drawing/2014/main" id="{47A8AFA8-3990-AD1B-C22E-E87637E999E5}"/>
              </a:ext>
            </a:extLst>
          </p:cNvPr>
          <p:cNvCxnSpPr/>
          <p:nvPr/>
        </p:nvCxnSpPr>
        <p:spPr>
          <a:xfrm flipV="1">
            <a:off x="5789613" y="3733800"/>
            <a:ext cx="273050" cy="457200"/>
          </a:xfrm>
          <a:prstGeom prst="straightConnector1">
            <a:avLst/>
          </a:prstGeom>
          <a:ln w="22225">
            <a:tailEnd type="arrow"/>
          </a:ln>
        </p:spPr>
        <p:style>
          <a:lnRef idx="1">
            <a:schemeClr val="accent1"/>
          </a:lnRef>
          <a:fillRef idx="0">
            <a:schemeClr val="accent1"/>
          </a:fillRef>
          <a:effectRef idx="0">
            <a:schemeClr val="accent1"/>
          </a:effectRef>
          <a:fontRef idx="minor">
            <a:schemeClr val="tx1"/>
          </a:fontRef>
        </p:style>
      </p:cxnSp>
      <p:cxnSp>
        <p:nvCxnSpPr>
          <p:cNvPr id="58" name="Straight Arrow Connector 57">
            <a:extLst>
              <a:ext uri="{FF2B5EF4-FFF2-40B4-BE49-F238E27FC236}">
                <a16:creationId xmlns:a16="http://schemas.microsoft.com/office/drawing/2014/main" id="{4B15B6C2-5F8C-95E0-1EAD-E3CF84F4109E}"/>
              </a:ext>
            </a:extLst>
          </p:cNvPr>
          <p:cNvCxnSpPr/>
          <p:nvPr/>
        </p:nvCxnSpPr>
        <p:spPr>
          <a:xfrm flipV="1">
            <a:off x="6477000" y="3748088"/>
            <a:ext cx="273050" cy="457200"/>
          </a:xfrm>
          <a:prstGeom prst="straightConnector1">
            <a:avLst/>
          </a:prstGeom>
          <a:ln w="22225">
            <a:tailEnd type="arrow"/>
          </a:ln>
        </p:spPr>
        <p:style>
          <a:lnRef idx="1">
            <a:schemeClr val="accent1"/>
          </a:lnRef>
          <a:fillRef idx="0">
            <a:schemeClr val="accent1"/>
          </a:fillRef>
          <a:effectRef idx="0">
            <a:schemeClr val="accent1"/>
          </a:effectRef>
          <a:fontRef idx="minor">
            <a:schemeClr val="tx1"/>
          </a:fontRef>
        </p:style>
      </p:cxnSp>
      <p:cxnSp>
        <p:nvCxnSpPr>
          <p:cNvPr id="60" name="Straight Arrow Connector 59">
            <a:extLst>
              <a:ext uri="{FF2B5EF4-FFF2-40B4-BE49-F238E27FC236}">
                <a16:creationId xmlns:a16="http://schemas.microsoft.com/office/drawing/2014/main" id="{D9427E5F-B96B-E622-7B8E-2CDE075D0089}"/>
              </a:ext>
            </a:extLst>
          </p:cNvPr>
          <p:cNvCxnSpPr/>
          <p:nvPr/>
        </p:nvCxnSpPr>
        <p:spPr>
          <a:xfrm>
            <a:off x="1219200" y="1562100"/>
            <a:ext cx="4170363" cy="1792288"/>
          </a:xfrm>
          <a:prstGeom prst="straightConnector1">
            <a:avLst/>
          </a:prstGeom>
          <a:ln w="22225">
            <a:tailEnd type="arrow"/>
          </a:ln>
        </p:spPr>
        <p:style>
          <a:lnRef idx="1">
            <a:schemeClr val="accent1"/>
          </a:lnRef>
          <a:fillRef idx="0">
            <a:schemeClr val="accent1"/>
          </a:fillRef>
          <a:effectRef idx="0">
            <a:schemeClr val="accent1"/>
          </a:effectRef>
          <a:fontRef idx="minor">
            <a:schemeClr val="tx1"/>
          </a:fontRef>
        </p:style>
      </p:cxnSp>
      <p:cxnSp>
        <p:nvCxnSpPr>
          <p:cNvPr id="62" name="Straight Arrow Connector 61">
            <a:extLst>
              <a:ext uri="{FF2B5EF4-FFF2-40B4-BE49-F238E27FC236}">
                <a16:creationId xmlns:a16="http://schemas.microsoft.com/office/drawing/2014/main" id="{D4183A67-69B2-A0ED-384D-74A94C83C159}"/>
              </a:ext>
            </a:extLst>
          </p:cNvPr>
          <p:cNvCxnSpPr>
            <a:endCxn id="50" idx="1"/>
          </p:cNvCxnSpPr>
          <p:nvPr/>
        </p:nvCxnSpPr>
        <p:spPr>
          <a:xfrm>
            <a:off x="2019300" y="1562100"/>
            <a:ext cx="4132263" cy="1792288"/>
          </a:xfrm>
          <a:prstGeom prst="straightConnector1">
            <a:avLst/>
          </a:prstGeom>
          <a:ln w="22225">
            <a:tailEnd type="arrow"/>
          </a:ln>
        </p:spPr>
        <p:style>
          <a:lnRef idx="1">
            <a:schemeClr val="accent1"/>
          </a:lnRef>
          <a:fillRef idx="0">
            <a:schemeClr val="accent1"/>
          </a:fillRef>
          <a:effectRef idx="0">
            <a:schemeClr val="accent1"/>
          </a:effectRef>
          <a:fontRef idx="minor">
            <a:schemeClr val="tx1"/>
          </a:fontRef>
        </p:style>
      </p:cxnSp>
      <p:cxnSp>
        <p:nvCxnSpPr>
          <p:cNvPr id="64" name="Straight Arrow Connector 63">
            <a:extLst>
              <a:ext uri="{FF2B5EF4-FFF2-40B4-BE49-F238E27FC236}">
                <a16:creationId xmlns:a16="http://schemas.microsoft.com/office/drawing/2014/main" id="{282DE980-5DC2-D7B9-4D79-78F7036713F0}"/>
              </a:ext>
            </a:extLst>
          </p:cNvPr>
          <p:cNvCxnSpPr>
            <a:endCxn id="51" idx="1"/>
          </p:cNvCxnSpPr>
          <p:nvPr/>
        </p:nvCxnSpPr>
        <p:spPr>
          <a:xfrm>
            <a:off x="2598738" y="1477963"/>
            <a:ext cx="4238625" cy="1876425"/>
          </a:xfrm>
          <a:prstGeom prst="straightConnector1">
            <a:avLst/>
          </a:prstGeom>
          <a:ln w="22225">
            <a:tailEnd type="arrow"/>
          </a:ln>
        </p:spPr>
        <p:style>
          <a:lnRef idx="1">
            <a:schemeClr val="accent1"/>
          </a:lnRef>
          <a:fillRef idx="0">
            <a:schemeClr val="accent1"/>
          </a:fillRef>
          <a:effectRef idx="0">
            <a:schemeClr val="accent1"/>
          </a:effectRef>
          <a:fontRef idx="minor">
            <a:schemeClr val="tx1"/>
          </a:fontRef>
        </p:style>
      </p:cxnSp>
      <p:sp>
        <p:nvSpPr>
          <p:cNvPr id="36914" name="TextBox 68">
            <a:extLst>
              <a:ext uri="{FF2B5EF4-FFF2-40B4-BE49-F238E27FC236}">
                <a16:creationId xmlns:a16="http://schemas.microsoft.com/office/drawing/2014/main" id="{AEF8E8CA-E863-202D-F226-0DFD78A7A234}"/>
              </a:ext>
            </a:extLst>
          </p:cNvPr>
          <p:cNvSpPr txBox="1">
            <a:spLocks noChangeArrowheads="1"/>
          </p:cNvSpPr>
          <p:nvPr/>
        </p:nvSpPr>
        <p:spPr bwMode="auto">
          <a:xfrm>
            <a:off x="4692650" y="4800600"/>
            <a:ext cx="533400" cy="1200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r>
              <a:rPr lang="en-US" altLang="en-US" b="1"/>
              <a:t>R1</a:t>
            </a:r>
          </a:p>
          <a:p>
            <a:r>
              <a:rPr lang="en-US" altLang="en-US" b="1"/>
              <a:t>R2</a:t>
            </a:r>
          </a:p>
          <a:p>
            <a:r>
              <a:rPr lang="en-US" altLang="en-US" b="1"/>
              <a:t>R3</a:t>
            </a:r>
          </a:p>
          <a:p>
            <a:r>
              <a:rPr lang="en-US" altLang="en-US" b="1"/>
              <a:t>R4</a:t>
            </a:r>
            <a:endParaRPr lang="en-IN" altLang="en-US" b="1"/>
          </a:p>
        </p:txBody>
      </p:sp>
      <p:sp>
        <p:nvSpPr>
          <p:cNvPr id="36915" name="TextBox 69">
            <a:extLst>
              <a:ext uri="{FF2B5EF4-FFF2-40B4-BE49-F238E27FC236}">
                <a16:creationId xmlns:a16="http://schemas.microsoft.com/office/drawing/2014/main" id="{8ABF76C0-3C54-36BD-6321-EB04908A111F}"/>
              </a:ext>
            </a:extLst>
          </p:cNvPr>
          <p:cNvSpPr txBox="1">
            <a:spLocks noChangeArrowheads="1"/>
          </p:cNvSpPr>
          <p:nvPr/>
        </p:nvSpPr>
        <p:spPr bwMode="auto">
          <a:xfrm>
            <a:off x="5378450" y="4800600"/>
            <a:ext cx="533400" cy="1200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r>
              <a:rPr lang="en-US" altLang="en-US" b="1"/>
              <a:t>R5</a:t>
            </a:r>
          </a:p>
          <a:p>
            <a:r>
              <a:rPr lang="en-US" altLang="en-US" b="1"/>
              <a:t>R6</a:t>
            </a:r>
          </a:p>
          <a:p>
            <a:r>
              <a:rPr lang="en-US" altLang="en-US" b="1"/>
              <a:t>R7</a:t>
            </a:r>
          </a:p>
          <a:p>
            <a:r>
              <a:rPr lang="en-US" altLang="en-US" b="1"/>
              <a:t>R8</a:t>
            </a:r>
          </a:p>
        </p:txBody>
      </p:sp>
      <p:sp>
        <p:nvSpPr>
          <p:cNvPr id="36916" name="TextBox 70">
            <a:extLst>
              <a:ext uri="{FF2B5EF4-FFF2-40B4-BE49-F238E27FC236}">
                <a16:creationId xmlns:a16="http://schemas.microsoft.com/office/drawing/2014/main" id="{5CD4EB72-3CAA-A8D8-98DA-B18CBF2D4781}"/>
              </a:ext>
            </a:extLst>
          </p:cNvPr>
          <p:cNvSpPr txBox="1">
            <a:spLocks noChangeArrowheads="1"/>
          </p:cNvSpPr>
          <p:nvPr/>
        </p:nvSpPr>
        <p:spPr bwMode="auto">
          <a:xfrm>
            <a:off x="5943600" y="4800600"/>
            <a:ext cx="609600" cy="1384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r>
              <a:rPr lang="en-US" altLang="en-US" b="1" baseline="-25000"/>
              <a:t> </a:t>
            </a:r>
            <a:r>
              <a:rPr lang="en-US" altLang="en-US" b="1"/>
              <a:t>R9</a:t>
            </a:r>
          </a:p>
          <a:p>
            <a:r>
              <a:rPr lang="en-US" altLang="en-US" b="1"/>
              <a:t>R10R11</a:t>
            </a:r>
          </a:p>
          <a:p>
            <a:r>
              <a:rPr lang="en-US" altLang="en-US" b="1"/>
              <a:t>R12</a:t>
            </a:r>
          </a:p>
          <a:p>
            <a:endParaRPr lang="en-US" altLang="en-US" b="1" baseline="-25000"/>
          </a:p>
        </p:txBody>
      </p:sp>
      <p:sp>
        <p:nvSpPr>
          <p:cNvPr id="36917" name="TextBox 72">
            <a:extLst>
              <a:ext uri="{FF2B5EF4-FFF2-40B4-BE49-F238E27FC236}">
                <a16:creationId xmlns:a16="http://schemas.microsoft.com/office/drawing/2014/main" id="{EE9791F6-0AA0-E0CE-5407-775D04DA3BB3}"/>
              </a:ext>
            </a:extLst>
          </p:cNvPr>
          <p:cNvSpPr txBox="1">
            <a:spLocks noChangeArrowheads="1"/>
          </p:cNvSpPr>
          <p:nvPr/>
        </p:nvSpPr>
        <p:spPr bwMode="auto">
          <a:xfrm>
            <a:off x="6578600" y="4591050"/>
            <a:ext cx="609600" cy="1384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r>
              <a:rPr lang="en-US" altLang="en-US" b="1" baseline="-25000"/>
              <a:t> </a:t>
            </a:r>
            <a:r>
              <a:rPr lang="en-US" altLang="en-US" b="1"/>
              <a:t>R15</a:t>
            </a:r>
          </a:p>
          <a:p>
            <a:r>
              <a:rPr lang="en-US" altLang="en-US" b="1"/>
              <a:t>R16R17</a:t>
            </a:r>
          </a:p>
          <a:p>
            <a:r>
              <a:rPr lang="en-US" altLang="en-US" b="1"/>
              <a:t>R18</a:t>
            </a:r>
          </a:p>
          <a:p>
            <a:endParaRPr lang="en-US" altLang="en-US" b="1" baseline="-25000"/>
          </a:p>
        </p:txBody>
      </p:sp>
      <p:sp>
        <p:nvSpPr>
          <p:cNvPr id="36918" name="TextBox 73">
            <a:extLst>
              <a:ext uri="{FF2B5EF4-FFF2-40B4-BE49-F238E27FC236}">
                <a16:creationId xmlns:a16="http://schemas.microsoft.com/office/drawing/2014/main" id="{1BBC9F19-959F-F689-D050-4877F025708A}"/>
              </a:ext>
            </a:extLst>
          </p:cNvPr>
          <p:cNvSpPr txBox="1">
            <a:spLocks noChangeArrowheads="1"/>
          </p:cNvSpPr>
          <p:nvPr/>
        </p:nvSpPr>
        <p:spPr bwMode="auto">
          <a:xfrm>
            <a:off x="706438" y="4191000"/>
            <a:ext cx="3508375" cy="1200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r>
              <a:rPr lang="en-US" altLang="en-US" sz="3600" b="1">
                <a:solidFill>
                  <a:srgbClr val="FF0000"/>
                </a:solidFill>
              </a:rPr>
              <a:t>What is this Function g?</a:t>
            </a:r>
          </a:p>
        </p:txBody>
      </p:sp>
      <p:sp>
        <p:nvSpPr>
          <p:cNvPr id="36919" name="TextBox 74">
            <a:extLst>
              <a:ext uri="{FF2B5EF4-FFF2-40B4-BE49-F238E27FC236}">
                <a16:creationId xmlns:a16="http://schemas.microsoft.com/office/drawing/2014/main" id="{ADB40D04-F935-8087-4ABC-FA1EBD0D7C3E}"/>
              </a:ext>
            </a:extLst>
          </p:cNvPr>
          <p:cNvSpPr txBox="1">
            <a:spLocks noChangeArrowheads="1"/>
          </p:cNvSpPr>
          <p:nvPr/>
        </p:nvSpPr>
        <p:spPr bwMode="auto">
          <a:xfrm>
            <a:off x="409575" y="5510213"/>
            <a:ext cx="4079875"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r>
              <a:rPr lang="en-US" altLang="en-US" sz="3600" b="1">
                <a:solidFill>
                  <a:srgbClr val="FF0000"/>
                </a:solidFill>
              </a:rPr>
              <a:t>W4= W0     g(W3)</a:t>
            </a:r>
          </a:p>
        </p:txBody>
      </p:sp>
      <p:sp>
        <p:nvSpPr>
          <p:cNvPr id="76" name="Flowchart: Or 75">
            <a:extLst>
              <a:ext uri="{FF2B5EF4-FFF2-40B4-BE49-F238E27FC236}">
                <a16:creationId xmlns:a16="http://schemas.microsoft.com/office/drawing/2014/main" id="{23996FEC-7B1F-7C8C-214E-9DFD1FD4B5E8}"/>
              </a:ext>
            </a:extLst>
          </p:cNvPr>
          <p:cNvSpPr/>
          <p:nvPr/>
        </p:nvSpPr>
        <p:spPr>
          <a:xfrm>
            <a:off x="2395538" y="5589588"/>
            <a:ext cx="306387" cy="352425"/>
          </a:xfrm>
          <a:prstGeom prst="flowChartOr">
            <a:avLst/>
          </a:prstGeom>
          <a:no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IN" b="1">
              <a:ln w="18000">
                <a:solidFill>
                  <a:schemeClr val="accent2">
                    <a:satMod val="140000"/>
                  </a:schemeClr>
                </a:solidFill>
                <a:prstDash val="solid"/>
                <a:miter lim="800000"/>
              </a:ln>
              <a:noFill/>
              <a:effectLst>
                <a:outerShdw blurRad="25500" dist="23000" dir="7020000" algn="tl">
                  <a:srgbClr val="000000">
                    <a:alpha val="50000"/>
                  </a:srgbClr>
                </a:outerShdw>
              </a:effectLst>
            </a:endParaRPr>
          </a:p>
        </p:txBody>
      </p:sp>
      <p:sp>
        <p:nvSpPr>
          <p:cNvPr id="36" name="TextBox 35">
            <a:extLst>
              <a:ext uri="{FF2B5EF4-FFF2-40B4-BE49-F238E27FC236}">
                <a16:creationId xmlns:a16="http://schemas.microsoft.com/office/drawing/2014/main" id="{05EC6BD0-F85B-55BC-2466-6E059DA25F75}"/>
              </a:ext>
            </a:extLst>
          </p:cNvPr>
          <p:cNvSpPr txBox="1"/>
          <p:nvPr/>
        </p:nvSpPr>
        <p:spPr>
          <a:xfrm>
            <a:off x="4710113" y="4800600"/>
            <a:ext cx="533400" cy="1200150"/>
          </a:xfrm>
          <a:prstGeom prst="rect">
            <a:avLst/>
          </a:prstGeom>
          <a:solidFill>
            <a:schemeClr val="accent2">
              <a:lumMod val="40000"/>
              <a:lumOff val="60000"/>
            </a:schemeClr>
          </a:solidFill>
        </p:spPr>
        <p:txBody>
          <a:bodyPr>
            <a:spAutoFit/>
          </a:bodyPr>
          <a:lstStyle/>
          <a:p>
            <a:pPr>
              <a:defRPr/>
            </a:pPr>
            <a:r>
              <a:rPr lang="en-US" b="1" dirty="0"/>
              <a:t>E2</a:t>
            </a:r>
          </a:p>
          <a:p>
            <a:pPr>
              <a:defRPr/>
            </a:pPr>
            <a:r>
              <a:rPr lang="en-US" b="1" dirty="0"/>
              <a:t>32</a:t>
            </a:r>
          </a:p>
          <a:p>
            <a:pPr>
              <a:defRPr/>
            </a:pPr>
            <a:r>
              <a:rPr lang="en-US" b="1" dirty="0"/>
              <a:t>FC</a:t>
            </a:r>
          </a:p>
          <a:p>
            <a:pPr>
              <a:defRPr/>
            </a:pPr>
            <a:r>
              <a:rPr lang="en-US" b="1" dirty="0"/>
              <a:t>F1</a:t>
            </a:r>
            <a:endParaRPr lang="en-IN" b="1" dirty="0"/>
          </a:p>
        </p:txBody>
      </p:sp>
      <p:sp>
        <p:nvSpPr>
          <p:cNvPr id="38" name="TextBox 37">
            <a:extLst>
              <a:ext uri="{FF2B5EF4-FFF2-40B4-BE49-F238E27FC236}">
                <a16:creationId xmlns:a16="http://schemas.microsoft.com/office/drawing/2014/main" id="{3E384E0F-F62C-E27F-FA03-B912AC074F3E}"/>
              </a:ext>
            </a:extLst>
          </p:cNvPr>
          <p:cNvSpPr txBox="1"/>
          <p:nvPr/>
        </p:nvSpPr>
        <p:spPr>
          <a:xfrm>
            <a:off x="5338763" y="4776788"/>
            <a:ext cx="533400" cy="1200150"/>
          </a:xfrm>
          <a:prstGeom prst="rect">
            <a:avLst/>
          </a:prstGeom>
          <a:solidFill>
            <a:schemeClr val="accent2">
              <a:lumMod val="40000"/>
              <a:lumOff val="60000"/>
            </a:schemeClr>
          </a:solidFill>
        </p:spPr>
        <p:txBody>
          <a:bodyPr>
            <a:spAutoFit/>
          </a:bodyPr>
          <a:lstStyle/>
          <a:p>
            <a:pPr>
              <a:defRPr/>
            </a:pPr>
            <a:r>
              <a:rPr lang="en-US" b="1" dirty="0"/>
              <a:t>91</a:t>
            </a:r>
          </a:p>
          <a:p>
            <a:pPr>
              <a:defRPr/>
            </a:pPr>
            <a:r>
              <a:rPr lang="en-US" b="1" dirty="0"/>
              <a:t>12</a:t>
            </a:r>
          </a:p>
          <a:p>
            <a:pPr>
              <a:defRPr/>
            </a:pPr>
            <a:r>
              <a:rPr lang="en-US" b="1" dirty="0"/>
              <a:t>91</a:t>
            </a:r>
          </a:p>
          <a:p>
            <a:pPr>
              <a:defRPr/>
            </a:pPr>
            <a:r>
              <a:rPr lang="en-US" b="1" dirty="0"/>
              <a:t>88</a:t>
            </a:r>
            <a:endParaRPr lang="en-IN" b="1" dirty="0"/>
          </a:p>
        </p:txBody>
      </p:sp>
      <p:sp>
        <p:nvSpPr>
          <p:cNvPr id="39" name="TextBox 38">
            <a:extLst>
              <a:ext uri="{FF2B5EF4-FFF2-40B4-BE49-F238E27FC236}">
                <a16:creationId xmlns:a16="http://schemas.microsoft.com/office/drawing/2014/main" id="{84D3FCED-B1AF-87AD-32C6-B569BA40905B}"/>
              </a:ext>
            </a:extLst>
          </p:cNvPr>
          <p:cNvSpPr txBox="1"/>
          <p:nvPr/>
        </p:nvSpPr>
        <p:spPr>
          <a:xfrm>
            <a:off x="5943600" y="4808538"/>
            <a:ext cx="533400" cy="1200150"/>
          </a:xfrm>
          <a:prstGeom prst="rect">
            <a:avLst/>
          </a:prstGeom>
          <a:solidFill>
            <a:schemeClr val="accent2">
              <a:lumMod val="40000"/>
              <a:lumOff val="60000"/>
            </a:schemeClr>
          </a:solidFill>
        </p:spPr>
        <p:txBody>
          <a:bodyPr>
            <a:spAutoFit/>
          </a:bodyPr>
          <a:lstStyle/>
          <a:p>
            <a:pPr>
              <a:defRPr/>
            </a:pPr>
            <a:r>
              <a:rPr lang="en-US" b="1" dirty="0"/>
              <a:t>B1</a:t>
            </a:r>
          </a:p>
          <a:p>
            <a:pPr>
              <a:defRPr/>
            </a:pPr>
            <a:r>
              <a:rPr lang="en-US" b="1" dirty="0"/>
              <a:t>59</a:t>
            </a:r>
          </a:p>
          <a:p>
            <a:pPr>
              <a:defRPr/>
            </a:pPr>
            <a:r>
              <a:rPr lang="en-US" b="1" dirty="0"/>
              <a:t>E4</a:t>
            </a:r>
          </a:p>
          <a:p>
            <a:pPr>
              <a:defRPr/>
            </a:pPr>
            <a:r>
              <a:rPr lang="en-US" b="1" dirty="0"/>
              <a:t>E6</a:t>
            </a:r>
            <a:endParaRPr lang="en-IN" b="1" dirty="0"/>
          </a:p>
        </p:txBody>
      </p:sp>
      <p:sp>
        <p:nvSpPr>
          <p:cNvPr id="41" name="TextBox 40">
            <a:extLst>
              <a:ext uri="{FF2B5EF4-FFF2-40B4-BE49-F238E27FC236}">
                <a16:creationId xmlns:a16="http://schemas.microsoft.com/office/drawing/2014/main" id="{01D2FCD7-6E52-AA3C-BF09-93ABAFE63478}"/>
              </a:ext>
            </a:extLst>
          </p:cNvPr>
          <p:cNvSpPr txBox="1"/>
          <p:nvPr/>
        </p:nvSpPr>
        <p:spPr>
          <a:xfrm>
            <a:off x="6654800" y="4822825"/>
            <a:ext cx="533400" cy="1200150"/>
          </a:xfrm>
          <a:prstGeom prst="rect">
            <a:avLst/>
          </a:prstGeom>
          <a:solidFill>
            <a:schemeClr val="accent2">
              <a:lumMod val="40000"/>
              <a:lumOff val="60000"/>
            </a:schemeClr>
          </a:solidFill>
        </p:spPr>
        <p:txBody>
          <a:bodyPr>
            <a:spAutoFit/>
          </a:bodyPr>
          <a:lstStyle/>
          <a:p>
            <a:pPr>
              <a:defRPr/>
            </a:pPr>
            <a:r>
              <a:rPr lang="en-US" b="1" dirty="0"/>
              <a:t>D6</a:t>
            </a:r>
          </a:p>
          <a:p>
            <a:pPr>
              <a:defRPr/>
            </a:pPr>
            <a:r>
              <a:rPr lang="en-US" b="1" dirty="0"/>
              <a:t>79</a:t>
            </a:r>
          </a:p>
          <a:p>
            <a:pPr>
              <a:defRPr/>
            </a:pPr>
            <a:r>
              <a:rPr lang="en-US" b="1" dirty="0"/>
              <a:t>A2</a:t>
            </a:r>
          </a:p>
          <a:p>
            <a:pPr>
              <a:defRPr/>
            </a:pPr>
            <a:r>
              <a:rPr lang="en-US" b="1" dirty="0"/>
              <a:t>93</a:t>
            </a:r>
            <a:endParaRPr lang="en-IN" b="1" dirty="0"/>
          </a:p>
        </p:txBody>
      </p:sp>
      <p:graphicFrame>
        <p:nvGraphicFramePr>
          <p:cNvPr id="42" name="Table 41">
            <a:extLst>
              <a:ext uri="{FF2B5EF4-FFF2-40B4-BE49-F238E27FC236}">
                <a16:creationId xmlns:a16="http://schemas.microsoft.com/office/drawing/2014/main" id="{BA6D7059-BBBE-0FCD-EE36-701F4BB1B9D5}"/>
              </a:ext>
            </a:extLst>
          </p:cNvPr>
          <p:cNvGraphicFramePr>
            <a:graphicFrameLocks noGrp="1"/>
          </p:cNvGraphicFramePr>
          <p:nvPr>
            <p:extLst>
              <p:ext uri="{D42A27DB-BD31-4B8C-83A1-F6EECF244321}">
                <p14:modId xmlns:p14="http://schemas.microsoft.com/office/powerpoint/2010/main" val="1124000798"/>
              </p:ext>
            </p:extLst>
          </p:nvPr>
        </p:nvGraphicFramePr>
        <p:xfrm>
          <a:off x="58693" y="6400800"/>
          <a:ext cx="6934202" cy="990600"/>
        </p:xfrm>
        <a:graphic>
          <a:graphicData uri="http://schemas.openxmlformats.org/drawingml/2006/table">
            <a:tbl>
              <a:tblPr bandRow="1">
                <a:tableStyleId>{5940675A-B579-460E-94D1-54222C63F5DA}</a:tableStyleId>
              </a:tblPr>
              <a:tblGrid>
                <a:gridCol w="630382">
                  <a:extLst>
                    <a:ext uri="{9D8B030D-6E8A-4147-A177-3AD203B41FA5}">
                      <a16:colId xmlns:a16="http://schemas.microsoft.com/office/drawing/2014/main" val="20000"/>
                    </a:ext>
                  </a:extLst>
                </a:gridCol>
                <a:gridCol w="630382">
                  <a:extLst>
                    <a:ext uri="{9D8B030D-6E8A-4147-A177-3AD203B41FA5}">
                      <a16:colId xmlns:a16="http://schemas.microsoft.com/office/drawing/2014/main" val="20001"/>
                    </a:ext>
                  </a:extLst>
                </a:gridCol>
                <a:gridCol w="630382">
                  <a:extLst>
                    <a:ext uri="{9D8B030D-6E8A-4147-A177-3AD203B41FA5}">
                      <a16:colId xmlns:a16="http://schemas.microsoft.com/office/drawing/2014/main" val="20002"/>
                    </a:ext>
                  </a:extLst>
                </a:gridCol>
                <a:gridCol w="630382">
                  <a:extLst>
                    <a:ext uri="{9D8B030D-6E8A-4147-A177-3AD203B41FA5}">
                      <a16:colId xmlns:a16="http://schemas.microsoft.com/office/drawing/2014/main" val="20003"/>
                    </a:ext>
                  </a:extLst>
                </a:gridCol>
                <a:gridCol w="630382">
                  <a:extLst>
                    <a:ext uri="{9D8B030D-6E8A-4147-A177-3AD203B41FA5}">
                      <a16:colId xmlns:a16="http://schemas.microsoft.com/office/drawing/2014/main" val="20004"/>
                    </a:ext>
                  </a:extLst>
                </a:gridCol>
                <a:gridCol w="630382">
                  <a:extLst>
                    <a:ext uri="{9D8B030D-6E8A-4147-A177-3AD203B41FA5}">
                      <a16:colId xmlns:a16="http://schemas.microsoft.com/office/drawing/2014/main" val="20005"/>
                    </a:ext>
                  </a:extLst>
                </a:gridCol>
                <a:gridCol w="630382">
                  <a:extLst>
                    <a:ext uri="{9D8B030D-6E8A-4147-A177-3AD203B41FA5}">
                      <a16:colId xmlns:a16="http://schemas.microsoft.com/office/drawing/2014/main" val="20006"/>
                    </a:ext>
                  </a:extLst>
                </a:gridCol>
                <a:gridCol w="630382">
                  <a:extLst>
                    <a:ext uri="{9D8B030D-6E8A-4147-A177-3AD203B41FA5}">
                      <a16:colId xmlns:a16="http://schemas.microsoft.com/office/drawing/2014/main" val="20007"/>
                    </a:ext>
                  </a:extLst>
                </a:gridCol>
                <a:gridCol w="630382">
                  <a:extLst>
                    <a:ext uri="{9D8B030D-6E8A-4147-A177-3AD203B41FA5}">
                      <a16:colId xmlns:a16="http://schemas.microsoft.com/office/drawing/2014/main" val="20008"/>
                    </a:ext>
                  </a:extLst>
                </a:gridCol>
                <a:gridCol w="630382">
                  <a:extLst>
                    <a:ext uri="{9D8B030D-6E8A-4147-A177-3AD203B41FA5}">
                      <a16:colId xmlns:a16="http://schemas.microsoft.com/office/drawing/2014/main" val="20009"/>
                    </a:ext>
                  </a:extLst>
                </a:gridCol>
                <a:gridCol w="630382">
                  <a:extLst>
                    <a:ext uri="{9D8B030D-6E8A-4147-A177-3AD203B41FA5}">
                      <a16:colId xmlns:a16="http://schemas.microsoft.com/office/drawing/2014/main" val="20010"/>
                    </a:ext>
                  </a:extLst>
                </a:gridCol>
              </a:tblGrid>
              <a:tr h="990600">
                <a:tc>
                  <a:txBody>
                    <a:bodyPr/>
                    <a:lstStyle/>
                    <a:p>
                      <a:r>
                        <a:rPr lang="en-US" dirty="0"/>
                        <a:t>W0</a:t>
                      </a:r>
                      <a:endParaRPr lang="en-IN" dirty="0"/>
                    </a:p>
                  </a:txBody>
                  <a:tcPr>
                    <a:solidFill>
                      <a:schemeClr val="accent2">
                        <a:lumMod val="40000"/>
                        <a:lumOff val="60000"/>
                      </a:schemeClr>
                    </a:solidFill>
                  </a:tcPr>
                </a:tc>
                <a:tc>
                  <a:txBody>
                    <a:bodyPr/>
                    <a:lstStyle/>
                    <a:p>
                      <a:r>
                        <a:rPr lang="en-US" dirty="0"/>
                        <a:t>W1</a:t>
                      </a:r>
                      <a:endParaRPr lang="en-IN" dirty="0"/>
                    </a:p>
                  </a:txBody>
                  <a:tcPr>
                    <a:solidFill>
                      <a:schemeClr val="accent2">
                        <a:lumMod val="40000"/>
                        <a:lumOff val="60000"/>
                      </a:schemeClr>
                    </a:solidFill>
                  </a:tcPr>
                </a:tc>
                <a:tc>
                  <a:txBody>
                    <a:bodyPr/>
                    <a:lstStyle/>
                    <a:p>
                      <a:r>
                        <a:rPr lang="en-US" dirty="0"/>
                        <a:t>W2</a:t>
                      </a:r>
                      <a:endParaRPr lang="en-IN" dirty="0"/>
                    </a:p>
                  </a:txBody>
                  <a:tcPr>
                    <a:solidFill>
                      <a:schemeClr val="accent2">
                        <a:lumMod val="40000"/>
                        <a:lumOff val="60000"/>
                      </a:schemeClr>
                    </a:solidFill>
                  </a:tcPr>
                </a:tc>
                <a:tc>
                  <a:txBody>
                    <a:bodyPr/>
                    <a:lstStyle/>
                    <a:p>
                      <a:r>
                        <a:rPr lang="en-US" dirty="0"/>
                        <a:t>W3</a:t>
                      </a:r>
                      <a:endParaRPr lang="en-IN" dirty="0"/>
                    </a:p>
                  </a:txBody>
                  <a:tcPr>
                    <a:solidFill>
                      <a:schemeClr val="accent2">
                        <a:lumMod val="40000"/>
                        <a:lumOff val="60000"/>
                      </a:schemeClr>
                    </a:solidFill>
                  </a:tcPr>
                </a:tc>
                <a:tc>
                  <a:txBody>
                    <a:bodyPr/>
                    <a:lstStyle/>
                    <a:p>
                      <a:r>
                        <a:rPr lang="en-US" dirty="0"/>
                        <a:t>W4</a:t>
                      </a:r>
                      <a:endParaRPr lang="en-IN" dirty="0"/>
                    </a:p>
                  </a:txBody>
                  <a:tcPr>
                    <a:solidFill>
                      <a:schemeClr val="accent2">
                        <a:lumMod val="40000"/>
                        <a:lumOff val="60000"/>
                      </a:schemeClr>
                    </a:solidFill>
                  </a:tcPr>
                </a:tc>
                <a:tc>
                  <a:txBody>
                    <a:bodyPr/>
                    <a:lstStyle/>
                    <a:p>
                      <a:r>
                        <a:rPr lang="en-US" dirty="0"/>
                        <a:t>W5</a:t>
                      </a:r>
                      <a:endParaRPr lang="en-IN" dirty="0"/>
                    </a:p>
                  </a:txBody>
                  <a:tcPr>
                    <a:solidFill>
                      <a:schemeClr val="accent2">
                        <a:lumMod val="40000"/>
                        <a:lumOff val="60000"/>
                      </a:schemeClr>
                    </a:solidFill>
                  </a:tcPr>
                </a:tc>
                <a:tc>
                  <a:txBody>
                    <a:bodyPr/>
                    <a:lstStyle/>
                    <a:p>
                      <a:r>
                        <a:rPr lang="en-US" dirty="0"/>
                        <a:t>W6</a:t>
                      </a:r>
                      <a:endParaRPr lang="en-IN" dirty="0"/>
                    </a:p>
                  </a:txBody>
                  <a:tcPr>
                    <a:solidFill>
                      <a:schemeClr val="accent2">
                        <a:lumMod val="40000"/>
                        <a:lumOff val="60000"/>
                      </a:schemeClr>
                    </a:solidFill>
                  </a:tcPr>
                </a:tc>
                <a:tc>
                  <a:txBody>
                    <a:bodyPr/>
                    <a:lstStyle/>
                    <a:p>
                      <a:r>
                        <a:rPr lang="en-US" dirty="0"/>
                        <a:t>W7</a:t>
                      </a:r>
                      <a:endParaRPr lang="en-IN" dirty="0"/>
                    </a:p>
                  </a:txBody>
                  <a:tcPr>
                    <a:solidFill>
                      <a:schemeClr val="accent2">
                        <a:lumMod val="40000"/>
                        <a:lumOff val="60000"/>
                      </a:schemeClr>
                    </a:solidFill>
                  </a:tcPr>
                </a:tc>
                <a:tc>
                  <a:txBody>
                    <a:bodyPr/>
                    <a:lstStyle/>
                    <a:p>
                      <a:r>
                        <a:rPr lang="en-US" dirty="0"/>
                        <a:t>……</a:t>
                      </a:r>
                      <a:endParaRPr lang="en-IN" dirty="0"/>
                    </a:p>
                  </a:txBody>
                  <a:tcPr>
                    <a:solidFill>
                      <a:schemeClr val="accent2">
                        <a:lumMod val="40000"/>
                        <a:lumOff val="60000"/>
                      </a:schemeClr>
                    </a:solidFill>
                  </a:tcPr>
                </a:tc>
                <a:tc>
                  <a:txBody>
                    <a:bodyPr/>
                    <a:lstStyle/>
                    <a:p>
                      <a:r>
                        <a:rPr lang="en-US" dirty="0"/>
                        <a:t>…….</a:t>
                      </a:r>
                      <a:endParaRPr lang="en-IN" dirty="0"/>
                    </a:p>
                  </a:txBody>
                  <a:tcPr>
                    <a:solidFill>
                      <a:schemeClr val="accent2">
                        <a:lumMod val="40000"/>
                        <a:lumOff val="60000"/>
                      </a:schemeClr>
                    </a:solidFill>
                  </a:tcPr>
                </a:tc>
                <a:tc>
                  <a:txBody>
                    <a:bodyPr/>
                    <a:lstStyle/>
                    <a:p>
                      <a:r>
                        <a:rPr lang="en-US" dirty="0"/>
                        <a:t>W43</a:t>
                      </a:r>
                      <a:endParaRPr lang="en-IN" dirty="0"/>
                    </a:p>
                  </a:txBody>
                  <a:tcPr>
                    <a:solidFill>
                      <a:schemeClr val="accent2">
                        <a:lumMod val="40000"/>
                        <a:lumOff val="60000"/>
                      </a:schemeClr>
                    </a:solidFill>
                  </a:tcPr>
                </a:tc>
                <a:extLst>
                  <a:ext uri="{0D108BD9-81ED-4DB2-BD59-A6C34878D82A}">
                    <a16:rowId xmlns:a16="http://schemas.microsoft.com/office/drawing/2014/main" val="10000"/>
                  </a:ext>
                </a:extLst>
              </a:tr>
            </a:tbl>
          </a:graphicData>
        </a:graphic>
      </p:graphicFrame>
      <p:sp>
        <p:nvSpPr>
          <p:cNvPr id="55" name="Rectangle 54">
            <a:extLst>
              <a:ext uri="{FF2B5EF4-FFF2-40B4-BE49-F238E27FC236}">
                <a16:creationId xmlns:a16="http://schemas.microsoft.com/office/drawing/2014/main" id="{2EF47466-9165-1C91-D0A9-FD8DE92215FE}"/>
              </a:ext>
            </a:extLst>
          </p:cNvPr>
          <p:cNvSpPr/>
          <p:nvPr/>
        </p:nvSpPr>
        <p:spPr>
          <a:xfrm>
            <a:off x="6085876" y="-3362173"/>
            <a:ext cx="9072563" cy="263207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en-IN" sz="2800" b="1" dirty="0"/>
              <a:t>W4           - </a:t>
            </a:r>
            <a:r>
              <a:rPr lang="en-US" sz="2400" b="1" dirty="0"/>
              <a:t>11100010    00110010    11111100   11110001</a:t>
            </a:r>
            <a:endParaRPr lang="en-IN" sz="2400" b="1" dirty="0"/>
          </a:p>
          <a:p>
            <a:pPr>
              <a:defRPr/>
            </a:pPr>
            <a:r>
              <a:rPr lang="en-US" sz="2800" b="1" dirty="0"/>
              <a:t>W1           - 01110011 00100000 01101101 01111001</a:t>
            </a:r>
            <a:endParaRPr lang="en-IN" sz="2800" dirty="0"/>
          </a:p>
          <a:p>
            <a:pPr>
              <a:defRPr/>
            </a:pPr>
            <a:r>
              <a:rPr lang="en-US" sz="2800" b="1" dirty="0"/>
              <a:t>Result      -  10010001 00010010 10010001 10001000</a:t>
            </a:r>
          </a:p>
          <a:p>
            <a:pPr>
              <a:defRPr/>
            </a:pPr>
            <a:r>
              <a:rPr lang="en-US" sz="2800" b="1" dirty="0"/>
              <a:t>Result (W5)   - 91 12 91 88</a:t>
            </a:r>
          </a:p>
          <a:p>
            <a:pPr>
              <a:defRPr/>
            </a:pPr>
            <a:r>
              <a:rPr lang="en-US" sz="2800" b="1" dirty="0"/>
              <a:t>      </a:t>
            </a:r>
          </a:p>
          <a:p>
            <a:pPr>
              <a:defRPr/>
            </a:pPr>
            <a:endParaRPr lang="en-IN" sz="2800" b="1" dirty="0"/>
          </a:p>
        </p:txBody>
      </p:sp>
      <p:sp>
        <p:nvSpPr>
          <p:cNvPr id="59" name="Rectangle 58">
            <a:extLst>
              <a:ext uri="{FF2B5EF4-FFF2-40B4-BE49-F238E27FC236}">
                <a16:creationId xmlns:a16="http://schemas.microsoft.com/office/drawing/2014/main" id="{29DCA5EF-214B-C4CE-BAEE-A4765D173466}"/>
              </a:ext>
            </a:extLst>
          </p:cNvPr>
          <p:cNvSpPr/>
          <p:nvPr/>
        </p:nvSpPr>
        <p:spPr>
          <a:xfrm>
            <a:off x="-3788569" y="-3359149"/>
            <a:ext cx="9072563" cy="263207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en-IN" sz="2800" b="1" dirty="0"/>
              <a:t>W0                - </a:t>
            </a:r>
            <a:r>
              <a:rPr lang="en-IN" sz="2400" b="1" dirty="0"/>
              <a:t>01010100   01101000     01100001    01110100</a:t>
            </a:r>
          </a:p>
          <a:p>
            <a:pPr>
              <a:defRPr/>
            </a:pPr>
            <a:r>
              <a:rPr lang="en-US" sz="2800" b="1" dirty="0"/>
              <a:t>G(w3)          - 10110110 01011010 10011101 10000101</a:t>
            </a:r>
            <a:endParaRPr lang="en-IN" sz="2800" dirty="0"/>
          </a:p>
          <a:p>
            <a:pPr>
              <a:defRPr/>
            </a:pPr>
            <a:r>
              <a:rPr lang="en-US" sz="2800" b="1" dirty="0"/>
              <a:t>Result           -  </a:t>
            </a:r>
            <a:r>
              <a:rPr lang="en-US" sz="2400" b="1" dirty="0"/>
              <a:t>11100010   00110010   11111100    11110001</a:t>
            </a:r>
          </a:p>
          <a:p>
            <a:pPr>
              <a:defRPr/>
            </a:pPr>
            <a:r>
              <a:rPr lang="en-US" sz="2800" b="1" dirty="0"/>
              <a:t>Result (W4)   - E2 32 FC F1</a:t>
            </a:r>
          </a:p>
          <a:p>
            <a:pPr>
              <a:defRPr/>
            </a:pPr>
            <a:r>
              <a:rPr lang="en-US" sz="2800" b="1" dirty="0"/>
              <a:t>      </a:t>
            </a:r>
          </a:p>
          <a:p>
            <a:pPr>
              <a:defRPr/>
            </a:pPr>
            <a:endParaRPr lang="en-IN" sz="2800" b="1" dirty="0"/>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9"/>
                                        </p:tgtEl>
                                        <p:attrNameLst>
                                          <p:attrName>style.visibility</p:attrName>
                                        </p:attrNameLst>
                                      </p:cBhvr>
                                      <p:to>
                                        <p:strVal val="visible"/>
                                      </p:to>
                                    </p:set>
                                    <p:anim calcmode="lin" valueType="num">
                                      <p:cBhvr additive="base">
                                        <p:cTn id="7" dur="500" fill="hold"/>
                                        <p:tgtEl>
                                          <p:spTgt spid="59"/>
                                        </p:tgtEl>
                                        <p:attrNameLst>
                                          <p:attrName>ppt_x</p:attrName>
                                        </p:attrNameLst>
                                      </p:cBhvr>
                                      <p:tavLst>
                                        <p:tav tm="0">
                                          <p:val>
                                            <p:strVal val="#ppt_x"/>
                                          </p:val>
                                        </p:tav>
                                        <p:tav tm="100000">
                                          <p:val>
                                            <p:strVal val="#ppt_x"/>
                                          </p:val>
                                        </p:tav>
                                      </p:tavLst>
                                    </p:anim>
                                    <p:anim calcmode="lin" valueType="num">
                                      <p:cBhvr additive="base">
                                        <p:cTn id="8" dur="500" fill="hold"/>
                                        <p:tgtEl>
                                          <p:spTgt spid="59"/>
                                        </p:tgtEl>
                                        <p:attrNameLst>
                                          <p:attrName>ppt_y</p:attrName>
                                        </p:attrNameLst>
                                      </p:cBhvr>
                                      <p:tavLst>
                                        <p:tav tm="0">
                                          <p:val>
                                            <p:strVal val="1+#ppt_h/2"/>
                                          </p:val>
                                        </p:tav>
                                        <p:tav tm="100000">
                                          <p:val>
                                            <p:strVal val="#ppt_y"/>
                                          </p:val>
                                        </p:tav>
                                      </p:tavLst>
                                    </p:anim>
                                  </p:childTnLst>
                                  <p:subTnLst>
                                    <p:set>
                                      <p:cBhvr override="childStyle">
                                        <p:cTn dur="1" fill="hold" display="0" masterRel="nextClick" afterEffect="1"/>
                                        <p:tgtEl>
                                          <p:spTgt spid="59"/>
                                        </p:tgtEl>
                                        <p:attrNameLst>
                                          <p:attrName>style.visibility</p:attrName>
                                        </p:attrNameLst>
                                      </p:cBhvr>
                                      <p:to>
                                        <p:strVal val="hidden"/>
                                      </p:to>
                                    </p:set>
                                  </p:sub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6"/>
                                        </p:tgtEl>
                                        <p:attrNameLst>
                                          <p:attrName>style.visibility</p:attrName>
                                        </p:attrNameLst>
                                      </p:cBhvr>
                                      <p:to>
                                        <p:strVal val="visible"/>
                                      </p:to>
                                    </p:set>
                                    <p:anim calcmode="lin" valueType="num">
                                      <p:cBhvr additive="base">
                                        <p:cTn id="13" dur="500" fill="hold"/>
                                        <p:tgtEl>
                                          <p:spTgt spid="36"/>
                                        </p:tgtEl>
                                        <p:attrNameLst>
                                          <p:attrName>ppt_x</p:attrName>
                                        </p:attrNameLst>
                                      </p:cBhvr>
                                      <p:tavLst>
                                        <p:tav tm="0">
                                          <p:val>
                                            <p:strVal val="#ppt_x"/>
                                          </p:val>
                                        </p:tav>
                                        <p:tav tm="100000">
                                          <p:val>
                                            <p:strVal val="#ppt_x"/>
                                          </p:val>
                                        </p:tav>
                                      </p:tavLst>
                                    </p:anim>
                                    <p:anim calcmode="lin" valueType="num">
                                      <p:cBhvr additive="base">
                                        <p:cTn id="14" dur="500" fill="hold"/>
                                        <p:tgtEl>
                                          <p:spTgt spid="36"/>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55"/>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2" presetClass="entr" presetSubtype="4" fill="hold" grpId="0" nodeType="clickEffect">
                                  <p:stCondLst>
                                    <p:cond delay="0"/>
                                  </p:stCondLst>
                                  <p:childTnLst>
                                    <p:set>
                                      <p:cBhvr>
                                        <p:cTn id="22" dur="1" fill="hold">
                                          <p:stCondLst>
                                            <p:cond delay="0"/>
                                          </p:stCondLst>
                                        </p:cTn>
                                        <p:tgtEl>
                                          <p:spTgt spid="38"/>
                                        </p:tgtEl>
                                        <p:attrNameLst>
                                          <p:attrName>style.visibility</p:attrName>
                                        </p:attrNameLst>
                                      </p:cBhvr>
                                      <p:to>
                                        <p:strVal val="visible"/>
                                      </p:to>
                                    </p:set>
                                    <p:anim calcmode="lin" valueType="num">
                                      <p:cBhvr additive="base">
                                        <p:cTn id="23" dur="500" fill="hold"/>
                                        <p:tgtEl>
                                          <p:spTgt spid="38"/>
                                        </p:tgtEl>
                                        <p:attrNameLst>
                                          <p:attrName>ppt_x</p:attrName>
                                        </p:attrNameLst>
                                      </p:cBhvr>
                                      <p:tavLst>
                                        <p:tav tm="0">
                                          <p:val>
                                            <p:strVal val="#ppt_x"/>
                                          </p:val>
                                        </p:tav>
                                        <p:tav tm="100000">
                                          <p:val>
                                            <p:strVal val="#ppt_x"/>
                                          </p:val>
                                        </p:tav>
                                      </p:tavLst>
                                    </p:anim>
                                    <p:anim calcmode="lin" valueType="num">
                                      <p:cBhvr additive="base">
                                        <p:cTn id="24" dur="500" fill="hold"/>
                                        <p:tgtEl>
                                          <p:spTgt spid="38"/>
                                        </p:tgtEl>
                                        <p:attrNameLst>
                                          <p:attrName>ppt_y</p:attrName>
                                        </p:attrNameLst>
                                      </p:cBhvr>
                                      <p:tavLst>
                                        <p:tav tm="0">
                                          <p:val>
                                            <p:strVal val="1+#ppt_h/2"/>
                                          </p:val>
                                        </p:tav>
                                        <p:tav tm="100000">
                                          <p:val>
                                            <p:strVal val="#ppt_y"/>
                                          </p:val>
                                        </p:tav>
                                      </p:tavLst>
                                    </p:anim>
                                  </p:childTnLst>
                                </p:cTn>
                              </p:par>
                            </p:childTnLst>
                          </p:cTn>
                        </p:par>
                      </p:childTnLst>
                    </p:cTn>
                  </p:par>
                  <p:par>
                    <p:cTn id="25" fill="hold" nodeType="clickPar">
                      <p:stCondLst>
                        <p:cond delay="indefinite"/>
                      </p:stCondLst>
                      <p:childTnLst>
                        <p:par>
                          <p:cTn id="26" fill="hold" nodeType="withGroup">
                            <p:stCondLst>
                              <p:cond delay="0"/>
                            </p:stCondLst>
                            <p:childTnLst>
                              <p:par>
                                <p:cTn id="27" presetID="2" presetClass="entr" presetSubtype="4" fill="hold" grpId="0" nodeType="clickEffect">
                                  <p:stCondLst>
                                    <p:cond delay="0"/>
                                  </p:stCondLst>
                                  <p:childTnLst>
                                    <p:set>
                                      <p:cBhvr>
                                        <p:cTn id="28" dur="1" fill="hold">
                                          <p:stCondLst>
                                            <p:cond delay="0"/>
                                          </p:stCondLst>
                                        </p:cTn>
                                        <p:tgtEl>
                                          <p:spTgt spid="39"/>
                                        </p:tgtEl>
                                        <p:attrNameLst>
                                          <p:attrName>style.visibility</p:attrName>
                                        </p:attrNameLst>
                                      </p:cBhvr>
                                      <p:to>
                                        <p:strVal val="visible"/>
                                      </p:to>
                                    </p:set>
                                    <p:anim calcmode="lin" valueType="num">
                                      <p:cBhvr additive="base">
                                        <p:cTn id="29" dur="500" fill="hold"/>
                                        <p:tgtEl>
                                          <p:spTgt spid="39"/>
                                        </p:tgtEl>
                                        <p:attrNameLst>
                                          <p:attrName>ppt_x</p:attrName>
                                        </p:attrNameLst>
                                      </p:cBhvr>
                                      <p:tavLst>
                                        <p:tav tm="0">
                                          <p:val>
                                            <p:strVal val="#ppt_x"/>
                                          </p:val>
                                        </p:tav>
                                        <p:tav tm="100000">
                                          <p:val>
                                            <p:strVal val="#ppt_x"/>
                                          </p:val>
                                        </p:tav>
                                      </p:tavLst>
                                    </p:anim>
                                    <p:anim calcmode="lin" valueType="num">
                                      <p:cBhvr additive="base">
                                        <p:cTn id="30" dur="500" fill="hold"/>
                                        <p:tgtEl>
                                          <p:spTgt spid="39"/>
                                        </p:tgtEl>
                                        <p:attrNameLst>
                                          <p:attrName>ppt_y</p:attrName>
                                        </p:attrNameLst>
                                      </p:cBhvr>
                                      <p:tavLst>
                                        <p:tav tm="0">
                                          <p:val>
                                            <p:strVal val="1+#ppt_h/2"/>
                                          </p:val>
                                        </p:tav>
                                        <p:tav tm="100000">
                                          <p:val>
                                            <p:strVal val="#ppt_y"/>
                                          </p:val>
                                        </p:tav>
                                      </p:tavLst>
                                    </p:anim>
                                  </p:childTnLst>
                                </p:cTn>
                              </p:par>
                            </p:childTnLst>
                          </p:cTn>
                        </p:par>
                      </p:childTnLst>
                    </p:cTn>
                  </p:par>
                  <p:par>
                    <p:cTn id="31" fill="hold" nodeType="clickPar">
                      <p:stCondLst>
                        <p:cond delay="indefinite"/>
                      </p:stCondLst>
                      <p:childTnLst>
                        <p:par>
                          <p:cTn id="32" fill="hold" nodeType="withGroup">
                            <p:stCondLst>
                              <p:cond delay="0"/>
                            </p:stCondLst>
                            <p:childTnLst>
                              <p:par>
                                <p:cTn id="33" presetID="2" presetClass="entr" presetSubtype="4" fill="hold" grpId="0" nodeType="clickEffect">
                                  <p:stCondLst>
                                    <p:cond delay="0"/>
                                  </p:stCondLst>
                                  <p:childTnLst>
                                    <p:set>
                                      <p:cBhvr>
                                        <p:cTn id="34" dur="1" fill="hold">
                                          <p:stCondLst>
                                            <p:cond delay="0"/>
                                          </p:stCondLst>
                                        </p:cTn>
                                        <p:tgtEl>
                                          <p:spTgt spid="41"/>
                                        </p:tgtEl>
                                        <p:attrNameLst>
                                          <p:attrName>style.visibility</p:attrName>
                                        </p:attrNameLst>
                                      </p:cBhvr>
                                      <p:to>
                                        <p:strVal val="visible"/>
                                      </p:to>
                                    </p:set>
                                    <p:anim calcmode="lin" valueType="num">
                                      <p:cBhvr additive="base">
                                        <p:cTn id="35" dur="500" fill="hold"/>
                                        <p:tgtEl>
                                          <p:spTgt spid="41"/>
                                        </p:tgtEl>
                                        <p:attrNameLst>
                                          <p:attrName>ppt_x</p:attrName>
                                        </p:attrNameLst>
                                      </p:cBhvr>
                                      <p:tavLst>
                                        <p:tav tm="0">
                                          <p:val>
                                            <p:strVal val="#ppt_x"/>
                                          </p:val>
                                        </p:tav>
                                        <p:tav tm="100000">
                                          <p:val>
                                            <p:strVal val="#ppt_x"/>
                                          </p:val>
                                        </p:tav>
                                      </p:tavLst>
                                    </p:anim>
                                    <p:anim calcmode="lin" valueType="num">
                                      <p:cBhvr additive="base">
                                        <p:cTn id="36" dur="500" fill="hold"/>
                                        <p:tgtEl>
                                          <p:spTgt spid="4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 grpId="0" animBg="1"/>
      <p:bldP spid="38" grpId="0" animBg="1"/>
      <p:bldP spid="39" grpId="0" animBg="1"/>
      <p:bldP spid="41" grpId="0" animBg="1"/>
      <p:bldP spid="55" grpId="0" animBg="1"/>
      <p:bldP spid="59"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Title 1">
            <a:extLst>
              <a:ext uri="{FF2B5EF4-FFF2-40B4-BE49-F238E27FC236}">
                <a16:creationId xmlns:a16="http://schemas.microsoft.com/office/drawing/2014/main" id="{1EB00B2D-1523-AB00-2065-C3BFE77E1CA5}"/>
              </a:ext>
            </a:extLst>
          </p:cNvPr>
          <p:cNvSpPr>
            <a:spLocks noGrp="1"/>
          </p:cNvSpPr>
          <p:nvPr>
            <p:ph type="title"/>
          </p:nvPr>
        </p:nvSpPr>
        <p:spPr>
          <a:xfrm>
            <a:off x="468313" y="115888"/>
            <a:ext cx="8229600" cy="649287"/>
          </a:xfrm>
        </p:spPr>
        <p:txBody>
          <a:bodyPr/>
          <a:lstStyle/>
          <a:p>
            <a:r>
              <a:rPr lang="en-US" altLang="en-US">
                <a:ea typeface="ＭＳ Ｐゴシック" panose="020B0600070205080204" pitchFamily="34" charset="-128"/>
              </a:rPr>
              <a:t>Key Expansion in AES </a:t>
            </a:r>
            <a:endParaRPr lang="en-IN" altLang="en-US">
              <a:ea typeface="ＭＳ Ｐゴシック" panose="020B0600070205080204" pitchFamily="34" charset="-128"/>
            </a:endParaRPr>
          </a:p>
        </p:txBody>
      </p:sp>
      <p:pic>
        <p:nvPicPr>
          <p:cNvPr id="4" name="Content Placeholder 3">
            <a:extLst>
              <a:ext uri="{FF2B5EF4-FFF2-40B4-BE49-F238E27FC236}">
                <a16:creationId xmlns:a16="http://schemas.microsoft.com/office/drawing/2014/main" id="{261D26D3-636B-4362-3B58-EBA38F9A0AAE}"/>
              </a:ext>
            </a:extLst>
          </p:cNvPr>
          <p:cNvPicPr>
            <a:picLocks noGrp="1" noChangeAspect="1"/>
          </p:cNvPicPr>
          <p:nvPr>
            <p:ph sz="quarter" idx="1"/>
          </p:nvPr>
        </p:nvPicPr>
        <p:blipFill>
          <a:blip r:embed="rId2">
            <a:extLst>
              <a:ext uri="{28A0092B-C50C-407E-A947-70E740481C1C}">
                <a14:useLocalDpi xmlns:a14="http://schemas.microsoft.com/office/drawing/2010/main" val="0"/>
              </a:ext>
            </a:extLst>
          </a:blip>
          <a:srcRect/>
          <a:stretch>
            <a:fillRect/>
          </a:stretch>
        </p:blipFill>
        <p:spPr>
          <a:xfrm>
            <a:off x="827088" y="873398"/>
            <a:ext cx="7200900" cy="1187450"/>
          </a:xfrm>
        </p:spPr>
      </p:pic>
      <p:pic>
        <p:nvPicPr>
          <p:cNvPr id="5" name="Picture 4">
            <a:extLst>
              <a:ext uri="{FF2B5EF4-FFF2-40B4-BE49-F238E27FC236}">
                <a16:creationId xmlns:a16="http://schemas.microsoft.com/office/drawing/2014/main" id="{A1A42B97-12F5-1635-AAC4-8E4BEA9E9638}"/>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839788" y="2003425"/>
            <a:ext cx="7188200" cy="4676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nodeType="clickEffect">
                                  <p:stCondLst>
                                    <p:cond delay="0"/>
                                  </p:stCondLst>
                                  <p:childTnLst>
                                    <p:set>
                                      <p:cBhvr>
                                        <p:cTn id="12" dur="1" fill="hold">
                                          <p:stCondLst>
                                            <p:cond delay="0"/>
                                          </p:stCondLst>
                                        </p:cTn>
                                        <p:tgtEl>
                                          <p:spTgt spid="5"/>
                                        </p:tgtEl>
                                        <p:attrNameLst>
                                          <p:attrName>style.visibility</p:attrName>
                                        </p:attrNameLst>
                                      </p:cBhvr>
                                      <p:to>
                                        <p:strVal val="visible"/>
                                      </p:to>
                                    </p:set>
                                    <p:anim calcmode="lin" valueType="num">
                                      <p:cBhvr additive="base">
                                        <p:cTn id="13" dur="500" fill="hold"/>
                                        <p:tgtEl>
                                          <p:spTgt spid="5"/>
                                        </p:tgtEl>
                                        <p:attrNameLst>
                                          <p:attrName>ppt_x</p:attrName>
                                        </p:attrNameLst>
                                      </p:cBhvr>
                                      <p:tavLst>
                                        <p:tav tm="0">
                                          <p:val>
                                            <p:strVal val="#ppt_x"/>
                                          </p:val>
                                        </p:tav>
                                        <p:tav tm="100000">
                                          <p:val>
                                            <p:strVal val="#ppt_x"/>
                                          </p:val>
                                        </p:tav>
                                      </p:tavLst>
                                    </p:anim>
                                    <p:anim calcmode="lin" valueType="num">
                                      <p:cBhvr additive="base">
                                        <p:cTn id="14"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F70EFE14-9B38-B22C-0381-177466AAE388}"/>
              </a:ext>
            </a:extLst>
          </p:cNvPr>
          <p:cNvSpPr/>
          <p:nvPr/>
        </p:nvSpPr>
        <p:spPr>
          <a:xfrm>
            <a:off x="1371600" y="0"/>
            <a:ext cx="1524000" cy="685800"/>
          </a:xfrm>
          <a:prstGeom prst="rect">
            <a:avLst/>
          </a:prstGeom>
          <a:solidFill>
            <a:schemeClr val="accent6">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b="1" dirty="0"/>
              <a:t>M</a:t>
            </a:r>
          </a:p>
          <a:p>
            <a:pPr algn="ctr">
              <a:defRPr/>
            </a:pPr>
            <a:r>
              <a:rPr lang="en-US" b="1" dirty="0"/>
              <a:t>(</a:t>
            </a:r>
            <a:r>
              <a:rPr lang="en-US" b="1"/>
              <a:t>128 Bits</a:t>
            </a:r>
            <a:r>
              <a:rPr lang="en-US" b="1" dirty="0"/>
              <a:t>)</a:t>
            </a:r>
            <a:endParaRPr lang="en-IN" b="1" dirty="0"/>
          </a:p>
        </p:txBody>
      </p:sp>
      <p:sp>
        <p:nvSpPr>
          <p:cNvPr id="5" name="Rectangle 4">
            <a:extLst>
              <a:ext uri="{FF2B5EF4-FFF2-40B4-BE49-F238E27FC236}">
                <a16:creationId xmlns:a16="http://schemas.microsoft.com/office/drawing/2014/main" id="{B2B3413B-DF26-30F5-F364-E159A3017609}"/>
              </a:ext>
            </a:extLst>
          </p:cNvPr>
          <p:cNvSpPr/>
          <p:nvPr/>
        </p:nvSpPr>
        <p:spPr>
          <a:xfrm>
            <a:off x="3505200" y="31750"/>
            <a:ext cx="1524000" cy="685800"/>
          </a:xfrm>
          <a:prstGeom prst="rect">
            <a:avLst/>
          </a:prstGeom>
          <a:solidFill>
            <a:schemeClr val="accent6">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b="1" dirty="0"/>
              <a:t>M1</a:t>
            </a:r>
          </a:p>
          <a:p>
            <a:pPr algn="ctr">
              <a:defRPr/>
            </a:pPr>
            <a:r>
              <a:rPr lang="en-US" b="1" dirty="0"/>
              <a:t>(</a:t>
            </a:r>
            <a:r>
              <a:rPr lang="en-US" b="1"/>
              <a:t>128 Bits</a:t>
            </a:r>
            <a:r>
              <a:rPr lang="en-US" b="1" dirty="0"/>
              <a:t>)</a:t>
            </a:r>
            <a:endParaRPr lang="en-IN" b="1" dirty="0"/>
          </a:p>
        </p:txBody>
      </p:sp>
      <p:sp>
        <p:nvSpPr>
          <p:cNvPr id="6" name="Rectangle 5">
            <a:extLst>
              <a:ext uri="{FF2B5EF4-FFF2-40B4-BE49-F238E27FC236}">
                <a16:creationId xmlns:a16="http://schemas.microsoft.com/office/drawing/2014/main" id="{08CBC651-0ABD-A42B-88ED-D94D6B27C5EF}"/>
              </a:ext>
            </a:extLst>
          </p:cNvPr>
          <p:cNvSpPr/>
          <p:nvPr/>
        </p:nvSpPr>
        <p:spPr>
          <a:xfrm>
            <a:off x="5373688" y="31750"/>
            <a:ext cx="1524000" cy="685800"/>
          </a:xfrm>
          <a:prstGeom prst="rect">
            <a:avLst/>
          </a:prstGeom>
          <a:solidFill>
            <a:schemeClr val="accent6">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b="1" dirty="0"/>
              <a:t>M2</a:t>
            </a:r>
          </a:p>
          <a:p>
            <a:pPr algn="ctr">
              <a:defRPr/>
            </a:pPr>
            <a:r>
              <a:rPr lang="en-US" b="1" dirty="0"/>
              <a:t>(</a:t>
            </a:r>
            <a:r>
              <a:rPr lang="en-US" b="1"/>
              <a:t>128 Bits</a:t>
            </a:r>
            <a:r>
              <a:rPr lang="en-US" b="1" dirty="0"/>
              <a:t>)</a:t>
            </a:r>
            <a:endParaRPr lang="en-IN" b="1" dirty="0"/>
          </a:p>
        </p:txBody>
      </p:sp>
      <p:sp>
        <p:nvSpPr>
          <p:cNvPr id="7" name="Rectangle 6">
            <a:extLst>
              <a:ext uri="{FF2B5EF4-FFF2-40B4-BE49-F238E27FC236}">
                <a16:creationId xmlns:a16="http://schemas.microsoft.com/office/drawing/2014/main" id="{A284B80E-17A1-8B2A-3F68-83A113507409}"/>
              </a:ext>
            </a:extLst>
          </p:cNvPr>
          <p:cNvSpPr/>
          <p:nvPr/>
        </p:nvSpPr>
        <p:spPr>
          <a:xfrm>
            <a:off x="990600" y="2284413"/>
            <a:ext cx="2514600" cy="533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b="1" dirty="0"/>
              <a:t>Round 1</a:t>
            </a:r>
            <a:endParaRPr lang="en-IN" b="1" dirty="0"/>
          </a:p>
        </p:txBody>
      </p:sp>
      <p:sp>
        <p:nvSpPr>
          <p:cNvPr id="8" name="Rectangle 7">
            <a:extLst>
              <a:ext uri="{FF2B5EF4-FFF2-40B4-BE49-F238E27FC236}">
                <a16:creationId xmlns:a16="http://schemas.microsoft.com/office/drawing/2014/main" id="{4DBF60AB-1F55-612D-B640-881B841762C8}"/>
              </a:ext>
            </a:extLst>
          </p:cNvPr>
          <p:cNvSpPr/>
          <p:nvPr/>
        </p:nvSpPr>
        <p:spPr>
          <a:xfrm>
            <a:off x="990600" y="3198813"/>
            <a:ext cx="2514600" cy="533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b="1" dirty="0"/>
              <a:t>Round 2</a:t>
            </a:r>
            <a:endParaRPr lang="en-IN" b="1" dirty="0"/>
          </a:p>
        </p:txBody>
      </p:sp>
      <p:sp>
        <p:nvSpPr>
          <p:cNvPr id="9" name="Rectangle 8">
            <a:extLst>
              <a:ext uri="{FF2B5EF4-FFF2-40B4-BE49-F238E27FC236}">
                <a16:creationId xmlns:a16="http://schemas.microsoft.com/office/drawing/2014/main" id="{5C3E9F32-0725-6EB0-E8CC-F25C0BCE688D}"/>
              </a:ext>
            </a:extLst>
          </p:cNvPr>
          <p:cNvSpPr/>
          <p:nvPr/>
        </p:nvSpPr>
        <p:spPr>
          <a:xfrm>
            <a:off x="990600" y="4189413"/>
            <a:ext cx="2514600" cy="533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b="1" dirty="0"/>
              <a:t>Round 3</a:t>
            </a:r>
            <a:endParaRPr lang="en-IN" b="1" dirty="0"/>
          </a:p>
        </p:txBody>
      </p:sp>
      <p:sp>
        <p:nvSpPr>
          <p:cNvPr id="10" name="Rectangle 9">
            <a:extLst>
              <a:ext uri="{FF2B5EF4-FFF2-40B4-BE49-F238E27FC236}">
                <a16:creationId xmlns:a16="http://schemas.microsoft.com/office/drawing/2014/main" id="{FE97B287-8A72-73B0-BCDD-7F7650D9514C}"/>
              </a:ext>
            </a:extLst>
          </p:cNvPr>
          <p:cNvSpPr/>
          <p:nvPr/>
        </p:nvSpPr>
        <p:spPr>
          <a:xfrm>
            <a:off x="990600" y="5256213"/>
            <a:ext cx="2514600" cy="533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b="1" dirty="0"/>
              <a:t>Round 10</a:t>
            </a:r>
            <a:endParaRPr lang="en-IN" b="1" dirty="0"/>
          </a:p>
        </p:txBody>
      </p:sp>
      <p:sp>
        <p:nvSpPr>
          <p:cNvPr id="11" name="Rectangle 10">
            <a:extLst>
              <a:ext uri="{FF2B5EF4-FFF2-40B4-BE49-F238E27FC236}">
                <a16:creationId xmlns:a16="http://schemas.microsoft.com/office/drawing/2014/main" id="{E3648B44-B6D8-F004-6624-3601095AD79A}"/>
              </a:ext>
            </a:extLst>
          </p:cNvPr>
          <p:cNvSpPr/>
          <p:nvPr/>
        </p:nvSpPr>
        <p:spPr>
          <a:xfrm>
            <a:off x="4114800" y="849313"/>
            <a:ext cx="4419600" cy="304800"/>
          </a:xfrm>
          <a:prstGeom prst="rect">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b="1" dirty="0"/>
              <a:t>KEY – </a:t>
            </a:r>
            <a:r>
              <a:rPr lang="en-US" b="1"/>
              <a:t>128 Bits</a:t>
            </a:r>
            <a:endParaRPr lang="en-IN" b="1" dirty="0"/>
          </a:p>
        </p:txBody>
      </p:sp>
      <p:sp>
        <p:nvSpPr>
          <p:cNvPr id="16" name="Rectangle 15">
            <a:extLst>
              <a:ext uri="{FF2B5EF4-FFF2-40B4-BE49-F238E27FC236}">
                <a16:creationId xmlns:a16="http://schemas.microsoft.com/office/drawing/2014/main" id="{1D6635DF-BC46-7735-1B75-803FBFF16805}"/>
              </a:ext>
            </a:extLst>
          </p:cNvPr>
          <p:cNvSpPr/>
          <p:nvPr/>
        </p:nvSpPr>
        <p:spPr>
          <a:xfrm>
            <a:off x="4114800" y="1446213"/>
            <a:ext cx="4419600" cy="381000"/>
          </a:xfrm>
          <a:prstGeom prst="rect">
            <a:avLst/>
          </a:prstGeom>
          <a:solidFill>
            <a:schemeClr val="accent3">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b="1"/>
              <a:t>Sub </a:t>
            </a:r>
            <a:r>
              <a:rPr lang="en-US" b="1" dirty="0"/>
              <a:t>Key 0</a:t>
            </a:r>
            <a:endParaRPr lang="en-IN" b="1" dirty="0"/>
          </a:p>
        </p:txBody>
      </p:sp>
      <p:sp>
        <p:nvSpPr>
          <p:cNvPr id="17" name="Rectangle 16">
            <a:extLst>
              <a:ext uri="{FF2B5EF4-FFF2-40B4-BE49-F238E27FC236}">
                <a16:creationId xmlns:a16="http://schemas.microsoft.com/office/drawing/2014/main" id="{2C52BEB6-13B6-0976-B7B3-82B17CC63357}"/>
              </a:ext>
            </a:extLst>
          </p:cNvPr>
          <p:cNvSpPr/>
          <p:nvPr/>
        </p:nvSpPr>
        <p:spPr>
          <a:xfrm>
            <a:off x="4102100" y="2284413"/>
            <a:ext cx="4419600" cy="381000"/>
          </a:xfrm>
          <a:prstGeom prst="rect">
            <a:avLst/>
          </a:prstGeom>
          <a:solidFill>
            <a:schemeClr val="accent3">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b="1"/>
              <a:t>Sub </a:t>
            </a:r>
            <a:r>
              <a:rPr lang="en-US" b="1" dirty="0"/>
              <a:t>Key 1</a:t>
            </a:r>
            <a:endParaRPr lang="en-IN" b="1" dirty="0"/>
          </a:p>
        </p:txBody>
      </p:sp>
      <p:sp>
        <p:nvSpPr>
          <p:cNvPr id="18" name="Rectangle 17">
            <a:extLst>
              <a:ext uri="{FF2B5EF4-FFF2-40B4-BE49-F238E27FC236}">
                <a16:creationId xmlns:a16="http://schemas.microsoft.com/office/drawing/2014/main" id="{CBE5D159-4D39-5150-832A-0312D126C51F}"/>
              </a:ext>
            </a:extLst>
          </p:cNvPr>
          <p:cNvSpPr/>
          <p:nvPr/>
        </p:nvSpPr>
        <p:spPr>
          <a:xfrm>
            <a:off x="4114800" y="3275013"/>
            <a:ext cx="4419600" cy="381000"/>
          </a:xfrm>
          <a:prstGeom prst="rect">
            <a:avLst/>
          </a:prstGeom>
          <a:solidFill>
            <a:schemeClr val="accent3">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b="1"/>
              <a:t>Sub </a:t>
            </a:r>
            <a:r>
              <a:rPr lang="en-US" b="1" dirty="0"/>
              <a:t>Key 2</a:t>
            </a:r>
            <a:endParaRPr lang="en-IN" b="1" dirty="0"/>
          </a:p>
        </p:txBody>
      </p:sp>
      <p:sp>
        <p:nvSpPr>
          <p:cNvPr id="19" name="Rectangle 18">
            <a:extLst>
              <a:ext uri="{FF2B5EF4-FFF2-40B4-BE49-F238E27FC236}">
                <a16:creationId xmlns:a16="http://schemas.microsoft.com/office/drawing/2014/main" id="{6C2FDA05-0ED0-6D42-5AEF-1F1B61D49D41}"/>
              </a:ext>
            </a:extLst>
          </p:cNvPr>
          <p:cNvSpPr/>
          <p:nvPr/>
        </p:nvSpPr>
        <p:spPr>
          <a:xfrm>
            <a:off x="4129088" y="4189413"/>
            <a:ext cx="4419600" cy="381000"/>
          </a:xfrm>
          <a:prstGeom prst="rect">
            <a:avLst/>
          </a:prstGeom>
          <a:solidFill>
            <a:schemeClr val="accent3">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b="1"/>
              <a:t>Sub </a:t>
            </a:r>
            <a:r>
              <a:rPr lang="en-US" b="1" dirty="0"/>
              <a:t>Key 3</a:t>
            </a:r>
            <a:endParaRPr lang="en-IN" b="1" dirty="0"/>
          </a:p>
        </p:txBody>
      </p:sp>
      <p:sp>
        <p:nvSpPr>
          <p:cNvPr id="20" name="Rectangle 19">
            <a:extLst>
              <a:ext uri="{FF2B5EF4-FFF2-40B4-BE49-F238E27FC236}">
                <a16:creationId xmlns:a16="http://schemas.microsoft.com/office/drawing/2014/main" id="{4BE80A75-EC88-8560-3987-D87FE764295A}"/>
              </a:ext>
            </a:extLst>
          </p:cNvPr>
          <p:cNvSpPr/>
          <p:nvPr/>
        </p:nvSpPr>
        <p:spPr>
          <a:xfrm>
            <a:off x="4095750" y="5256213"/>
            <a:ext cx="4419600" cy="381000"/>
          </a:xfrm>
          <a:prstGeom prst="rect">
            <a:avLst/>
          </a:prstGeom>
          <a:solidFill>
            <a:schemeClr val="accent3">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b="1"/>
              <a:t>Sub </a:t>
            </a:r>
            <a:r>
              <a:rPr lang="en-US" b="1" dirty="0"/>
              <a:t>Key 10</a:t>
            </a:r>
            <a:endParaRPr lang="en-IN" b="1" dirty="0"/>
          </a:p>
        </p:txBody>
      </p:sp>
      <p:sp>
        <p:nvSpPr>
          <p:cNvPr id="21" name="Flowchart: Or 20">
            <a:extLst>
              <a:ext uri="{FF2B5EF4-FFF2-40B4-BE49-F238E27FC236}">
                <a16:creationId xmlns:a16="http://schemas.microsoft.com/office/drawing/2014/main" id="{23984EAE-71A0-9098-80E1-16C05C7CAF91}"/>
              </a:ext>
            </a:extLst>
          </p:cNvPr>
          <p:cNvSpPr/>
          <p:nvPr/>
        </p:nvSpPr>
        <p:spPr>
          <a:xfrm>
            <a:off x="1752600" y="1166813"/>
            <a:ext cx="762000" cy="673100"/>
          </a:xfrm>
          <a:prstGeom prst="flowChartOr">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IN"/>
          </a:p>
        </p:txBody>
      </p:sp>
      <p:cxnSp>
        <p:nvCxnSpPr>
          <p:cNvPr id="23" name="Straight Arrow Connector 22">
            <a:extLst>
              <a:ext uri="{FF2B5EF4-FFF2-40B4-BE49-F238E27FC236}">
                <a16:creationId xmlns:a16="http://schemas.microsoft.com/office/drawing/2014/main" id="{D1435C86-4AE7-FDC5-0FAD-34D33DAAD139}"/>
              </a:ext>
            </a:extLst>
          </p:cNvPr>
          <p:cNvCxnSpPr>
            <a:stCxn id="4" idx="2"/>
            <a:endCxn id="21" idx="0"/>
          </p:cNvCxnSpPr>
          <p:nvPr/>
        </p:nvCxnSpPr>
        <p:spPr>
          <a:xfrm>
            <a:off x="2133600" y="685800"/>
            <a:ext cx="0" cy="481013"/>
          </a:xfrm>
          <a:prstGeom prst="straightConnector1">
            <a:avLst/>
          </a:prstGeom>
          <a:ln w="44450">
            <a:tailEnd type="arrow"/>
          </a:ln>
        </p:spPr>
        <p:style>
          <a:lnRef idx="1">
            <a:schemeClr val="accent1"/>
          </a:lnRef>
          <a:fillRef idx="0">
            <a:schemeClr val="accent1"/>
          </a:fillRef>
          <a:effectRef idx="0">
            <a:schemeClr val="accent1"/>
          </a:effectRef>
          <a:fontRef idx="minor">
            <a:schemeClr val="tx1"/>
          </a:fontRef>
        </p:style>
      </p:cxnSp>
      <p:cxnSp>
        <p:nvCxnSpPr>
          <p:cNvPr id="25" name="Straight Arrow Connector 24">
            <a:extLst>
              <a:ext uri="{FF2B5EF4-FFF2-40B4-BE49-F238E27FC236}">
                <a16:creationId xmlns:a16="http://schemas.microsoft.com/office/drawing/2014/main" id="{E19F51EC-37D2-85DB-2915-87A494BDF109}"/>
              </a:ext>
            </a:extLst>
          </p:cNvPr>
          <p:cNvCxnSpPr>
            <a:stCxn id="21" idx="4"/>
          </p:cNvCxnSpPr>
          <p:nvPr/>
        </p:nvCxnSpPr>
        <p:spPr>
          <a:xfrm>
            <a:off x="2133600" y="1839913"/>
            <a:ext cx="0" cy="444500"/>
          </a:xfrm>
          <a:prstGeom prst="straightConnector1">
            <a:avLst/>
          </a:prstGeom>
          <a:ln w="44450">
            <a:tailEnd type="arrow"/>
          </a:ln>
        </p:spPr>
        <p:style>
          <a:lnRef idx="1">
            <a:schemeClr val="accent1"/>
          </a:lnRef>
          <a:fillRef idx="0">
            <a:schemeClr val="accent1"/>
          </a:fillRef>
          <a:effectRef idx="0">
            <a:schemeClr val="accent1"/>
          </a:effectRef>
          <a:fontRef idx="minor">
            <a:schemeClr val="tx1"/>
          </a:fontRef>
        </p:style>
      </p:cxnSp>
      <p:cxnSp>
        <p:nvCxnSpPr>
          <p:cNvPr id="27" name="Straight Arrow Connector 26">
            <a:extLst>
              <a:ext uri="{FF2B5EF4-FFF2-40B4-BE49-F238E27FC236}">
                <a16:creationId xmlns:a16="http://schemas.microsoft.com/office/drawing/2014/main" id="{16C24217-9FAC-E1C6-93A2-CAE100DD83EE}"/>
              </a:ext>
            </a:extLst>
          </p:cNvPr>
          <p:cNvCxnSpPr>
            <a:stCxn id="16" idx="1"/>
          </p:cNvCxnSpPr>
          <p:nvPr/>
        </p:nvCxnSpPr>
        <p:spPr>
          <a:xfrm flipH="1">
            <a:off x="2514600" y="1636713"/>
            <a:ext cx="1600200" cy="0"/>
          </a:xfrm>
          <a:prstGeom prst="straightConnector1">
            <a:avLst/>
          </a:prstGeom>
          <a:ln w="44450">
            <a:tailEnd type="arrow"/>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13E6B7EF-57E4-E19E-0E86-2B0077390744}"/>
              </a:ext>
            </a:extLst>
          </p:cNvPr>
          <p:cNvCxnSpPr/>
          <p:nvPr/>
        </p:nvCxnSpPr>
        <p:spPr>
          <a:xfrm>
            <a:off x="2065338" y="4799013"/>
            <a:ext cx="0" cy="457200"/>
          </a:xfrm>
          <a:prstGeom prst="line">
            <a:avLst/>
          </a:prstGeom>
          <a:ln w="44450" cmpd="sng">
            <a:prstDash val="dash"/>
          </a:ln>
        </p:spPr>
        <p:style>
          <a:lnRef idx="1">
            <a:schemeClr val="accent1"/>
          </a:lnRef>
          <a:fillRef idx="0">
            <a:schemeClr val="accent1"/>
          </a:fillRef>
          <a:effectRef idx="0">
            <a:schemeClr val="accent1"/>
          </a:effectRef>
          <a:fontRef idx="minor">
            <a:schemeClr val="tx1"/>
          </a:fontRef>
        </p:style>
      </p:cxnSp>
      <p:cxnSp>
        <p:nvCxnSpPr>
          <p:cNvPr id="32" name="Straight Arrow Connector 31">
            <a:extLst>
              <a:ext uri="{FF2B5EF4-FFF2-40B4-BE49-F238E27FC236}">
                <a16:creationId xmlns:a16="http://schemas.microsoft.com/office/drawing/2014/main" id="{D28D20FD-4BD2-797B-92BE-27E439E7861F}"/>
              </a:ext>
            </a:extLst>
          </p:cNvPr>
          <p:cNvCxnSpPr>
            <a:stCxn id="17" idx="1"/>
          </p:cNvCxnSpPr>
          <p:nvPr/>
        </p:nvCxnSpPr>
        <p:spPr>
          <a:xfrm flipH="1">
            <a:off x="3505200" y="2474913"/>
            <a:ext cx="596900" cy="0"/>
          </a:xfrm>
          <a:prstGeom prst="straightConnector1">
            <a:avLst/>
          </a:prstGeom>
          <a:ln w="44450">
            <a:tailEnd type="arrow"/>
          </a:ln>
        </p:spPr>
        <p:style>
          <a:lnRef idx="1">
            <a:schemeClr val="accent1"/>
          </a:lnRef>
          <a:fillRef idx="0">
            <a:schemeClr val="accent1"/>
          </a:fillRef>
          <a:effectRef idx="0">
            <a:schemeClr val="accent1"/>
          </a:effectRef>
          <a:fontRef idx="minor">
            <a:schemeClr val="tx1"/>
          </a:fontRef>
        </p:style>
      </p:cxnSp>
      <p:cxnSp>
        <p:nvCxnSpPr>
          <p:cNvPr id="34" name="Straight Arrow Connector 33">
            <a:extLst>
              <a:ext uri="{FF2B5EF4-FFF2-40B4-BE49-F238E27FC236}">
                <a16:creationId xmlns:a16="http://schemas.microsoft.com/office/drawing/2014/main" id="{AED6A4B3-0049-69F7-E99B-78F0CD39FD5A}"/>
              </a:ext>
            </a:extLst>
          </p:cNvPr>
          <p:cNvCxnSpPr/>
          <p:nvPr/>
        </p:nvCxnSpPr>
        <p:spPr>
          <a:xfrm flipH="1">
            <a:off x="3497263" y="3417888"/>
            <a:ext cx="598487" cy="0"/>
          </a:xfrm>
          <a:prstGeom prst="straightConnector1">
            <a:avLst/>
          </a:prstGeom>
          <a:ln w="44450">
            <a:tailEnd type="arrow"/>
          </a:ln>
        </p:spPr>
        <p:style>
          <a:lnRef idx="1">
            <a:schemeClr val="accent1"/>
          </a:lnRef>
          <a:fillRef idx="0">
            <a:schemeClr val="accent1"/>
          </a:fillRef>
          <a:effectRef idx="0">
            <a:schemeClr val="accent1"/>
          </a:effectRef>
          <a:fontRef idx="minor">
            <a:schemeClr val="tx1"/>
          </a:fontRef>
        </p:style>
      </p:cxnSp>
      <p:cxnSp>
        <p:nvCxnSpPr>
          <p:cNvPr id="36" name="Straight Arrow Connector 35">
            <a:extLst>
              <a:ext uri="{FF2B5EF4-FFF2-40B4-BE49-F238E27FC236}">
                <a16:creationId xmlns:a16="http://schemas.microsoft.com/office/drawing/2014/main" id="{C1A54112-94EC-2198-EBDA-3C4F686C91F1}"/>
              </a:ext>
            </a:extLst>
          </p:cNvPr>
          <p:cNvCxnSpPr>
            <a:stCxn id="19" idx="1"/>
          </p:cNvCxnSpPr>
          <p:nvPr/>
        </p:nvCxnSpPr>
        <p:spPr>
          <a:xfrm flipH="1">
            <a:off x="3505200" y="4379913"/>
            <a:ext cx="623888" cy="0"/>
          </a:xfrm>
          <a:prstGeom prst="straightConnector1">
            <a:avLst/>
          </a:prstGeom>
          <a:ln w="44450">
            <a:tailEnd type="arrow"/>
          </a:ln>
        </p:spPr>
        <p:style>
          <a:lnRef idx="1">
            <a:schemeClr val="accent1"/>
          </a:lnRef>
          <a:fillRef idx="0">
            <a:schemeClr val="accent1"/>
          </a:fillRef>
          <a:effectRef idx="0">
            <a:schemeClr val="accent1"/>
          </a:effectRef>
          <a:fontRef idx="minor">
            <a:schemeClr val="tx1"/>
          </a:fontRef>
        </p:style>
      </p:cxnSp>
      <p:cxnSp>
        <p:nvCxnSpPr>
          <p:cNvPr id="38" name="Straight Arrow Connector 37">
            <a:extLst>
              <a:ext uri="{FF2B5EF4-FFF2-40B4-BE49-F238E27FC236}">
                <a16:creationId xmlns:a16="http://schemas.microsoft.com/office/drawing/2014/main" id="{8F5A7A11-FA35-2BE8-6D0B-FC73D0387CE5}"/>
              </a:ext>
            </a:extLst>
          </p:cNvPr>
          <p:cNvCxnSpPr>
            <a:stCxn id="20" idx="1"/>
          </p:cNvCxnSpPr>
          <p:nvPr/>
        </p:nvCxnSpPr>
        <p:spPr>
          <a:xfrm flipH="1">
            <a:off x="3452813" y="5446713"/>
            <a:ext cx="642937" cy="20637"/>
          </a:xfrm>
          <a:prstGeom prst="straightConnector1">
            <a:avLst/>
          </a:prstGeom>
          <a:ln w="44450">
            <a:tailEnd type="arrow"/>
          </a:ln>
        </p:spPr>
        <p:style>
          <a:lnRef idx="1">
            <a:schemeClr val="accent1"/>
          </a:lnRef>
          <a:fillRef idx="0">
            <a:schemeClr val="accent1"/>
          </a:fillRef>
          <a:effectRef idx="0">
            <a:schemeClr val="accent1"/>
          </a:effectRef>
          <a:fontRef idx="minor">
            <a:schemeClr val="tx1"/>
          </a:fontRef>
        </p:style>
      </p:cxnSp>
      <p:cxnSp>
        <p:nvCxnSpPr>
          <p:cNvPr id="39" name="Straight Arrow Connector 38">
            <a:extLst>
              <a:ext uri="{FF2B5EF4-FFF2-40B4-BE49-F238E27FC236}">
                <a16:creationId xmlns:a16="http://schemas.microsoft.com/office/drawing/2014/main" id="{20732451-904E-B1FA-8245-77620F8D8005}"/>
              </a:ext>
            </a:extLst>
          </p:cNvPr>
          <p:cNvCxnSpPr/>
          <p:nvPr/>
        </p:nvCxnSpPr>
        <p:spPr>
          <a:xfrm>
            <a:off x="2103438" y="2830513"/>
            <a:ext cx="0" cy="368300"/>
          </a:xfrm>
          <a:prstGeom prst="straightConnector1">
            <a:avLst/>
          </a:prstGeom>
          <a:ln w="44450">
            <a:tailEnd type="arrow"/>
          </a:ln>
        </p:spPr>
        <p:style>
          <a:lnRef idx="1">
            <a:schemeClr val="accent1"/>
          </a:lnRef>
          <a:fillRef idx="0">
            <a:schemeClr val="accent1"/>
          </a:fillRef>
          <a:effectRef idx="0">
            <a:schemeClr val="accent1"/>
          </a:effectRef>
          <a:fontRef idx="minor">
            <a:schemeClr val="tx1"/>
          </a:fontRef>
        </p:style>
      </p:cxnSp>
      <p:cxnSp>
        <p:nvCxnSpPr>
          <p:cNvPr id="41" name="Straight Arrow Connector 40">
            <a:extLst>
              <a:ext uri="{FF2B5EF4-FFF2-40B4-BE49-F238E27FC236}">
                <a16:creationId xmlns:a16="http://schemas.microsoft.com/office/drawing/2014/main" id="{DCA068F9-B8B1-575D-40DD-6A24ABD5CE36}"/>
              </a:ext>
            </a:extLst>
          </p:cNvPr>
          <p:cNvCxnSpPr/>
          <p:nvPr/>
        </p:nvCxnSpPr>
        <p:spPr>
          <a:xfrm>
            <a:off x="2089150" y="3732213"/>
            <a:ext cx="0" cy="457200"/>
          </a:xfrm>
          <a:prstGeom prst="straightConnector1">
            <a:avLst/>
          </a:prstGeom>
          <a:ln w="44450">
            <a:tailEnd type="arrow"/>
          </a:ln>
        </p:spPr>
        <p:style>
          <a:lnRef idx="1">
            <a:schemeClr val="accent1"/>
          </a:lnRef>
          <a:fillRef idx="0">
            <a:schemeClr val="accent1"/>
          </a:fillRef>
          <a:effectRef idx="0">
            <a:schemeClr val="accent1"/>
          </a:effectRef>
          <a:fontRef idx="minor">
            <a:schemeClr val="tx1"/>
          </a:fontRef>
        </p:style>
      </p:cxnSp>
      <p:sp>
        <p:nvSpPr>
          <p:cNvPr id="48" name="Rectangle 47">
            <a:extLst>
              <a:ext uri="{FF2B5EF4-FFF2-40B4-BE49-F238E27FC236}">
                <a16:creationId xmlns:a16="http://schemas.microsoft.com/office/drawing/2014/main" id="{D4FDF9A0-01F7-B016-DD3B-15779B0A224F}"/>
              </a:ext>
            </a:extLst>
          </p:cNvPr>
          <p:cNvSpPr/>
          <p:nvPr/>
        </p:nvSpPr>
        <p:spPr>
          <a:xfrm>
            <a:off x="990600" y="6227763"/>
            <a:ext cx="2514600" cy="533400"/>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b="1" dirty="0"/>
              <a:t>CIPHER TEXT </a:t>
            </a:r>
            <a:endParaRPr lang="en-IN" b="1" dirty="0"/>
          </a:p>
        </p:txBody>
      </p:sp>
      <p:cxnSp>
        <p:nvCxnSpPr>
          <p:cNvPr id="49" name="Straight Arrow Connector 48">
            <a:extLst>
              <a:ext uri="{FF2B5EF4-FFF2-40B4-BE49-F238E27FC236}">
                <a16:creationId xmlns:a16="http://schemas.microsoft.com/office/drawing/2014/main" id="{4087C589-4930-4745-CA75-1B7285B2EE7E}"/>
              </a:ext>
            </a:extLst>
          </p:cNvPr>
          <p:cNvCxnSpPr/>
          <p:nvPr/>
        </p:nvCxnSpPr>
        <p:spPr>
          <a:xfrm>
            <a:off x="2089150" y="5789613"/>
            <a:ext cx="0" cy="457200"/>
          </a:xfrm>
          <a:prstGeom prst="straightConnector1">
            <a:avLst/>
          </a:prstGeom>
          <a:ln w="44450">
            <a:tailEnd type="arrow"/>
          </a:ln>
        </p:spPr>
        <p:style>
          <a:lnRef idx="1">
            <a:schemeClr val="accent1"/>
          </a:lnRef>
          <a:fillRef idx="0">
            <a:schemeClr val="accent1"/>
          </a:fillRef>
          <a:effectRef idx="0">
            <a:schemeClr val="accent1"/>
          </a:effectRef>
          <a:fontRef idx="minor">
            <a:schemeClr val="tx1"/>
          </a:fontRef>
        </p:style>
      </p:cxnSp>
      <p:cxnSp>
        <p:nvCxnSpPr>
          <p:cNvPr id="50" name="Straight Connector 49">
            <a:extLst>
              <a:ext uri="{FF2B5EF4-FFF2-40B4-BE49-F238E27FC236}">
                <a16:creationId xmlns:a16="http://schemas.microsoft.com/office/drawing/2014/main" id="{B7271EBF-97BF-F7BB-B8E6-571A5E68789E}"/>
              </a:ext>
            </a:extLst>
          </p:cNvPr>
          <p:cNvCxnSpPr/>
          <p:nvPr/>
        </p:nvCxnSpPr>
        <p:spPr>
          <a:xfrm>
            <a:off x="6296025" y="4648200"/>
            <a:ext cx="0" cy="457200"/>
          </a:xfrm>
          <a:prstGeom prst="line">
            <a:avLst/>
          </a:prstGeom>
          <a:ln w="44450" cmpd="sng">
            <a:prstDash val="dash"/>
          </a:ln>
        </p:spPr>
        <p:style>
          <a:lnRef idx="1">
            <a:schemeClr val="accent1"/>
          </a:lnRef>
          <a:fillRef idx="0">
            <a:schemeClr val="accent1"/>
          </a:fillRef>
          <a:effectRef idx="0">
            <a:schemeClr val="accent1"/>
          </a:effectRef>
          <a:fontRef idx="minor">
            <a:schemeClr val="tx1"/>
          </a:fontRef>
        </p:style>
      </p:cxnSp>
      <p:sp>
        <p:nvSpPr>
          <p:cNvPr id="38941" name="TextBox 50">
            <a:extLst>
              <a:ext uri="{FF2B5EF4-FFF2-40B4-BE49-F238E27FC236}">
                <a16:creationId xmlns:a16="http://schemas.microsoft.com/office/drawing/2014/main" id="{04D238B0-0860-96BB-1270-4A64EDFA3834}"/>
              </a:ext>
            </a:extLst>
          </p:cNvPr>
          <p:cNvSpPr txBox="1">
            <a:spLocks noChangeArrowheads="1"/>
          </p:cNvSpPr>
          <p:nvPr/>
        </p:nvSpPr>
        <p:spPr bwMode="auto">
          <a:xfrm>
            <a:off x="4102100" y="5924550"/>
            <a:ext cx="3886200"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ctr"/>
            <a:r>
              <a:rPr lang="en-US" altLang="en-US" sz="3600" b="1"/>
              <a:t>AES ENCRYPTION </a:t>
            </a:r>
            <a:endParaRPr lang="en-IN" altLang="en-US" sz="3600" b="1"/>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1"/>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6"/>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7"/>
                                        </p:tgtEl>
                                        <p:attrNameLst>
                                          <p:attrName>style.visibility</p:attrName>
                                        </p:attrNameLst>
                                      </p:cBhvr>
                                      <p:to>
                                        <p:strVal val="visible"/>
                                      </p:to>
                                    </p:set>
                                  </p:childTnLst>
                                </p:cTn>
                              </p:par>
                            </p:childTnLst>
                          </p:cTn>
                        </p:par>
                      </p:childTnLst>
                    </p:cTn>
                  </p:par>
                  <p:par>
                    <p:cTn id="27" fill="hold" nodeType="clickPar">
                      <p:stCondLst>
                        <p:cond delay="indefinite"/>
                      </p:stCondLst>
                      <p:childTnLst>
                        <p:par>
                          <p:cTn id="28" fill="hold" nodeType="withGroup">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8"/>
                                        </p:tgtEl>
                                        <p:attrNameLst>
                                          <p:attrName>style.visibility</p:attrName>
                                        </p:attrNameLst>
                                      </p:cBhvr>
                                      <p:to>
                                        <p:strVal val="visible"/>
                                      </p:to>
                                    </p:set>
                                  </p:childTnLst>
                                </p:cTn>
                              </p:par>
                            </p:childTnLst>
                          </p:cTn>
                        </p:par>
                      </p:childTnLst>
                    </p:cTn>
                  </p:par>
                  <p:par>
                    <p:cTn id="31" fill="hold" nodeType="clickPar">
                      <p:stCondLst>
                        <p:cond delay="indefinite"/>
                      </p:stCondLst>
                      <p:childTnLst>
                        <p:par>
                          <p:cTn id="32" fill="hold" nodeType="withGroup">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9"/>
                                        </p:tgtEl>
                                        <p:attrNameLst>
                                          <p:attrName>style.visibility</p:attrName>
                                        </p:attrNameLst>
                                      </p:cBhvr>
                                      <p:to>
                                        <p:strVal val="visible"/>
                                      </p:to>
                                    </p:set>
                                  </p:childTnLst>
                                </p:cTn>
                              </p:par>
                            </p:childTnLst>
                          </p:cTn>
                        </p:par>
                      </p:childTnLst>
                    </p:cTn>
                  </p:par>
                  <p:par>
                    <p:cTn id="35" fill="hold" nodeType="clickPar">
                      <p:stCondLst>
                        <p:cond delay="indefinite"/>
                      </p:stCondLst>
                      <p:childTnLst>
                        <p:par>
                          <p:cTn id="36" fill="hold" nodeType="withGroup">
                            <p:stCondLst>
                              <p:cond delay="0"/>
                            </p:stCondLst>
                            <p:childTnLst>
                              <p:par>
                                <p:cTn id="37" presetID="1" presetClass="entr" presetSubtype="0" fill="hold" nodeType="clickEffect">
                                  <p:stCondLst>
                                    <p:cond delay="0"/>
                                  </p:stCondLst>
                                  <p:childTnLst>
                                    <p:set>
                                      <p:cBhvr>
                                        <p:cTn id="38" dur="1" fill="hold">
                                          <p:stCondLst>
                                            <p:cond delay="0"/>
                                          </p:stCondLst>
                                        </p:cTn>
                                        <p:tgtEl>
                                          <p:spTgt spid="50"/>
                                        </p:tgtEl>
                                        <p:attrNameLst>
                                          <p:attrName>style.visibility</p:attrName>
                                        </p:attrNameLst>
                                      </p:cBhvr>
                                      <p:to>
                                        <p:strVal val="visible"/>
                                      </p:to>
                                    </p:set>
                                  </p:childTnLst>
                                </p:cTn>
                              </p:par>
                            </p:childTnLst>
                          </p:cTn>
                        </p:par>
                      </p:childTnLst>
                    </p:cTn>
                  </p:par>
                  <p:par>
                    <p:cTn id="39" fill="hold" nodeType="clickPar">
                      <p:stCondLst>
                        <p:cond delay="indefinite"/>
                      </p:stCondLst>
                      <p:childTnLst>
                        <p:par>
                          <p:cTn id="40" fill="hold" nodeType="withGroup">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20"/>
                                        </p:tgtEl>
                                        <p:attrNameLst>
                                          <p:attrName>style.visibility</p:attrName>
                                        </p:attrNameLst>
                                      </p:cBhvr>
                                      <p:to>
                                        <p:strVal val="visible"/>
                                      </p:to>
                                    </p:set>
                                  </p:childTnLst>
                                </p:cTn>
                              </p:par>
                            </p:childTnLst>
                          </p:cTn>
                        </p:par>
                      </p:childTnLst>
                    </p:cTn>
                  </p:par>
                  <p:par>
                    <p:cTn id="43" fill="hold" nodeType="clickPar">
                      <p:stCondLst>
                        <p:cond delay="indefinite"/>
                      </p:stCondLst>
                      <p:childTnLst>
                        <p:par>
                          <p:cTn id="44" fill="hold" nodeType="withGroup">
                            <p:stCondLst>
                              <p:cond delay="0"/>
                            </p:stCondLst>
                            <p:childTnLst>
                              <p:par>
                                <p:cTn id="45" presetID="1" presetClass="entr" presetSubtype="0" fill="hold" nodeType="clickEffect">
                                  <p:stCondLst>
                                    <p:cond delay="0"/>
                                  </p:stCondLst>
                                  <p:childTnLst>
                                    <p:set>
                                      <p:cBhvr>
                                        <p:cTn id="46" dur="1" fill="hold">
                                          <p:stCondLst>
                                            <p:cond delay="0"/>
                                          </p:stCondLst>
                                        </p:cTn>
                                        <p:tgtEl>
                                          <p:spTgt spid="23"/>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21"/>
                                        </p:tgtEl>
                                        <p:attrNameLst>
                                          <p:attrName>style.visibility</p:attrName>
                                        </p:attrNameLst>
                                      </p:cBhvr>
                                      <p:to>
                                        <p:strVal val="visible"/>
                                      </p:to>
                                    </p:set>
                                  </p:childTnLst>
                                </p:cTn>
                              </p:par>
                              <p:par>
                                <p:cTn id="49" presetID="1" presetClass="entr" presetSubtype="0" fill="hold" nodeType="withEffect">
                                  <p:stCondLst>
                                    <p:cond delay="0"/>
                                  </p:stCondLst>
                                  <p:childTnLst>
                                    <p:set>
                                      <p:cBhvr>
                                        <p:cTn id="50" dur="1" fill="hold">
                                          <p:stCondLst>
                                            <p:cond delay="0"/>
                                          </p:stCondLst>
                                        </p:cTn>
                                        <p:tgtEl>
                                          <p:spTgt spid="27"/>
                                        </p:tgtEl>
                                        <p:attrNameLst>
                                          <p:attrName>style.visibility</p:attrName>
                                        </p:attrNameLst>
                                      </p:cBhvr>
                                      <p:to>
                                        <p:strVal val="visible"/>
                                      </p:to>
                                    </p:set>
                                  </p:childTnLst>
                                </p:cTn>
                              </p:par>
                            </p:childTnLst>
                          </p:cTn>
                        </p:par>
                      </p:childTnLst>
                    </p:cTn>
                  </p:par>
                  <p:par>
                    <p:cTn id="51" fill="hold" nodeType="clickPar">
                      <p:stCondLst>
                        <p:cond delay="indefinite"/>
                      </p:stCondLst>
                      <p:childTnLst>
                        <p:par>
                          <p:cTn id="52" fill="hold" nodeType="withGroup">
                            <p:stCondLst>
                              <p:cond delay="0"/>
                            </p:stCondLst>
                            <p:childTnLst>
                              <p:par>
                                <p:cTn id="53" presetID="1" presetClass="entr" presetSubtype="0" fill="hold" nodeType="clickEffect">
                                  <p:stCondLst>
                                    <p:cond delay="0"/>
                                  </p:stCondLst>
                                  <p:childTnLst>
                                    <p:set>
                                      <p:cBhvr>
                                        <p:cTn id="54" dur="1" fill="hold">
                                          <p:stCondLst>
                                            <p:cond delay="0"/>
                                          </p:stCondLst>
                                        </p:cTn>
                                        <p:tgtEl>
                                          <p:spTgt spid="25"/>
                                        </p:tgtEl>
                                        <p:attrNameLst>
                                          <p:attrName>style.visibility</p:attrName>
                                        </p:attrNameLst>
                                      </p:cBhvr>
                                      <p:to>
                                        <p:strVal val="visible"/>
                                      </p:to>
                                    </p:set>
                                  </p:childTnLst>
                                </p:cTn>
                              </p:par>
                              <p:par>
                                <p:cTn id="55" presetID="1" presetClass="entr" presetSubtype="0" fill="hold" grpId="0" nodeType="withEffect">
                                  <p:stCondLst>
                                    <p:cond delay="0"/>
                                  </p:stCondLst>
                                  <p:childTnLst>
                                    <p:set>
                                      <p:cBhvr>
                                        <p:cTn id="56" dur="1" fill="hold">
                                          <p:stCondLst>
                                            <p:cond delay="0"/>
                                          </p:stCondLst>
                                        </p:cTn>
                                        <p:tgtEl>
                                          <p:spTgt spid="7"/>
                                        </p:tgtEl>
                                        <p:attrNameLst>
                                          <p:attrName>style.visibility</p:attrName>
                                        </p:attrNameLst>
                                      </p:cBhvr>
                                      <p:to>
                                        <p:strVal val="visible"/>
                                      </p:to>
                                    </p:set>
                                  </p:childTnLst>
                                </p:cTn>
                              </p:par>
                            </p:childTnLst>
                          </p:cTn>
                        </p:par>
                      </p:childTnLst>
                    </p:cTn>
                  </p:par>
                  <p:par>
                    <p:cTn id="57" fill="hold" nodeType="clickPar">
                      <p:stCondLst>
                        <p:cond delay="indefinite"/>
                      </p:stCondLst>
                      <p:childTnLst>
                        <p:par>
                          <p:cTn id="58" fill="hold" nodeType="withGroup">
                            <p:stCondLst>
                              <p:cond delay="0"/>
                            </p:stCondLst>
                            <p:childTnLst>
                              <p:par>
                                <p:cTn id="59" presetID="1" presetClass="entr" presetSubtype="0" fill="hold" nodeType="clickEffect">
                                  <p:stCondLst>
                                    <p:cond delay="0"/>
                                  </p:stCondLst>
                                  <p:childTnLst>
                                    <p:set>
                                      <p:cBhvr>
                                        <p:cTn id="60" dur="1" fill="hold">
                                          <p:stCondLst>
                                            <p:cond delay="0"/>
                                          </p:stCondLst>
                                        </p:cTn>
                                        <p:tgtEl>
                                          <p:spTgt spid="32"/>
                                        </p:tgtEl>
                                        <p:attrNameLst>
                                          <p:attrName>style.visibility</p:attrName>
                                        </p:attrNameLst>
                                      </p:cBhvr>
                                      <p:to>
                                        <p:strVal val="visible"/>
                                      </p:to>
                                    </p:set>
                                  </p:childTnLst>
                                </p:cTn>
                              </p:par>
                            </p:childTnLst>
                          </p:cTn>
                        </p:par>
                      </p:childTnLst>
                    </p:cTn>
                  </p:par>
                  <p:par>
                    <p:cTn id="61" fill="hold" nodeType="clickPar">
                      <p:stCondLst>
                        <p:cond delay="indefinite"/>
                      </p:stCondLst>
                      <p:childTnLst>
                        <p:par>
                          <p:cTn id="62" fill="hold" nodeType="withGroup">
                            <p:stCondLst>
                              <p:cond delay="0"/>
                            </p:stCondLst>
                            <p:childTnLst>
                              <p:par>
                                <p:cTn id="63" presetID="1" presetClass="entr" presetSubtype="0" fill="hold" nodeType="clickEffect">
                                  <p:stCondLst>
                                    <p:cond delay="0"/>
                                  </p:stCondLst>
                                  <p:childTnLst>
                                    <p:set>
                                      <p:cBhvr>
                                        <p:cTn id="64" dur="1" fill="hold">
                                          <p:stCondLst>
                                            <p:cond delay="0"/>
                                          </p:stCondLst>
                                        </p:cTn>
                                        <p:tgtEl>
                                          <p:spTgt spid="39"/>
                                        </p:tgtEl>
                                        <p:attrNameLst>
                                          <p:attrName>style.visibility</p:attrName>
                                        </p:attrNameLst>
                                      </p:cBhvr>
                                      <p:to>
                                        <p:strVal val="visible"/>
                                      </p:to>
                                    </p:set>
                                  </p:childTnLst>
                                </p:cTn>
                              </p:par>
                              <p:par>
                                <p:cTn id="65" presetID="1" presetClass="entr" presetSubtype="0" fill="hold" grpId="0" nodeType="withEffect">
                                  <p:stCondLst>
                                    <p:cond delay="0"/>
                                  </p:stCondLst>
                                  <p:childTnLst>
                                    <p:set>
                                      <p:cBhvr>
                                        <p:cTn id="66" dur="1" fill="hold">
                                          <p:stCondLst>
                                            <p:cond delay="0"/>
                                          </p:stCondLst>
                                        </p:cTn>
                                        <p:tgtEl>
                                          <p:spTgt spid="8"/>
                                        </p:tgtEl>
                                        <p:attrNameLst>
                                          <p:attrName>style.visibility</p:attrName>
                                        </p:attrNameLst>
                                      </p:cBhvr>
                                      <p:to>
                                        <p:strVal val="visible"/>
                                      </p:to>
                                    </p:set>
                                  </p:childTnLst>
                                </p:cTn>
                              </p:par>
                              <p:par>
                                <p:cTn id="67" presetID="1" presetClass="entr" presetSubtype="0" fill="hold" nodeType="withEffect">
                                  <p:stCondLst>
                                    <p:cond delay="0"/>
                                  </p:stCondLst>
                                  <p:childTnLst>
                                    <p:set>
                                      <p:cBhvr>
                                        <p:cTn id="68" dur="1" fill="hold">
                                          <p:stCondLst>
                                            <p:cond delay="0"/>
                                          </p:stCondLst>
                                        </p:cTn>
                                        <p:tgtEl>
                                          <p:spTgt spid="34"/>
                                        </p:tgtEl>
                                        <p:attrNameLst>
                                          <p:attrName>style.visibility</p:attrName>
                                        </p:attrNameLst>
                                      </p:cBhvr>
                                      <p:to>
                                        <p:strVal val="visible"/>
                                      </p:to>
                                    </p:set>
                                  </p:childTnLst>
                                </p:cTn>
                              </p:par>
                            </p:childTnLst>
                          </p:cTn>
                        </p:par>
                      </p:childTnLst>
                    </p:cTn>
                  </p:par>
                  <p:par>
                    <p:cTn id="69" fill="hold" nodeType="clickPar">
                      <p:stCondLst>
                        <p:cond delay="indefinite"/>
                      </p:stCondLst>
                      <p:childTnLst>
                        <p:par>
                          <p:cTn id="70" fill="hold" nodeType="withGroup">
                            <p:stCondLst>
                              <p:cond delay="0"/>
                            </p:stCondLst>
                            <p:childTnLst>
                              <p:par>
                                <p:cTn id="71" presetID="1" presetClass="entr" presetSubtype="0" fill="hold" nodeType="clickEffect">
                                  <p:stCondLst>
                                    <p:cond delay="0"/>
                                  </p:stCondLst>
                                  <p:childTnLst>
                                    <p:set>
                                      <p:cBhvr>
                                        <p:cTn id="72" dur="1" fill="hold">
                                          <p:stCondLst>
                                            <p:cond delay="0"/>
                                          </p:stCondLst>
                                        </p:cTn>
                                        <p:tgtEl>
                                          <p:spTgt spid="41"/>
                                        </p:tgtEl>
                                        <p:attrNameLst>
                                          <p:attrName>style.visibility</p:attrName>
                                        </p:attrNameLst>
                                      </p:cBhvr>
                                      <p:to>
                                        <p:strVal val="visible"/>
                                      </p:to>
                                    </p:set>
                                  </p:childTnLst>
                                </p:cTn>
                              </p:par>
                              <p:par>
                                <p:cTn id="73" presetID="1" presetClass="entr" presetSubtype="0" fill="hold" grpId="0" nodeType="withEffect">
                                  <p:stCondLst>
                                    <p:cond delay="0"/>
                                  </p:stCondLst>
                                  <p:childTnLst>
                                    <p:set>
                                      <p:cBhvr>
                                        <p:cTn id="74" dur="1" fill="hold">
                                          <p:stCondLst>
                                            <p:cond delay="0"/>
                                          </p:stCondLst>
                                        </p:cTn>
                                        <p:tgtEl>
                                          <p:spTgt spid="9"/>
                                        </p:tgtEl>
                                        <p:attrNameLst>
                                          <p:attrName>style.visibility</p:attrName>
                                        </p:attrNameLst>
                                      </p:cBhvr>
                                      <p:to>
                                        <p:strVal val="visible"/>
                                      </p:to>
                                    </p:set>
                                  </p:childTnLst>
                                </p:cTn>
                              </p:par>
                              <p:par>
                                <p:cTn id="75" presetID="1" presetClass="entr" presetSubtype="0" fill="hold" nodeType="withEffect">
                                  <p:stCondLst>
                                    <p:cond delay="0"/>
                                  </p:stCondLst>
                                  <p:childTnLst>
                                    <p:set>
                                      <p:cBhvr>
                                        <p:cTn id="76" dur="1" fill="hold">
                                          <p:stCondLst>
                                            <p:cond delay="0"/>
                                          </p:stCondLst>
                                        </p:cTn>
                                        <p:tgtEl>
                                          <p:spTgt spid="36"/>
                                        </p:tgtEl>
                                        <p:attrNameLst>
                                          <p:attrName>style.visibility</p:attrName>
                                        </p:attrNameLst>
                                      </p:cBhvr>
                                      <p:to>
                                        <p:strVal val="visible"/>
                                      </p:to>
                                    </p:set>
                                  </p:childTnLst>
                                </p:cTn>
                              </p:par>
                            </p:childTnLst>
                          </p:cTn>
                        </p:par>
                      </p:childTnLst>
                    </p:cTn>
                  </p:par>
                  <p:par>
                    <p:cTn id="77" fill="hold" nodeType="clickPar">
                      <p:stCondLst>
                        <p:cond delay="indefinite"/>
                      </p:stCondLst>
                      <p:childTnLst>
                        <p:par>
                          <p:cTn id="78" fill="hold" nodeType="withGroup">
                            <p:stCondLst>
                              <p:cond delay="0"/>
                            </p:stCondLst>
                            <p:childTnLst>
                              <p:par>
                                <p:cTn id="79" presetID="1" presetClass="entr" presetSubtype="0" fill="hold" nodeType="clickEffect">
                                  <p:stCondLst>
                                    <p:cond delay="0"/>
                                  </p:stCondLst>
                                  <p:childTnLst>
                                    <p:set>
                                      <p:cBhvr>
                                        <p:cTn id="80" dur="1" fill="hold">
                                          <p:stCondLst>
                                            <p:cond delay="0"/>
                                          </p:stCondLst>
                                        </p:cTn>
                                        <p:tgtEl>
                                          <p:spTgt spid="30"/>
                                        </p:tgtEl>
                                        <p:attrNameLst>
                                          <p:attrName>style.visibility</p:attrName>
                                        </p:attrNameLst>
                                      </p:cBhvr>
                                      <p:to>
                                        <p:strVal val="visible"/>
                                      </p:to>
                                    </p:set>
                                  </p:childTnLst>
                                </p:cTn>
                              </p:par>
                              <p:par>
                                <p:cTn id="81" presetID="1" presetClass="entr" presetSubtype="0" fill="hold" grpId="0" nodeType="withEffect">
                                  <p:stCondLst>
                                    <p:cond delay="0"/>
                                  </p:stCondLst>
                                  <p:childTnLst>
                                    <p:set>
                                      <p:cBhvr>
                                        <p:cTn id="82" dur="1" fill="hold">
                                          <p:stCondLst>
                                            <p:cond delay="0"/>
                                          </p:stCondLst>
                                        </p:cTn>
                                        <p:tgtEl>
                                          <p:spTgt spid="10"/>
                                        </p:tgtEl>
                                        <p:attrNameLst>
                                          <p:attrName>style.visibility</p:attrName>
                                        </p:attrNameLst>
                                      </p:cBhvr>
                                      <p:to>
                                        <p:strVal val="visible"/>
                                      </p:to>
                                    </p:set>
                                  </p:childTnLst>
                                </p:cTn>
                              </p:par>
                              <p:par>
                                <p:cTn id="83" presetID="1" presetClass="entr" presetSubtype="0" fill="hold" nodeType="withEffect">
                                  <p:stCondLst>
                                    <p:cond delay="0"/>
                                  </p:stCondLst>
                                  <p:childTnLst>
                                    <p:set>
                                      <p:cBhvr>
                                        <p:cTn id="84" dur="1" fill="hold">
                                          <p:stCondLst>
                                            <p:cond delay="0"/>
                                          </p:stCondLst>
                                        </p:cTn>
                                        <p:tgtEl>
                                          <p:spTgt spid="38"/>
                                        </p:tgtEl>
                                        <p:attrNameLst>
                                          <p:attrName>style.visibility</p:attrName>
                                        </p:attrNameLst>
                                      </p:cBhvr>
                                      <p:to>
                                        <p:strVal val="visible"/>
                                      </p:to>
                                    </p:set>
                                  </p:childTnLst>
                                </p:cTn>
                              </p:par>
                            </p:childTnLst>
                          </p:cTn>
                        </p:par>
                      </p:childTnLst>
                    </p:cTn>
                  </p:par>
                  <p:par>
                    <p:cTn id="85" fill="hold" nodeType="clickPar">
                      <p:stCondLst>
                        <p:cond delay="indefinite"/>
                      </p:stCondLst>
                      <p:childTnLst>
                        <p:par>
                          <p:cTn id="86" fill="hold" nodeType="withGroup">
                            <p:stCondLst>
                              <p:cond delay="0"/>
                            </p:stCondLst>
                            <p:childTnLst>
                              <p:par>
                                <p:cTn id="87" presetID="1" presetClass="entr" presetSubtype="0" fill="hold" nodeType="clickEffect">
                                  <p:stCondLst>
                                    <p:cond delay="0"/>
                                  </p:stCondLst>
                                  <p:childTnLst>
                                    <p:set>
                                      <p:cBhvr>
                                        <p:cTn id="88" dur="1" fill="hold">
                                          <p:stCondLst>
                                            <p:cond delay="0"/>
                                          </p:stCondLst>
                                        </p:cTn>
                                        <p:tgtEl>
                                          <p:spTgt spid="49"/>
                                        </p:tgtEl>
                                        <p:attrNameLst>
                                          <p:attrName>style.visibility</p:attrName>
                                        </p:attrNameLst>
                                      </p:cBhvr>
                                      <p:to>
                                        <p:strVal val="visible"/>
                                      </p:to>
                                    </p:set>
                                  </p:childTnLst>
                                </p:cTn>
                              </p:par>
                              <p:par>
                                <p:cTn id="89" presetID="1" presetClass="entr" presetSubtype="0" fill="hold" grpId="0" nodeType="withEffect">
                                  <p:stCondLst>
                                    <p:cond delay="0"/>
                                  </p:stCondLst>
                                  <p:childTnLst>
                                    <p:set>
                                      <p:cBhvr>
                                        <p:cTn id="90" dur="1" fill="hold">
                                          <p:stCondLst>
                                            <p:cond delay="0"/>
                                          </p:stCondLst>
                                        </p:cTn>
                                        <p:tgtEl>
                                          <p:spTgt spid="4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P spid="8" grpId="0" animBg="1"/>
      <p:bldP spid="9" grpId="0" animBg="1"/>
      <p:bldP spid="10" grpId="0" animBg="1"/>
      <p:bldP spid="11" grpId="0" animBg="1"/>
      <p:bldP spid="16" grpId="0" animBg="1"/>
      <p:bldP spid="17" grpId="0" animBg="1"/>
      <p:bldP spid="18" grpId="0" animBg="1"/>
      <p:bldP spid="19" grpId="0" animBg="1"/>
      <p:bldP spid="20" grpId="0" animBg="1"/>
      <p:bldP spid="21" grpId="0" animBg="1"/>
      <p:bldP spid="48"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Title 1">
            <a:extLst>
              <a:ext uri="{FF2B5EF4-FFF2-40B4-BE49-F238E27FC236}">
                <a16:creationId xmlns:a16="http://schemas.microsoft.com/office/drawing/2014/main" id="{F03ED2C4-B9EB-274C-FCC0-0022266E5BBE}"/>
              </a:ext>
            </a:extLst>
          </p:cNvPr>
          <p:cNvSpPr>
            <a:spLocks noGrp="1"/>
          </p:cNvSpPr>
          <p:nvPr>
            <p:ph type="title"/>
          </p:nvPr>
        </p:nvSpPr>
        <p:spPr>
          <a:xfrm>
            <a:off x="468313" y="219075"/>
            <a:ext cx="8229600" cy="990600"/>
          </a:xfrm>
        </p:spPr>
        <p:txBody>
          <a:bodyPr/>
          <a:lstStyle/>
          <a:p>
            <a:r>
              <a:rPr lang="en-IN" altLang="en-US">
                <a:ea typeface="ＭＳ Ｐゴシック" panose="020B0600070205080204" pitchFamily="34" charset="-128"/>
              </a:rPr>
              <a:t>Plain text</a:t>
            </a:r>
          </a:p>
        </p:txBody>
      </p:sp>
      <p:sp>
        <p:nvSpPr>
          <p:cNvPr id="4" name="Rectangle 3">
            <a:extLst>
              <a:ext uri="{FF2B5EF4-FFF2-40B4-BE49-F238E27FC236}">
                <a16:creationId xmlns:a16="http://schemas.microsoft.com/office/drawing/2014/main" id="{EF006B3C-063C-84FE-F972-F202CA4797E7}"/>
              </a:ext>
            </a:extLst>
          </p:cNvPr>
          <p:cNvSpPr/>
          <p:nvPr/>
        </p:nvSpPr>
        <p:spPr>
          <a:xfrm>
            <a:off x="1644650" y="1447800"/>
            <a:ext cx="1524000" cy="685800"/>
          </a:xfrm>
          <a:prstGeom prst="rect">
            <a:avLst/>
          </a:prstGeom>
          <a:solidFill>
            <a:schemeClr val="accent6">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b="1" dirty="0"/>
              <a:t>M</a:t>
            </a:r>
          </a:p>
          <a:p>
            <a:pPr algn="ctr">
              <a:defRPr/>
            </a:pPr>
            <a:r>
              <a:rPr lang="en-US" b="1" dirty="0"/>
              <a:t>(128 Bits)</a:t>
            </a:r>
            <a:endParaRPr lang="en-IN" b="1" dirty="0"/>
          </a:p>
        </p:txBody>
      </p:sp>
      <p:sp>
        <p:nvSpPr>
          <p:cNvPr id="5" name="Content Placeholder 4">
            <a:extLst>
              <a:ext uri="{FF2B5EF4-FFF2-40B4-BE49-F238E27FC236}">
                <a16:creationId xmlns:a16="http://schemas.microsoft.com/office/drawing/2014/main" id="{8D24F698-7002-47DB-48AA-A45A19379658}"/>
              </a:ext>
            </a:extLst>
          </p:cNvPr>
          <p:cNvSpPr>
            <a:spLocks noGrp="1" noChangeArrowheads="1"/>
          </p:cNvSpPr>
          <p:nvPr>
            <p:ph sz="quarter" idx="1"/>
          </p:nvPr>
        </p:nvSpPr>
        <p:spPr>
          <a:xfrm>
            <a:off x="3492500" y="1268413"/>
            <a:ext cx="4248150" cy="523875"/>
          </a:xfrm>
        </p:spPr>
        <p:txBody>
          <a:bodyPr>
            <a:spAutoFit/>
          </a:bodyPr>
          <a:lstStyle/>
          <a:p>
            <a:r>
              <a:rPr lang="en-US" altLang="en-US" sz="2800" b="1">
                <a:latin typeface="Arial" panose="020B0604020202020204" pitchFamily="34" charset="0"/>
                <a:ea typeface="ＭＳ Ｐゴシック" panose="020B0600070205080204" pitchFamily="34" charset="-128"/>
              </a:rPr>
              <a:t>Two One Nine Two</a:t>
            </a:r>
            <a:endParaRPr lang="en-IN" altLang="en-US" sz="2800" b="1">
              <a:latin typeface="Arial" panose="020B0604020202020204" pitchFamily="34" charset="0"/>
              <a:ea typeface="ＭＳ Ｐゴシック" panose="020B0600070205080204" pitchFamily="34" charset="-128"/>
            </a:endParaRPr>
          </a:p>
        </p:txBody>
      </p:sp>
      <p:sp>
        <p:nvSpPr>
          <p:cNvPr id="6" name="Content Placeholder 4">
            <a:extLst>
              <a:ext uri="{FF2B5EF4-FFF2-40B4-BE49-F238E27FC236}">
                <a16:creationId xmlns:a16="http://schemas.microsoft.com/office/drawing/2014/main" id="{2CE0AC99-3743-37FE-F40D-E4D01091A8EE}"/>
              </a:ext>
            </a:extLst>
          </p:cNvPr>
          <p:cNvSpPr txBox="1">
            <a:spLocks noChangeArrowheads="1"/>
          </p:cNvSpPr>
          <p:nvPr/>
        </p:nvSpPr>
        <p:spPr bwMode="auto">
          <a:xfrm>
            <a:off x="55563" y="2371725"/>
            <a:ext cx="8650287" cy="522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600"/>
              </a:spcBef>
              <a:buClr>
                <a:schemeClr val="accent1"/>
              </a:buClr>
              <a:buSzPct val="76000"/>
              <a:buFont typeface="Wingdings 3" pitchFamily="2" charset="2"/>
              <a:buChar char=""/>
              <a:defRPr sz="2600">
                <a:solidFill>
                  <a:schemeClr val="tx1"/>
                </a:solidFill>
                <a:latin typeface="Gill Sans MT" panose="020B0502020104020203" pitchFamily="34" charset="77"/>
                <a:ea typeface="ＭＳ Ｐゴシック" panose="020B0600070205080204" pitchFamily="34" charset="-128"/>
              </a:defRPr>
            </a:lvl1pPr>
            <a:lvl2pPr marL="742950" indent="-285750">
              <a:spcBef>
                <a:spcPts val="500"/>
              </a:spcBef>
              <a:buClr>
                <a:schemeClr val="accent2"/>
              </a:buClr>
              <a:buSzPct val="76000"/>
              <a:buFont typeface="Wingdings 3" pitchFamily="2" charset="2"/>
              <a:buChar char=""/>
              <a:defRPr sz="2300">
                <a:solidFill>
                  <a:schemeClr val="tx2"/>
                </a:solidFill>
                <a:latin typeface="Gill Sans MT" panose="020B0502020104020203" pitchFamily="34" charset="77"/>
                <a:ea typeface="ＭＳ Ｐゴシック" panose="020B0600070205080204" pitchFamily="34" charset="-128"/>
              </a:defRPr>
            </a:lvl2pPr>
            <a:lvl3pPr marL="1143000" indent="-228600">
              <a:spcBef>
                <a:spcPts val="500"/>
              </a:spcBef>
              <a:buClr>
                <a:srgbClr val="BCBCBC"/>
              </a:buClr>
              <a:buSzPct val="76000"/>
              <a:buFont typeface="Wingdings 3" pitchFamily="2" charset="2"/>
              <a:buChar char=""/>
              <a:defRPr sz="2000">
                <a:solidFill>
                  <a:schemeClr val="tx1"/>
                </a:solidFill>
                <a:latin typeface="Gill Sans MT" panose="020B0502020104020203" pitchFamily="34" charset="77"/>
                <a:ea typeface="ＭＳ Ｐゴシック" panose="020B0600070205080204" pitchFamily="34" charset="-128"/>
              </a:defRPr>
            </a:lvl3pPr>
            <a:lvl4pPr marL="1600200" indent="-228600">
              <a:spcBef>
                <a:spcPts val="400"/>
              </a:spcBef>
              <a:buClr>
                <a:srgbClr val="8BA2B4"/>
              </a:buClr>
              <a:buSzPct val="70000"/>
              <a:buFont typeface="Wingdings" pitchFamily="2" charset="2"/>
              <a:buChar char=""/>
              <a:defRPr>
                <a:solidFill>
                  <a:schemeClr val="tx1"/>
                </a:solidFill>
                <a:latin typeface="Gill Sans MT" panose="020B0502020104020203" pitchFamily="34" charset="77"/>
                <a:ea typeface="ＭＳ Ｐゴシック" panose="020B0600070205080204" pitchFamily="34" charset="-128"/>
              </a:defRPr>
            </a:lvl4pPr>
            <a:lvl5pPr marL="2057400" indent="-228600">
              <a:spcBef>
                <a:spcPts val="300"/>
              </a:spcBef>
              <a:buClr>
                <a:schemeClr val="accent2"/>
              </a:buClr>
              <a:buSzPct val="70000"/>
              <a:buFont typeface="Wingdings" pitchFamily="2" charset="2"/>
              <a:buChar char=""/>
              <a:defRPr sz="1600">
                <a:solidFill>
                  <a:schemeClr val="tx1"/>
                </a:solidFill>
                <a:latin typeface="Gill Sans MT" panose="020B0502020104020203" pitchFamily="34" charset="77"/>
                <a:ea typeface="ＭＳ Ｐゴシック" panose="020B0600070205080204" pitchFamily="34" charset="-128"/>
              </a:defRPr>
            </a:lvl5pPr>
            <a:lvl6pPr marL="2514600" indent="-228600" eaLnBrk="0" fontAlgn="base" hangingPunct="0">
              <a:spcBef>
                <a:spcPts val="300"/>
              </a:spcBef>
              <a:spcAft>
                <a:spcPct val="0"/>
              </a:spcAft>
              <a:buClr>
                <a:schemeClr val="accent2"/>
              </a:buClr>
              <a:buSzPct val="70000"/>
              <a:buFont typeface="Wingdings" pitchFamily="2" charset="2"/>
              <a:buChar char=""/>
              <a:defRPr sz="1600">
                <a:solidFill>
                  <a:schemeClr val="tx1"/>
                </a:solidFill>
                <a:latin typeface="Gill Sans MT" panose="020B0502020104020203" pitchFamily="34" charset="77"/>
                <a:ea typeface="ＭＳ Ｐゴシック" panose="020B0600070205080204" pitchFamily="34" charset="-128"/>
              </a:defRPr>
            </a:lvl6pPr>
            <a:lvl7pPr marL="2971800" indent="-228600" eaLnBrk="0" fontAlgn="base" hangingPunct="0">
              <a:spcBef>
                <a:spcPts val="300"/>
              </a:spcBef>
              <a:spcAft>
                <a:spcPct val="0"/>
              </a:spcAft>
              <a:buClr>
                <a:schemeClr val="accent2"/>
              </a:buClr>
              <a:buSzPct val="70000"/>
              <a:buFont typeface="Wingdings" pitchFamily="2" charset="2"/>
              <a:buChar char=""/>
              <a:defRPr sz="1600">
                <a:solidFill>
                  <a:schemeClr val="tx1"/>
                </a:solidFill>
                <a:latin typeface="Gill Sans MT" panose="020B0502020104020203" pitchFamily="34" charset="77"/>
                <a:ea typeface="ＭＳ Ｐゴシック" panose="020B0600070205080204" pitchFamily="34" charset="-128"/>
              </a:defRPr>
            </a:lvl7pPr>
            <a:lvl8pPr marL="3429000" indent="-228600" eaLnBrk="0" fontAlgn="base" hangingPunct="0">
              <a:spcBef>
                <a:spcPts val="300"/>
              </a:spcBef>
              <a:spcAft>
                <a:spcPct val="0"/>
              </a:spcAft>
              <a:buClr>
                <a:schemeClr val="accent2"/>
              </a:buClr>
              <a:buSzPct val="70000"/>
              <a:buFont typeface="Wingdings" pitchFamily="2" charset="2"/>
              <a:buChar char=""/>
              <a:defRPr sz="1600">
                <a:solidFill>
                  <a:schemeClr val="tx1"/>
                </a:solidFill>
                <a:latin typeface="Gill Sans MT" panose="020B0502020104020203" pitchFamily="34" charset="77"/>
                <a:ea typeface="ＭＳ Ｐゴシック" panose="020B0600070205080204" pitchFamily="34" charset="-128"/>
              </a:defRPr>
            </a:lvl8pPr>
            <a:lvl9pPr marL="3886200" indent="-228600" eaLnBrk="0" fontAlgn="base" hangingPunct="0">
              <a:spcBef>
                <a:spcPts val="300"/>
              </a:spcBef>
              <a:spcAft>
                <a:spcPct val="0"/>
              </a:spcAft>
              <a:buClr>
                <a:schemeClr val="accent2"/>
              </a:buClr>
              <a:buSzPct val="70000"/>
              <a:buFont typeface="Wingdings" pitchFamily="2" charset="2"/>
              <a:buChar char=""/>
              <a:defRPr sz="1600">
                <a:solidFill>
                  <a:schemeClr val="tx1"/>
                </a:solidFill>
                <a:latin typeface="Gill Sans MT" panose="020B0502020104020203" pitchFamily="34" charset="77"/>
                <a:ea typeface="ＭＳ Ｐゴシック" panose="020B0600070205080204" pitchFamily="34" charset="-128"/>
              </a:defRPr>
            </a:lvl9pPr>
          </a:lstStyle>
          <a:p>
            <a:pPr>
              <a:buFont typeface="Wingdings 3" pitchFamily="2" charset="2"/>
              <a:buNone/>
            </a:pPr>
            <a:r>
              <a:rPr lang="en-US" altLang="en-US" sz="2800" b="1">
                <a:latin typeface="Arial" panose="020B0604020202020204" pitchFamily="34" charset="0"/>
              </a:rPr>
              <a:t>[54 77 6F 20 4F 6E 65 20 4E 69 6E  65 20 54 77 6F ]</a:t>
            </a:r>
            <a:endParaRPr lang="en-IN" altLang="en-US" sz="2800" b="1">
              <a:latin typeface="Arial" panose="020B0604020202020204" pitchFamily="34" charset="0"/>
            </a:endParaRPr>
          </a:p>
        </p:txBody>
      </p:sp>
      <p:sp>
        <p:nvSpPr>
          <p:cNvPr id="8" name="TextBox 7">
            <a:extLst>
              <a:ext uri="{FF2B5EF4-FFF2-40B4-BE49-F238E27FC236}">
                <a16:creationId xmlns:a16="http://schemas.microsoft.com/office/drawing/2014/main" id="{93F6078C-7871-3C0B-7970-3DC177291DCF}"/>
              </a:ext>
            </a:extLst>
          </p:cNvPr>
          <p:cNvSpPr txBox="1">
            <a:spLocks noRot="1" noChangeAspect="1" noMove="1" noResize="1" noEditPoints="1" noAdjustHandles="1" noChangeArrowheads="1" noChangeShapeType="1" noTextEdit="1"/>
          </p:cNvSpPr>
          <p:nvPr/>
        </p:nvSpPr>
        <p:spPr>
          <a:xfrm>
            <a:off x="467544" y="3132466"/>
            <a:ext cx="2755434" cy="1360629"/>
          </a:xfrm>
          <a:prstGeom prst="rect">
            <a:avLst/>
          </a:prstGeom>
          <a:blipFill rotWithShape="0">
            <a:blip r:embed="rId2"/>
            <a:stretch>
              <a:fillRect/>
            </a:stretch>
          </a:blipFill>
        </p:spPr>
        <p:txBody>
          <a:bodyPr/>
          <a:lstStyle/>
          <a:p>
            <a:pPr>
              <a:defRPr/>
            </a:pPr>
            <a:r>
              <a:rPr lang="en-IN">
                <a:noFill/>
              </a:rPr>
              <a:t> </a:t>
            </a:r>
          </a:p>
        </p:txBody>
      </p:sp>
      <p:sp>
        <p:nvSpPr>
          <p:cNvPr id="10" name="TextBox 9">
            <a:extLst>
              <a:ext uri="{FF2B5EF4-FFF2-40B4-BE49-F238E27FC236}">
                <a16:creationId xmlns:a16="http://schemas.microsoft.com/office/drawing/2014/main" id="{D83F5A03-AD75-B91E-A68B-66544E21131F}"/>
              </a:ext>
            </a:extLst>
          </p:cNvPr>
          <p:cNvSpPr txBox="1">
            <a:spLocks noRot="1" noChangeAspect="1" noMove="1" noResize="1" noEditPoints="1" noAdjustHandles="1" noChangeArrowheads="1" noChangeShapeType="1" noTextEdit="1"/>
          </p:cNvSpPr>
          <p:nvPr/>
        </p:nvSpPr>
        <p:spPr>
          <a:xfrm>
            <a:off x="5235116" y="3231409"/>
            <a:ext cx="2755434" cy="1360629"/>
          </a:xfrm>
          <a:prstGeom prst="rect">
            <a:avLst/>
          </a:prstGeom>
          <a:blipFill rotWithShape="0">
            <a:blip r:embed="rId3"/>
            <a:stretch>
              <a:fillRect/>
            </a:stretch>
          </a:blipFill>
        </p:spPr>
        <p:txBody>
          <a:bodyPr/>
          <a:lstStyle/>
          <a:p>
            <a:pPr>
              <a:defRPr/>
            </a:pPr>
            <a:r>
              <a:rPr lang="en-IN">
                <a:noFill/>
              </a:rPr>
              <a:t> </a:t>
            </a:r>
          </a:p>
        </p:txBody>
      </p:sp>
      <p:sp>
        <p:nvSpPr>
          <p:cNvPr id="12" name="Flowchart: Or 11">
            <a:extLst>
              <a:ext uri="{FF2B5EF4-FFF2-40B4-BE49-F238E27FC236}">
                <a16:creationId xmlns:a16="http://schemas.microsoft.com/office/drawing/2014/main" id="{7088A12A-9253-1F60-B685-C4F57B3DE3BE}"/>
              </a:ext>
            </a:extLst>
          </p:cNvPr>
          <p:cNvSpPr/>
          <p:nvPr/>
        </p:nvSpPr>
        <p:spPr>
          <a:xfrm>
            <a:off x="4038600" y="3644900"/>
            <a:ext cx="381000" cy="533400"/>
          </a:xfrm>
          <a:prstGeom prst="flowChartOr">
            <a:avLst/>
          </a:prstGeom>
          <a:no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IN"/>
          </a:p>
        </p:txBody>
      </p:sp>
      <p:sp>
        <p:nvSpPr>
          <p:cNvPr id="13" name="Rectangle 12">
            <a:extLst>
              <a:ext uri="{FF2B5EF4-FFF2-40B4-BE49-F238E27FC236}">
                <a16:creationId xmlns:a16="http://schemas.microsoft.com/office/drawing/2014/main" id="{C968BFA7-2780-F518-2832-999E529BB7E6}"/>
              </a:ext>
            </a:extLst>
          </p:cNvPr>
          <p:cNvSpPr>
            <a:spLocks noChangeArrowheads="1"/>
          </p:cNvSpPr>
          <p:nvPr/>
        </p:nvSpPr>
        <p:spPr bwMode="auto">
          <a:xfrm>
            <a:off x="944563" y="5181600"/>
            <a:ext cx="3125787" cy="1200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r>
              <a:rPr lang="en-IN" altLang="en-US" b="1"/>
              <a:t>69            01101001</a:t>
            </a:r>
          </a:p>
          <a:p>
            <a:r>
              <a:rPr lang="en-IN" altLang="en-US" b="1"/>
              <a:t>4B           01001011</a:t>
            </a:r>
          </a:p>
          <a:p>
            <a:r>
              <a:rPr lang="en-US" altLang="en-US" b="1"/>
              <a:t>Result    00100010</a:t>
            </a:r>
          </a:p>
          <a:p>
            <a:r>
              <a:rPr lang="en-US" altLang="en-US" b="1"/>
              <a:t>49       4B =22</a:t>
            </a:r>
            <a:endParaRPr lang="en-IN" altLang="en-US" b="1"/>
          </a:p>
        </p:txBody>
      </p:sp>
      <p:sp>
        <p:nvSpPr>
          <p:cNvPr id="15" name="TextBox 14">
            <a:extLst>
              <a:ext uri="{FF2B5EF4-FFF2-40B4-BE49-F238E27FC236}">
                <a16:creationId xmlns:a16="http://schemas.microsoft.com/office/drawing/2014/main" id="{8519368B-7E2A-FEF7-5268-112CF1F0F999}"/>
              </a:ext>
            </a:extLst>
          </p:cNvPr>
          <p:cNvSpPr txBox="1">
            <a:spLocks noRot="1" noChangeAspect="1" noMove="1" noResize="1" noEditPoints="1" noAdjustHandles="1" noChangeArrowheads="1" noChangeShapeType="1" noTextEdit="1"/>
          </p:cNvSpPr>
          <p:nvPr/>
        </p:nvSpPr>
        <p:spPr>
          <a:xfrm>
            <a:off x="5235116" y="5021121"/>
            <a:ext cx="2754216" cy="1360629"/>
          </a:xfrm>
          <a:prstGeom prst="rect">
            <a:avLst/>
          </a:prstGeom>
          <a:blipFill rotWithShape="0">
            <a:blip r:embed="rId4"/>
            <a:stretch>
              <a:fillRect/>
            </a:stretch>
          </a:blipFill>
        </p:spPr>
        <p:txBody>
          <a:bodyPr/>
          <a:lstStyle/>
          <a:p>
            <a:pPr>
              <a:defRPr/>
            </a:pPr>
            <a:r>
              <a:rPr lang="en-IN">
                <a:noFill/>
              </a:rPr>
              <a:t> </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2" presetClass="entr" presetSubtype="4" fill="hold" nodeType="clickEffect">
                                  <p:stCondLst>
                                    <p:cond delay="0"/>
                                  </p:stCondLst>
                                  <p:childTnLst>
                                    <p:set>
                                      <p:cBhvr>
                                        <p:cTn id="14" dur="1" fill="hold">
                                          <p:stCondLst>
                                            <p:cond delay="0"/>
                                          </p:stCondLst>
                                        </p:cTn>
                                        <p:tgtEl>
                                          <p:spTgt spid="8"/>
                                        </p:tgtEl>
                                        <p:attrNameLst>
                                          <p:attrName>style.visibility</p:attrName>
                                        </p:attrNameLst>
                                      </p:cBhvr>
                                      <p:to>
                                        <p:strVal val="visible"/>
                                      </p:to>
                                    </p:set>
                                    <p:anim calcmode="lin" valueType="num">
                                      <p:cBhvr additive="base">
                                        <p:cTn id="15" dur="500" fill="hold"/>
                                        <p:tgtEl>
                                          <p:spTgt spid="8"/>
                                        </p:tgtEl>
                                        <p:attrNameLst>
                                          <p:attrName>ppt_x</p:attrName>
                                        </p:attrNameLst>
                                      </p:cBhvr>
                                      <p:tavLst>
                                        <p:tav tm="0">
                                          <p:val>
                                            <p:strVal val="#ppt_x"/>
                                          </p:val>
                                        </p:tav>
                                        <p:tav tm="100000">
                                          <p:val>
                                            <p:strVal val="#ppt_x"/>
                                          </p:val>
                                        </p:tav>
                                      </p:tavLst>
                                    </p:anim>
                                    <p:anim calcmode="lin" valueType="num">
                                      <p:cBhvr additive="base">
                                        <p:cTn id="16" dur="500" fill="hold"/>
                                        <p:tgtEl>
                                          <p:spTgt spid="8"/>
                                        </p:tgtEl>
                                        <p:attrNameLst>
                                          <p:attrName>ppt_y</p:attrName>
                                        </p:attrNameLst>
                                      </p:cBhvr>
                                      <p:tavLst>
                                        <p:tav tm="0">
                                          <p:val>
                                            <p:strVal val="1+#ppt_h/2"/>
                                          </p:val>
                                        </p:tav>
                                        <p:tav tm="100000">
                                          <p:val>
                                            <p:strVal val="#ppt_y"/>
                                          </p:val>
                                        </p:tav>
                                      </p:tavLst>
                                    </p:anim>
                                  </p:childTnLst>
                                </p:cTn>
                              </p:par>
                            </p:childTnLst>
                          </p:cTn>
                        </p:par>
                      </p:childTnLst>
                    </p:cTn>
                  </p:par>
                  <p:par>
                    <p:cTn id="17" fill="hold" nodeType="clickPar">
                      <p:stCondLst>
                        <p:cond delay="indefinite"/>
                      </p:stCondLst>
                      <p:childTnLst>
                        <p:par>
                          <p:cTn id="18" fill="hold" nodeType="withGroup">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12"/>
                                        </p:tgtEl>
                                        <p:attrNameLst>
                                          <p:attrName>style.visibility</p:attrName>
                                        </p:attrNameLst>
                                      </p:cBhvr>
                                      <p:to>
                                        <p:strVal val="visible"/>
                                      </p:to>
                                    </p:set>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4" fill="hold" nodeType="clickEffect">
                                  <p:stCondLst>
                                    <p:cond delay="0"/>
                                  </p:stCondLst>
                                  <p:childTnLst>
                                    <p:set>
                                      <p:cBhvr>
                                        <p:cTn id="24" dur="1" fill="hold">
                                          <p:stCondLst>
                                            <p:cond delay="0"/>
                                          </p:stCondLst>
                                        </p:cTn>
                                        <p:tgtEl>
                                          <p:spTgt spid="10"/>
                                        </p:tgtEl>
                                        <p:attrNameLst>
                                          <p:attrName>style.visibility</p:attrName>
                                        </p:attrNameLst>
                                      </p:cBhvr>
                                      <p:to>
                                        <p:strVal val="visible"/>
                                      </p:to>
                                    </p:set>
                                    <p:anim calcmode="lin" valueType="num">
                                      <p:cBhvr additive="base">
                                        <p:cTn id="25" dur="500" fill="hold"/>
                                        <p:tgtEl>
                                          <p:spTgt spid="10"/>
                                        </p:tgtEl>
                                        <p:attrNameLst>
                                          <p:attrName>ppt_x</p:attrName>
                                        </p:attrNameLst>
                                      </p:cBhvr>
                                      <p:tavLst>
                                        <p:tav tm="0">
                                          <p:val>
                                            <p:strVal val="#ppt_x"/>
                                          </p:val>
                                        </p:tav>
                                        <p:tav tm="100000">
                                          <p:val>
                                            <p:strVal val="#ppt_x"/>
                                          </p:val>
                                        </p:tav>
                                      </p:tavLst>
                                    </p:anim>
                                    <p:anim calcmode="lin" valueType="num">
                                      <p:cBhvr additive="base">
                                        <p:cTn id="26"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3"/>
                                        </p:tgtEl>
                                        <p:attrNameLst>
                                          <p:attrName>style.visibility</p:attrName>
                                        </p:attrNameLst>
                                      </p:cBhvr>
                                      <p:to>
                                        <p:strVal val="visible"/>
                                      </p:to>
                                    </p:set>
                                  </p:childTnLst>
                                </p:cTn>
                              </p:par>
                            </p:childTnLst>
                          </p:cTn>
                        </p:par>
                      </p:childTnLst>
                    </p:cTn>
                  </p:par>
                  <p:par>
                    <p:cTn id="31" fill="hold" nodeType="clickPar">
                      <p:stCondLst>
                        <p:cond delay="indefinite"/>
                      </p:stCondLst>
                      <p:childTnLst>
                        <p:par>
                          <p:cTn id="32" fill="hold" nodeType="withGroup">
                            <p:stCondLst>
                              <p:cond delay="0"/>
                            </p:stCondLst>
                            <p:childTnLst>
                              <p:par>
                                <p:cTn id="33" presetID="2" presetClass="entr" presetSubtype="4" fill="hold" nodeType="clickEffect">
                                  <p:stCondLst>
                                    <p:cond delay="0"/>
                                  </p:stCondLst>
                                  <p:childTnLst>
                                    <p:set>
                                      <p:cBhvr>
                                        <p:cTn id="34" dur="1" fill="hold">
                                          <p:stCondLst>
                                            <p:cond delay="0"/>
                                          </p:stCondLst>
                                        </p:cTn>
                                        <p:tgtEl>
                                          <p:spTgt spid="15"/>
                                        </p:tgtEl>
                                        <p:attrNameLst>
                                          <p:attrName>style.visibility</p:attrName>
                                        </p:attrNameLst>
                                      </p:cBhvr>
                                      <p:to>
                                        <p:strVal val="visible"/>
                                      </p:to>
                                    </p:set>
                                    <p:anim calcmode="lin" valueType="num">
                                      <p:cBhvr additive="base">
                                        <p:cTn id="35" dur="500" fill="hold"/>
                                        <p:tgtEl>
                                          <p:spTgt spid="15"/>
                                        </p:tgtEl>
                                        <p:attrNameLst>
                                          <p:attrName>ppt_x</p:attrName>
                                        </p:attrNameLst>
                                      </p:cBhvr>
                                      <p:tavLst>
                                        <p:tav tm="0">
                                          <p:val>
                                            <p:strVal val="#ppt_x"/>
                                          </p:val>
                                        </p:tav>
                                        <p:tav tm="100000">
                                          <p:val>
                                            <p:strVal val="#ppt_x"/>
                                          </p:val>
                                        </p:tav>
                                      </p:tavLst>
                                    </p:anim>
                                    <p:anim calcmode="lin" valueType="num">
                                      <p:cBhvr additive="base">
                                        <p:cTn id="36" dur="500" fill="hold"/>
                                        <p:tgtEl>
                                          <p:spTgt spid="1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p:bldP spid="6" grpId="0"/>
      <p:bldP spid="12" grpId="0" animBg="1"/>
      <p:bldP spid="13"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74AB9FC7-9139-A0A3-8391-ABD93E74E2C1}"/>
              </a:ext>
            </a:extLst>
          </p:cNvPr>
          <p:cNvSpPr/>
          <p:nvPr/>
        </p:nvSpPr>
        <p:spPr>
          <a:xfrm>
            <a:off x="1371600" y="0"/>
            <a:ext cx="1524000" cy="685800"/>
          </a:xfrm>
          <a:prstGeom prst="rect">
            <a:avLst/>
          </a:prstGeom>
          <a:solidFill>
            <a:schemeClr val="accent6">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b="1" dirty="0"/>
              <a:t>M</a:t>
            </a:r>
          </a:p>
          <a:p>
            <a:pPr algn="ctr">
              <a:defRPr/>
            </a:pPr>
            <a:r>
              <a:rPr lang="en-US" b="1" dirty="0"/>
              <a:t>(</a:t>
            </a:r>
            <a:r>
              <a:rPr lang="en-US" b="1"/>
              <a:t>128 Bits</a:t>
            </a:r>
            <a:r>
              <a:rPr lang="en-US" b="1" dirty="0"/>
              <a:t>)</a:t>
            </a:r>
            <a:endParaRPr lang="en-IN" b="1" dirty="0"/>
          </a:p>
        </p:txBody>
      </p:sp>
      <p:sp>
        <p:nvSpPr>
          <p:cNvPr id="5" name="Rectangle 4">
            <a:extLst>
              <a:ext uri="{FF2B5EF4-FFF2-40B4-BE49-F238E27FC236}">
                <a16:creationId xmlns:a16="http://schemas.microsoft.com/office/drawing/2014/main" id="{EBB31DE2-6B11-030A-A3F8-F706BF78D958}"/>
              </a:ext>
            </a:extLst>
          </p:cNvPr>
          <p:cNvSpPr/>
          <p:nvPr/>
        </p:nvSpPr>
        <p:spPr>
          <a:xfrm>
            <a:off x="3505200" y="31750"/>
            <a:ext cx="1524000" cy="685800"/>
          </a:xfrm>
          <a:prstGeom prst="rect">
            <a:avLst/>
          </a:prstGeom>
          <a:solidFill>
            <a:schemeClr val="accent6">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b="1" dirty="0"/>
              <a:t>M1</a:t>
            </a:r>
          </a:p>
          <a:p>
            <a:pPr algn="ctr">
              <a:defRPr/>
            </a:pPr>
            <a:r>
              <a:rPr lang="en-US" b="1" dirty="0"/>
              <a:t>(</a:t>
            </a:r>
            <a:r>
              <a:rPr lang="en-US" b="1"/>
              <a:t>128 Bits</a:t>
            </a:r>
            <a:r>
              <a:rPr lang="en-US" b="1" dirty="0"/>
              <a:t>)</a:t>
            </a:r>
            <a:endParaRPr lang="en-IN" b="1" dirty="0"/>
          </a:p>
        </p:txBody>
      </p:sp>
      <p:sp>
        <p:nvSpPr>
          <p:cNvPr id="6" name="Rectangle 5">
            <a:extLst>
              <a:ext uri="{FF2B5EF4-FFF2-40B4-BE49-F238E27FC236}">
                <a16:creationId xmlns:a16="http://schemas.microsoft.com/office/drawing/2014/main" id="{F71136FB-7EE7-C49A-8372-2E1E3555DC12}"/>
              </a:ext>
            </a:extLst>
          </p:cNvPr>
          <p:cNvSpPr/>
          <p:nvPr/>
        </p:nvSpPr>
        <p:spPr>
          <a:xfrm>
            <a:off x="5373688" y="31750"/>
            <a:ext cx="1524000" cy="685800"/>
          </a:xfrm>
          <a:prstGeom prst="rect">
            <a:avLst/>
          </a:prstGeom>
          <a:solidFill>
            <a:schemeClr val="accent6">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b="1" dirty="0"/>
              <a:t>M2</a:t>
            </a:r>
          </a:p>
          <a:p>
            <a:pPr algn="ctr">
              <a:defRPr/>
            </a:pPr>
            <a:r>
              <a:rPr lang="en-US" b="1" dirty="0"/>
              <a:t>(</a:t>
            </a:r>
            <a:r>
              <a:rPr lang="en-US" b="1"/>
              <a:t>128 Bits</a:t>
            </a:r>
            <a:r>
              <a:rPr lang="en-US" b="1" dirty="0"/>
              <a:t>)</a:t>
            </a:r>
            <a:endParaRPr lang="en-IN" b="1" dirty="0"/>
          </a:p>
        </p:txBody>
      </p:sp>
      <p:sp>
        <p:nvSpPr>
          <p:cNvPr id="7" name="Rectangle 6">
            <a:extLst>
              <a:ext uri="{FF2B5EF4-FFF2-40B4-BE49-F238E27FC236}">
                <a16:creationId xmlns:a16="http://schemas.microsoft.com/office/drawing/2014/main" id="{FB66E21A-672B-153E-8482-5D9DD3C82D7E}"/>
              </a:ext>
            </a:extLst>
          </p:cNvPr>
          <p:cNvSpPr/>
          <p:nvPr/>
        </p:nvSpPr>
        <p:spPr>
          <a:xfrm>
            <a:off x="990600" y="2284413"/>
            <a:ext cx="2514600" cy="533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b="1" dirty="0"/>
              <a:t>Round 1</a:t>
            </a:r>
            <a:endParaRPr lang="en-IN" b="1" dirty="0"/>
          </a:p>
        </p:txBody>
      </p:sp>
      <p:sp>
        <p:nvSpPr>
          <p:cNvPr id="8" name="Rectangle 7">
            <a:extLst>
              <a:ext uri="{FF2B5EF4-FFF2-40B4-BE49-F238E27FC236}">
                <a16:creationId xmlns:a16="http://schemas.microsoft.com/office/drawing/2014/main" id="{2C3F6803-54DF-6411-4046-4156268AC209}"/>
              </a:ext>
            </a:extLst>
          </p:cNvPr>
          <p:cNvSpPr/>
          <p:nvPr/>
        </p:nvSpPr>
        <p:spPr>
          <a:xfrm>
            <a:off x="990600" y="3198813"/>
            <a:ext cx="2514600" cy="533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b="1" dirty="0"/>
              <a:t>Round 2</a:t>
            </a:r>
            <a:endParaRPr lang="en-IN" b="1" dirty="0"/>
          </a:p>
        </p:txBody>
      </p:sp>
      <p:sp>
        <p:nvSpPr>
          <p:cNvPr id="9" name="Rectangle 8">
            <a:extLst>
              <a:ext uri="{FF2B5EF4-FFF2-40B4-BE49-F238E27FC236}">
                <a16:creationId xmlns:a16="http://schemas.microsoft.com/office/drawing/2014/main" id="{9CA6E634-3C91-8F1D-4697-8A7B0E0392E9}"/>
              </a:ext>
            </a:extLst>
          </p:cNvPr>
          <p:cNvSpPr/>
          <p:nvPr/>
        </p:nvSpPr>
        <p:spPr>
          <a:xfrm>
            <a:off x="990600" y="4189413"/>
            <a:ext cx="2514600" cy="533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b="1" dirty="0"/>
              <a:t>Round 3</a:t>
            </a:r>
            <a:endParaRPr lang="en-IN" b="1" dirty="0"/>
          </a:p>
        </p:txBody>
      </p:sp>
      <p:sp>
        <p:nvSpPr>
          <p:cNvPr id="10" name="Rectangle 9">
            <a:extLst>
              <a:ext uri="{FF2B5EF4-FFF2-40B4-BE49-F238E27FC236}">
                <a16:creationId xmlns:a16="http://schemas.microsoft.com/office/drawing/2014/main" id="{A23F7AFE-0376-7EC3-F07A-C99671D87F83}"/>
              </a:ext>
            </a:extLst>
          </p:cNvPr>
          <p:cNvSpPr/>
          <p:nvPr/>
        </p:nvSpPr>
        <p:spPr>
          <a:xfrm>
            <a:off x="990600" y="5256213"/>
            <a:ext cx="2514600" cy="533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b="1" dirty="0"/>
              <a:t>Round 10</a:t>
            </a:r>
            <a:endParaRPr lang="en-IN" b="1" dirty="0"/>
          </a:p>
        </p:txBody>
      </p:sp>
      <p:sp>
        <p:nvSpPr>
          <p:cNvPr id="11" name="Rectangle 10">
            <a:extLst>
              <a:ext uri="{FF2B5EF4-FFF2-40B4-BE49-F238E27FC236}">
                <a16:creationId xmlns:a16="http://schemas.microsoft.com/office/drawing/2014/main" id="{657A9BCA-8147-E9E3-0C45-FB4B464332E4}"/>
              </a:ext>
            </a:extLst>
          </p:cNvPr>
          <p:cNvSpPr/>
          <p:nvPr/>
        </p:nvSpPr>
        <p:spPr>
          <a:xfrm>
            <a:off x="4114800" y="849313"/>
            <a:ext cx="4419600" cy="304800"/>
          </a:xfrm>
          <a:prstGeom prst="rect">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b="1" dirty="0"/>
              <a:t>KEY – </a:t>
            </a:r>
            <a:r>
              <a:rPr lang="en-US" b="1"/>
              <a:t>128 Bits</a:t>
            </a:r>
            <a:endParaRPr lang="en-IN" b="1" dirty="0"/>
          </a:p>
        </p:txBody>
      </p:sp>
      <p:sp>
        <p:nvSpPr>
          <p:cNvPr id="16" name="Rectangle 15">
            <a:extLst>
              <a:ext uri="{FF2B5EF4-FFF2-40B4-BE49-F238E27FC236}">
                <a16:creationId xmlns:a16="http://schemas.microsoft.com/office/drawing/2014/main" id="{FBA8242E-997E-2991-143E-E27BB284526A}"/>
              </a:ext>
            </a:extLst>
          </p:cNvPr>
          <p:cNvSpPr/>
          <p:nvPr/>
        </p:nvSpPr>
        <p:spPr>
          <a:xfrm>
            <a:off x="4114800" y="1446213"/>
            <a:ext cx="4419600" cy="381000"/>
          </a:xfrm>
          <a:prstGeom prst="rect">
            <a:avLst/>
          </a:prstGeom>
          <a:solidFill>
            <a:schemeClr val="accent3">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b="1"/>
              <a:t>Sub </a:t>
            </a:r>
            <a:r>
              <a:rPr lang="en-US" b="1" dirty="0"/>
              <a:t>Key  W0 W1 W2 W3</a:t>
            </a:r>
            <a:endParaRPr lang="en-IN" b="1" dirty="0"/>
          </a:p>
        </p:txBody>
      </p:sp>
      <p:sp>
        <p:nvSpPr>
          <p:cNvPr id="17" name="Rectangle 16">
            <a:extLst>
              <a:ext uri="{FF2B5EF4-FFF2-40B4-BE49-F238E27FC236}">
                <a16:creationId xmlns:a16="http://schemas.microsoft.com/office/drawing/2014/main" id="{B5FB99E2-EB8C-7E75-F534-658C23CBB6C0}"/>
              </a:ext>
            </a:extLst>
          </p:cNvPr>
          <p:cNvSpPr/>
          <p:nvPr/>
        </p:nvSpPr>
        <p:spPr>
          <a:xfrm>
            <a:off x="4102100" y="2284413"/>
            <a:ext cx="4419600" cy="381000"/>
          </a:xfrm>
          <a:prstGeom prst="rect">
            <a:avLst/>
          </a:prstGeom>
          <a:solidFill>
            <a:schemeClr val="accent3">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b="1"/>
              <a:t>Sub </a:t>
            </a:r>
            <a:r>
              <a:rPr lang="en-US" b="1" dirty="0"/>
              <a:t>Key W4 W5 W6 W7</a:t>
            </a:r>
            <a:endParaRPr lang="en-IN" b="1" dirty="0"/>
          </a:p>
        </p:txBody>
      </p:sp>
      <p:sp>
        <p:nvSpPr>
          <p:cNvPr id="18" name="Rectangle 17">
            <a:extLst>
              <a:ext uri="{FF2B5EF4-FFF2-40B4-BE49-F238E27FC236}">
                <a16:creationId xmlns:a16="http://schemas.microsoft.com/office/drawing/2014/main" id="{566738F9-DBB6-53EA-424B-952A13207752}"/>
              </a:ext>
            </a:extLst>
          </p:cNvPr>
          <p:cNvSpPr/>
          <p:nvPr/>
        </p:nvSpPr>
        <p:spPr>
          <a:xfrm>
            <a:off x="4114800" y="3275013"/>
            <a:ext cx="4419600" cy="381000"/>
          </a:xfrm>
          <a:prstGeom prst="rect">
            <a:avLst/>
          </a:prstGeom>
          <a:solidFill>
            <a:schemeClr val="accent3">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b="1"/>
              <a:t>Sub </a:t>
            </a:r>
            <a:r>
              <a:rPr lang="en-US" b="1" dirty="0"/>
              <a:t>Key  W8 W9 W10 W11</a:t>
            </a:r>
            <a:endParaRPr lang="en-IN" b="1" dirty="0"/>
          </a:p>
        </p:txBody>
      </p:sp>
      <p:sp>
        <p:nvSpPr>
          <p:cNvPr id="19" name="Rectangle 18">
            <a:extLst>
              <a:ext uri="{FF2B5EF4-FFF2-40B4-BE49-F238E27FC236}">
                <a16:creationId xmlns:a16="http://schemas.microsoft.com/office/drawing/2014/main" id="{B3B6D2FB-C207-007B-D48A-E33C047EFEA0}"/>
              </a:ext>
            </a:extLst>
          </p:cNvPr>
          <p:cNvSpPr/>
          <p:nvPr/>
        </p:nvSpPr>
        <p:spPr>
          <a:xfrm>
            <a:off x="4129088" y="4189413"/>
            <a:ext cx="4419600" cy="381000"/>
          </a:xfrm>
          <a:prstGeom prst="rect">
            <a:avLst/>
          </a:prstGeom>
          <a:solidFill>
            <a:schemeClr val="accent3">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b="1"/>
              <a:t>Sub </a:t>
            </a:r>
            <a:r>
              <a:rPr lang="en-US" b="1" dirty="0"/>
              <a:t>Key  W12 W13 W14 W15</a:t>
            </a:r>
            <a:endParaRPr lang="en-IN" b="1" dirty="0"/>
          </a:p>
        </p:txBody>
      </p:sp>
      <p:sp>
        <p:nvSpPr>
          <p:cNvPr id="20" name="Rectangle 19">
            <a:extLst>
              <a:ext uri="{FF2B5EF4-FFF2-40B4-BE49-F238E27FC236}">
                <a16:creationId xmlns:a16="http://schemas.microsoft.com/office/drawing/2014/main" id="{A6ABE919-A171-8655-AE49-6E071DF716D7}"/>
              </a:ext>
            </a:extLst>
          </p:cNvPr>
          <p:cNvSpPr/>
          <p:nvPr/>
        </p:nvSpPr>
        <p:spPr>
          <a:xfrm>
            <a:off x="4095750" y="5256213"/>
            <a:ext cx="4419600" cy="381000"/>
          </a:xfrm>
          <a:prstGeom prst="rect">
            <a:avLst/>
          </a:prstGeom>
          <a:solidFill>
            <a:schemeClr val="accent3">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b="1"/>
              <a:t>Sub </a:t>
            </a:r>
            <a:r>
              <a:rPr lang="en-US" b="1" dirty="0"/>
              <a:t>Key  W40 W41 W42 W43</a:t>
            </a:r>
            <a:endParaRPr lang="en-IN" b="1" dirty="0"/>
          </a:p>
        </p:txBody>
      </p:sp>
      <p:sp>
        <p:nvSpPr>
          <p:cNvPr id="21" name="Flowchart: Or 20">
            <a:extLst>
              <a:ext uri="{FF2B5EF4-FFF2-40B4-BE49-F238E27FC236}">
                <a16:creationId xmlns:a16="http://schemas.microsoft.com/office/drawing/2014/main" id="{49EEC297-CC52-4BF5-4ACE-F6D9B027FA0A}"/>
              </a:ext>
            </a:extLst>
          </p:cNvPr>
          <p:cNvSpPr/>
          <p:nvPr/>
        </p:nvSpPr>
        <p:spPr>
          <a:xfrm>
            <a:off x="1752600" y="1166813"/>
            <a:ext cx="762000" cy="673100"/>
          </a:xfrm>
          <a:prstGeom prst="flowChartOr">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IN"/>
          </a:p>
        </p:txBody>
      </p:sp>
      <p:cxnSp>
        <p:nvCxnSpPr>
          <p:cNvPr id="23" name="Straight Arrow Connector 22">
            <a:extLst>
              <a:ext uri="{FF2B5EF4-FFF2-40B4-BE49-F238E27FC236}">
                <a16:creationId xmlns:a16="http://schemas.microsoft.com/office/drawing/2014/main" id="{4C91BD3D-C5F8-34CD-E2E3-AFD3FBE016D2}"/>
              </a:ext>
            </a:extLst>
          </p:cNvPr>
          <p:cNvCxnSpPr>
            <a:stCxn id="4" idx="2"/>
            <a:endCxn id="21" idx="0"/>
          </p:cNvCxnSpPr>
          <p:nvPr/>
        </p:nvCxnSpPr>
        <p:spPr>
          <a:xfrm>
            <a:off x="2133600" y="685800"/>
            <a:ext cx="0" cy="481013"/>
          </a:xfrm>
          <a:prstGeom prst="straightConnector1">
            <a:avLst/>
          </a:prstGeom>
          <a:ln w="44450">
            <a:tailEnd type="arrow"/>
          </a:ln>
        </p:spPr>
        <p:style>
          <a:lnRef idx="1">
            <a:schemeClr val="accent1"/>
          </a:lnRef>
          <a:fillRef idx="0">
            <a:schemeClr val="accent1"/>
          </a:fillRef>
          <a:effectRef idx="0">
            <a:schemeClr val="accent1"/>
          </a:effectRef>
          <a:fontRef idx="minor">
            <a:schemeClr val="tx1"/>
          </a:fontRef>
        </p:style>
      </p:cxnSp>
      <p:cxnSp>
        <p:nvCxnSpPr>
          <p:cNvPr id="25" name="Straight Arrow Connector 24">
            <a:extLst>
              <a:ext uri="{FF2B5EF4-FFF2-40B4-BE49-F238E27FC236}">
                <a16:creationId xmlns:a16="http://schemas.microsoft.com/office/drawing/2014/main" id="{74C5F060-3324-21A5-8141-5E3EA7A76DD4}"/>
              </a:ext>
            </a:extLst>
          </p:cNvPr>
          <p:cNvCxnSpPr>
            <a:stCxn id="21" idx="4"/>
          </p:cNvCxnSpPr>
          <p:nvPr/>
        </p:nvCxnSpPr>
        <p:spPr>
          <a:xfrm>
            <a:off x="2133600" y="1839913"/>
            <a:ext cx="0" cy="444500"/>
          </a:xfrm>
          <a:prstGeom prst="straightConnector1">
            <a:avLst/>
          </a:prstGeom>
          <a:ln w="44450">
            <a:tailEnd type="arrow"/>
          </a:ln>
        </p:spPr>
        <p:style>
          <a:lnRef idx="1">
            <a:schemeClr val="accent1"/>
          </a:lnRef>
          <a:fillRef idx="0">
            <a:schemeClr val="accent1"/>
          </a:fillRef>
          <a:effectRef idx="0">
            <a:schemeClr val="accent1"/>
          </a:effectRef>
          <a:fontRef idx="minor">
            <a:schemeClr val="tx1"/>
          </a:fontRef>
        </p:style>
      </p:cxnSp>
      <p:cxnSp>
        <p:nvCxnSpPr>
          <p:cNvPr id="27" name="Straight Arrow Connector 26">
            <a:extLst>
              <a:ext uri="{FF2B5EF4-FFF2-40B4-BE49-F238E27FC236}">
                <a16:creationId xmlns:a16="http://schemas.microsoft.com/office/drawing/2014/main" id="{678E945F-407C-03EC-FD92-3C1CDF3CD38C}"/>
              </a:ext>
            </a:extLst>
          </p:cNvPr>
          <p:cNvCxnSpPr>
            <a:stCxn id="16" idx="1"/>
          </p:cNvCxnSpPr>
          <p:nvPr/>
        </p:nvCxnSpPr>
        <p:spPr>
          <a:xfrm flipH="1">
            <a:off x="2514600" y="1636713"/>
            <a:ext cx="1600200" cy="0"/>
          </a:xfrm>
          <a:prstGeom prst="straightConnector1">
            <a:avLst/>
          </a:prstGeom>
          <a:ln w="44450">
            <a:tailEnd type="arrow"/>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72D2F338-F60A-A489-86B7-1470EBDC67E0}"/>
              </a:ext>
            </a:extLst>
          </p:cNvPr>
          <p:cNvCxnSpPr/>
          <p:nvPr/>
        </p:nvCxnSpPr>
        <p:spPr>
          <a:xfrm>
            <a:off x="2065338" y="4799013"/>
            <a:ext cx="0" cy="457200"/>
          </a:xfrm>
          <a:prstGeom prst="line">
            <a:avLst/>
          </a:prstGeom>
          <a:ln w="44450" cmpd="sng">
            <a:prstDash val="dash"/>
          </a:ln>
        </p:spPr>
        <p:style>
          <a:lnRef idx="1">
            <a:schemeClr val="accent1"/>
          </a:lnRef>
          <a:fillRef idx="0">
            <a:schemeClr val="accent1"/>
          </a:fillRef>
          <a:effectRef idx="0">
            <a:schemeClr val="accent1"/>
          </a:effectRef>
          <a:fontRef idx="minor">
            <a:schemeClr val="tx1"/>
          </a:fontRef>
        </p:style>
      </p:cxnSp>
      <p:cxnSp>
        <p:nvCxnSpPr>
          <p:cNvPr id="32" name="Straight Arrow Connector 31">
            <a:extLst>
              <a:ext uri="{FF2B5EF4-FFF2-40B4-BE49-F238E27FC236}">
                <a16:creationId xmlns:a16="http://schemas.microsoft.com/office/drawing/2014/main" id="{DB801A22-617E-17CB-34B9-DE4808602263}"/>
              </a:ext>
            </a:extLst>
          </p:cNvPr>
          <p:cNvCxnSpPr>
            <a:stCxn id="17" idx="1"/>
          </p:cNvCxnSpPr>
          <p:nvPr/>
        </p:nvCxnSpPr>
        <p:spPr>
          <a:xfrm flipH="1">
            <a:off x="3505200" y="2474913"/>
            <a:ext cx="596900" cy="0"/>
          </a:xfrm>
          <a:prstGeom prst="straightConnector1">
            <a:avLst/>
          </a:prstGeom>
          <a:ln w="44450">
            <a:tailEnd type="arrow"/>
          </a:ln>
        </p:spPr>
        <p:style>
          <a:lnRef idx="1">
            <a:schemeClr val="accent1"/>
          </a:lnRef>
          <a:fillRef idx="0">
            <a:schemeClr val="accent1"/>
          </a:fillRef>
          <a:effectRef idx="0">
            <a:schemeClr val="accent1"/>
          </a:effectRef>
          <a:fontRef idx="minor">
            <a:schemeClr val="tx1"/>
          </a:fontRef>
        </p:style>
      </p:cxnSp>
      <p:cxnSp>
        <p:nvCxnSpPr>
          <p:cNvPr id="34" name="Straight Arrow Connector 33">
            <a:extLst>
              <a:ext uri="{FF2B5EF4-FFF2-40B4-BE49-F238E27FC236}">
                <a16:creationId xmlns:a16="http://schemas.microsoft.com/office/drawing/2014/main" id="{E7FF8A68-AD1D-7FAA-99DC-907FE3AE5614}"/>
              </a:ext>
            </a:extLst>
          </p:cNvPr>
          <p:cNvCxnSpPr/>
          <p:nvPr/>
        </p:nvCxnSpPr>
        <p:spPr>
          <a:xfrm flipH="1">
            <a:off x="3497263" y="3417888"/>
            <a:ext cx="598487" cy="0"/>
          </a:xfrm>
          <a:prstGeom prst="straightConnector1">
            <a:avLst/>
          </a:prstGeom>
          <a:ln w="44450">
            <a:tailEnd type="arrow"/>
          </a:ln>
        </p:spPr>
        <p:style>
          <a:lnRef idx="1">
            <a:schemeClr val="accent1"/>
          </a:lnRef>
          <a:fillRef idx="0">
            <a:schemeClr val="accent1"/>
          </a:fillRef>
          <a:effectRef idx="0">
            <a:schemeClr val="accent1"/>
          </a:effectRef>
          <a:fontRef idx="minor">
            <a:schemeClr val="tx1"/>
          </a:fontRef>
        </p:style>
      </p:cxnSp>
      <p:cxnSp>
        <p:nvCxnSpPr>
          <p:cNvPr id="36" name="Straight Arrow Connector 35">
            <a:extLst>
              <a:ext uri="{FF2B5EF4-FFF2-40B4-BE49-F238E27FC236}">
                <a16:creationId xmlns:a16="http://schemas.microsoft.com/office/drawing/2014/main" id="{FAC4423B-6425-4340-ED68-73F7B5E5F0D7}"/>
              </a:ext>
            </a:extLst>
          </p:cNvPr>
          <p:cNvCxnSpPr>
            <a:stCxn id="19" idx="1"/>
          </p:cNvCxnSpPr>
          <p:nvPr/>
        </p:nvCxnSpPr>
        <p:spPr>
          <a:xfrm flipH="1">
            <a:off x="3505200" y="4379913"/>
            <a:ext cx="623888" cy="0"/>
          </a:xfrm>
          <a:prstGeom prst="straightConnector1">
            <a:avLst/>
          </a:prstGeom>
          <a:ln w="44450">
            <a:tailEnd type="arrow"/>
          </a:ln>
        </p:spPr>
        <p:style>
          <a:lnRef idx="1">
            <a:schemeClr val="accent1"/>
          </a:lnRef>
          <a:fillRef idx="0">
            <a:schemeClr val="accent1"/>
          </a:fillRef>
          <a:effectRef idx="0">
            <a:schemeClr val="accent1"/>
          </a:effectRef>
          <a:fontRef idx="minor">
            <a:schemeClr val="tx1"/>
          </a:fontRef>
        </p:style>
      </p:cxnSp>
      <p:cxnSp>
        <p:nvCxnSpPr>
          <p:cNvPr id="38" name="Straight Arrow Connector 37">
            <a:extLst>
              <a:ext uri="{FF2B5EF4-FFF2-40B4-BE49-F238E27FC236}">
                <a16:creationId xmlns:a16="http://schemas.microsoft.com/office/drawing/2014/main" id="{2DEDBB29-C083-A25A-FC35-BB17BAF0D7AD}"/>
              </a:ext>
            </a:extLst>
          </p:cNvPr>
          <p:cNvCxnSpPr>
            <a:stCxn id="20" idx="1"/>
          </p:cNvCxnSpPr>
          <p:nvPr/>
        </p:nvCxnSpPr>
        <p:spPr>
          <a:xfrm flipH="1">
            <a:off x="3452813" y="5446713"/>
            <a:ext cx="642937" cy="20637"/>
          </a:xfrm>
          <a:prstGeom prst="straightConnector1">
            <a:avLst/>
          </a:prstGeom>
          <a:ln w="44450">
            <a:tailEnd type="arrow"/>
          </a:ln>
        </p:spPr>
        <p:style>
          <a:lnRef idx="1">
            <a:schemeClr val="accent1"/>
          </a:lnRef>
          <a:fillRef idx="0">
            <a:schemeClr val="accent1"/>
          </a:fillRef>
          <a:effectRef idx="0">
            <a:schemeClr val="accent1"/>
          </a:effectRef>
          <a:fontRef idx="minor">
            <a:schemeClr val="tx1"/>
          </a:fontRef>
        </p:style>
      </p:cxnSp>
      <p:cxnSp>
        <p:nvCxnSpPr>
          <p:cNvPr id="39" name="Straight Arrow Connector 38">
            <a:extLst>
              <a:ext uri="{FF2B5EF4-FFF2-40B4-BE49-F238E27FC236}">
                <a16:creationId xmlns:a16="http://schemas.microsoft.com/office/drawing/2014/main" id="{2FF70230-4E35-0894-46F8-09535488D623}"/>
              </a:ext>
            </a:extLst>
          </p:cNvPr>
          <p:cNvCxnSpPr/>
          <p:nvPr/>
        </p:nvCxnSpPr>
        <p:spPr>
          <a:xfrm>
            <a:off x="2103438" y="2830513"/>
            <a:ext cx="0" cy="368300"/>
          </a:xfrm>
          <a:prstGeom prst="straightConnector1">
            <a:avLst/>
          </a:prstGeom>
          <a:ln w="44450">
            <a:tailEnd type="arrow"/>
          </a:ln>
        </p:spPr>
        <p:style>
          <a:lnRef idx="1">
            <a:schemeClr val="accent1"/>
          </a:lnRef>
          <a:fillRef idx="0">
            <a:schemeClr val="accent1"/>
          </a:fillRef>
          <a:effectRef idx="0">
            <a:schemeClr val="accent1"/>
          </a:effectRef>
          <a:fontRef idx="minor">
            <a:schemeClr val="tx1"/>
          </a:fontRef>
        </p:style>
      </p:cxnSp>
      <p:cxnSp>
        <p:nvCxnSpPr>
          <p:cNvPr id="41" name="Straight Arrow Connector 40">
            <a:extLst>
              <a:ext uri="{FF2B5EF4-FFF2-40B4-BE49-F238E27FC236}">
                <a16:creationId xmlns:a16="http://schemas.microsoft.com/office/drawing/2014/main" id="{27C97856-5ECB-8524-194C-031867F0FF7E}"/>
              </a:ext>
            </a:extLst>
          </p:cNvPr>
          <p:cNvCxnSpPr/>
          <p:nvPr/>
        </p:nvCxnSpPr>
        <p:spPr>
          <a:xfrm>
            <a:off x="2089150" y="3732213"/>
            <a:ext cx="0" cy="457200"/>
          </a:xfrm>
          <a:prstGeom prst="straightConnector1">
            <a:avLst/>
          </a:prstGeom>
          <a:ln w="44450">
            <a:tailEnd type="arrow"/>
          </a:ln>
        </p:spPr>
        <p:style>
          <a:lnRef idx="1">
            <a:schemeClr val="accent1"/>
          </a:lnRef>
          <a:fillRef idx="0">
            <a:schemeClr val="accent1"/>
          </a:fillRef>
          <a:effectRef idx="0">
            <a:schemeClr val="accent1"/>
          </a:effectRef>
          <a:fontRef idx="minor">
            <a:schemeClr val="tx1"/>
          </a:fontRef>
        </p:style>
      </p:cxnSp>
      <p:sp>
        <p:nvSpPr>
          <p:cNvPr id="48" name="Rectangle 47">
            <a:extLst>
              <a:ext uri="{FF2B5EF4-FFF2-40B4-BE49-F238E27FC236}">
                <a16:creationId xmlns:a16="http://schemas.microsoft.com/office/drawing/2014/main" id="{EC4C22B6-0FE8-35FC-56BC-AC96E618F720}"/>
              </a:ext>
            </a:extLst>
          </p:cNvPr>
          <p:cNvSpPr/>
          <p:nvPr/>
        </p:nvSpPr>
        <p:spPr>
          <a:xfrm>
            <a:off x="990600" y="6227763"/>
            <a:ext cx="2514600" cy="533400"/>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b="1" dirty="0"/>
              <a:t>CIPHER TEXT </a:t>
            </a:r>
            <a:endParaRPr lang="en-IN" b="1" dirty="0"/>
          </a:p>
        </p:txBody>
      </p:sp>
      <p:cxnSp>
        <p:nvCxnSpPr>
          <p:cNvPr id="49" name="Straight Arrow Connector 48">
            <a:extLst>
              <a:ext uri="{FF2B5EF4-FFF2-40B4-BE49-F238E27FC236}">
                <a16:creationId xmlns:a16="http://schemas.microsoft.com/office/drawing/2014/main" id="{A92B9D48-3F7B-A466-7222-421DBD48DB7D}"/>
              </a:ext>
            </a:extLst>
          </p:cNvPr>
          <p:cNvCxnSpPr/>
          <p:nvPr/>
        </p:nvCxnSpPr>
        <p:spPr>
          <a:xfrm>
            <a:off x="2089150" y="5789613"/>
            <a:ext cx="0" cy="457200"/>
          </a:xfrm>
          <a:prstGeom prst="straightConnector1">
            <a:avLst/>
          </a:prstGeom>
          <a:ln w="44450">
            <a:tailEnd type="arrow"/>
          </a:ln>
        </p:spPr>
        <p:style>
          <a:lnRef idx="1">
            <a:schemeClr val="accent1"/>
          </a:lnRef>
          <a:fillRef idx="0">
            <a:schemeClr val="accent1"/>
          </a:fillRef>
          <a:effectRef idx="0">
            <a:schemeClr val="accent1"/>
          </a:effectRef>
          <a:fontRef idx="minor">
            <a:schemeClr val="tx1"/>
          </a:fontRef>
        </p:style>
      </p:cxnSp>
      <p:cxnSp>
        <p:nvCxnSpPr>
          <p:cNvPr id="50" name="Straight Connector 49">
            <a:extLst>
              <a:ext uri="{FF2B5EF4-FFF2-40B4-BE49-F238E27FC236}">
                <a16:creationId xmlns:a16="http://schemas.microsoft.com/office/drawing/2014/main" id="{92BFF076-ADDC-2F2E-9599-A165219AA55D}"/>
              </a:ext>
            </a:extLst>
          </p:cNvPr>
          <p:cNvCxnSpPr/>
          <p:nvPr/>
        </p:nvCxnSpPr>
        <p:spPr>
          <a:xfrm>
            <a:off x="6296025" y="4648200"/>
            <a:ext cx="0" cy="457200"/>
          </a:xfrm>
          <a:prstGeom prst="line">
            <a:avLst/>
          </a:prstGeom>
          <a:ln w="44450" cmpd="sng">
            <a:prstDash val="dash"/>
          </a:ln>
        </p:spPr>
        <p:style>
          <a:lnRef idx="1">
            <a:schemeClr val="accent1"/>
          </a:lnRef>
          <a:fillRef idx="0">
            <a:schemeClr val="accent1"/>
          </a:fillRef>
          <a:effectRef idx="0">
            <a:schemeClr val="accent1"/>
          </a:effectRef>
          <a:fontRef idx="minor">
            <a:schemeClr val="tx1"/>
          </a:fontRef>
        </p:style>
      </p:cxnSp>
      <p:sp>
        <p:nvSpPr>
          <p:cNvPr id="42013" name="TextBox 50">
            <a:extLst>
              <a:ext uri="{FF2B5EF4-FFF2-40B4-BE49-F238E27FC236}">
                <a16:creationId xmlns:a16="http://schemas.microsoft.com/office/drawing/2014/main" id="{BE51C045-4ECB-72D0-A58F-266F4A4A14C2}"/>
              </a:ext>
            </a:extLst>
          </p:cNvPr>
          <p:cNvSpPr txBox="1">
            <a:spLocks noChangeArrowheads="1"/>
          </p:cNvSpPr>
          <p:nvPr/>
        </p:nvSpPr>
        <p:spPr bwMode="auto">
          <a:xfrm>
            <a:off x="4102100" y="5924550"/>
            <a:ext cx="3886200"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ctr"/>
            <a:r>
              <a:rPr lang="en-US" altLang="en-US" sz="3600" b="1"/>
              <a:t>AES ENCRYPTION </a:t>
            </a:r>
            <a:endParaRPr lang="en-IN" altLang="en-US" sz="3600" b="1"/>
          </a:p>
        </p:txBody>
      </p:sp>
      <p:sp>
        <p:nvSpPr>
          <p:cNvPr id="42014" name="TextBox 1">
            <a:extLst>
              <a:ext uri="{FF2B5EF4-FFF2-40B4-BE49-F238E27FC236}">
                <a16:creationId xmlns:a16="http://schemas.microsoft.com/office/drawing/2014/main" id="{A3D77AC1-E8DE-8DFF-2502-27D285BE754A}"/>
              </a:ext>
            </a:extLst>
          </p:cNvPr>
          <p:cNvSpPr txBox="1">
            <a:spLocks noChangeArrowheads="1"/>
          </p:cNvSpPr>
          <p:nvPr/>
        </p:nvSpPr>
        <p:spPr bwMode="auto">
          <a:xfrm>
            <a:off x="260350" y="1047750"/>
            <a:ext cx="1066800" cy="923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r>
              <a:rPr lang="en-US" altLang="en-US" b="1"/>
              <a:t>ADD ROUND</a:t>
            </a:r>
          </a:p>
          <a:p>
            <a:r>
              <a:rPr lang="en-US" altLang="en-US" b="1"/>
              <a:t>KEY  </a:t>
            </a:r>
            <a:endParaRPr lang="en-IN" altLang="en-US" b="1"/>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Title 3">
            <a:extLst>
              <a:ext uri="{FF2B5EF4-FFF2-40B4-BE49-F238E27FC236}">
                <a16:creationId xmlns:a16="http://schemas.microsoft.com/office/drawing/2014/main" id="{149B355A-DA01-D4F0-45E4-DA45719EDD98}"/>
              </a:ext>
            </a:extLst>
          </p:cNvPr>
          <p:cNvSpPr>
            <a:spLocks noGrp="1"/>
          </p:cNvSpPr>
          <p:nvPr>
            <p:ph type="ctrTitle"/>
          </p:nvPr>
        </p:nvSpPr>
        <p:spPr/>
        <p:txBody>
          <a:bodyPr/>
          <a:lstStyle/>
          <a:p>
            <a:r>
              <a:rPr lang="en-US" altLang="en-US">
                <a:ea typeface="ＭＳ Ｐゴシック" panose="020B0600070205080204" pitchFamily="34" charset="-128"/>
              </a:rPr>
              <a:t>Need to understand a Round</a:t>
            </a:r>
            <a:br>
              <a:rPr lang="en-US" altLang="en-US">
                <a:ea typeface="ＭＳ Ｐゴシック" panose="020B0600070205080204" pitchFamily="34" charset="-128"/>
              </a:rPr>
            </a:br>
            <a:r>
              <a:rPr lang="en-US" altLang="en-US">
                <a:ea typeface="ＭＳ Ｐゴシック" panose="020B0600070205080204" pitchFamily="34" charset="-128"/>
              </a:rPr>
              <a:t>What are the Steps in a Round?</a:t>
            </a:r>
            <a:endParaRPr lang="en-IN" altLang="en-US">
              <a:ea typeface="ＭＳ Ｐゴシック" panose="020B0600070205080204" pitchFamily="34" charset="-128"/>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Title 1">
            <a:extLst>
              <a:ext uri="{FF2B5EF4-FFF2-40B4-BE49-F238E27FC236}">
                <a16:creationId xmlns:a16="http://schemas.microsoft.com/office/drawing/2014/main" id="{41B79BF1-7A0A-82EB-B191-A6B91ED75AE3}"/>
              </a:ext>
            </a:extLst>
          </p:cNvPr>
          <p:cNvSpPr>
            <a:spLocks noGrp="1"/>
          </p:cNvSpPr>
          <p:nvPr>
            <p:ph type="title"/>
          </p:nvPr>
        </p:nvSpPr>
        <p:spPr/>
        <p:txBody>
          <a:bodyPr/>
          <a:lstStyle/>
          <a:p>
            <a:r>
              <a:rPr lang="en-US" altLang="en-US">
                <a:ea typeface="ＭＳ Ｐゴシック" panose="020B0600070205080204" pitchFamily="34" charset="-128"/>
              </a:rPr>
              <a:t>Round</a:t>
            </a:r>
            <a:endParaRPr lang="en-IN" altLang="en-US">
              <a:ea typeface="ＭＳ Ｐゴシック" panose="020B0600070205080204" pitchFamily="34" charset="-128"/>
            </a:endParaRPr>
          </a:p>
        </p:txBody>
      </p:sp>
      <p:sp>
        <p:nvSpPr>
          <p:cNvPr id="3" name="Content Placeholder 2">
            <a:extLst>
              <a:ext uri="{FF2B5EF4-FFF2-40B4-BE49-F238E27FC236}">
                <a16:creationId xmlns:a16="http://schemas.microsoft.com/office/drawing/2014/main" id="{44E6FA71-33DD-79EA-2577-C20F279F96ED}"/>
              </a:ext>
            </a:extLst>
          </p:cNvPr>
          <p:cNvSpPr>
            <a:spLocks noGrp="1"/>
          </p:cNvSpPr>
          <p:nvPr>
            <p:ph idx="1"/>
          </p:nvPr>
        </p:nvSpPr>
        <p:spPr>
          <a:xfrm>
            <a:off x="457200" y="1219200"/>
            <a:ext cx="8229600" cy="4937125"/>
          </a:xfrm>
        </p:spPr>
        <p:txBody>
          <a:bodyPr/>
          <a:lstStyle/>
          <a:p>
            <a:pPr marL="0" indent="0">
              <a:buFont typeface="Wingdings 3" panose="05040102010807070707" pitchFamily="18" charset="2"/>
              <a:buNone/>
              <a:defRPr/>
            </a:pPr>
            <a:r>
              <a:rPr lang="en-US" dirty="0"/>
              <a:t>Consists of Four Steps</a:t>
            </a:r>
          </a:p>
          <a:p>
            <a:pPr marL="514350" indent="-514350">
              <a:buFont typeface="+mj-lt"/>
              <a:buAutoNum type="arabicPeriod"/>
              <a:defRPr/>
            </a:pPr>
            <a:r>
              <a:rPr lang="en-US"/>
              <a:t>Substitute Bytes </a:t>
            </a:r>
            <a:endParaRPr lang="en-US" dirty="0"/>
          </a:p>
          <a:p>
            <a:pPr marL="514350" indent="-514350">
              <a:buFont typeface="+mj-lt"/>
              <a:buAutoNum type="arabicPeriod"/>
              <a:defRPr/>
            </a:pPr>
            <a:r>
              <a:rPr lang="en-US" dirty="0"/>
              <a:t>Shift Rows </a:t>
            </a:r>
          </a:p>
          <a:p>
            <a:pPr marL="514350" indent="-514350">
              <a:buFont typeface="+mj-lt"/>
              <a:buAutoNum type="arabicPeriod"/>
              <a:defRPr/>
            </a:pPr>
            <a:r>
              <a:rPr lang="en-US" dirty="0"/>
              <a:t>Mix Columns </a:t>
            </a:r>
          </a:p>
          <a:p>
            <a:pPr marL="514350" indent="-514350">
              <a:buFont typeface="+mj-lt"/>
              <a:buAutoNum type="arabicPeriod"/>
              <a:defRPr/>
            </a:pPr>
            <a:r>
              <a:rPr lang="en-US" dirty="0"/>
              <a:t>Add Round Key  </a:t>
            </a:r>
          </a:p>
          <a:p>
            <a:pPr>
              <a:buFont typeface="Wingdings 3" panose="05040102010807070707" pitchFamily="18" charset="2"/>
              <a:buChar char=""/>
              <a:defRPr/>
            </a:pPr>
            <a:endParaRPr lang="en-IN"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EFD2BFCE-B318-B68A-DF83-E34DF0973FCB}"/>
              </a:ext>
            </a:extLst>
          </p:cNvPr>
          <p:cNvSpPr/>
          <p:nvPr/>
        </p:nvSpPr>
        <p:spPr>
          <a:xfrm>
            <a:off x="1371600" y="0"/>
            <a:ext cx="1524000" cy="685800"/>
          </a:xfrm>
          <a:prstGeom prst="rect">
            <a:avLst/>
          </a:prstGeom>
          <a:solidFill>
            <a:schemeClr val="accent6">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b="1" dirty="0"/>
              <a:t>M</a:t>
            </a:r>
          </a:p>
          <a:p>
            <a:pPr algn="ctr">
              <a:defRPr/>
            </a:pPr>
            <a:r>
              <a:rPr lang="en-US" b="1" dirty="0"/>
              <a:t>(</a:t>
            </a:r>
            <a:r>
              <a:rPr lang="en-US" b="1"/>
              <a:t>128 Bits</a:t>
            </a:r>
            <a:r>
              <a:rPr lang="en-US" b="1" dirty="0"/>
              <a:t>)</a:t>
            </a:r>
            <a:endParaRPr lang="en-IN" b="1" dirty="0"/>
          </a:p>
        </p:txBody>
      </p:sp>
      <p:sp>
        <p:nvSpPr>
          <p:cNvPr id="5" name="Rectangle 4">
            <a:extLst>
              <a:ext uri="{FF2B5EF4-FFF2-40B4-BE49-F238E27FC236}">
                <a16:creationId xmlns:a16="http://schemas.microsoft.com/office/drawing/2014/main" id="{8D6750BB-224B-F804-C5AC-2878C6B58337}"/>
              </a:ext>
            </a:extLst>
          </p:cNvPr>
          <p:cNvSpPr/>
          <p:nvPr/>
        </p:nvSpPr>
        <p:spPr>
          <a:xfrm>
            <a:off x="3505200" y="31750"/>
            <a:ext cx="1524000" cy="685800"/>
          </a:xfrm>
          <a:prstGeom prst="rect">
            <a:avLst/>
          </a:prstGeom>
          <a:solidFill>
            <a:schemeClr val="accent6">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b="1" dirty="0"/>
              <a:t>M1</a:t>
            </a:r>
          </a:p>
          <a:p>
            <a:pPr algn="ctr">
              <a:defRPr/>
            </a:pPr>
            <a:r>
              <a:rPr lang="en-US" b="1" dirty="0"/>
              <a:t>(</a:t>
            </a:r>
            <a:r>
              <a:rPr lang="en-US" b="1"/>
              <a:t>128 Bits</a:t>
            </a:r>
            <a:r>
              <a:rPr lang="en-US" b="1" dirty="0"/>
              <a:t>)</a:t>
            </a:r>
            <a:endParaRPr lang="en-IN" b="1" dirty="0"/>
          </a:p>
        </p:txBody>
      </p:sp>
      <p:sp>
        <p:nvSpPr>
          <p:cNvPr id="6" name="Rectangle 5">
            <a:extLst>
              <a:ext uri="{FF2B5EF4-FFF2-40B4-BE49-F238E27FC236}">
                <a16:creationId xmlns:a16="http://schemas.microsoft.com/office/drawing/2014/main" id="{4672C6D0-E67F-7DAC-8213-80B4DF19042D}"/>
              </a:ext>
            </a:extLst>
          </p:cNvPr>
          <p:cNvSpPr/>
          <p:nvPr/>
        </p:nvSpPr>
        <p:spPr>
          <a:xfrm>
            <a:off x="5373688" y="31750"/>
            <a:ext cx="1524000" cy="685800"/>
          </a:xfrm>
          <a:prstGeom prst="rect">
            <a:avLst/>
          </a:prstGeom>
          <a:solidFill>
            <a:schemeClr val="accent6">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b="1" dirty="0"/>
              <a:t>M2</a:t>
            </a:r>
          </a:p>
          <a:p>
            <a:pPr algn="ctr">
              <a:defRPr/>
            </a:pPr>
            <a:r>
              <a:rPr lang="en-US" b="1" dirty="0"/>
              <a:t>(</a:t>
            </a:r>
            <a:r>
              <a:rPr lang="en-US" b="1"/>
              <a:t>128 Bits</a:t>
            </a:r>
            <a:r>
              <a:rPr lang="en-US" b="1" dirty="0"/>
              <a:t>)</a:t>
            </a:r>
            <a:endParaRPr lang="en-IN" b="1" dirty="0"/>
          </a:p>
        </p:txBody>
      </p:sp>
      <p:sp>
        <p:nvSpPr>
          <p:cNvPr id="7" name="Rectangle 6">
            <a:extLst>
              <a:ext uri="{FF2B5EF4-FFF2-40B4-BE49-F238E27FC236}">
                <a16:creationId xmlns:a16="http://schemas.microsoft.com/office/drawing/2014/main" id="{1B908A70-02D2-8441-2E4C-219537FB3659}"/>
              </a:ext>
            </a:extLst>
          </p:cNvPr>
          <p:cNvSpPr/>
          <p:nvPr/>
        </p:nvSpPr>
        <p:spPr>
          <a:xfrm>
            <a:off x="914400" y="2057400"/>
            <a:ext cx="2514600" cy="533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b="1" dirty="0"/>
              <a:t>Round 1</a:t>
            </a:r>
            <a:endParaRPr lang="en-IN" b="1" dirty="0"/>
          </a:p>
        </p:txBody>
      </p:sp>
      <p:sp>
        <p:nvSpPr>
          <p:cNvPr id="8" name="Rectangle 7">
            <a:extLst>
              <a:ext uri="{FF2B5EF4-FFF2-40B4-BE49-F238E27FC236}">
                <a16:creationId xmlns:a16="http://schemas.microsoft.com/office/drawing/2014/main" id="{6F777ED3-5A94-3B74-3FCB-FBB1A028C19C}"/>
              </a:ext>
            </a:extLst>
          </p:cNvPr>
          <p:cNvSpPr/>
          <p:nvPr/>
        </p:nvSpPr>
        <p:spPr>
          <a:xfrm>
            <a:off x="990600" y="3048000"/>
            <a:ext cx="2462213" cy="2057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lstStyle/>
          <a:p>
            <a:pPr algn="ctr">
              <a:defRPr/>
            </a:pPr>
            <a:r>
              <a:rPr lang="en-US" b="1" dirty="0"/>
              <a:t>Round 2</a:t>
            </a:r>
            <a:endParaRPr lang="en-IN" b="1" dirty="0"/>
          </a:p>
        </p:txBody>
      </p:sp>
      <p:sp>
        <p:nvSpPr>
          <p:cNvPr id="10" name="Rectangle 9">
            <a:extLst>
              <a:ext uri="{FF2B5EF4-FFF2-40B4-BE49-F238E27FC236}">
                <a16:creationId xmlns:a16="http://schemas.microsoft.com/office/drawing/2014/main" id="{A562FC54-1B01-ED74-F2FF-865C19FE4E89}"/>
              </a:ext>
            </a:extLst>
          </p:cNvPr>
          <p:cNvSpPr/>
          <p:nvPr/>
        </p:nvSpPr>
        <p:spPr>
          <a:xfrm>
            <a:off x="990600" y="5486400"/>
            <a:ext cx="2514600" cy="533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b="1" dirty="0"/>
              <a:t>Round 10</a:t>
            </a:r>
            <a:endParaRPr lang="en-IN" b="1" dirty="0"/>
          </a:p>
        </p:txBody>
      </p:sp>
      <p:sp>
        <p:nvSpPr>
          <p:cNvPr id="11" name="Rectangle 10">
            <a:extLst>
              <a:ext uri="{FF2B5EF4-FFF2-40B4-BE49-F238E27FC236}">
                <a16:creationId xmlns:a16="http://schemas.microsoft.com/office/drawing/2014/main" id="{74C903A6-2CCF-3413-0C6E-AA7BE54DDF2F}"/>
              </a:ext>
            </a:extLst>
          </p:cNvPr>
          <p:cNvSpPr/>
          <p:nvPr/>
        </p:nvSpPr>
        <p:spPr>
          <a:xfrm>
            <a:off x="4114800" y="849313"/>
            <a:ext cx="4419600" cy="304800"/>
          </a:xfrm>
          <a:prstGeom prst="rect">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b="1" dirty="0"/>
              <a:t>KEY – </a:t>
            </a:r>
            <a:r>
              <a:rPr lang="en-US" b="1"/>
              <a:t>128 Bits</a:t>
            </a:r>
            <a:endParaRPr lang="en-IN" b="1" dirty="0"/>
          </a:p>
        </p:txBody>
      </p:sp>
      <p:sp>
        <p:nvSpPr>
          <p:cNvPr id="16" name="Rectangle 15">
            <a:extLst>
              <a:ext uri="{FF2B5EF4-FFF2-40B4-BE49-F238E27FC236}">
                <a16:creationId xmlns:a16="http://schemas.microsoft.com/office/drawing/2014/main" id="{61BC32F8-2D34-2664-9227-3D41BC3C6179}"/>
              </a:ext>
            </a:extLst>
          </p:cNvPr>
          <p:cNvSpPr/>
          <p:nvPr/>
        </p:nvSpPr>
        <p:spPr>
          <a:xfrm>
            <a:off x="4114800" y="1446213"/>
            <a:ext cx="4419600" cy="381000"/>
          </a:xfrm>
          <a:prstGeom prst="rect">
            <a:avLst/>
          </a:prstGeom>
          <a:solidFill>
            <a:schemeClr val="accent3">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b="1"/>
              <a:t>Sub </a:t>
            </a:r>
            <a:r>
              <a:rPr lang="en-US" b="1" dirty="0"/>
              <a:t>Key  W0 W1 W2 W3</a:t>
            </a:r>
            <a:endParaRPr lang="en-IN" b="1" dirty="0"/>
          </a:p>
        </p:txBody>
      </p:sp>
      <p:sp>
        <p:nvSpPr>
          <p:cNvPr id="17" name="Rectangle 16">
            <a:extLst>
              <a:ext uri="{FF2B5EF4-FFF2-40B4-BE49-F238E27FC236}">
                <a16:creationId xmlns:a16="http://schemas.microsoft.com/office/drawing/2014/main" id="{E759DEC3-718D-C5AF-1E82-EA07D9611665}"/>
              </a:ext>
            </a:extLst>
          </p:cNvPr>
          <p:cNvSpPr/>
          <p:nvPr/>
        </p:nvSpPr>
        <p:spPr>
          <a:xfrm>
            <a:off x="4025900" y="2057400"/>
            <a:ext cx="4419600" cy="381000"/>
          </a:xfrm>
          <a:prstGeom prst="rect">
            <a:avLst/>
          </a:prstGeom>
          <a:solidFill>
            <a:schemeClr val="accent3">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b="1"/>
              <a:t>Sub </a:t>
            </a:r>
            <a:r>
              <a:rPr lang="en-US" b="1" dirty="0"/>
              <a:t>Key W4 W5 W6 W7</a:t>
            </a:r>
            <a:endParaRPr lang="en-IN" b="1" dirty="0"/>
          </a:p>
        </p:txBody>
      </p:sp>
      <p:sp>
        <p:nvSpPr>
          <p:cNvPr id="18" name="Rectangle 17">
            <a:extLst>
              <a:ext uri="{FF2B5EF4-FFF2-40B4-BE49-F238E27FC236}">
                <a16:creationId xmlns:a16="http://schemas.microsoft.com/office/drawing/2014/main" id="{8703CFA4-9B34-B189-83C2-BB3550AC83BA}"/>
              </a:ext>
            </a:extLst>
          </p:cNvPr>
          <p:cNvSpPr/>
          <p:nvPr/>
        </p:nvSpPr>
        <p:spPr>
          <a:xfrm>
            <a:off x="4114800" y="4648200"/>
            <a:ext cx="4419600" cy="381000"/>
          </a:xfrm>
          <a:prstGeom prst="rect">
            <a:avLst/>
          </a:prstGeom>
          <a:solidFill>
            <a:schemeClr val="accent3">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b="1"/>
              <a:t>Sub </a:t>
            </a:r>
            <a:r>
              <a:rPr lang="en-US" b="1" dirty="0"/>
              <a:t>Key  W8 W9 W10 W11</a:t>
            </a:r>
            <a:endParaRPr lang="en-IN" b="1" dirty="0"/>
          </a:p>
        </p:txBody>
      </p:sp>
      <p:sp>
        <p:nvSpPr>
          <p:cNvPr id="20" name="Rectangle 19">
            <a:extLst>
              <a:ext uri="{FF2B5EF4-FFF2-40B4-BE49-F238E27FC236}">
                <a16:creationId xmlns:a16="http://schemas.microsoft.com/office/drawing/2014/main" id="{D06BAF15-61A4-E95C-54E9-928C069D5DEC}"/>
              </a:ext>
            </a:extLst>
          </p:cNvPr>
          <p:cNvSpPr/>
          <p:nvPr/>
        </p:nvSpPr>
        <p:spPr>
          <a:xfrm>
            <a:off x="4095750" y="5486400"/>
            <a:ext cx="4419600" cy="381000"/>
          </a:xfrm>
          <a:prstGeom prst="rect">
            <a:avLst/>
          </a:prstGeom>
          <a:solidFill>
            <a:schemeClr val="accent3">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b="1"/>
              <a:t>Sub </a:t>
            </a:r>
            <a:r>
              <a:rPr lang="en-US" b="1" dirty="0"/>
              <a:t>Key  W40 W41 W42 W43</a:t>
            </a:r>
            <a:endParaRPr lang="en-IN" b="1" dirty="0"/>
          </a:p>
        </p:txBody>
      </p:sp>
      <p:sp>
        <p:nvSpPr>
          <p:cNvPr id="21" name="Flowchart: Or 20">
            <a:extLst>
              <a:ext uri="{FF2B5EF4-FFF2-40B4-BE49-F238E27FC236}">
                <a16:creationId xmlns:a16="http://schemas.microsoft.com/office/drawing/2014/main" id="{59E60340-E860-387A-2BEB-069AAE5A3CF5}"/>
              </a:ext>
            </a:extLst>
          </p:cNvPr>
          <p:cNvSpPr/>
          <p:nvPr/>
        </p:nvSpPr>
        <p:spPr>
          <a:xfrm>
            <a:off x="1752600" y="1166813"/>
            <a:ext cx="762000" cy="673100"/>
          </a:xfrm>
          <a:prstGeom prst="flowChartOr">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IN"/>
          </a:p>
        </p:txBody>
      </p:sp>
      <p:cxnSp>
        <p:nvCxnSpPr>
          <p:cNvPr id="23" name="Straight Arrow Connector 22">
            <a:extLst>
              <a:ext uri="{FF2B5EF4-FFF2-40B4-BE49-F238E27FC236}">
                <a16:creationId xmlns:a16="http://schemas.microsoft.com/office/drawing/2014/main" id="{1371B686-08EE-D0D3-A79E-BF4E6F10E1F7}"/>
              </a:ext>
            </a:extLst>
          </p:cNvPr>
          <p:cNvCxnSpPr>
            <a:stCxn id="4" idx="2"/>
            <a:endCxn id="21" idx="0"/>
          </p:cNvCxnSpPr>
          <p:nvPr/>
        </p:nvCxnSpPr>
        <p:spPr>
          <a:xfrm>
            <a:off x="2133600" y="685800"/>
            <a:ext cx="0" cy="481013"/>
          </a:xfrm>
          <a:prstGeom prst="straightConnector1">
            <a:avLst/>
          </a:prstGeom>
          <a:ln w="44450">
            <a:tailEnd type="arrow"/>
          </a:ln>
        </p:spPr>
        <p:style>
          <a:lnRef idx="1">
            <a:schemeClr val="accent1"/>
          </a:lnRef>
          <a:fillRef idx="0">
            <a:schemeClr val="accent1"/>
          </a:fillRef>
          <a:effectRef idx="0">
            <a:schemeClr val="accent1"/>
          </a:effectRef>
          <a:fontRef idx="minor">
            <a:schemeClr val="tx1"/>
          </a:fontRef>
        </p:style>
      </p:cxnSp>
      <p:cxnSp>
        <p:nvCxnSpPr>
          <p:cNvPr id="25" name="Straight Arrow Connector 24">
            <a:extLst>
              <a:ext uri="{FF2B5EF4-FFF2-40B4-BE49-F238E27FC236}">
                <a16:creationId xmlns:a16="http://schemas.microsoft.com/office/drawing/2014/main" id="{76306769-315F-1264-E024-E90BF72634DD}"/>
              </a:ext>
            </a:extLst>
          </p:cNvPr>
          <p:cNvCxnSpPr>
            <a:stCxn id="21" idx="4"/>
          </p:cNvCxnSpPr>
          <p:nvPr/>
        </p:nvCxnSpPr>
        <p:spPr>
          <a:xfrm>
            <a:off x="2133600" y="1839913"/>
            <a:ext cx="0" cy="222250"/>
          </a:xfrm>
          <a:prstGeom prst="straightConnector1">
            <a:avLst/>
          </a:prstGeom>
          <a:ln w="44450">
            <a:tailEnd type="arrow"/>
          </a:ln>
        </p:spPr>
        <p:style>
          <a:lnRef idx="1">
            <a:schemeClr val="accent1"/>
          </a:lnRef>
          <a:fillRef idx="0">
            <a:schemeClr val="accent1"/>
          </a:fillRef>
          <a:effectRef idx="0">
            <a:schemeClr val="accent1"/>
          </a:effectRef>
          <a:fontRef idx="minor">
            <a:schemeClr val="tx1"/>
          </a:fontRef>
        </p:style>
      </p:cxnSp>
      <p:cxnSp>
        <p:nvCxnSpPr>
          <p:cNvPr id="27" name="Straight Arrow Connector 26">
            <a:extLst>
              <a:ext uri="{FF2B5EF4-FFF2-40B4-BE49-F238E27FC236}">
                <a16:creationId xmlns:a16="http://schemas.microsoft.com/office/drawing/2014/main" id="{D23B40D6-C5E8-3C83-7DF8-A55050DD9A8E}"/>
              </a:ext>
            </a:extLst>
          </p:cNvPr>
          <p:cNvCxnSpPr>
            <a:stCxn id="16" idx="1"/>
          </p:cNvCxnSpPr>
          <p:nvPr/>
        </p:nvCxnSpPr>
        <p:spPr>
          <a:xfrm flipH="1">
            <a:off x="2514600" y="1636713"/>
            <a:ext cx="1600200" cy="0"/>
          </a:xfrm>
          <a:prstGeom prst="straightConnector1">
            <a:avLst/>
          </a:prstGeom>
          <a:ln w="44450">
            <a:tailEnd type="arrow"/>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12728C6B-CCF8-E1D0-BB45-FCE46F9C0566}"/>
              </a:ext>
            </a:extLst>
          </p:cNvPr>
          <p:cNvCxnSpPr/>
          <p:nvPr/>
        </p:nvCxnSpPr>
        <p:spPr>
          <a:xfrm>
            <a:off x="2065338" y="5029200"/>
            <a:ext cx="0" cy="457200"/>
          </a:xfrm>
          <a:prstGeom prst="line">
            <a:avLst/>
          </a:prstGeom>
          <a:ln w="44450" cmpd="sng">
            <a:prstDash val="dash"/>
          </a:ln>
        </p:spPr>
        <p:style>
          <a:lnRef idx="1">
            <a:schemeClr val="accent1"/>
          </a:lnRef>
          <a:fillRef idx="0">
            <a:schemeClr val="accent1"/>
          </a:fillRef>
          <a:effectRef idx="0">
            <a:schemeClr val="accent1"/>
          </a:effectRef>
          <a:fontRef idx="minor">
            <a:schemeClr val="tx1"/>
          </a:fontRef>
        </p:style>
      </p:cxnSp>
      <p:cxnSp>
        <p:nvCxnSpPr>
          <p:cNvPr id="32" name="Straight Arrow Connector 31">
            <a:extLst>
              <a:ext uri="{FF2B5EF4-FFF2-40B4-BE49-F238E27FC236}">
                <a16:creationId xmlns:a16="http://schemas.microsoft.com/office/drawing/2014/main" id="{7E36BE56-F6D3-AF60-334F-EB97D3F1A5D6}"/>
              </a:ext>
            </a:extLst>
          </p:cNvPr>
          <p:cNvCxnSpPr>
            <a:stCxn id="17" idx="1"/>
          </p:cNvCxnSpPr>
          <p:nvPr/>
        </p:nvCxnSpPr>
        <p:spPr>
          <a:xfrm flipH="1">
            <a:off x="3429000" y="2247900"/>
            <a:ext cx="596900" cy="0"/>
          </a:xfrm>
          <a:prstGeom prst="straightConnector1">
            <a:avLst/>
          </a:prstGeom>
          <a:ln w="44450">
            <a:tailEnd type="arrow"/>
          </a:ln>
        </p:spPr>
        <p:style>
          <a:lnRef idx="1">
            <a:schemeClr val="accent1"/>
          </a:lnRef>
          <a:fillRef idx="0">
            <a:schemeClr val="accent1"/>
          </a:fillRef>
          <a:effectRef idx="0">
            <a:schemeClr val="accent1"/>
          </a:effectRef>
          <a:fontRef idx="minor">
            <a:schemeClr val="tx1"/>
          </a:fontRef>
        </p:style>
      </p:cxnSp>
      <p:cxnSp>
        <p:nvCxnSpPr>
          <p:cNvPr id="34" name="Straight Arrow Connector 33">
            <a:extLst>
              <a:ext uri="{FF2B5EF4-FFF2-40B4-BE49-F238E27FC236}">
                <a16:creationId xmlns:a16="http://schemas.microsoft.com/office/drawing/2014/main" id="{8DC94FBC-6D6C-A9CE-C889-159446DB61EF}"/>
              </a:ext>
            </a:extLst>
          </p:cNvPr>
          <p:cNvCxnSpPr>
            <a:endCxn id="37" idx="3"/>
          </p:cNvCxnSpPr>
          <p:nvPr/>
        </p:nvCxnSpPr>
        <p:spPr>
          <a:xfrm flipH="1">
            <a:off x="3124200" y="4791075"/>
            <a:ext cx="971550" cy="7938"/>
          </a:xfrm>
          <a:prstGeom prst="straightConnector1">
            <a:avLst/>
          </a:prstGeom>
          <a:ln w="444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38" name="Straight Arrow Connector 37">
            <a:extLst>
              <a:ext uri="{FF2B5EF4-FFF2-40B4-BE49-F238E27FC236}">
                <a16:creationId xmlns:a16="http://schemas.microsoft.com/office/drawing/2014/main" id="{F7982292-1F9C-0F8E-D872-2F488250C5E7}"/>
              </a:ext>
            </a:extLst>
          </p:cNvPr>
          <p:cNvCxnSpPr>
            <a:stCxn id="20" idx="1"/>
          </p:cNvCxnSpPr>
          <p:nvPr/>
        </p:nvCxnSpPr>
        <p:spPr>
          <a:xfrm flipH="1">
            <a:off x="3452813" y="5676900"/>
            <a:ext cx="642937" cy="19050"/>
          </a:xfrm>
          <a:prstGeom prst="straightConnector1">
            <a:avLst/>
          </a:prstGeom>
          <a:ln w="44450">
            <a:tailEnd type="arrow"/>
          </a:ln>
        </p:spPr>
        <p:style>
          <a:lnRef idx="1">
            <a:schemeClr val="accent1"/>
          </a:lnRef>
          <a:fillRef idx="0">
            <a:schemeClr val="accent1"/>
          </a:fillRef>
          <a:effectRef idx="0">
            <a:schemeClr val="accent1"/>
          </a:effectRef>
          <a:fontRef idx="minor">
            <a:schemeClr val="tx1"/>
          </a:fontRef>
        </p:style>
      </p:cxnSp>
      <p:cxnSp>
        <p:nvCxnSpPr>
          <p:cNvPr id="39" name="Straight Arrow Connector 38">
            <a:extLst>
              <a:ext uri="{FF2B5EF4-FFF2-40B4-BE49-F238E27FC236}">
                <a16:creationId xmlns:a16="http://schemas.microsoft.com/office/drawing/2014/main" id="{EBEE8DD6-3997-9CB1-CB73-D2B5D116E9E4}"/>
              </a:ext>
            </a:extLst>
          </p:cNvPr>
          <p:cNvCxnSpPr/>
          <p:nvPr/>
        </p:nvCxnSpPr>
        <p:spPr>
          <a:xfrm>
            <a:off x="2133600" y="2667000"/>
            <a:ext cx="0" cy="368300"/>
          </a:xfrm>
          <a:prstGeom prst="straightConnector1">
            <a:avLst/>
          </a:prstGeom>
          <a:ln w="44450">
            <a:tailEnd type="arrow"/>
          </a:ln>
        </p:spPr>
        <p:style>
          <a:lnRef idx="1">
            <a:schemeClr val="accent1"/>
          </a:lnRef>
          <a:fillRef idx="0">
            <a:schemeClr val="accent1"/>
          </a:fillRef>
          <a:effectRef idx="0">
            <a:schemeClr val="accent1"/>
          </a:effectRef>
          <a:fontRef idx="minor">
            <a:schemeClr val="tx1"/>
          </a:fontRef>
        </p:style>
      </p:cxnSp>
      <p:sp>
        <p:nvSpPr>
          <p:cNvPr id="48" name="Rectangle 47">
            <a:extLst>
              <a:ext uri="{FF2B5EF4-FFF2-40B4-BE49-F238E27FC236}">
                <a16:creationId xmlns:a16="http://schemas.microsoft.com/office/drawing/2014/main" id="{A2CACC81-184D-75CE-C676-2CBF46EA16F6}"/>
              </a:ext>
            </a:extLst>
          </p:cNvPr>
          <p:cNvSpPr/>
          <p:nvPr/>
        </p:nvSpPr>
        <p:spPr>
          <a:xfrm>
            <a:off x="990600" y="6227763"/>
            <a:ext cx="2514600" cy="533400"/>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b="1" dirty="0"/>
              <a:t>CIPHER TEXT </a:t>
            </a:r>
            <a:endParaRPr lang="en-IN" b="1" dirty="0"/>
          </a:p>
        </p:txBody>
      </p:sp>
      <p:cxnSp>
        <p:nvCxnSpPr>
          <p:cNvPr id="49" name="Straight Arrow Connector 48">
            <a:extLst>
              <a:ext uri="{FF2B5EF4-FFF2-40B4-BE49-F238E27FC236}">
                <a16:creationId xmlns:a16="http://schemas.microsoft.com/office/drawing/2014/main" id="{DDA6288F-5983-F921-E6CE-5DEF273FCB0E}"/>
              </a:ext>
            </a:extLst>
          </p:cNvPr>
          <p:cNvCxnSpPr/>
          <p:nvPr/>
        </p:nvCxnSpPr>
        <p:spPr>
          <a:xfrm>
            <a:off x="2089150" y="5789613"/>
            <a:ext cx="0" cy="457200"/>
          </a:xfrm>
          <a:prstGeom prst="straightConnector1">
            <a:avLst/>
          </a:prstGeom>
          <a:ln w="44450">
            <a:tailEnd type="arrow"/>
          </a:ln>
        </p:spPr>
        <p:style>
          <a:lnRef idx="1">
            <a:schemeClr val="accent1"/>
          </a:lnRef>
          <a:fillRef idx="0">
            <a:schemeClr val="accent1"/>
          </a:fillRef>
          <a:effectRef idx="0">
            <a:schemeClr val="accent1"/>
          </a:effectRef>
          <a:fontRef idx="minor">
            <a:schemeClr val="tx1"/>
          </a:fontRef>
        </p:style>
      </p:cxnSp>
      <p:cxnSp>
        <p:nvCxnSpPr>
          <p:cNvPr id="50" name="Straight Connector 49">
            <a:extLst>
              <a:ext uri="{FF2B5EF4-FFF2-40B4-BE49-F238E27FC236}">
                <a16:creationId xmlns:a16="http://schemas.microsoft.com/office/drawing/2014/main" id="{CE125750-2DB6-441B-CA5F-7B70D6B413AD}"/>
              </a:ext>
            </a:extLst>
          </p:cNvPr>
          <p:cNvCxnSpPr/>
          <p:nvPr/>
        </p:nvCxnSpPr>
        <p:spPr>
          <a:xfrm>
            <a:off x="6296025" y="5029200"/>
            <a:ext cx="0" cy="457200"/>
          </a:xfrm>
          <a:prstGeom prst="line">
            <a:avLst/>
          </a:prstGeom>
          <a:ln w="44450" cmpd="sng">
            <a:prstDash val="dash"/>
          </a:ln>
        </p:spPr>
        <p:style>
          <a:lnRef idx="1">
            <a:schemeClr val="accent1"/>
          </a:lnRef>
          <a:fillRef idx="0">
            <a:schemeClr val="accent1"/>
          </a:fillRef>
          <a:effectRef idx="0">
            <a:schemeClr val="accent1"/>
          </a:effectRef>
          <a:fontRef idx="minor">
            <a:schemeClr val="tx1"/>
          </a:fontRef>
        </p:style>
      </p:cxnSp>
      <p:sp>
        <p:nvSpPr>
          <p:cNvPr id="45081" name="TextBox 50">
            <a:extLst>
              <a:ext uri="{FF2B5EF4-FFF2-40B4-BE49-F238E27FC236}">
                <a16:creationId xmlns:a16="http://schemas.microsoft.com/office/drawing/2014/main" id="{DE759884-7BFD-5F19-C9A1-7210B593B0D5}"/>
              </a:ext>
            </a:extLst>
          </p:cNvPr>
          <p:cNvSpPr txBox="1">
            <a:spLocks noChangeArrowheads="1"/>
          </p:cNvSpPr>
          <p:nvPr/>
        </p:nvSpPr>
        <p:spPr bwMode="auto">
          <a:xfrm>
            <a:off x="4102100" y="5924550"/>
            <a:ext cx="3886200"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ctr"/>
            <a:r>
              <a:rPr lang="en-US" altLang="en-US" sz="3600" b="1"/>
              <a:t>AES ENCRYPTION </a:t>
            </a:r>
            <a:endParaRPr lang="en-IN" altLang="en-US" sz="3600" b="1"/>
          </a:p>
        </p:txBody>
      </p:sp>
      <p:sp>
        <p:nvSpPr>
          <p:cNvPr id="45082" name="TextBox 1">
            <a:extLst>
              <a:ext uri="{FF2B5EF4-FFF2-40B4-BE49-F238E27FC236}">
                <a16:creationId xmlns:a16="http://schemas.microsoft.com/office/drawing/2014/main" id="{E88DC01E-4105-C90E-D587-39BF21712141}"/>
              </a:ext>
            </a:extLst>
          </p:cNvPr>
          <p:cNvSpPr txBox="1">
            <a:spLocks noChangeArrowheads="1"/>
          </p:cNvSpPr>
          <p:nvPr/>
        </p:nvSpPr>
        <p:spPr bwMode="auto">
          <a:xfrm>
            <a:off x="260350" y="1047750"/>
            <a:ext cx="1066800" cy="923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r>
              <a:rPr lang="en-US" altLang="en-US" b="1"/>
              <a:t>ADD ROUND</a:t>
            </a:r>
          </a:p>
          <a:p>
            <a:r>
              <a:rPr lang="en-US" altLang="en-US" b="1"/>
              <a:t>KEY  </a:t>
            </a:r>
            <a:endParaRPr lang="en-IN" altLang="en-US" b="1"/>
          </a:p>
        </p:txBody>
      </p:sp>
      <p:sp>
        <p:nvSpPr>
          <p:cNvPr id="3" name="Rectangle 2">
            <a:extLst>
              <a:ext uri="{FF2B5EF4-FFF2-40B4-BE49-F238E27FC236}">
                <a16:creationId xmlns:a16="http://schemas.microsoft.com/office/drawing/2014/main" id="{B3F36BEE-011D-3D8E-412B-2521B1EFD8AE}"/>
              </a:ext>
            </a:extLst>
          </p:cNvPr>
          <p:cNvSpPr/>
          <p:nvPr/>
        </p:nvSpPr>
        <p:spPr>
          <a:xfrm>
            <a:off x="1265238" y="3384550"/>
            <a:ext cx="1858962" cy="342900"/>
          </a:xfrm>
          <a:prstGeom prst="rect">
            <a:avLst/>
          </a:prstGeom>
          <a:solidFill>
            <a:schemeClr val="accent6">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b="1"/>
              <a:t>Byte Substitution</a:t>
            </a:r>
            <a:endParaRPr lang="en-IN" b="1" dirty="0"/>
          </a:p>
        </p:txBody>
      </p:sp>
      <p:sp>
        <p:nvSpPr>
          <p:cNvPr id="33" name="Rectangle 32">
            <a:extLst>
              <a:ext uri="{FF2B5EF4-FFF2-40B4-BE49-F238E27FC236}">
                <a16:creationId xmlns:a16="http://schemas.microsoft.com/office/drawing/2014/main" id="{D87BAF61-9158-D134-CFCF-848FF7BE2C69}"/>
              </a:ext>
            </a:extLst>
          </p:cNvPr>
          <p:cNvSpPr/>
          <p:nvPr/>
        </p:nvSpPr>
        <p:spPr>
          <a:xfrm>
            <a:off x="1265238" y="3787775"/>
            <a:ext cx="1858962" cy="342900"/>
          </a:xfrm>
          <a:prstGeom prst="rect">
            <a:avLst/>
          </a:prstGeom>
          <a:solidFill>
            <a:schemeClr val="accent6">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b="1" dirty="0"/>
              <a:t>Shift Rows</a:t>
            </a:r>
            <a:endParaRPr lang="en-IN" b="1" dirty="0"/>
          </a:p>
        </p:txBody>
      </p:sp>
      <p:sp>
        <p:nvSpPr>
          <p:cNvPr id="35" name="Rectangle 34">
            <a:extLst>
              <a:ext uri="{FF2B5EF4-FFF2-40B4-BE49-F238E27FC236}">
                <a16:creationId xmlns:a16="http://schemas.microsoft.com/office/drawing/2014/main" id="{52A15FC0-6921-EB7F-A075-E3481D6B0F56}"/>
              </a:ext>
            </a:extLst>
          </p:cNvPr>
          <p:cNvSpPr/>
          <p:nvPr/>
        </p:nvSpPr>
        <p:spPr>
          <a:xfrm>
            <a:off x="1265238" y="4217988"/>
            <a:ext cx="1858962" cy="342900"/>
          </a:xfrm>
          <a:prstGeom prst="rect">
            <a:avLst/>
          </a:prstGeom>
          <a:solidFill>
            <a:schemeClr val="accent6">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b="1" dirty="0"/>
              <a:t>Mix Columns</a:t>
            </a:r>
            <a:endParaRPr lang="en-IN" b="1" dirty="0"/>
          </a:p>
        </p:txBody>
      </p:sp>
      <p:sp>
        <p:nvSpPr>
          <p:cNvPr id="37" name="Rectangle 36">
            <a:extLst>
              <a:ext uri="{FF2B5EF4-FFF2-40B4-BE49-F238E27FC236}">
                <a16:creationId xmlns:a16="http://schemas.microsoft.com/office/drawing/2014/main" id="{D2CAE3FB-11C8-23D2-7AD9-07173D5F46E9}"/>
              </a:ext>
            </a:extLst>
          </p:cNvPr>
          <p:cNvSpPr/>
          <p:nvPr/>
        </p:nvSpPr>
        <p:spPr>
          <a:xfrm>
            <a:off x="1265238" y="4627563"/>
            <a:ext cx="1858962" cy="342900"/>
          </a:xfrm>
          <a:prstGeom prst="rect">
            <a:avLst/>
          </a:prstGeom>
          <a:solidFill>
            <a:schemeClr val="accent6">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b="1" dirty="0"/>
              <a:t>Add Round Key</a:t>
            </a:r>
            <a:endParaRPr lang="en-IN" b="1" dirty="0"/>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3"/>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5"/>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33" grpId="0" animBg="1"/>
      <p:bldP spid="35" grpId="0" animBg="1"/>
      <p:bldP spid="37" grpId="0" animBg="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Title 1">
            <a:extLst>
              <a:ext uri="{FF2B5EF4-FFF2-40B4-BE49-F238E27FC236}">
                <a16:creationId xmlns:a16="http://schemas.microsoft.com/office/drawing/2014/main" id="{65A64A42-22C8-001F-DAEE-9039A32754E1}"/>
              </a:ext>
            </a:extLst>
          </p:cNvPr>
          <p:cNvSpPr>
            <a:spLocks noGrp="1"/>
          </p:cNvSpPr>
          <p:nvPr>
            <p:ph type="title"/>
          </p:nvPr>
        </p:nvSpPr>
        <p:spPr>
          <a:xfrm>
            <a:off x="654050" y="-488950"/>
            <a:ext cx="8229600" cy="990600"/>
          </a:xfrm>
        </p:spPr>
        <p:txBody>
          <a:bodyPr/>
          <a:lstStyle/>
          <a:p>
            <a:r>
              <a:rPr lang="en-US" altLang="en-US">
                <a:ea typeface="ＭＳ Ｐゴシック" panose="020B0600070205080204" pitchFamily="34" charset="-128"/>
              </a:rPr>
              <a:t>Byte Substitution </a:t>
            </a:r>
            <a:endParaRPr lang="en-IN" altLang="en-US">
              <a:ea typeface="ＭＳ Ｐゴシック" panose="020B0600070205080204" pitchFamily="34" charset="-128"/>
            </a:endParaRPr>
          </a:p>
        </p:txBody>
      </p:sp>
      <p:sp>
        <p:nvSpPr>
          <p:cNvPr id="4" name="Content Placeholder 3">
            <a:extLst>
              <a:ext uri="{FF2B5EF4-FFF2-40B4-BE49-F238E27FC236}">
                <a16:creationId xmlns:a16="http://schemas.microsoft.com/office/drawing/2014/main" id="{F80C4F76-083B-26C4-92BA-60409D193D08}"/>
              </a:ext>
            </a:extLst>
          </p:cNvPr>
          <p:cNvSpPr>
            <a:spLocks noGrp="1" noRot="1" noChangeAspect="1" noMove="1" noResize="1" noEditPoints="1" noAdjustHandles="1" noChangeArrowheads="1" noChangeShapeType="1" noTextEdit="1"/>
          </p:cNvSpPr>
          <p:nvPr>
            <p:ph idx="1"/>
          </p:nvPr>
        </p:nvSpPr>
        <p:spPr>
          <a:xfrm>
            <a:off x="0" y="2196248"/>
            <a:ext cx="3182538" cy="1566391"/>
          </a:xfrm>
          <a:blipFill rotWithShape="0">
            <a:blip r:embed="rId2"/>
            <a:stretch>
              <a:fillRect/>
            </a:stretch>
          </a:blipFill>
        </p:spPr>
        <p:txBody>
          <a:bodyPr/>
          <a:lstStyle/>
          <a:p>
            <a:pPr>
              <a:buFont typeface="Wingdings 3" panose="05040102010807070707" pitchFamily="18" charset="2"/>
              <a:buChar char=""/>
              <a:defRPr/>
            </a:pPr>
            <a:r>
              <a:rPr lang="en-IN">
                <a:noFill/>
              </a:rPr>
              <a:t> </a:t>
            </a:r>
          </a:p>
        </p:txBody>
      </p:sp>
      <p:pic>
        <p:nvPicPr>
          <p:cNvPr id="5" name="Picture 2">
            <a:extLst>
              <a:ext uri="{FF2B5EF4-FFF2-40B4-BE49-F238E27FC236}">
                <a16:creationId xmlns:a16="http://schemas.microsoft.com/office/drawing/2014/main" id="{13B0A52F-08FA-2136-1A59-C96CD20AF18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976688" y="1941513"/>
            <a:ext cx="4906962" cy="439578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6" name="Content Placeholder 3">
            <a:extLst>
              <a:ext uri="{FF2B5EF4-FFF2-40B4-BE49-F238E27FC236}">
                <a16:creationId xmlns:a16="http://schemas.microsoft.com/office/drawing/2014/main" id="{1BD7D031-406A-EE4A-C6C3-6A71DD8C9B2A}"/>
              </a:ext>
            </a:extLst>
          </p:cNvPr>
          <p:cNvSpPr txBox="1">
            <a:spLocks noRot="1" noChangeAspect="1" noMove="1" noResize="1" noEditPoints="1" noAdjustHandles="1" noChangeArrowheads="1" noChangeShapeType="1" noTextEdit="1"/>
          </p:cNvSpPr>
          <p:nvPr/>
        </p:nvSpPr>
        <p:spPr>
          <a:xfrm>
            <a:off x="228600" y="4597882"/>
            <a:ext cx="3933321" cy="1962012"/>
          </a:xfrm>
          <a:prstGeom prst="rect">
            <a:avLst/>
          </a:prstGeom>
          <a:blipFill rotWithShape="0">
            <a:blip r:embed="rId4"/>
            <a:stretch>
              <a:fillRect/>
            </a:stretch>
          </a:blipFill>
        </p:spPr>
        <p:txBody>
          <a:bodyPr/>
          <a:lstStyle/>
          <a:p>
            <a:pPr>
              <a:defRPr/>
            </a:pPr>
            <a:r>
              <a:rPr lang="en-IN">
                <a:noFill/>
              </a:rPr>
              <a:t> </a:t>
            </a:r>
          </a:p>
        </p:txBody>
      </p:sp>
      <p:sp>
        <p:nvSpPr>
          <p:cNvPr id="7" name="TextBox 6">
            <a:extLst>
              <a:ext uri="{FF2B5EF4-FFF2-40B4-BE49-F238E27FC236}">
                <a16:creationId xmlns:a16="http://schemas.microsoft.com/office/drawing/2014/main" id="{C0A15B8A-4652-6616-1A9A-AFD99941C5A5}"/>
              </a:ext>
            </a:extLst>
          </p:cNvPr>
          <p:cNvSpPr txBox="1">
            <a:spLocks noChangeArrowheads="1"/>
          </p:cNvSpPr>
          <p:nvPr/>
        </p:nvSpPr>
        <p:spPr bwMode="auto">
          <a:xfrm>
            <a:off x="0" y="519113"/>
            <a:ext cx="8883650" cy="1476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285750" indent="-285750">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buFont typeface="Arial" panose="020B0604020202020204" pitchFamily="34" charset="0"/>
              <a:buChar char="•"/>
            </a:pPr>
            <a:r>
              <a:rPr lang="en-US" altLang="en-US" b="1" dirty="0"/>
              <a:t> substitute each entry (byte) of current state matrix by corresponding entry in AES S-Box</a:t>
            </a:r>
          </a:p>
          <a:p>
            <a:pPr>
              <a:buFont typeface="Arial" panose="020B0604020202020204" pitchFamily="34" charset="0"/>
              <a:buChar char="•"/>
            </a:pPr>
            <a:r>
              <a:rPr lang="en-US" altLang="en-US" b="1" dirty="0"/>
              <a:t> for instance: byte 6E is substituted by entry of S-Box in row 6 and column E, i.e., by 9F</a:t>
            </a:r>
          </a:p>
          <a:p>
            <a:pPr>
              <a:buFont typeface="Arial" panose="020B0604020202020204" pitchFamily="34" charset="0"/>
              <a:buChar char="•"/>
            </a:pPr>
            <a:r>
              <a:rPr lang="en-US" altLang="en-US" b="1" dirty="0"/>
              <a:t> this leads to new State Matrix</a:t>
            </a:r>
            <a:endParaRPr lang="en-IN" altLang="en-US" b="1" dirty="0"/>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5"/>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Title 1">
            <a:extLst>
              <a:ext uri="{FF2B5EF4-FFF2-40B4-BE49-F238E27FC236}">
                <a16:creationId xmlns:a16="http://schemas.microsoft.com/office/drawing/2014/main" id="{E1277BB7-5958-E349-025E-16829B92DADA}"/>
              </a:ext>
            </a:extLst>
          </p:cNvPr>
          <p:cNvSpPr>
            <a:spLocks noGrp="1"/>
          </p:cNvSpPr>
          <p:nvPr>
            <p:ph type="title"/>
          </p:nvPr>
        </p:nvSpPr>
        <p:spPr/>
        <p:txBody>
          <a:bodyPr/>
          <a:lstStyle/>
          <a:p>
            <a:r>
              <a:rPr lang="en-US" altLang="en-US">
                <a:ea typeface="ＭＳ Ｐゴシック" panose="020B0600070205080204" pitchFamily="34" charset="-128"/>
              </a:rPr>
              <a:t>Shift Rows </a:t>
            </a:r>
            <a:endParaRPr lang="en-IN" altLang="en-US">
              <a:ea typeface="ＭＳ Ｐゴシック" panose="020B0600070205080204" pitchFamily="34" charset="-128"/>
            </a:endParaRPr>
          </a:p>
        </p:txBody>
      </p:sp>
      <p:sp>
        <p:nvSpPr>
          <p:cNvPr id="3" name="Content Placeholder 2">
            <a:extLst>
              <a:ext uri="{FF2B5EF4-FFF2-40B4-BE49-F238E27FC236}">
                <a16:creationId xmlns:a16="http://schemas.microsoft.com/office/drawing/2014/main" id="{4E9FE677-44E9-F40D-8420-CD24FFD88A50}"/>
              </a:ext>
            </a:extLst>
          </p:cNvPr>
          <p:cNvSpPr>
            <a:spLocks noGrp="1"/>
          </p:cNvSpPr>
          <p:nvPr>
            <p:ph idx="1"/>
          </p:nvPr>
        </p:nvSpPr>
        <p:spPr>
          <a:xfrm>
            <a:off x="457200" y="1219200"/>
            <a:ext cx="8229600" cy="4937125"/>
          </a:xfrm>
        </p:spPr>
        <p:txBody>
          <a:bodyPr/>
          <a:lstStyle/>
          <a:p>
            <a:pPr marL="0" indent="0">
              <a:buFont typeface="Wingdings 3" panose="05040102010807070707" pitchFamily="18" charset="2"/>
              <a:buNone/>
              <a:defRPr/>
            </a:pPr>
            <a:r>
              <a:rPr lang="en-IN" dirty="0"/>
              <a:t>Shift Rows </a:t>
            </a:r>
            <a:r>
              <a:rPr lang="en-IN"/>
              <a:t>simply byte </a:t>
            </a:r>
            <a:r>
              <a:rPr lang="en-IN" dirty="0"/>
              <a:t>shifts the rows</a:t>
            </a:r>
          </a:p>
          <a:p>
            <a:pPr>
              <a:buFont typeface="Wingdings 3" panose="05040102010807070707" pitchFamily="18" charset="2"/>
              <a:buChar char=""/>
              <a:defRPr/>
            </a:pPr>
            <a:r>
              <a:rPr lang="en-IN" dirty="0"/>
              <a:t>First row: no change</a:t>
            </a:r>
          </a:p>
          <a:p>
            <a:pPr>
              <a:buFont typeface="Wingdings 3" panose="05040102010807070707" pitchFamily="18" charset="2"/>
              <a:buChar char=""/>
              <a:defRPr/>
            </a:pPr>
            <a:r>
              <a:rPr lang="en-IN" dirty="0"/>
              <a:t>Second row: </a:t>
            </a:r>
            <a:r>
              <a:rPr lang="en-IN"/>
              <a:t>one byte </a:t>
            </a:r>
            <a:r>
              <a:rPr lang="en-IN" dirty="0"/>
              <a:t>cyclical left shift</a:t>
            </a:r>
          </a:p>
          <a:p>
            <a:pPr>
              <a:buFont typeface="Wingdings 3" panose="05040102010807070707" pitchFamily="18" charset="2"/>
              <a:buChar char=""/>
              <a:defRPr/>
            </a:pPr>
            <a:r>
              <a:rPr lang="en-IN" dirty="0"/>
              <a:t>Third row: </a:t>
            </a:r>
            <a:r>
              <a:rPr lang="en-IN"/>
              <a:t>two byte </a:t>
            </a:r>
            <a:r>
              <a:rPr lang="en-IN" dirty="0"/>
              <a:t>cyclical left shift</a:t>
            </a:r>
          </a:p>
          <a:p>
            <a:pPr>
              <a:buFont typeface="Wingdings 3" panose="05040102010807070707" pitchFamily="18" charset="2"/>
              <a:buChar char=""/>
              <a:defRPr/>
            </a:pPr>
            <a:r>
              <a:rPr lang="en-IN" dirty="0"/>
              <a:t>Fourth row: </a:t>
            </a:r>
            <a:r>
              <a:rPr lang="en-IN"/>
              <a:t>three byte </a:t>
            </a:r>
            <a:r>
              <a:rPr lang="en-IN" dirty="0"/>
              <a:t>cyclical left shift</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Title 1">
            <a:extLst>
              <a:ext uri="{FF2B5EF4-FFF2-40B4-BE49-F238E27FC236}">
                <a16:creationId xmlns:a16="http://schemas.microsoft.com/office/drawing/2014/main" id="{FF265881-6E22-27C5-A269-06353FE0C228}"/>
              </a:ext>
            </a:extLst>
          </p:cNvPr>
          <p:cNvSpPr>
            <a:spLocks noGrp="1"/>
          </p:cNvSpPr>
          <p:nvPr>
            <p:ph type="title"/>
          </p:nvPr>
        </p:nvSpPr>
        <p:spPr/>
        <p:txBody>
          <a:bodyPr/>
          <a:lstStyle/>
          <a:p>
            <a:r>
              <a:rPr lang="en-US" altLang="en-US">
                <a:ea typeface="ＭＳ Ｐゴシック" panose="020B0600070205080204" pitchFamily="34" charset="-128"/>
              </a:rPr>
              <a:t>Shift Rows </a:t>
            </a:r>
            <a:endParaRPr lang="en-IN" altLang="en-US">
              <a:ea typeface="ＭＳ Ｐゴシック" panose="020B0600070205080204" pitchFamily="34" charset="-128"/>
            </a:endParaRPr>
          </a:p>
        </p:txBody>
      </p:sp>
      <p:sp>
        <p:nvSpPr>
          <p:cNvPr id="5" name="Content Placeholder 3">
            <a:extLst>
              <a:ext uri="{FF2B5EF4-FFF2-40B4-BE49-F238E27FC236}">
                <a16:creationId xmlns:a16="http://schemas.microsoft.com/office/drawing/2014/main" id="{C7A4A9C2-C35B-B4E3-0B89-E28E95146AAC}"/>
              </a:ext>
            </a:extLst>
          </p:cNvPr>
          <p:cNvSpPr txBox="1">
            <a:spLocks noRot="1" noChangeAspect="1" noMove="1" noResize="1" noEditPoints="1" noAdjustHandles="1" noChangeArrowheads="1" noChangeShapeType="1" noTextEdit="1"/>
          </p:cNvSpPr>
          <p:nvPr/>
        </p:nvSpPr>
        <p:spPr>
          <a:xfrm>
            <a:off x="457200" y="1447800"/>
            <a:ext cx="3933321" cy="1962012"/>
          </a:xfrm>
          <a:prstGeom prst="rect">
            <a:avLst/>
          </a:prstGeom>
          <a:blipFill rotWithShape="0">
            <a:blip r:embed="rId2"/>
            <a:stretch>
              <a:fillRect/>
            </a:stretch>
          </a:blipFill>
        </p:spPr>
        <p:txBody>
          <a:bodyPr/>
          <a:lstStyle/>
          <a:p>
            <a:pPr>
              <a:defRPr/>
            </a:pPr>
            <a:r>
              <a:rPr lang="en-IN">
                <a:noFill/>
              </a:rPr>
              <a:t> </a:t>
            </a:r>
          </a:p>
        </p:txBody>
      </p:sp>
      <p:sp>
        <p:nvSpPr>
          <p:cNvPr id="6" name="Content Placeholder 3">
            <a:extLst>
              <a:ext uri="{FF2B5EF4-FFF2-40B4-BE49-F238E27FC236}">
                <a16:creationId xmlns:a16="http://schemas.microsoft.com/office/drawing/2014/main" id="{3A9D67A5-6D07-FA5C-5BEA-E6B7882DB05A}"/>
              </a:ext>
            </a:extLst>
          </p:cNvPr>
          <p:cNvSpPr txBox="1">
            <a:spLocks noRot="1" noChangeAspect="1" noMove="1" noResize="1" noEditPoints="1" noAdjustHandles="1" noChangeArrowheads="1" noChangeShapeType="1" noTextEdit="1"/>
          </p:cNvSpPr>
          <p:nvPr/>
        </p:nvSpPr>
        <p:spPr>
          <a:xfrm>
            <a:off x="4495800" y="1447800"/>
            <a:ext cx="3965380" cy="1906548"/>
          </a:xfrm>
          <a:prstGeom prst="rect">
            <a:avLst/>
          </a:prstGeom>
          <a:blipFill rotWithShape="0">
            <a:blip r:embed="rId3"/>
            <a:stretch>
              <a:fillRect/>
            </a:stretch>
          </a:blipFill>
        </p:spPr>
        <p:txBody>
          <a:bodyPr/>
          <a:lstStyle/>
          <a:p>
            <a:pPr>
              <a:defRPr/>
            </a:pPr>
            <a:r>
              <a:rPr lang="en-IN">
                <a:noFill/>
              </a:rPr>
              <a:t> </a:t>
            </a:r>
          </a:p>
        </p:txBody>
      </p:sp>
      <p:sp>
        <p:nvSpPr>
          <p:cNvPr id="8" name="Rectangle 7">
            <a:extLst>
              <a:ext uri="{FF2B5EF4-FFF2-40B4-BE49-F238E27FC236}">
                <a16:creationId xmlns:a16="http://schemas.microsoft.com/office/drawing/2014/main" id="{062ABFA4-A65D-B111-9820-81F650BF352D}"/>
              </a:ext>
            </a:extLst>
          </p:cNvPr>
          <p:cNvSpPr/>
          <p:nvPr/>
        </p:nvSpPr>
        <p:spPr>
          <a:xfrm>
            <a:off x="4813300" y="1908175"/>
            <a:ext cx="3287713" cy="533400"/>
          </a:xfrm>
          <a:prstGeom prst="rect">
            <a:avLst/>
          </a:prstGeom>
          <a:solidFill>
            <a:srgbClr val="92D050">
              <a:alpha val="30000"/>
            </a:srgb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IN"/>
          </a:p>
        </p:txBody>
      </p:sp>
      <p:sp>
        <p:nvSpPr>
          <p:cNvPr id="9" name="Content Placeholder 3">
            <a:extLst>
              <a:ext uri="{FF2B5EF4-FFF2-40B4-BE49-F238E27FC236}">
                <a16:creationId xmlns:a16="http://schemas.microsoft.com/office/drawing/2014/main" id="{D84E96E4-73AB-4684-9410-ABB7CF9D0E7B}"/>
              </a:ext>
            </a:extLst>
          </p:cNvPr>
          <p:cNvSpPr txBox="1">
            <a:spLocks noRot="1" noChangeAspect="1" noMove="1" noResize="1" noEditPoints="1" noAdjustHandles="1" noChangeArrowheads="1" noChangeShapeType="1" noTextEdit="1"/>
          </p:cNvSpPr>
          <p:nvPr/>
        </p:nvSpPr>
        <p:spPr>
          <a:xfrm>
            <a:off x="480627" y="3962400"/>
            <a:ext cx="3965381" cy="1962012"/>
          </a:xfrm>
          <a:prstGeom prst="rect">
            <a:avLst/>
          </a:prstGeom>
          <a:blipFill rotWithShape="0">
            <a:blip r:embed="rId4"/>
            <a:stretch>
              <a:fillRect/>
            </a:stretch>
          </a:blipFill>
        </p:spPr>
        <p:txBody>
          <a:bodyPr/>
          <a:lstStyle/>
          <a:p>
            <a:pPr>
              <a:defRPr/>
            </a:pPr>
            <a:r>
              <a:rPr lang="en-IN">
                <a:noFill/>
              </a:rPr>
              <a:t> </a:t>
            </a:r>
          </a:p>
        </p:txBody>
      </p:sp>
      <p:sp>
        <p:nvSpPr>
          <p:cNvPr id="10" name="Rectangle 9">
            <a:extLst>
              <a:ext uri="{FF2B5EF4-FFF2-40B4-BE49-F238E27FC236}">
                <a16:creationId xmlns:a16="http://schemas.microsoft.com/office/drawing/2014/main" id="{8BE6E0DA-9FED-1396-29D2-82702E7A04E5}"/>
              </a:ext>
            </a:extLst>
          </p:cNvPr>
          <p:cNvSpPr/>
          <p:nvPr/>
        </p:nvSpPr>
        <p:spPr>
          <a:xfrm>
            <a:off x="774700" y="4894263"/>
            <a:ext cx="3378200" cy="533400"/>
          </a:xfrm>
          <a:prstGeom prst="rect">
            <a:avLst/>
          </a:prstGeom>
          <a:solidFill>
            <a:srgbClr val="92D050">
              <a:alpha val="30000"/>
            </a:srgb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IN"/>
          </a:p>
        </p:txBody>
      </p:sp>
      <p:sp>
        <p:nvSpPr>
          <p:cNvPr id="11" name="Content Placeholder 3">
            <a:extLst>
              <a:ext uri="{FF2B5EF4-FFF2-40B4-BE49-F238E27FC236}">
                <a16:creationId xmlns:a16="http://schemas.microsoft.com/office/drawing/2014/main" id="{B555C03D-53E0-9E6C-B0EF-95A4D1572012}"/>
              </a:ext>
            </a:extLst>
          </p:cNvPr>
          <p:cNvSpPr txBox="1">
            <a:spLocks noRot="1" noChangeAspect="1" noMove="1" noResize="1" noEditPoints="1" noAdjustHandles="1" noChangeArrowheads="1" noChangeShapeType="1" noTextEdit="1"/>
          </p:cNvSpPr>
          <p:nvPr/>
        </p:nvSpPr>
        <p:spPr>
          <a:xfrm>
            <a:off x="4501057" y="3886200"/>
            <a:ext cx="3965381" cy="1962012"/>
          </a:xfrm>
          <a:prstGeom prst="rect">
            <a:avLst/>
          </a:prstGeom>
          <a:blipFill rotWithShape="0">
            <a:blip r:embed="rId5"/>
            <a:stretch>
              <a:fillRect/>
            </a:stretch>
          </a:blipFill>
        </p:spPr>
        <p:txBody>
          <a:bodyPr/>
          <a:lstStyle/>
          <a:p>
            <a:pPr>
              <a:defRPr/>
            </a:pPr>
            <a:r>
              <a:rPr lang="en-IN">
                <a:noFill/>
              </a:rPr>
              <a:t> </a:t>
            </a:r>
          </a:p>
        </p:txBody>
      </p:sp>
      <p:sp>
        <p:nvSpPr>
          <p:cNvPr id="12" name="Rectangle 11">
            <a:extLst>
              <a:ext uri="{FF2B5EF4-FFF2-40B4-BE49-F238E27FC236}">
                <a16:creationId xmlns:a16="http://schemas.microsoft.com/office/drawing/2014/main" id="{7F3C51F5-FAD1-F448-25B1-C3973795CF63}"/>
              </a:ext>
            </a:extLst>
          </p:cNvPr>
          <p:cNvSpPr/>
          <p:nvPr/>
        </p:nvSpPr>
        <p:spPr>
          <a:xfrm>
            <a:off x="4816475" y="5314950"/>
            <a:ext cx="3284538" cy="533400"/>
          </a:xfrm>
          <a:prstGeom prst="rect">
            <a:avLst/>
          </a:prstGeom>
          <a:solidFill>
            <a:srgbClr val="92D050">
              <a:alpha val="30000"/>
            </a:srgb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IN"/>
          </a:p>
        </p:txBody>
      </p:sp>
      <p:sp>
        <p:nvSpPr>
          <p:cNvPr id="48138" name="Rectangle 2">
            <a:extLst>
              <a:ext uri="{FF2B5EF4-FFF2-40B4-BE49-F238E27FC236}">
                <a16:creationId xmlns:a16="http://schemas.microsoft.com/office/drawing/2014/main" id="{C9BD17C8-5485-8987-66D3-5FC84001FE51}"/>
              </a:ext>
            </a:extLst>
          </p:cNvPr>
          <p:cNvSpPr>
            <a:spLocks noChangeArrowheads="1"/>
          </p:cNvSpPr>
          <p:nvPr/>
        </p:nvSpPr>
        <p:spPr bwMode="auto">
          <a:xfrm>
            <a:off x="900113" y="6153150"/>
            <a:ext cx="7786687"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r>
              <a:rPr lang="en-US" altLang="en-US">
                <a:latin typeface="CMR17"/>
              </a:rPr>
              <a:t>four rows are shifted cyclically to the left by offsets of 0,1,2, and 3</a:t>
            </a:r>
            <a:endParaRPr lang="en-IN" altLang="en-US"/>
          </a:p>
        </p:txBody>
      </p:sp>
      <p:sp>
        <p:nvSpPr>
          <p:cNvPr id="13" name="Rectangle 12">
            <a:extLst>
              <a:ext uri="{FF2B5EF4-FFF2-40B4-BE49-F238E27FC236}">
                <a16:creationId xmlns:a16="http://schemas.microsoft.com/office/drawing/2014/main" id="{1F47A4BE-6BCC-401A-B7E7-D97425C28DDA}"/>
              </a:ext>
            </a:extLst>
          </p:cNvPr>
          <p:cNvSpPr/>
          <p:nvPr/>
        </p:nvSpPr>
        <p:spPr>
          <a:xfrm>
            <a:off x="762000" y="1393825"/>
            <a:ext cx="3305175" cy="514350"/>
          </a:xfrm>
          <a:prstGeom prst="rect">
            <a:avLst/>
          </a:prstGeom>
          <a:solidFill>
            <a:srgbClr val="92D050">
              <a:alpha val="30000"/>
            </a:srgb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IN"/>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3"/>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8"/>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nodeType="clickEffect">
                                  <p:stCondLst>
                                    <p:cond delay="0"/>
                                  </p:stCondLst>
                                  <p:childTnLst>
                                    <p:set>
                                      <p:cBhvr>
                                        <p:cTn id="22" dur="1" fill="hold">
                                          <p:stCondLst>
                                            <p:cond delay="0"/>
                                          </p:stCondLst>
                                        </p:cTn>
                                        <p:tgtEl>
                                          <p:spTgt spid="9"/>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0"/>
                                        </p:tgtEl>
                                        <p:attrNameLst>
                                          <p:attrName>style.visibility</p:attrName>
                                        </p:attrNameLst>
                                      </p:cBhvr>
                                      <p:to>
                                        <p:strVal val="visible"/>
                                      </p:to>
                                    </p:set>
                                  </p:childTnLst>
                                </p:cTn>
                              </p:par>
                            </p:childTnLst>
                          </p:cTn>
                        </p:par>
                      </p:childTnLst>
                    </p:cTn>
                  </p:par>
                  <p:par>
                    <p:cTn id="27" fill="hold" nodeType="clickPar">
                      <p:stCondLst>
                        <p:cond delay="indefinite"/>
                      </p:stCondLst>
                      <p:childTnLst>
                        <p:par>
                          <p:cTn id="28" fill="hold" nodeType="withGroup">
                            <p:stCondLst>
                              <p:cond delay="0"/>
                            </p:stCondLst>
                            <p:childTnLst>
                              <p:par>
                                <p:cTn id="29" presetID="1" presetClass="entr" presetSubtype="0" fill="hold" nodeType="clickEffect">
                                  <p:stCondLst>
                                    <p:cond delay="0"/>
                                  </p:stCondLst>
                                  <p:childTnLst>
                                    <p:set>
                                      <p:cBhvr>
                                        <p:cTn id="30" dur="1" fill="hold">
                                          <p:stCondLst>
                                            <p:cond delay="0"/>
                                          </p:stCondLst>
                                        </p:cTn>
                                        <p:tgtEl>
                                          <p:spTgt spid="11"/>
                                        </p:tgtEl>
                                        <p:attrNameLst>
                                          <p:attrName>style.visibility</p:attrName>
                                        </p:attrNameLst>
                                      </p:cBhvr>
                                      <p:to>
                                        <p:strVal val="visible"/>
                                      </p:to>
                                    </p:set>
                                  </p:childTnLst>
                                </p:cTn>
                              </p:par>
                            </p:childTnLst>
                          </p:cTn>
                        </p:par>
                      </p:childTnLst>
                    </p:cTn>
                  </p:par>
                  <p:par>
                    <p:cTn id="31" fill="hold" nodeType="clickPar">
                      <p:stCondLst>
                        <p:cond delay="indefinite"/>
                      </p:stCondLst>
                      <p:childTnLst>
                        <p:par>
                          <p:cTn id="32" fill="hold" nodeType="withGroup">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10" grpId="0" animBg="1"/>
      <p:bldP spid="12" grpId="0" animBg="1"/>
      <p:bldP spid="13" grpId="0" animBg="1"/>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Title 1">
            <a:extLst>
              <a:ext uri="{FF2B5EF4-FFF2-40B4-BE49-F238E27FC236}">
                <a16:creationId xmlns:a16="http://schemas.microsoft.com/office/drawing/2014/main" id="{97C11A25-D671-3BE4-C0BF-BCED9EF5B660}"/>
              </a:ext>
            </a:extLst>
          </p:cNvPr>
          <p:cNvSpPr>
            <a:spLocks noGrp="1"/>
          </p:cNvSpPr>
          <p:nvPr>
            <p:ph type="title"/>
          </p:nvPr>
        </p:nvSpPr>
        <p:spPr/>
        <p:txBody>
          <a:bodyPr/>
          <a:lstStyle/>
          <a:p>
            <a:r>
              <a:rPr lang="en-US" altLang="en-US">
                <a:ea typeface="ＭＳ Ｐゴシック" panose="020B0600070205080204" pitchFamily="34" charset="-128"/>
              </a:rPr>
              <a:t>Mix Columns</a:t>
            </a:r>
            <a:endParaRPr lang="en-IN" altLang="en-US">
              <a:ea typeface="ＭＳ Ｐゴシック" panose="020B0600070205080204" pitchFamily="34" charset="-128"/>
            </a:endParaRPr>
          </a:p>
        </p:txBody>
      </p:sp>
      <p:sp>
        <p:nvSpPr>
          <p:cNvPr id="4" name="Content Placeholder 3">
            <a:extLst>
              <a:ext uri="{FF2B5EF4-FFF2-40B4-BE49-F238E27FC236}">
                <a16:creationId xmlns:a16="http://schemas.microsoft.com/office/drawing/2014/main" id="{7AA621CF-7D94-7372-109B-E09D0DC56938}"/>
              </a:ext>
            </a:extLst>
          </p:cNvPr>
          <p:cNvSpPr txBox="1">
            <a:spLocks noRot="1" noChangeAspect="1" noMove="1" noResize="1" noEditPoints="1" noAdjustHandles="1" noChangeArrowheads="1" noChangeShapeType="1" noTextEdit="1"/>
          </p:cNvSpPr>
          <p:nvPr/>
        </p:nvSpPr>
        <p:spPr>
          <a:xfrm>
            <a:off x="4572000" y="1447800"/>
            <a:ext cx="3944541" cy="1962012"/>
          </a:xfrm>
          <a:prstGeom prst="rect">
            <a:avLst/>
          </a:prstGeom>
          <a:blipFill rotWithShape="0">
            <a:blip r:embed="rId2"/>
            <a:stretch>
              <a:fillRect/>
            </a:stretch>
          </a:blipFill>
        </p:spPr>
        <p:txBody>
          <a:bodyPr/>
          <a:lstStyle/>
          <a:p>
            <a:pPr>
              <a:defRPr/>
            </a:pPr>
            <a:r>
              <a:rPr lang="en-IN">
                <a:noFill/>
              </a:rPr>
              <a:t> </a:t>
            </a:r>
          </a:p>
        </p:txBody>
      </p:sp>
      <p:sp>
        <p:nvSpPr>
          <p:cNvPr id="5" name="Content Placeholder 3">
            <a:extLst>
              <a:ext uri="{FF2B5EF4-FFF2-40B4-BE49-F238E27FC236}">
                <a16:creationId xmlns:a16="http://schemas.microsoft.com/office/drawing/2014/main" id="{F2314BA2-BC1E-E2DF-2273-91F7C4969742}"/>
              </a:ext>
            </a:extLst>
          </p:cNvPr>
          <p:cNvSpPr txBox="1">
            <a:spLocks noRot="1" noChangeAspect="1" noMove="1" noResize="1" noEditPoints="1" noAdjustHandles="1" noChangeArrowheads="1" noChangeShapeType="1" noTextEdit="1"/>
          </p:cNvSpPr>
          <p:nvPr/>
        </p:nvSpPr>
        <p:spPr>
          <a:xfrm>
            <a:off x="228600" y="1447800"/>
            <a:ext cx="3675622" cy="1906548"/>
          </a:xfrm>
          <a:prstGeom prst="rect">
            <a:avLst/>
          </a:prstGeom>
          <a:blipFill rotWithShape="0">
            <a:blip r:embed="rId3"/>
            <a:stretch>
              <a:fillRect/>
            </a:stretch>
          </a:blipFill>
        </p:spPr>
        <p:txBody>
          <a:bodyPr/>
          <a:lstStyle/>
          <a:p>
            <a:pPr>
              <a:defRPr/>
            </a:pPr>
            <a:r>
              <a:rPr lang="en-IN">
                <a:noFill/>
              </a:rPr>
              <a:t> </a:t>
            </a:r>
          </a:p>
        </p:txBody>
      </p:sp>
      <p:sp>
        <p:nvSpPr>
          <p:cNvPr id="7" name="TextBox 6">
            <a:extLst>
              <a:ext uri="{FF2B5EF4-FFF2-40B4-BE49-F238E27FC236}">
                <a16:creationId xmlns:a16="http://schemas.microsoft.com/office/drawing/2014/main" id="{5FC04AB2-92B4-71CB-2B47-5E5078878233}"/>
              </a:ext>
            </a:extLst>
          </p:cNvPr>
          <p:cNvSpPr txBox="1">
            <a:spLocks noChangeArrowheads="1"/>
          </p:cNvSpPr>
          <p:nvPr/>
        </p:nvSpPr>
        <p:spPr bwMode="auto">
          <a:xfrm>
            <a:off x="3751263" y="2133600"/>
            <a:ext cx="668337"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ctr"/>
            <a:r>
              <a:rPr lang="en-US" altLang="en-US" sz="3200"/>
              <a:t>   *</a:t>
            </a:r>
            <a:endParaRPr lang="en-IN" altLang="en-US" sz="3200"/>
          </a:p>
        </p:txBody>
      </p:sp>
      <p:sp>
        <p:nvSpPr>
          <p:cNvPr id="3" name="Rectangle 2">
            <a:extLst>
              <a:ext uri="{FF2B5EF4-FFF2-40B4-BE49-F238E27FC236}">
                <a16:creationId xmlns:a16="http://schemas.microsoft.com/office/drawing/2014/main" id="{D349E8B8-18BA-AFFF-6E2D-E71761E89392}"/>
              </a:ext>
            </a:extLst>
          </p:cNvPr>
          <p:cNvSpPr>
            <a:spLocks noRot="1" noChangeAspect="1" noMove="1" noResize="1" noEditPoints="1" noAdjustHandles="1" noChangeArrowheads="1" noChangeShapeType="1" noTextEdit="1"/>
          </p:cNvSpPr>
          <p:nvPr/>
        </p:nvSpPr>
        <p:spPr>
          <a:xfrm>
            <a:off x="2562745" y="4038600"/>
            <a:ext cx="3541354" cy="1906548"/>
          </a:xfrm>
          <a:prstGeom prst="rect">
            <a:avLst/>
          </a:prstGeom>
          <a:blipFill rotWithShape="0">
            <a:blip r:embed="rId4"/>
            <a:stretch>
              <a:fillRect/>
            </a:stretch>
          </a:blipFill>
        </p:spPr>
        <p:txBody>
          <a:bodyPr/>
          <a:lstStyle/>
          <a:p>
            <a:pPr>
              <a:defRPr/>
            </a:pPr>
            <a:r>
              <a:rPr lang="en-IN">
                <a:noFill/>
              </a:rPr>
              <a:t> </a:t>
            </a:r>
          </a:p>
        </p:txBody>
      </p:sp>
      <p:sp>
        <p:nvSpPr>
          <p:cNvPr id="6" name="Rectangle 5">
            <a:extLst>
              <a:ext uri="{FF2B5EF4-FFF2-40B4-BE49-F238E27FC236}">
                <a16:creationId xmlns:a16="http://schemas.microsoft.com/office/drawing/2014/main" id="{E004AFD4-AF6D-1B8E-221F-D187A9C53DEA}"/>
              </a:ext>
            </a:extLst>
          </p:cNvPr>
          <p:cNvSpPr>
            <a:spLocks noChangeArrowheads="1"/>
          </p:cNvSpPr>
          <p:nvPr/>
        </p:nvSpPr>
        <p:spPr bwMode="auto">
          <a:xfrm>
            <a:off x="6276975" y="4038600"/>
            <a:ext cx="2562225" cy="1938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r>
              <a:rPr lang="en-IN" altLang="en-US" sz="2400" b="1">
                <a:solidFill>
                  <a:srgbClr val="FF0000"/>
                </a:solidFill>
              </a:rPr>
              <a:t>The last round for encryption does not involve the “Mix columns” step. </a:t>
            </a:r>
          </a:p>
        </p:txBody>
      </p:sp>
      <mc:AlternateContent xmlns:mc="http://schemas.openxmlformats.org/markup-compatibility/2006" xmlns:p14="http://schemas.microsoft.com/office/powerpoint/2010/main">
        <mc:Choice Requires="p14">
          <p:contentPart p14:bwMode="auto" r:id="rId5">
            <p14:nvContentPartPr>
              <p14:cNvPr id="10" name="Ink 9">
                <a:extLst>
                  <a:ext uri="{FF2B5EF4-FFF2-40B4-BE49-F238E27FC236}">
                    <a16:creationId xmlns:a16="http://schemas.microsoft.com/office/drawing/2014/main" id="{1655D9F9-1929-1792-6105-47D040D081DA}"/>
                  </a:ext>
                </a:extLst>
              </p14:cNvPr>
              <p14:cNvContentPartPr/>
              <p14:nvPr/>
            </p14:nvContentPartPr>
            <p14:xfrm>
              <a:off x="848520" y="4384440"/>
              <a:ext cx="45000" cy="27360"/>
            </p14:xfrm>
          </p:contentPart>
        </mc:Choice>
        <mc:Fallback xmlns="">
          <p:pic>
            <p:nvPicPr>
              <p:cNvPr id="10" name="Ink 9">
                <a:extLst>
                  <a:ext uri="{FF2B5EF4-FFF2-40B4-BE49-F238E27FC236}">
                    <a16:creationId xmlns:a16="http://schemas.microsoft.com/office/drawing/2014/main" id="{1655D9F9-1929-1792-6105-47D040D081DA}"/>
                  </a:ext>
                </a:extLst>
              </p:cNvPr>
              <p:cNvPicPr/>
              <p:nvPr/>
            </p:nvPicPr>
            <p:blipFill>
              <a:blip r:embed="rId6"/>
              <a:stretch>
                <a:fillRect/>
              </a:stretch>
            </p:blipFill>
            <p:spPr>
              <a:xfrm>
                <a:off x="839160" y="4375080"/>
                <a:ext cx="63720" cy="46080"/>
              </a:xfrm>
              <a:prstGeom prst="rect">
                <a:avLst/>
              </a:prstGeom>
            </p:spPr>
          </p:pic>
        </mc:Fallback>
      </mc:AlternateContent>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5"/>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0"/>
                                          </p:stCondLst>
                                        </p:cTn>
                                        <p:tgtEl>
                                          <p:spTgt spid="3"/>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6"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Title 1">
            <a:extLst>
              <a:ext uri="{FF2B5EF4-FFF2-40B4-BE49-F238E27FC236}">
                <a16:creationId xmlns:a16="http://schemas.microsoft.com/office/drawing/2014/main" id="{6B2974D8-2C3F-84EA-B976-860C4405E0E9}"/>
              </a:ext>
            </a:extLst>
          </p:cNvPr>
          <p:cNvSpPr>
            <a:spLocks noGrp="1"/>
          </p:cNvSpPr>
          <p:nvPr>
            <p:ph type="title"/>
          </p:nvPr>
        </p:nvSpPr>
        <p:spPr>
          <a:xfrm>
            <a:off x="457200" y="152400"/>
            <a:ext cx="8229600" cy="609600"/>
          </a:xfrm>
        </p:spPr>
        <p:txBody>
          <a:bodyPr/>
          <a:lstStyle/>
          <a:p>
            <a:r>
              <a:rPr lang="en-US" altLang="en-US">
                <a:ea typeface="ＭＳ Ｐゴシック" panose="020B0600070205080204" pitchFamily="34" charset="-128"/>
              </a:rPr>
              <a:t>Lets calculate r1</a:t>
            </a:r>
            <a:endParaRPr lang="en-IN" altLang="en-US">
              <a:ea typeface="ＭＳ Ｐゴシック" panose="020B0600070205080204" pitchFamily="34" charset="-128"/>
            </a:endParaRPr>
          </a:p>
        </p:txBody>
      </p:sp>
      <p:sp>
        <p:nvSpPr>
          <p:cNvPr id="3" name="Content Placeholder 2">
            <a:extLst>
              <a:ext uri="{FF2B5EF4-FFF2-40B4-BE49-F238E27FC236}">
                <a16:creationId xmlns:a16="http://schemas.microsoft.com/office/drawing/2014/main" id="{339A03B1-683A-E083-4281-19125C6D2788}"/>
              </a:ext>
            </a:extLst>
          </p:cNvPr>
          <p:cNvSpPr>
            <a:spLocks noGrp="1"/>
          </p:cNvSpPr>
          <p:nvPr>
            <p:ph idx="1"/>
          </p:nvPr>
        </p:nvSpPr>
        <p:spPr>
          <a:xfrm>
            <a:off x="76200" y="939800"/>
            <a:ext cx="5422900" cy="4900613"/>
          </a:xfrm>
        </p:spPr>
        <p:txBody>
          <a:bodyPr/>
          <a:lstStyle/>
          <a:p>
            <a:pPr marL="0" indent="0">
              <a:buFont typeface="Wingdings 3" pitchFamily="2" charset="2"/>
              <a:buNone/>
            </a:pPr>
            <a:r>
              <a:rPr lang="en-US" altLang="en-US" sz="1800">
                <a:ea typeface="ＭＳ Ｐゴシック" panose="020B0600070205080204" pitchFamily="34" charset="-128"/>
              </a:rPr>
              <a:t>02*63 + 03 * 2F + 01*AF + 01 * A2 </a:t>
            </a:r>
          </a:p>
          <a:p>
            <a:pPr marL="0" indent="0">
              <a:buFont typeface="Wingdings 3" pitchFamily="2" charset="2"/>
              <a:buNone/>
            </a:pPr>
            <a:r>
              <a:rPr lang="en-US" altLang="en-US" sz="1800">
                <a:ea typeface="ＭＳ Ｐゴシック" panose="020B0600070205080204" pitchFamily="34" charset="-128"/>
              </a:rPr>
              <a:t>02= 00000010</a:t>
            </a:r>
            <a:r>
              <a:rPr lang="en-US" altLang="en-US" sz="1800">
                <a:ea typeface="ＭＳ Ｐゴシック" panose="020B0600070205080204" pitchFamily="34" charset="-128"/>
                <a:sym typeface="Wingdings" pitchFamily="2" charset="2"/>
              </a:rPr>
              <a:t> X</a:t>
            </a:r>
            <a:endParaRPr lang="en-US" altLang="en-US" sz="1800">
              <a:ea typeface="ＭＳ Ｐゴシック" panose="020B0600070205080204" pitchFamily="34" charset="-128"/>
            </a:endParaRPr>
          </a:p>
          <a:p>
            <a:pPr marL="0" indent="0">
              <a:buFont typeface="Wingdings 3" pitchFamily="2" charset="2"/>
              <a:buNone/>
            </a:pPr>
            <a:r>
              <a:rPr lang="en-US" altLang="en-US" sz="1800">
                <a:ea typeface="ＭＳ Ｐゴシック" panose="020B0600070205080204" pitchFamily="34" charset="-128"/>
              </a:rPr>
              <a:t>63= 01100011-&gt; X</a:t>
            </a:r>
            <a:r>
              <a:rPr lang="en-US" altLang="en-US" sz="1800" baseline="30000">
                <a:ea typeface="ＭＳ Ｐゴシック" panose="020B0600070205080204" pitchFamily="34" charset="-128"/>
              </a:rPr>
              <a:t>6</a:t>
            </a:r>
            <a:r>
              <a:rPr lang="en-US" altLang="en-US" sz="1800">
                <a:ea typeface="ＭＳ Ｐゴシック" panose="020B0600070205080204" pitchFamily="34" charset="-128"/>
              </a:rPr>
              <a:t>+X</a:t>
            </a:r>
            <a:r>
              <a:rPr lang="en-US" altLang="en-US" sz="1800" baseline="30000">
                <a:ea typeface="ＭＳ Ｐゴシック" panose="020B0600070205080204" pitchFamily="34" charset="-128"/>
              </a:rPr>
              <a:t>5</a:t>
            </a:r>
            <a:r>
              <a:rPr lang="en-US" altLang="en-US" sz="1800">
                <a:ea typeface="ＭＳ Ｐゴシック" panose="020B0600070205080204" pitchFamily="34" charset="-128"/>
              </a:rPr>
              <a:t>+X+1</a:t>
            </a:r>
          </a:p>
          <a:p>
            <a:pPr marL="0" indent="0">
              <a:buFont typeface="Wingdings 3" pitchFamily="2" charset="2"/>
              <a:buNone/>
            </a:pPr>
            <a:r>
              <a:rPr lang="en-US" altLang="en-US" sz="1800">
                <a:ea typeface="ＭＳ Ｐゴシック" panose="020B0600070205080204" pitchFamily="34" charset="-128"/>
              </a:rPr>
              <a:t>--------------------------------------------------------</a:t>
            </a:r>
          </a:p>
          <a:p>
            <a:pPr marL="0" indent="0">
              <a:buFont typeface="Wingdings 3" pitchFamily="2" charset="2"/>
              <a:buNone/>
            </a:pPr>
            <a:r>
              <a:rPr lang="en-US" altLang="en-US" sz="1800">
                <a:ea typeface="ＭＳ Ｐゴシック" panose="020B0600070205080204" pitchFamily="34" charset="-128"/>
              </a:rPr>
              <a:t>X(X</a:t>
            </a:r>
            <a:r>
              <a:rPr lang="en-US" altLang="en-US" sz="1800" baseline="30000">
                <a:ea typeface="ＭＳ Ｐゴシック" panose="020B0600070205080204" pitchFamily="34" charset="-128"/>
              </a:rPr>
              <a:t>6</a:t>
            </a:r>
            <a:r>
              <a:rPr lang="en-US" altLang="en-US" sz="1800">
                <a:ea typeface="ＭＳ Ｐゴシック" panose="020B0600070205080204" pitchFamily="34" charset="-128"/>
              </a:rPr>
              <a:t>+X</a:t>
            </a:r>
            <a:r>
              <a:rPr lang="en-US" altLang="en-US" sz="1800" baseline="30000">
                <a:ea typeface="ＭＳ Ｐゴシック" panose="020B0600070205080204" pitchFamily="34" charset="-128"/>
              </a:rPr>
              <a:t>5</a:t>
            </a:r>
            <a:r>
              <a:rPr lang="en-US" altLang="en-US" sz="1800">
                <a:ea typeface="ＭＳ Ｐゴシック" panose="020B0600070205080204" pitchFamily="34" charset="-128"/>
              </a:rPr>
              <a:t>+X+1)=</a:t>
            </a:r>
            <a:r>
              <a:rPr lang="en-US" altLang="en-US" sz="1800" b="1">
                <a:solidFill>
                  <a:srgbClr val="FF0000"/>
                </a:solidFill>
                <a:ea typeface="ＭＳ Ｐゴシック" panose="020B0600070205080204" pitchFamily="34" charset="-128"/>
              </a:rPr>
              <a:t>X</a:t>
            </a:r>
            <a:r>
              <a:rPr lang="en-US" altLang="en-US" sz="1800" b="1" baseline="30000">
                <a:solidFill>
                  <a:srgbClr val="FF0000"/>
                </a:solidFill>
                <a:ea typeface="ＭＳ Ｐゴシック" panose="020B0600070205080204" pitchFamily="34" charset="-128"/>
              </a:rPr>
              <a:t>7</a:t>
            </a:r>
            <a:r>
              <a:rPr lang="en-US" altLang="en-US" sz="1800" b="1">
                <a:solidFill>
                  <a:srgbClr val="FF0000"/>
                </a:solidFill>
                <a:ea typeface="ＭＳ Ｐゴシック" panose="020B0600070205080204" pitchFamily="34" charset="-128"/>
              </a:rPr>
              <a:t>+X</a:t>
            </a:r>
            <a:r>
              <a:rPr lang="en-US" altLang="en-US" sz="1800" b="1" baseline="30000">
                <a:solidFill>
                  <a:srgbClr val="FF0000"/>
                </a:solidFill>
                <a:ea typeface="ＭＳ Ｐゴシック" panose="020B0600070205080204" pitchFamily="34" charset="-128"/>
              </a:rPr>
              <a:t>6</a:t>
            </a:r>
            <a:r>
              <a:rPr lang="en-US" altLang="en-US" sz="1800" b="1">
                <a:solidFill>
                  <a:srgbClr val="FF0000"/>
                </a:solidFill>
                <a:ea typeface="ＭＳ Ｐゴシック" panose="020B0600070205080204" pitchFamily="34" charset="-128"/>
              </a:rPr>
              <a:t>+X</a:t>
            </a:r>
            <a:r>
              <a:rPr lang="en-US" altLang="en-US" sz="1800" b="1" baseline="30000">
                <a:solidFill>
                  <a:srgbClr val="FF0000"/>
                </a:solidFill>
                <a:ea typeface="ＭＳ Ｐゴシック" panose="020B0600070205080204" pitchFamily="34" charset="-128"/>
              </a:rPr>
              <a:t>2</a:t>
            </a:r>
            <a:r>
              <a:rPr lang="en-US" altLang="en-US" sz="1800" b="1">
                <a:solidFill>
                  <a:srgbClr val="FF0000"/>
                </a:solidFill>
                <a:ea typeface="ＭＳ Ｐゴシック" panose="020B0600070205080204" pitchFamily="34" charset="-128"/>
              </a:rPr>
              <a:t>+X</a:t>
            </a:r>
          </a:p>
          <a:p>
            <a:pPr marL="0" indent="0">
              <a:buFont typeface="Wingdings 3" pitchFamily="2" charset="2"/>
              <a:buNone/>
            </a:pPr>
            <a:r>
              <a:rPr lang="en-US" altLang="en-US" sz="1800">
                <a:ea typeface="ＭＳ Ｐゴシック" panose="020B0600070205080204" pitchFamily="34" charset="-128"/>
              </a:rPr>
              <a:t>110000110</a:t>
            </a:r>
          </a:p>
          <a:p>
            <a:pPr marL="0" indent="0">
              <a:buFont typeface="Wingdings 3" pitchFamily="2" charset="2"/>
              <a:buNone/>
            </a:pPr>
            <a:r>
              <a:rPr lang="en-US" altLang="en-US" sz="1800">
                <a:ea typeface="ＭＳ Ｐゴシック" panose="020B0600070205080204" pitchFamily="34" charset="-128"/>
              </a:rPr>
              <a:t>--------------------------------------------------------</a:t>
            </a:r>
          </a:p>
          <a:p>
            <a:pPr marL="0" indent="0">
              <a:buFont typeface="Wingdings 3" pitchFamily="2" charset="2"/>
              <a:buNone/>
            </a:pPr>
            <a:r>
              <a:rPr lang="en-US" altLang="en-US" sz="1800">
                <a:ea typeface="ＭＳ Ｐゴシック" panose="020B0600070205080204" pitchFamily="34" charset="-128"/>
              </a:rPr>
              <a:t>03=00000011-&gt;X+1</a:t>
            </a:r>
          </a:p>
          <a:p>
            <a:pPr marL="0" indent="0">
              <a:buFont typeface="Wingdings 3" pitchFamily="2" charset="2"/>
              <a:buNone/>
            </a:pPr>
            <a:r>
              <a:rPr lang="en-US" altLang="en-US" sz="1800">
                <a:ea typeface="ＭＳ Ｐゴシック" panose="020B0600070205080204" pitchFamily="34" charset="-128"/>
              </a:rPr>
              <a:t>2F=00101111-&gt;X</a:t>
            </a:r>
            <a:r>
              <a:rPr lang="en-US" altLang="en-US" sz="1800" baseline="30000">
                <a:ea typeface="ＭＳ Ｐゴシック" panose="020B0600070205080204" pitchFamily="34" charset="-128"/>
              </a:rPr>
              <a:t>5</a:t>
            </a:r>
            <a:r>
              <a:rPr lang="en-US" altLang="en-US" sz="1800">
                <a:ea typeface="ＭＳ Ｐゴシック" panose="020B0600070205080204" pitchFamily="34" charset="-128"/>
              </a:rPr>
              <a:t>+X</a:t>
            </a:r>
            <a:r>
              <a:rPr lang="en-US" altLang="en-US" sz="1800" baseline="30000">
                <a:ea typeface="ＭＳ Ｐゴシック" panose="020B0600070205080204" pitchFamily="34" charset="-128"/>
              </a:rPr>
              <a:t>3</a:t>
            </a:r>
            <a:r>
              <a:rPr lang="en-US" altLang="en-US" sz="1800">
                <a:ea typeface="ＭＳ Ｐゴシック" panose="020B0600070205080204" pitchFamily="34" charset="-128"/>
              </a:rPr>
              <a:t>+X</a:t>
            </a:r>
            <a:r>
              <a:rPr lang="en-US" altLang="en-US" sz="1800" baseline="30000">
                <a:ea typeface="ＭＳ Ｐゴシック" panose="020B0600070205080204" pitchFamily="34" charset="-128"/>
              </a:rPr>
              <a:t>2</a:t>
            </a:r>
            <a:r>
              <a:rPr lang="en-US" altLang="en-US" sz="1800">
                <a:ea typeface="ＭＳ Ｐゴシック" panose="020B0600070205080204" pitchFamily="34" charset="-128"/>
              </a:rPr>
              <a:t>+X+1</a:t>
            </a:r>
          </a:p>
          <a:p>
            <a:pPr marL="0" indent="0">
              <a:buFont typeface="Wingdings 3" pitchFamily="2" charset="2"/>
              <a:buNone/>
            </a:pPr>
            <a:r>
              <a:rPr lang="en-US" altLang="en-US" sz="1800">
                <a:ea typeface="ＭＳ Ｐゴシック" panose="020B0600070205080204" pitchFamily="34" charset="-128"/>
              </a:rPr>
              <a:t>-----------------------------------------------------------</a:t>
            </a:r>
          </a:p>
          <a:p>
            <a:pPr marL="0" indent="0">
              <a:buFont typeface="Wingdings 3" pitchFamily="2" charset="2"/>
              <a:buNone/>
            </a:pPr>
            <a:r>
              <a:rPr lang="en-US" altLang="en-US" sz="1800">
                <a:ea typeface="ＭＳ Ｐゴシック" panose="020B0600070205080204" pitchFamily="34" charset="-128"/>
              </a:rPr>
              <a:t>(X+1)*(X</a:t>
            </a:r>
            <a:r>
              <a:rPr lang="en-US" altLang="en-US" sz="1800" baseline="30000">
                <a:ea typeface="ＭＳ Ｐゴシック" panose="020B0600070205080204" pitchFamily="34" charset="-128"/>
              </a:rPr>
              <a:t>5</a:t>
            </a:r>
            <a:r>
              <a:rPr lang="en-US" altLang="en-US" sz="1800">
                <a:ea typeface="ＭＳ Ｐゴシック" panose="020B0600070205080204" pitchFamily="34" charset="-128"/>
              </a:rPr>
              <a:t>+X</a:t>
            </a:r>
            <a:r>
              <a:rPr lang="en-US" altLang="en-US" sz="1800" baseline="30000">
                <a:ea typeface="ＭＳ Ｐゴシック" panose="020B0600070205080204" pitchFamily="34" charset="-128"/>
              </a:rPr>
              <a:t>3</a:t>
            </a:r>
            <a:r>
              <a:rPr lang="en-US" altLang="en-US" sz="1800">
                <a:ea typeface="ＭＳ Ｐゴシック" panose="020B0600070205080204" pitchFamily="34" charset="-128"/>
              </a:rPr>
              <a:t>+X</a:t>
            </a:r>
            <a:r>
              <a:rPr lang="en-US" altLang="en-US" sz="1800" baseline="30000">
                <a:ea typeface="ＭＳ Ｐゴシック" panose="020B0600070205080204" pitchFamily="34" charset="-128"/>
              </a:rPr>
              <a:t>2</a:t>
            </a:r>
            <a:r>
              <a:rPr lang="en-US" altLang="en-US" sz="1800">
                <a:ea typeface="ＭＳ Ｐゴシック" panose="020B0600070205080204" pitchFamily="34" charset="-128"/>
              </a:rPr>
              <a:t>+X+1)=X</a:t>
            </a:r>
            <a:r>
              <a:rPr lang="en-US" altLang="en-US" sz="1800" baseline="30000">
                <a:ea typeface="ＭＳ Ｐゴシック" panose="020B0600070205080204" pitchFamily="34" charset="-128"/>
              </a:rPr>
              <a:t>6</a:t>
            </a:r>
            <a:r>
              <a:rPr lang="en-US" altLang="en-US" sz="1800">
                <a:ea typeface="ＭＳ Ｐゴシック" panose="020B0600070205080204" pitchFamily="34" charset="-128"/>
              </a:rPr>
              <a:t>+X</a:t>
            </a:r>
            <a:r>
              <a:rPr lang="en-US" altLang="en-US" sz="1800" baseline="30000">
                <a:ea typeface="ＭＳ Ｐゴシック" panose="020B0600070205080204" pitchFamily="34" charset="-128"/>
              </a:rPr>
              <a:t>4</a:t>
            </a:r>
            <a:r>
              <a:rPr lang="en-US" altLang="en-US" sz="1800">
                <a:ea typeface="ＭＳ Ｐゴシック" panose="020B0600070205080204" pitchFamily="34" charset="-128"/>
              </a:rPr>
              <a:t>+X</a:t>
            </a:r>
            <a:r>
              <a:rPr lang="en-US" altLang="en-US" sz="1800" baseline="30000">
                <a:ea typeface="ＭＳ Ｐゴシック" panose="020B0600070205080204" pitchFamily="34" charset="-128"/>
              </a:rPr>
              <a:t>3</a:t>
            </a:r>
            <a:r>
              <a:rPr lang="en-US" altLang="en-US" sz="1800">
                <a:ea typeface="ＭＳ Ｐゴシック" panose="020B0600070205080204" pitchFamily="34" charset="-128"/>
              </a:rPr>
              <a:t>+X</a:t>
            </a:r>
            <a:r>
              <a:rPr lang="en-US" altLang="en-US" sz="1800" baseline="30000">
                <a:ea typeface="ＭＳ Ｐゴシック" panose="020B0600070205080204" pitchFamily="34" charset="-128"/>
              </a:rPr>
              <a:t>2</a:t>
            </a:r>
            <a:r>
              <a:rPr lang="en-US" altLang="en-US" sz="1800">
                <a:ea typeface="ＭＳ Ｐゴシック" panose="020B0600070205080204" pitchFamily="34" charset="-128"/>
              </a:rPr>
              <a:t>+X+ X</a:t>
            </a:r>
            <a:r>
              <a:rPr lang="en-US" altLang="en-US" sz="1800" baseline="30000">
                <a:ea typeface="ＭＳ Ｐゴシック" panose="020B0600070205080204" pitchFamily="34" charset="-128"/>
              </a:rPr>
              <a:t>5</a:t>
            </a:r>
            <a:r>
              <a:rPr lang="en-US" altLang="en-US" sz="1800">
                <a:ea typeface="ＭＳ Ｐゴシック" panose="020B0600070205080204" pitchFamily="34" charset="-128"/>
              </a:rPr>
              <a:t>+X</a:t>
            </a:r>
            <a:r>
              <a:rPr lang="en-US" altLang="en-US" sz="1800" baseline="30000">
                <a:ea typeface="ＭＳ Ｐゴシック" panose="020B0600070205080204" pitchFamily="34" charset="-128"/>
              </a:rPr>
              <a:t>3</a:t>
            </a:r>
            <a:r>
              <a:rPr lang="en-US" altLang="en-US" sz="1800">
                <a:ea typeface="ＭＳ Ｐゴシック" panose="020B0600070205080204" pitchFamily="34" charset="-128"/>
              </a:rPr>
              <a:t>+X</a:t>
            </a:r>
            <a:r>
              <a:rPr lang="en-US" altLang="en-US" sz="1800" baseline="30000">
                <a:ea typeface="ＭＳ Ｐゴシック" panose="020B0600070205080204" pitchFamily="34" charset="-128"/>
              </a:rPr>
              <a:t>2</a:t>
            </a:r>
            <a:r>
              <a:rPr lang="en-US" altLang="en-US" sz="1800">
                <a:ea typeface="ＭＳ Ｐゴシック" panose="020B0600070205080204" pitchFamily="34" charset="-128"/>
              </a:rPr>
              <a:t>+X+1</a:t>
            </a:r>
          </a:p>
          <a:p>
            <a:pPr marL="0" indent="0">
              <a:buFont typeface="Wingdings 3" pitchFamily="2" charset="2"/>
              <a:buNone/>
            </a:pPr>
            <a:r>
              <a:rPr lang="en-US" altLang="en-US" sz="1800">
                <a:ea typeface="ＭＳ Ｐゴシック" panose="020B0600070205080204" pitchFamily="34" charset="-128"/>
              </a:rPr>
              <a:t>= </a:t>
            </a:r>
            <a:r>
              <a:rPr lang="en-US" altLang="en-US" sz="1800" b="1">
                <a:solidFill>
                  <a:srgbClr val="FF0000"/>
                </a:solidFill>
                <a:ea typeface="ＭＳ Ｐゴシック" panose="020B0600070205080204" pitchFamily="34" charset="-128"/>
              </a:rPr>
              <a:t>X</a:t>
            </a:r>
            <a:r>
              <a:rPr lang="en-US" altLang="en-US" sz="1800" b="1" baseline="30000">
                <a:solidFill>
                  <a:srgbClr val="FF0000"/>
                </a:solidFill>
                <a:ea typeface="ＭＳ Ｐゴシック" panose="020B0600070205080204" pitchFamily="34" charset="-128"/>
              </a:rPr>
              <a:t>6</a:t>
            </a:r>
            <a:r>
              <a:rPr lang="en-US" altLang="en-US" sz="1800" b="1">
                <a:solidFill>
                  <a:srgbClr val="FF0000"/>
                </a:solidFill>
                <a:ea typeface="ＭＳ Ｐゴシック" panose="020B0600070205080204" pitchFamily="34" charset="-128"/>
              </a:rPr>
              <a:t>+ X</a:t>
            </a:r>
            <a:r>
              <a:rPr lang="en-US" altLang="en-US" sz="1800" b="1" baseline="30000">
                <a:solidFill>
                  <a:srgbClr val="FF0000"/>
                </a:solidFill>
                <a:ea typeface="ＭＳ Ｐゴシック" panose="020B0600070205080204" pitchFamily="34" charset="-128"/>
              </a:rPr>
              <a:t>5</a:t>
            </a:r>
            <a:r>
              <a:rPr lang="en-US" altLang="en-US" sz="1800" b="1">
                <a:solidFill>
                  <a:srgbClr val="FF0000"/>
                </a:solidFill>
                <a:ea typeface="ＭＳ Ｐゴシック" panose="020B0600070205080204" pitchFamily="34" charset="-128"/>
              </a:rPr>
              <a:t>+X</a:t>
            </a:r>
            <a:r>
              <a:rPr lang="en-US" altLang="en-US" sz="1800" b="1" baseline="30000">
                <a:solidFill>
                  <a:srgbClr val="FF0000"/>
                </a:solidFill>
                <a:ea typeface="ＭＳ Ｐゴシック" panose="020B0600070205080204" pitchFamily="34" charset="-128"/>
              </a:rPr>
              <a:t>4</a:t>
            </a:r>
            <a:r>
              <a:rPr lang="en-US" altLang="en-US" sz="1800" b="1">
                <a:solidFill>
                  <a:srgbClr val="FF0000"/>
                </a:solidFill>
                <a:ea typeface="ＭＳ Ｐゴシック" panose="020B0600070205080204" pitchFamily="34" charset="-128"/>
              </a:rPr>
              <a:t>+1 </a:t>
            </a:r>
            <a:r>
              <a:rPr lang="en-US" altLang="en-US" sz="1800">
                <a:ea typeface="ＭＳ Ｐゴシック" panose="020B0600070205080204" pitchFamily="34" charset="-128"/>
              </a:rPr>
              <a:t>= 01110001</a:t>
            </a:r>
          </a:p>
          <a:p>
            <a:pPr marL="0" indent="0">
              <a:buFont typeface="Wingdings 3" pitchFamily="2" charset="2"/>
              <a:buNone/>
            </a:pPr>
            <a:r>
              <a:rPr lang="en-US" altLang="en-US" sz="1800">
                <a:ea typeface="ＭＳ Ｐゴシック" panose="020B0600070205080204" pitchFamily="34" charset="-128"/>
              </a:rPr>
              <a:t>------------------------------------------------------------</a:t>
            </a:r>
          </a:p>
        </p:txBody>
      </p:sp>
      <mc:AlternateContent xmlns:mc="http://schemas.openxmlformats.org/markup-compatibility/2006" xmlns:p14="http://schemas.microsoft.com/office/powerpoint/2010/main">
        <mc:Choice Requires="p14">
          <p:contentPart p14:bwMode="auto" r:id="rId3">
            <p14:nvContentPartPr>
              <p14:cNvPr id="31" name="Ink 30">
                <a:extLst>
                  <a:ext uri="{FF2B5EF4-FFF2-40B4-BE49-F238E27FC236}">
                    <a16:creationId xmlns:a16="http://schemas.microsoft.com/office/drawing/2014/main" id="{051D3BD7-8CB6-22B8-6152-B4BAD5DA6BE4}"/>
                  </a:ext>
                </a:extLst>
              </p14:cNvPr>
              <p14:cNvContentPartPr/>
              <p14:nvPr/>
            </p14:nvContentPartPr>
            <p14:xfrm>
              <a:off x="3813120" y="6429240"/>
              <a:ext cx="89640" cy="9186"/>
            </p14:xfrm>
          </p:contentPart>
        </mc:Choice>
        <mc:Fallback xmlns="">
          <p:pic>
            <p:nvPicPr>
              <p:cNvPr id="31" name="Ink 30">
                <a:extLst>
                  <a:ext uri="{FF2B5EF4-FFF2-40B4-BE49-F238E27FC236}">
                    <a16:creationId xmlns:a16="http://schemas.microsoft.com/office/drawing/2014/main" id="{051D3BD7-8CB6-22B8-6152-B4BAD5DA6BE4}"/>
                  </a:ext>
                </a:extLst>
              </p:cNvPr>
              <p:cNvPicPr/>
              <p:nvPr/>
            </p:nvPicPr>
            <p:blipFill>
              <a:blip r:embed="rId4"/>
              <a:stretch>
                <a:fillRect/>
              </a:stretch>
            </p:blipFill>
            <p:spPr>
              <a:xfrm>
                <a:off x="3803760" y="6420054"/>
                <a:ext cx="108360" cy="27558"/>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32" name="Ink 31">
                <a:extLst>
                  <a:ext uri="{FF2B5EF4-FFF2-40B4-BE49-F238E27FC236}">
                    <a16:creationId xmlns:a16="http://schemas.microsoft.com/office/drawing/2014/main" id="{0F218E64-3AA6-F24C-0A05-6706993D9390}"/>
                  </a:ext>
                </a:extLst>
              </p14:cNvPr>
              <p14:cNvContentPartPr/>
              <p14:nvPr/>
            </p14:nvContentPartPr>
            <p14:xfrm>
              <a:off x="2728440" y="6577920"/>
              <a:ext cx="59400" cy="29706"/>
            </p14:xfrm>
          </p:contentPart>
        </mc:Choice>
        <mc:Fallback xmlns="">
          <p:pic>
            <p:nvPicPr>
              <p:cNvPr id="32" name="Ink 31">
                <a:extLst>
                  <a:ext uri="{FF2B5EF4-FFF2-40B4-BE49-F238E27FC236}">
                    <a16:creationId xmlns:a16="http://schemas.microsoft.com/office/drawing/2014/main" id="{0F218E64-3AA6-F24C-0A05-6706993D9390}"/>
                  </a:ext>
                </a:extLst>
              </p:cNvPr>
              <p:cNvPicPr/>
              <p:nvPr/>
            </p:nvPicPr>
            <p:blipFill>
              <a:blip r:embed="rId6"/>
              <a:stretch>
                <a:fillRect/>
              </a:stretch>
            </p:blipFill>
            <p:spPr>
              <a:xfrm>
                <a:off x="2716560" y="6566109"/>
                <a:ext cx="83160" cy="53328"/>
              </a:xfrm>
              <a:prstGeom prst="rect">
                <a:avLst/>
              </a:prstGeom>
            </p:spPr>
          </p:pic>
        </mc:Fallback>
      </mc:AlternateContent>
      <p:sp>
        <p:nvSpPr>
          <p:cNvPr id="50182" name="Content Placeholder 2">
            <a:extLst>
              <a:ext uri="{FF2B5EF4-FFF2-40B4-BE49-F238E27FC236}">
                <a16:creationId xmlns:a16="http://schemas.microsoft.com/office/drawing/2014/main" id="{2341AC9D-555E-726F-E7D6-E3282603785C}"/>
              </a:ext>
            </a:extLst>
          </p:cNvPr>
          <p:cNvSpPr txBox="1">
            <a:spLocks/>
          </p:cNvSpPr>
          <p:nvPr/>
        </p:nvSpPr>
        <p:spPr bwMode="auto">
          <a:xfrm>
            <a:off x="5891213" y="2781300"/>
            <a:ext cx="3001962" cy="2663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600"/>
              </a:spcBef>
              <a:buClr>
                <a:schemeClr val="accent1"/>
              </a:buClr>
              <a:buSzPct val="76000"/>
              <a:buFont typeface="Wingdings 3" pitchFamily="2" charset="2"/>
              <a:buChar char=""/>
              <a:defRPr sz="2600">
                <a:solidFill>
                  <a:schemeClr val="tx1"/>
                </a:solidFill>
                <a:latin typeface="Gill Sans MT" panose="020B0502020104020203" pitchFamily="34" charset="77"/>
                <a:ea typeface="ＭＳ Ｐゴシック" panose="020B0600070205080204" pitchFamily="34" charset="-128"/>
              </a:defRPr>
            </a:lvl1pPr>
            <a:lvl2pPr marL="742950" indent="-285750">
              <a:spcBef>
                <a:spcPts val="500"/>
              </a:spcBef>
              <a:buClr>
                <a:schemeClr val="accent2"/>
              </a:buClr>
              <a:buSzPct val="76000"/>
              <a:buFont typeface="Wingdings 3" pitchFamily="2" charset="2"/>
              <a:buChar char=""/>
              <a:defRPr sz="2300">
                <a:solidFill>
                  <a:schemeClr val="tx2"/>
                </a:solidFill>
                <a:latin typeface="Gill Sans MT" panose="020B0502020104020203" pitchFamily="34" charset="77"/>
                <a:ea typeface="ＭＳ Ｐゴシック" panose="020B0600070205080204" pitchFamily="34" charset="-128"/>
              </a:defRPr>
            </a:lvl2pPr>
            <a:lvl3pPr marL="1143000" indent="-228600">
              <a:spcBef>
                <a:spcPts val="500"/>
              </a:spcBef>
              <a:buClr>
                <a:srgbClr val="BCBCBC"/>
              </a:buClr>
              <a:buSzPct val="76000"/>
              <a:buFont typeface="Wingdings 3" pitchFamily="2" charset="2"/>
              <a:buChar char=""/>
              <a:defRPr sz="2000">
                <a:solidFill>
                  <a:schemeClr val="tx1"/>
                </a:solidFill>
                <a:latin typeface="Gill Sans MT" panose="020B0502020104020203" pitchFamily="34" charset="77"/>
                <a:ea typeface="ＭＳ Ｐゴシック" panose="020B0600070205080204" pitchFamily="34" charset="-128"/>
              </a:defRPr>
            </a:lvl3pPr>
            <a:lvl4pPr marL="1600200" indent="-228600">
              <a:spcBef>
                <a:spcPts val="400"/>
              </a:spcBef>
              <a:buClr>
                <a:srgbClr val="8BA2B4"/>
              </a:buClr>
              <a:buSzPct val="70000"/>
              <a:buFont typeface="Wingdings" pitchFamily="2" charset="2"/>
              <a:buChar char=""/>
              <a:defRPr>
                <a:solidFill>
                  <a:schemeClr val="tx1"/>
                </a:solidFill>
                <a:latin typeface="Gill Sans MT" panose="020B0502020104020203" pitchFamily="34" charset="77"/>
                <a:ea typeface="ＭＳ Ｐゴシック" panose="020B0600070205080204" pitchFamily="34" charset="-128"/>
              </a:defRPr>
            </a:lvl4pPr>
            <a:lvl5pPr marL="2057400" indent="-228600">
              <a:spcBef>
                <a:spcPts val="300"/>
              </a:spcBef>
              <a:buClr>
                <a:schemeClr val="accent2"/>
              </a:buClr>
              <a:buSzPct val="70000"/>
              <a:buFont typeface="Wingdings" pitchFamily="2" charset="2"/>
              <a:buChar char=""/>
              <a:defRPr sz="1600">
                <a:solidFill>
                  <a:schemeClr val="tx1"/>
                </a:solidFill>
                <a:latin typeface="Gill Sans MT" panose="020B0502020104020203" pitchFamily="34" charset="77"/>
                <a:ea typeface="ＭＳ Ｐゴシック" panose="020B0600070205080204" pitchFamily="34" charset="-128"/>
              </a:defRPr>
            </a:lvl5pPr>
            <a:lvl6pPr marL="2514600" indent="-228600" eaLnBrk="0" fontAlgn="base" hangingPunct="0">
              <a:spcBef>
                <a:spcPts val="300"/>
              </a:spcBef>
              <a:spcAft>
                <a:spcPct val="0"/>
              </a:spcAft>
              <a:buClr>
                <a:schemeClr val="accent2"/>
              </a:buClr>
              <a:buSzPct val="70000"/>
              <a:buFont typeface="Wingdings" pitchFamily="2" charset="2"/>
              <a:buChar char=""/>
              <a:defRPr sz="1600">
                <a:solidFill>
                  <a:schemeClr val="tx1"/>
                </a:solidFill>
                <a:latin typeface="Gill Sans MT" panose="020B0502020104020203" pitchFamily="34" charset="77"/>
                <a:ea typeface="ＭＳ Ｐゴシック" panose="020B0600070205080204" pitchFamily="34" charset="-128"/>
              </a:defRPr>
            </a:lvl6pPr>
            <a:lvl7pPr marL="2971800" indent="-228600" eaLnBrk="0" fontAlgn="base" hangingPunct="0">
              <a:spcBef>
                <a:spcPts val="300"/>
              </a:spcBef>
              <a:spcAft>
                <a:spcPct val="0"/>
              </a:spcAft>
              <a:buClr>
                <a:schemeClr val="accent2"/>
              </a:buClr>
              <a:buSzPct val="70000"/>
              <a:buFont typeface="Wingdings" pitchFamily="2" charset="2"/>
              <a:buChar char=""/>
              <a:defRPr sz="1600">
                <a:solidFill>
                  <a:schemeClr val="tx1"/>
                </a:solidFill>
                <a:latin typeface="Gill Sans MT" panose="020B0502020104020203" pitchFamily="34" charset="77"/>
                <a:ea typeface="ＭＳ Ｐゴシック" panose="020B0600070205080204" pitchFamily="34" charset="-128"/>
              </a:defRPr>
            </a:lvl7pPr>
            <a:lvl8pPr marL="3429000" indent="-228600" eaLnBrk="0" fontAlgn="base" hangingPunct="0">
              <a:spcBef>
                <a:spcPts val="300"/>
              </a:spcBef>
              <a:spcAft>
                <a:spcPct val="0"/>
              </a:spcAft>
              <a:buClr>
                <a:schemeClr val="accent2"/>
              </a:buClr>
              <a:buSzPct val="70000"/>
              <a:buFont typeface="Wingdings" pitchFamily="2" charset="2"/>
              <a:buChar char=""/>
              <a:defRPr sz="1600">
                <a:solidFill>
                  <a:schemeClr val="tx1"/>
                </a:solidFill>
                <a:latin typeface="Gill Sans MT" panose="020B0502020104020203" pitchFamily="34" charset="77"/>
                <a:ea typeface="ＭＳ Ｐゴシック" panose="020B0600070205080204" pitchFamily="34" charset="-128"/>
              </a:defRPr>
            </a:lvl8pPr>
            <a:lvl9pPr marL="3886200" indent="-228600" eaLnBrk="0" fontAlgn="base" hangingPunct="0">
              <a:spcBef>
                <a:spcPts val="300"/>
              </a:spcBef>
              <a:spcAft>
                <a:spcPct val="0"/>
              </a:spcAft>
              <a:buClr>
                <a:schemeClr val="accent2"/>
              </a:buClr>
              <a:buSzPct val="70000"/>
              <a:buFont typeface="Wingdings" pitchFamily="2" charset="2"/>
              <a:buChar char=""/>
              <a:defRPr sz="1600">
                <a:solidFill>
                  <a:schemeClr val="tx1"/>
                </a:solidFill>
                <a:latin typeface="Gill Sans MT" panose="020B0502020104020203" pitchFamily="34" charset="77"/>
                <a:ea typeface="ＭＳ Ｐゴシック" panose="020B0600070205080204" pitchFamily="34" charset="-128"/>
              </a:defRPr>
            </a:lvl9pPr>
          </a:lstStyle>
          <a:p>
            <a:pPr eaLnBrk="1" hangingPunct="1">
              <a:spcBef>
                <a:spcPct val="20000"/>
              </a:spcBef>
              <a:buClrTx/>
              <a:buSzTx/>
              <a:buFont typeface="Arial" panose="020B0604020202020204" pitchFamily="34" charset="0"/>
              <a:buNone/>
            </a:pPr>
            <a:r>
              <a:rPr lang="en-US" altLang="en-US" sz="2000"/>
              <a:t>11000110</a:t>
            </a:r>
          </a:p>
          <a:p>
            <a:pPr eaLnBrk="1" hangingPunct="1">
              <a:spcBef>
                <a:spcPct val="20000"/>
              </a:spcBef>
              <a:buClrTx/>
              <a:buSzTx/>
              <a:buFont typeface="Arial" panose="020B0604020202020204" pitchFamily="34" charset="0"/>
              <a:buNone/>
            </a:pPr>
            <a:r>
              <a:rPr lang="en-US" altLang="en-US" sz="2000"/>
              <a:t>01110001</a:t>
            </a:r>
          </a:p>
          <a:p>
            <a:pPr eaLnBrk="1" hangingPunct="1">
              <a:spcBef>
                <a:spcPct val="20000"/>
              </a:spcBef>
              <a:buClrTx/>
              <a:buSzTx/>
              <a:buFont typeface="Arial" panose="020B0604020202020204" pitchFamily="34" charset="0"/>
              <a:buNone/>
            </a:pPr>
            <a:r>
              <a:rPr lang="en-US" altLang="en-US" sz="2000"/>
              <a:t>10101111</a:t>
            </a:r>
          </a:p>
          <a:p>
            <a:pPr eaLnBrk="1" hangingPunct="1">
              <a:spcBef>
                <a:spcPct val="20000"/>
              </a:spcBef>
              <a:buClrTx/>
              <a:buSzTx/>
              <a:buFont typeface="Arial" panose="020B0604020202020204" pitchFamily="34" charset="0"/>
              <a:buNone/>
            </a:pPr>
            <a:r>
              <a:rPr lang="en-US" altLang="en-US" sz="2000"/>
              <a:t>10100010</a:t>
            </a:r>
          </a:p>
          <a:p>
            <a:pPr eaLnBrk="1" hangingPunct="1">
              <a:spcBef>
                <a:spcPct val="20000"/>
              </a:spcBef>
              <a:buClrTx/>
              <a:buSzTx/>
              <a:buFont typeface="Arial" panose="020B0604020202020204" pitchFamily="34" charset="0"/>
              <a:buNone/>
            </a:pPr>
            <a:r>
              <a:rPr lang="en-US" altLang="en-US" sz="2000"/>
              <a:t>-----------------</a:t>
            </a:r>
          </a:p>
          <a:p>
            <a:pPr eaLnBrk="1" hangingPunct="1">
              <a:spcBef>
                <a:spcPct val="20000"/>
              </a:spcBef>
              <a:buClrTx/>
              <a:buSzTx/>
              <a:buFont typeface="Arial" panose="020B0604020202020204" pitchFamily="34" charset="0"/>
              <a:buNone/>
            </a:pPr>
            <a:r>
              <a:rPr lang="en-US" altLang="en-US" sz="2000"/>
              <a:t>10111010=BA</a:t>
            </a:r>
          </a:p>
          <a:p>
            <a:pPr eaLnBrk="1" hangingPunct="1">
              <a:spcBef>
                <a:spcPct val="20000"/>
              </a:spcBef>
              <a:buClrTx/>
              <a:buSzTx/>
              <a:buFont typeface="Arial" panose="020B0604020202020204" pitchFamily="34" charset="0"/>
              <a:buNone/>
            </a:pPr>
            <a:r>
              <a:rPr lang="en-US" altLang="en-US" sz="2000"/>
              <a:t>-----------------</a:t>
            </a:r>
            <a:endParaRPr lang="en-IN" altLang="en-US" sz="2000"/>
          </a:p>
        </p:txBody>
      </p:sp>
      <p:sp>
        <p:nvSpPr>
          <p:cNvPr id="2" name="Rectangle 1">
            <a:extLst>
              <a:ext uri="{FF2B5EF4-FFF2-40B4-BE49-F238E27FC236}">
                <a16:creationId xmlns:a16="http://schemas.microsoft.com/office/drawing/2014/main" id="{E3D6B6F2-0B66-852C-B573-EB46BA6EC28F}"/>
              </a:ext>
            </a:extLst>
          </p:cNvPr>
          <p:cNvSpPr>
            <a:spLocks noChangeArrowheads="1"/>
          </p:cNvSpPr>
          <p:nvPr/>
        </p:nvSpPr>
        <p:spPr bwMode="auto">
          <a:xfrm>
            <a:off x="5435600" y="0"/>
            <a:ext cx="3960813" cy="3140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buFont typeface="Wingdings 3" pitchFamily="2" charset="2"/>
              <a:buNone/>
            </a:pPr>
            <a:r>
              <a:rPr lang="en-US" altLang="en-US"/>
              <a:t>01=00000001=1</a:t>
            </a:r>
          </a:p>
          <a:p>
            <a:pPr>
              <a:buFont typeface="Wingdings 3" pitchFamily="2" charset="2"/>
              <a:buNone/>
            </a:pPr>
            <a:r>
              <a:rPr lang="en-US" altLang="en-US"/>
              <a:t>AF=10101111= X</a:t>
            </a:r>
            <a:r>
              <a:rPr lang="en-US" altLang="en-US" baseline="30000"/>
              <a:t>7</a:t>
            </a:r>
            <a:r>
              <a:rPr lang="en-US" altLang="en-US"/>
              <a:t>+ X</a:t>
            </a:r>
            <a:r>
              <a:rPr lang="en-US" altLang="en-US" baseline="30000"/>
              <a:t>5</a:t>
            </a:r>
            <a:r>
              <a:rPr lang="en-US" altLang="en-US"/>
              <a:t>+X</a:t>
            </a:r>
            <a:r>
              <a:rPr lang="en-US" altLang="en-US" baseline="30000"/>
              <a:t>3</a:t>
            </a:r>
            <a:r>
              <a:rPr lang="en-US" altLang="en-US"/>
              <a:t>+X</a:t>
            </a:r>
            <a:r>
              <a:rPr lang="en-US" altLang="en-US" baseline="30000"/>
              <a:t>2</a:t>
            </a:r>
            <a:r>
              <a:rPr lang="en-US" altLang="en-US"/>
              <a:t>+X</a:t>
            </a:r>
            <a:r>
              <a:rPr lang="en-US" altLang="en-US" baseline="30000"/>
              <a:t>+</a:t>
            </a:r>
            <a:r>
              <a:rPr lang="en-US" altLang="en-US"/>
              <a:t>1 </a:t>
            </a:r>
          </a:p>
          <a:p>
            <a:pPr>
              <a:buFont typeface="Wingdings 3" pitchFamily="2" charset="2"/>
              <a:buNone/>
            </a:pPr>
            <a:r>
              <a:rPr lang="en-US" altLang="en-US"/>
              <a:t>-------------------------------------------------</a:t>
            </a:r>
          </a:p>
          <a:p>
            <a:pPr>
              <a:buFont typeface="Wingdings 3" pitchFamily="2" charset="2"/>
              <a:buNone/>
            </a:pPr>
            <a:r>
              <a:rPr lang="en-US" altLang="en-US" b="1">
                <a:solidFill>
                  <a:srgbClr val="FF0000"/>
                </a:solidFill>
              </a:rPr>
              <a:t>X</a:t>
            </a:r>
            <a:r>
              <a:rPr lang="en-US" altLang="en-US" b="1" baseline="30000">
                <a:solidFill>
                  <a:srgbClr val="FF0000"/>
                </a:solidFill>
              </a:rPr>
              <a:t>7</a:t>
            </a:r>
            <a:r>
              <a:rPr lang="en-US" altLang="en-US" b="1">
                <a:solidFill>
                  <a:srgbClr val="FF0000"/>
                </a:solidFill>
              </a:rPr>
              <a:t>+ X</a:t>
            </a:r>
            <a:r>
              <a:rPr lang="en-US" altLang="en-US" b="1" baseline="30000">
                <a:solidFill>
                  <a:srgbClr val="FF0000"/>
                </a:solidFill>
              </a:rPr>
              <a:t>5</a:t>
            </a:r>
            <a:r>
              <a:rPr lang="en-US" altLang="en-US" b="1">
                <a:solidFill>
                  <a:srgbClr val="FF0000"/>
                </a:solidFill>
              </a:rPr>
              <a:t>+X</a:t>
            </a:r>
            <a:r>
              <a:rPr lang="en-US" altLang="en-US" b="1" baseline="30000">
                <a:solidFill>
                  <a:srgbClr val="FF0000"/>
                </a:solidFill>
              </a:rPr>
              <a:t>3</a:t>
            </a:r>
            <a:r>
              <a:rPr lang="en-US" altLang="en-US" b="1">
                <a:solidFill>
                  <a:srgbClr val="FF0000"/>
                </a:solidFill>
              </a:rPr>
              <a:t>+X</a:t>
            </a:r>
            <a:r>
              <a:rPr lang="en-US" altLang="en-US" b="1" baseline="30000">
                <a:solidFill>
                  <a:srgbClr val="FF0000"/>
                </a:solidFill>
              </a:rPr>
              <a:t>2</a:t>
            </a:r>
            <a:r>
              <a:rPr lang="en-US" altLang="en-US" b="1">
                <a:solidFill>
                  <a:srgbClr val="FF0000"/>
                </a:solidFill>
              </a:rPr>
              <a:t>+X+1 </a:t>
            </a:r>
            <a:r>
              <a:rPr lang="en-US" altLang="en-US"/>
              <a:t>=10101111</a:t>
            </a:r>
          </a:p>
          <a:p>
            <a:pPr>
              <a:buFont typeface="Wingdings 3" pitchFamily="2" charset="2"/>
              <a:buNone/>
            </a:pPr>
            <a:r>
              <a:rPr lang="en-US" altLang="en-US"/>
              <a:t>-------------------------------------------------</a:t>
            </a:r>
          </a:p>
          <a:p>
            <a:pPr>
              <a:buFont typeface="Wingdings 3" pitchFamily="2" charset="2"/>
              <a:buNone/>
            </a:pPr>
            <a:r>
              <a:rPr lang="en-US" altLang="en-US"/>
              <a:t>01=00000001</a:t>
            </a:r>
          </a:p>
          <a:p>
            <a:pPr>
              <a:buFont typeface="Wingdings 3" pitchFamily="2" charset="2"/>
              <a:buNone/>
            </a:pPr>
            <a:r>
              <a:rPr lang="en-US" altLang="en-US"/>
              <a:t>A2=10100010</a:t>
            </a:r>
          </a:p>
          <a:p>
            <a:pPr>
              <a:buFont typeface="Wingdings 3" pitchFamily="2" charset="2"/>
              <a:buNone/>
            </a:pPr>
            <a:r>
              <a:rPr lang="en-US" altLang="en-US"/>
              <a:t>-------------------------------------------------</a:t>
            </a:r>
          </a:p>
          <a:p>
            <a:pPr>
              <a:buFont typeface="Wingdings 3" pitchFamily="2" charset="2"/>
              <a:buNone/>
            </a:pPr>
            <a:r>
              <a:rPr lang="en-US" altLang="en-US"/>
              <a:t>= </a:t>
            </a:r>
            <a:r>
              <a:rPr lang="en-US" altLang="en-US" b="1">
                <a:solidFill>
                  <a:srgbClr val="FF0000"/>
                </a:solidFill>
              </a:rPr>
              <a:t>X</a:t>
            </a:r>
            <a:r>
              <a:rPr lang="en-US" altLang="en-US" b="1" baseline="30000">
                <a:solidFill>
                  <a:srgbClr val="FF0000"/>
                </a:solidFill>
              </a:rPr>
              <a:t>7</a:t>
            </a:r>
            <a:r>
              <a:rPr lang="en-US" altLang="en-US" b="1">
                <a:solidFill>
                  <a:srgbClr val="FF0000"/>
                </a:solidFill>
              </a:rPr>
              <a:t>+ X</a:t>
            </a:r>
            <a:r>
              <a:rPr lang="en-US" altLang="en-US" b="1" baseline="30000">
                <a:solidFill>
                  <a:srgbClr val="FF0000"/>
                </a:solidFill>
              </a:rPr>
              <a:t>5</a:t>
            </a:r>
            <a:r>
              <a:rPr lang="en-US" altLang="en-US" b="1">
                <a:solidFill>
                  <a:srgbClr val="FF0000"/>
                </a:solidFill>
              </a:rPr>
              <a:t>+X </a:t>
            </a:r>
            <a:r>
              <a:rPr lang="en-US" altLang="en-US"/>
              <a:t>= 10100010</a:t>
            </a:r>
          </a:p>
          <a:p>
            <a:pPr>
              <a:buFont typeface="Wingdings 3" pitchFamily="2" charset="2"/>
              <a:buNone/>
            </a:pPr>
            <a:r>
              <a:rPr lang="en-US" altLang="en-US"/>
              <a:t>-------------------------------------------------</a:t>
            </a:r>
          </a:p>
          <a:p>
            <a:pPr>
              <a:buFont typeface="Wingdings 3" pitchFamily="2" charset="2"/>
              <a:buNone/>
            </a:pPr>
            <a:endParaRPr lang="en-IN" altLang="en-US"/>
          </a:p>
        </p:txBody>
      </p:sp>
      <p:sp>
        <p:nvSpPr>
          <p:cNvPr id="50184" name="Rectangle 3">
            <a:extLst>
              <a:ext uri="{FF2B5EF4-FFF2-40B4-BE49-F238E27FC236}">
                <a16:creationId xmlns:a16="http://schemas.microsoft.com/office/drawing/2014/main" id="{E4B599AD-18CC-F183-D441-4407DFA8A36F}"/>
              </a:ext>
            </a:extLst>
          </p:cNvPr>
          <p:cNvSpPr>
            <a:spLocks noChangeArrowheads="1"/>
          </p:cNvSpPr>
          <p:nvPr/>
        </p:nvSpPr>
        <p:spPr bwMode="auto">
          <a:xfrm>
            <a:off x="76200" y="5657850"/>
            <a:ext cx="8816975" cy="923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r>
              <a:rPr lang="en-US" altLang="en-US"/>
              <a:t>                                              or</a:t>
            </a:r>
          </a:p>
          <a:p>
            <a:r>
              <a:rPr lang="en-US" altLang="en-US"/>
              <a:t>X</a:t>
            </a:r>
            <a:r>
              <a:rPr lang="en-US" altLang="en-US" baseline="30000"/>
              <a:t>7</a:t>
            </a:r>
            <a:r>
              <a:rPr lang="en-US" altLang="en-US"/>
              <a:t>+X</a:t>
            </a:r>
            <a:r>
              <a:rPr lang="en-US" altLang="en-US" baseline="30000"/>
              <a:t>6</a:t>
            </a:r>
            <a:r>
              <a:rPr lang="en-US" altLang="en-US"/>
              <a:t>+X</a:t>
            </a:r>
            <a:r>
              <a:rPr lang="en-US" altLang="en-US" baseline="30000"/>
              <a:t>2</a:t>
            </a:r>
            <a:r>
              <a:rPr lang="en-US" altLang="en-US"/>
              <a:t>+X+X</a:t>
            </a:r>
            <a:r>
              <a:rPr lang="en-US" altLang="en-US" baseline="30000"/>
              <a:t>6</a:t>
            </a:r>
            <a:r>
              <a:rPr lang="en-US" altLang="en-US"/>
              <a:t>+X</a:t>
            </a:r>
            <a:r>
              <a:rPr lang="en-US" altLang="en-US" baseline="30000"/>
              <a:t>5</a:t>
            </a:r>
            <a:r>
              <a:rPr lang="en-US" altLang="en-US"/>
              <a:t>+X</a:t>
            </a:r>
            <a:r>
              <a:rPr lang="en-US" altLang="en-US" baseline="30000"/>
              <a:t>4</a:t>
            </a:r>
            <a:r>
              <a:rPr lang="en-US" altLang="en-US"/>
              <a:t>+1+ X</a:t>
            </a:r>
            <a:r>
              <a:rPr lang="en-US" altLang="en-US" baseline="30000"/>
              <a:t>7</a:t>
            </a:r>
            <a:r>
              <a:rPr lang="en-US" altLang="en-US"/>
              <a:t>+ X</a:t>
            </a:r>
            <a:r>
              <a:rPr lang="en-US" altLang="en-US" baseline="30000"/>
              <a:t>5</a:t>
            </a:r>
            <a:r>
              <a:rPr lang="en-US" altLang="en-US"/>
              <a:t>+ X</a:t>
            </a:r>
            <a:r>
              <a:rPr lang="en-US" altLang="en-US" baseline="30000"/>
              <a:t>3</a:t>
            </a:r>
            <a:r>
              <a:rPr lang="en-US" altLang="en-US"/>
              <a:t>+X</a:t>
            </a:r>
            <a:r>
              <a:rPr lang="en-US" altLang="en-US" baseline="30000"/>
              <a:t>2</a:t>
            </a:r>
            <a:r>
              <a:rPr lang="en-US" altLang="en-US"/>
              <a:t>+X+1+X</a:t>
            </a:r>
            <a:r>
              <a:rPr lang="en-US" altLang="en-US" baseline="30000"/>
              <a:t>7</a:t>
            </a:r>
            <a:r>
              <a:rPr lang="en-US" altLang="en-US"/>
              <a:t> + X</a:t>
            </a:r>
            <a:r>
              <a:rPr lang="en-US" altLang="en-US" baseline="30000"/>
              <a:t>5</a:t>
            </a:r>
            <a:r>
              <a:rPr lang="en-US" altLang="en-US"/>
              <a:t>+X</a:t>
            </a:r>
            <a:r>
              <a:rPr lang="en-US" altLang="en-US" baseline="30000"/>
              <a:t> </a:t>
            </a:r>
            <a:r>
              <a:rPr lang="en-US" altLang="en-US"/>
              <a:t>( cancel common terms)</a:t>
            </a:r>
          </a:p>
          <a:p>
            <a:r>
              <a:rPr lang="en-US" altLang="en-US"/>
              <a:t>=X</a:t>
            </a:r>
            <a:r>
              <a:rPr lang="en-US" altLang="en-US" baseline="30000"/>
              <a:t>7</a:t>
            </a:r>
            <a:r>
              <a:rPr lang="en-US" altLang="en-US"/>
              <a:t>+X</a:t>
            </a:r>
            <a:r>
              <a:rPr lang="en-US" altLang="en-US" baseline="30000"/>
              <a:t>5</a:t>
            </a:r>
            <a:r>
              <a:rPr lang="en-US" altLang="en-US"/>
              <a:t>+X</a:t>
            </a:r>
            <a:r>
              <a:rPr lang="en-US" altLang="en-US" baseline="30000"/>
              <a:t>4</a:t>
            </a:r>
            <a:r>
              <a:rPr lang="en-US" altLang="en-US"/>
              <a:t>+X</a:t>
            </a:r>
            <a:r>
              <a:rPr lang="en-US" altLang="en-US" baseline="30000"/>
              <a:t>3</a:t>
            </a:r>
            <a:r>
              <a:rPr lang="en-US" altLang="en-US"/>
              <a:t>+X=10111010=BA</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4" fill="hold"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4" fill="hold"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par>
                                <p:cTn id="27" presetID="2" presetClass="entr" presetSubtype="4" fill="hold" nodeType="withEffect">
                                  <p:stCondLst>
                                    <p:cond delay="0"/>
                                  </p:stCondLst>
                                  <p:childTnLst>
                                    <p:set>
                                      <p:cBhvr>
                                        <p:cTn id="28" dur="1" fill="hold">
                                          <p:stCondLst>
                                            <p:cond delay="0"/>
                                          </p:stCondLst>
                                        </p:cTn>
                                        <p:tgtEl>
                                          <p:spTgt spid="3">
                                            <p:txEl>
                                              <p:pRg st="4" end="4"/>
                                            </p:txEl>
                                          </p:spTgt>
                                        </p:tgtEl>
                                        <p:attrNameLst>
                                          <p:attrName>style.visibility</p:attrName>
                                        </p:attrNameLst>
                                      </p:cBhvr>
                                      <p:to>
                                        <p:strVal val="visible"/>
                                      </p:to>
                                    </p:set>
                                    <p:anim calcmode="lin" valueType="num">
                                      <p:cBhvr additive="base">
                                        <p:cTn id="29"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3">
                                            <p:txEl>
                                              <p:pRg st="4" end="4"/>
                                            </p:txEl>
                                          </p:spTgt>
                                        </p:tgtEl>
                                        <p:attrNameLst>
                                          <p:attrName>ppt_y</p:attrName>
                                        </p:attrNameLst>
                                      </p:cBhvr>
                                      <p:tavLst>
                                        <p:tav tm="0">
                                          <p:val>
                                            <p:strVal val="1+#ppt_h/2"/>
                                          </p:val>
                                        </p:tav>
                                        <p:tav tm="100000">
                                          <p:val>
                                            <p:strVal val="#ppt_y"/>
                                          </p:val>
                                        </p:tav>
                                      </p:tavLst>
                                    </p:anim>
                                  </p:childTnLst>
                                </p:cTn>
                              </p:par>
                              <p:par>
                                <p:cTn id="31" presetID="2" presetClass="entr" presetSubtype="4" fill="hold" nodeType="withEffect">
                                  <p:stCondLst>
                                    <p:cond delay="0"/>
                                  </p:stCondLst>
                                  <p:childTnLst>
                                    <p:set>
                                      <p:cBhvr>
                                        <p:cTn id="32" dur="1" fill="hold">
                                          <p:stCondLst>
                                            <p:cond delay="0"/>
                                          </p:stCondLst>
                                        </p:cTn>
                                        <p:tgtEl>
                                          <p:spTgt spid="3">
                                            <p:txEl>
                                              <p:pRg st="5" end="5"/>
                                            </p:txEl>
                                          </p:spTgt>
                                        </p:tgtEl>
                                        <p:attrNameLst>
                                          <p:attrName>style.visibility</p:attrName>
                                        </p:attrNameLst>
                                      </p:cBhvr>
                                      <p:to>
                                        <p:strVal val="visible"/>
                                      </p:to>
                                    </p:set>
                                    <p:anim calcmode="lin" valueType="num">
                                      <p:cBhvr additive="base">
                                        <p:cTn id="33"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4" dur="500" fill="hold"/>
                                        <p:tgtEl>
                                          <p:spTgt spid="3">
                                            <p:txEl>
                                              <p:pRg st="5" end="5"/>
                                            </p:txEl>
                                          </p:spTgt>
                                        </p:tgtEl>
                                        <p:attrNameLst>
                                          <p:attrName>ppt_y</p:attrName>
                                        </p:attrNameLst>
                                      </p:cBhvr>
                                      <p:tavLst>
                                        <p:tav tm="0">
                                          <p:val>
                                            <p:strVal val="1+#ppt_h/2"/>
                                          </p:val>
                                        </p:tav>
                                        <p:tav tm="100000">
                                          <p:val>
                                            <p:strVal val="#ppt_y"/>
                                          </p:val>
                                        </p:tav>
                                      </p:tavLst>
                                    </p:anim>
                                  </p:childTnLst>
                                </p:cTn>
                              </p:par>
                              <p:par>
                                <p:cTn id="35" presetID="2" presetClass="entr" presetSubtype="4" fill="hold" nodeType="with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anim calcmode="lin" valueType="num">
                                      <p:cBhvr additive="base">
                                        <p:cTn id="37"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3">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39" fill="hold" nodeType="clickPar">
                      <p:stCondLst>
                        <p:cond delay="indefinite"/>
                      </p:stCondLst>
                      <p:childTnLst>
                        <p:par>
                          <p:cTn id="40" fill="hold" nodeType="withGroup">
                            <p:stCondLst>
                              <p:cond delay="0"/>
                            </p:stCondLst>
                            <p:childTnLst>
                              <p:par>
                                <p:cTn id="41" presetID="2" presetClass="entr" presetSubtype="4" fill="hold" nodeType="clickEffect">
                                  <p:stCondLst>
                                    <p:cond delay="0"/>
                                  </p:stCondLst>
                                  <p:childTnLst>
                                    <p:set>
                                      <p:cBhvr>
                                        <p:cTn id="42" dur="1" fill="hold">
                                          <p:stCondLst>
                                            <p:cond delay="0"/>
                                          </p:stCondLst>
                                        </p:cTn>
                                        <p:tgtEl>
                                          <p:spTgt spid="3">
                                            <p:txEl>
                                              <p:pRg st="7" end="7"/>
                                            </p:txEl>
                                          </p:spTgt>
                                        </p:tgtEl>
                                        <p:attrNameLst>
                                          <p:attrName>style.visibility</p:attrName>
                                        </p:attrNameLst>
                                      </p:cBhvr>
                                      <p:to>
                                        <p:strVal val="visible"/>
                                      </p:to>
                                    </p:set>
                                    <p:anim calcmode="lin" valueType="num">
                                      <p:cBhvr additive="base">
                                        <p:cTn id="43"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3">
                                            <p:txEl>
                                              <p:pRg st="7" end="7"/>
                                            </p:txEl>
                                          </p:spTgt>
                                        </p:tgtEl>
                                        <p:attrNameLst>
                                          <p:attrName>ppt_y</p:attrName>
                                        </p:attrNameLst>
                                      </p:cBhvr>
                                      <p:tavLst>
                                        <p:tav tm="0">
                                          <p:val>
                                            <p:strVal val="1+#ppt_h/2"/>
                                          </p:val>
                                        </p:tav>
                                        <p:tav tm="100000">
                                          <p:val>
                                            <p:strVal val="#ppt_y"/>
                                          </p:val>
                                        </p:tav>
                                      </p:tavLst>
                                    </p:anim>
                                  </p:childTnLst>
                                </p:cTn>
                              </p:par>
                            </p:childTnLst>
                          </p:cTn>
                        </p:par>
                      </p:childTnLst>
                    </p:cTn>
                  </p:par>
                  <p:par>
                    <p:cTn id="45" fill="hold" nodeType="clickPar">
                      <p:stCondLst>
                        <p:cond delay="indefinite"/>
                      </p:stCondLst>
                      <p:childTnLst>
                        <p:par>
                          <p:cTn id="46" fill="hold" nodeType="withGroup">
                            <p:stCondLst>
                              <p:cond delay="0"/>
                            </p:stCondLst>
                            <p:childTnLst>
                              <p:par>
                                <p:cTn id="47" presetID="2" presetClass="entr" presetSubtype="4" fill="hold" nodeType="clickEffect">
                                  <p:stCondLst>
                                    <p:cond delay="0"/>
                                  </p:stCondLst>
                                  <p:childTnLst>
                                    <p:set>
                                      <p:cBhvr>
                                        <p:cTn id="48" dur="1" fill="hold">
                                          <p:stCondLst>
                                            <p:cond delay="0"/>
                                          </p:stCondLst>
                                        </p:cTn>
                                        <p:tgtEl>
                                          <p:spTgt spid="3">
                                            <p:txEl>
                                              <p:pRg st="8" end="8"/>
                                            </p:txEl>
                                          </p:spTgt>
                                        </p:tgtEl>
                                        <p:attrNameLst>
                                          <p:attrName>style.visibility</p:attrName>
                                        </p:attrNameLst>
                                      </p:cBhvr>
                                      <p:to>
                                        <p:strVal val="visible"/>
                                      </p:to>
                                    </p:set>
                                    <p:anim calcmode="lin" valueType="num">
                                      <p:cBhvr additive="base">
                                        <p:cTn id="49" dur="500" fill="hold"/>
                                        <p:tgtEl>
                                          <p:spTgt spid="3">
                                            <p:txEl>
                                              <p:pRg st="8" end="8"/>
                                            </p:txEl>
                                          </p:spTgt>
                                        </p:tgtEl>
                                        <p:attrNameLst>
                                          <p:attrName>ppt_x</p:attrName>
                                        </p:attrNameLst>
                                      </p:cBhvr>
                                      <p:tavLst>
                                        <p:tav tm="0">
                                          <p:val>
                                            <p:strVal val="#ppt_x"/>
                                          </p:val>
                                        </p:tav>
                                        <p:tav tm="100000">
                                          <p:val>
                                            <p:strVal val="#ppt_x"/>
                                          </p:val>
                                        </p:tav>
                                      </p:tavLst>
                                    </p:anim>
                                    <p:anim calcmode="lin" valueType="num">
                                      <p:cBhvr additive="base">
                                        <p:cTn id="50" dur="500" fill="hold"/>
                                        <p:tgtEl>
                                          <p:spTgt spid="3">
                                            <p:txEl>
                                              <p:pRg st="8" end="8"/>
                                            </p:txEl>
                                          </p:spTgt>
                                        </p:tgtEl>
                                        <p:attrNameLst>
                                          <p:attrName>ppt_y</p:attrName>
                                        </p:attrNameLst>
                                      </p:cBhvr>
                                      <p:tavLst>
                                        <p:tav tm="0">
                                          <p:val>
                                            <p:strVal val="1+#ppt_h/2"/>
                                          </p:val>
                                        </p:tav>
                                        <p:tav tm="100000">
                                          <p:val>
                                            <p:strVal val="#ppt_y"/>
                                          </p:val>
                                        </p:tav>
                                      </p:tavLst>
                                    </p:anim>
                                  </p:childTnLst>
                                </p:cTn>
                              </p:par>
                            </p:childTnLst>
                          </p:cTn>
                        </p:par>
                      </p:childTnLst>
                    </p:cTn>
                  </p:par>
                  <p:par>
                    <p:cTn id="51" fill="hold" nodeType="clickPar">
                      <p:stCondLst>
                        <p:cond delay="indefinite"/>
                      </p:stCondLst>
                      <p:childTnLst>
                        <p:par>
                          <p:cTn id="52" fill="hold" nodeType="withGroup">
                            <p:stCondLst>
                              <p:cond delay="0"/>
                            </p:stCondLst>
                            <p:childTnLst>
                              <p:par>
                                <p:cTn id="53" presetID="2" presetClass="entr" presetSubtype="4" fill="hold" nodeType="clickEffect">
                                  <p:stCondLst>
                                    <p:cond delay="0"/>
                                  </p:stCondLst>
                                  <p:childTnLst>
                                    <p:set>
                                      <p:cBhvr>
                                        <p:cTn id="54" dur="1" fill="hold">
                                          <p:stCondLst>
                                            <p:cond delay="0"/>
                                          </p:stCondLst>
                                        </p:cTn>
                                        <p:tgtEl>
                                          <p:spTgt spid="3">
                                            <p:txEl>
                                              <p:pRg st="9" end="9"/>
                                            </p:txEl>
                                          </p:spTgt>
                                        </p:tgtEl>
                                        <p:attrNameLst>
                                          <p:attrName>style.visibility</p:attrName>
                                        </p:attrNameLst>
                                      </p:cBhvr>
                                      <p:to>
                                        <p:strVal val="visible"/>
                                      </p:to>
                                    </p:set>
                                    <p:anim calcmode="lin" valueType="num">
                                      <p:cBhvr additive="base">
                                        <p:cTn id="55" dur="500" fill="hold"/>
                                        <p:tgtEl>
                                          <p:spTgt spid="3">
                                            <p:txEl>
                                              <p:pRg st="9" end="9"/>
                                            </p:txEl>
                                          </p:spTgt>
                                        </p:tgtEl>
                                        <p:attrNameLst>
                                          <p:attrName>ppt_x</p:attrName>
                                        </p:attrNameLst>
                                      </p:cBhvr>
                                      <p:tavLst>
                                        <p:tav tm="0">
                                          <p:val>
                                            <p:strVal val="#ppt_x"/>
                                          </p:val>
                                        </p:tav>
                                        <p:tav tm="100000">
                                          <p:val>
                                            <p:strVal val="#ppt_x"/>
                                          </p:val>
                                        </p:tav>
                                      </p:tavLst>
                                    </p:anim>
                                    <p:anim calcmode="lin" valueType="num">
                                      <p:cBhvr additive="base">
                                        <p:cTn id="56" dur="500" fill="hold"/>
                                        <p:tgtEl>
                                          <p:spTgt spid="3">
                                            <p:txEl>
                                              <p:pRg st="9" end="9"/>
                                            </p:txEl>
                                          </p:spTgt>
                                        </p:tgtEl>
                                        <p:attrNameLst>
                                          <p:attrName>ppt_y</p:attrName>
                                        </p:attrNameLst>
                                      </p:cBhvr>
                                      <p:tavLst>
                                        <p:tav tm="0">
                                          <p:val>
                                            <p:strVal val="1+#ppt_h/2"/>
                                          </p:val>
                                        </p:tav>
                                        <p:tav tm="100000">
                                          <p:val>
                                            <p:strVal val="#ppt_y"/>
                                          </p:val>
                                        </p:tav>
                                      </p:tavLst>
                                    </p:anim>
                                  </p:childTnLst>
                                </p:cTn>
                              </p:par>
                            </p:childTnLst>
                          </p:cTn>
                        </p:par>
                      </p:childTnLst>
                    </p:cTn>
                  </p:par>
                  <p:par>
                    <p:cTn id="57" fill="hold" nodeType="clickPar">
                      <p:stCondLst>
                        <p:cond delay="indefinite"/>
                      </p:stCondLst>
                      <p:childTnLst>
                        <p:par>
                          <p:cTn id="58" fill="hold" nodeType="withGroup">
                            <p:stCondLst>
                              <p:cond delay="0"/>
                            </p:stCondLst>
                            <p:childTnLst>
                              <p:par>
                                <p:cTn id="59" presetID="2" presetClass="entr" presetSubtype="4" fill="hold" nodeType="clickEffect">
                                  <p:stCondLst>
                                    <p:cond delay="0"/>
                                  </p:stCondLst>
                                  <p:childTnLst>
                                    <p:set>
                                      <p:cBhvr>
                                        <p:cTn id="60" dur="1" fill="hold">
                                          <p:stCondLst>
                                            <p:cond delay="0"/>
                                          </p:stCondLst>
                                        </p:cTn>
                                        <p:tgtEl>
                                          <p:spTgt spid="3">
                                            <p:txEl>
                                              <p:pRg st="10" end="10"/>
                                            </p:txEl>
                                          </p:spTgt>
                                        </p:tgtEl>
                                        <p:attrNameLst>
                                          <p:attrName>style.visibility</p:attrName>
                                        </p:attrNameLst>
                                      </p:cBhvr>
                                      <p:to>
                                        <p:strVal val="visible"/>
                                      </p:to>
                                    </p:set>
                                    <p:anim calcmode="lin" valueType="num">
                                      <p:cBhvr additive="base">
                                        <p:cTn id="61" dur="500" fill="hold"/>
                                        <p:tgtEl>
                                          <p:spTgt spid="3">
                                            <p:txEl>
                                              <p:pRg st="10" end="10"/>
                                            </p:txEl>
                                          </p:spTgt>
                                        </p:tgtEl>
                                        <p:attrNameLst>
                                          <p:attrName>ppt_x</p:attrName>
                                        </p:attrNameLst>
                                      </p:cBhvr>
                                      <p:tavLst>
                                        <p:tav tm="0">
                                          <p:val>
                                            <p:strVal val="#ppt_x"/>
                                          </p:val>
                                        </p:tav>
                                        <p:tav tm="100000">
                                          <p:val>
                                            <p:strVal val="#ppt_x"/>
                                          </p:val>
                                        </p:tav>
                                      </p:tavLst>
                                    </p:anim>
                                    <p:anim calcmode="lin" valueType="num">
                                      <p:cBhvr additive="base">
                                        <p:cTn id="62" dur="500" fill="hold"/>
                                        <p:tgtEl>
                                          <p:spTgt spid="3">
                                            <p:txEl>
                                              <p:pRg st="10" end="10"/>
                                            </p:txEl>
                                          </p:spTgt>
                                        </p:tgtEl>
                                        <p:attrNameLst>
                                          <p:attrName>ppt_y</p:attrName>
                                        </p:attrNameLst>
                                      </p:cBhvr>
                                      <p:tavLst>
                                        <p:tav tm="0">
                                          <p:val>
                                            <p:strVal val="1+#ppt_h/2"/>
                                          </p:val>
                                        </p:tav>
                                        <p:tav tm="100000">
                                          <p:val>
                                            <p:strVal val="#ppt_y"/>
                                          </p:val>
                                        </p:tav>
                                      </p:tavLst>
                                    </p:anim>
                                  </p:childTnLst>
                                </p:cTn>
                              </p:par>
                            </p:childTnLst>
                          </p:cTn>
                        </p:par>
                      </p:childTnLst>
                    </p:cTn>
                  </p:par>
                  <p:par>
                    <p:cTn id="63" fill="hold" nodeType="clickPar">
                      <p:stCondLst>
                        <p:cond delay="indefinite"/>
                      </p:stCondLst>
                      <p:childTnLst>
                        <p:par>
                          <p:cTn id="64" fill="hold" nodeType="withGroup">
                            <p:stCondLst>
                              <p:cond delay="0"/>
                            </p:stCondLst>
                            <p:childTnLst>
                              <p:par>
                                <p:cTn id="65" presetID="2" presetClass="entr" presetSubtype="4" fill="hold" nodeType="clickEffect">
                                  <p:stCondLst>
                                    <p:cond delay="0"/>
                                  </p:stCondLst>
                                  <p:childTnLst>
                                    <p:set>
                                      <p:cBhvr>
                                        <p:cTn id="66" dur="1" fill="hold">
                                          <p:stCondLst>
                                            <p:cond delay="0"/>
                                          </p:stCondLst>
                                        </p:cTn>
                                        <p:tgtEl>
                                          <p:spTgt spid="3">
                                            <p:txEl>
                                              <p:pRg st="11" end="11"/>
                                            </p:txEl>
                                          </p:spTgt>
                                        </p:tgtEl>
                                        <p:attrNameLst>
                                          <p:attrName>style.visibility</p:attrName>
                                        </p:attrNameLst>
                                      </p:cBhvr>
                                      <p:to>
                                        <p:strVal val="visible"/>
                                      </p:to>
                                    </p:set>
                                    <p:anim calcmode="lin" valueType="num">
                                      <p:cBhvr additive="base">
                                        <p:cTn id="67" dur="500" fill="hold"/>
                                        <p:tgtEl>
                                          <p:spTgt spid="3">
                                            <p:txEl>
                                              <p:pRg st="11" end="11"/>
                                            </p:txEl>
                                          </p:spTgt>
                                        </p:tgtEl>
                                        <p:attrNameLst>
                                          <p:attrName>ppt_x</p:attrName>
                                        </p:attrNameLst>
                                      </p:cBhvr>
                                      <p:tavLst>
                                        <p:tav tm="0">
                                          <p:val>
                                            <p:strVal val="#ppt_x"/>
                                          </p:val>
                                        </p:tav>
                                        <p:tav tm="100000">
                                          <p:val>
                                            <p:strVal val="#ppt_x"/>
                                          </p:val>
                                        </p:tav>
                                      </p:tavLst>
                                    </p:anim>
                                    <p:anim calcmode="lin" valueType="num">
                                      <p:cBhvr additive="base">
                                        <p:cTn id="68" dur="500" fill="hold"/>
                                        <p:tgtEl>
                                          <p:spTgt spid="3">
                                            <p:txEl>
                                              <p:pRg st="11" end="11"/>
                                            </p:txEl>
                                          </p:spTgt>
                                        </p:tgtEl>
                                        <p:attrNameLst>
                                          <p:attrName>ppt_y</p:attrName>
                                        </p:attrNameLst>
                                      </p:cBhvr>
                                      <p:tavLst>
                                        <p:tav tm="0">
                                          <p:val>
                                            <p:strVal val="1+#ppt_h/2"/>
                                          </p:val>
                                        </p:tav>
                                        <p:tav tm="100000">
                                          <p:val>
                                            <p:strVal val="#ppt_y"/>
                                          </p:val>
                                        </p:tav>
                                      </p:tavLst>
                                    </p:anim>
                                  </p:childTnLst>
                                </p:cTn>
                              </p:par>
                              <p:par>
                                <p:cTn id="69" presetID="2" presetClass="entr" presetSubtype="4" fill="hold" nodeType="withEffect">
                                  <p:stCondLst>
                                    <p:cond delay="0"/>
                                  </p:stCondLst>
                                  <p:childTnLst>
                                    <p:set>
                                      <p:cBhvr>
                                        <p:cTn id="70" dur="1" fill="hold">
                                          <p:stCondLst>
                                            <p:cond delay="0"/>
                                          </p:stCondLst>
                                        </p:cTn>
                                        <p:tgtEl>
                                          <p:spTgt spid="3">
                                            <p:txEl>
                                              <p:pRg st="12" end="12"/>
                                            </p:txEl>
                                          </p:spTgt>
                                        </p:tgtEl>
                                        <p:attrNameLst>
                                          <p:attrName>style.visibility</p:attrName>
                                        </p:attrNameLst>
                                      </p:cBhvr>
                                      <p:to>
                                        <p:strVal val="visible"/>
                                      </p:to>
                                    </p:set>
                                    <p:anim calcmode="lin" valueType="num">
                                      <p:cBhvr additive="base">
                                        <p:cTn id="71" dur="500" fill="hold"/>
                                        <p:tgtEl>
                                          <p:spTgt spid="3">
                                            <p:txEl>
                                              <p:pRg st="12" end="12"/>
                                            </p:txEl>
                                          </p:spTgt>
                                        </p:tgtEl>
                                        <p:attrNameLst>
                                          <p:attrName>ppt_x</p:attrName>
                                        </p:attrNameLst>
                                      </p:cBhvr>
                                      <p:tavLst>
                                        <p:tav tm="0">
                                          <p:val>
                                            <p:strVal val="#ppt_x"/>
                                          </p:val>
                                        </p:tav>
                                        <p:tav tm="100000">
                                          <p:val>
                                            <p:strVal val="#ppt_x"/>
                                          </p:val>
                                        </p:tav>
                                      </p:tavLst>
                                    </p:anim>
                                    <p:anim calcmode="lin" valueType="num">
                                      <p:cBhvr additive="base">
                                        <p:cTn id="72" dur="500" fill="hold"/>
                                        <p:tgtEl>
                                          <p:spTgt spid="3">
                                            <p:txEl>
                                              <p:pRg st="12" end="12"/>
                                            </p:txEl>
                                          </p:spTgt>
                                        </p:tgtEl>
                                        <p:attrNameLst>
                                          <p:attrName>ppt_y</p:attrName>
                                        </p:attrNameLst>
                                      </p:cBhvr>
                                      <p:tavLst>
                                        <p:tav tm="0">
                                          <p:val>
                                            <p:strVal val="1+#ppt_h/2"/>
                                          </p:val>
                                        </p:tav>
                                        <p:tav tm="100000">
                                          <p:val>
                                            <p:strVal val="#ppt_y"/>
                                          </p:val>
                                        </p:tav>
                                      </p:tavLst>
                                    </p:anim>
                                  </p:childTnLst>
                                </p:cTn>
                              </p:par>
                            </p:childTnLst>
                          </p:cTn>
                        </p:par>
                      </p:childTnLst>
                    </p:cTn>
                  </p:par>
                  <p:par>
                    <p:cTn id="73" fill="hold" nodeType="clickPar">
                      <p:stCondLst>
                        <p:cond delay="indefinite"/>
                      </p:stCondLst>
                      <p:childTnLst>
                        <p:par>
                          <p:cTn id="74" fill="hold" nodeType="withGroup">
                            <p:stCondLst>
                              <p:cond delay="0"/>
                            </p:stCondLst>
                            <p:childTnLst>
                              <p:par>
                                <p:cTn id="75" presetID="2" presetClass="entr" presetSubtype="4" fill="hold" nodeType="clickEffect">
                                  <p:stCondLst>
                                    <p:cond delay="0"/>
                                  </p:stCondLst>
                                  <p:childTnLst>
                                    <p:set>
                                      <p:cBhvr>
                                        <p:cTn id="76" dur="1" fill="hold">
                                          <p:stCondLst>
                                            <p:cond delay="0"/>
                                          </p:stCondLst>
                                        </p:cTn>
                                        <p:tgtEl>
                                          <p:spTgt spid="2">
                                            <p:txEl>
                                              <p:pRg st="0" end="0"/>
                                            </p:txEl>
                                          </p:spTgt>
                                        </p:tgtEl>
                                        <p:attrNameLst>
                                          <p:attrName>style.visibility</p:attrName>
                                        </p:attrNameLst>
                                      </p:cBhvr>
                                      <p:to>
                                        <p:strVal val="visible"/>
                                      </p:to>
                                    </p:set>
                                    <p:anim calcmode="lin" valueType="num">
                                      <p:cBhvr additive="base">
                                        <p:cTn id="77" dur="500" fill="hold"/>
                                        <p:tgtEl>
                                          <p:spTgt spid="2">
                                            <p:txEl>
                                              <p:pRg st="0" end="0"/>
                                            </p:txEl>
                                          </p:spTgt>
                                        </p:tgtEl>
                                        <p:attrNameLst>
                                          <p:attrName>ppt_x</p:attrName>
                                        </p:attrNameLst>
                                      </p:cBhvr>
                                      <p:tavLst>
                                        <p:tav tm="0">
                                          <p:val>
                                            <p:strVal val="#ppt_x"/>
                                          </p:val>
                                        </p:tav>
                                        <p:tav tm="100000">
                                          <p:val>
                                            <p:strVal val="#ppt_x"/>
                                          </p:val>
                                        </p:tav>
                                      </p:tavLst>
                                    </p:anim>
                                    <p:anim calcmode="lin" valueType="num">
                                      <p:cBhvr additive="base">
                                        <p:cTn id="78" dur="500" fill="hold"/>
                                        <p:tgtEl>
                                          <p:spTgt spid="2">
                                            <p:txEl>
                                              <p:pRg st="0" end="0"/>
                                            </p:txEl>
                                          </p:spTgt>
                                        </p:tgtEl>
                                        <p:attrNameLst>
                                          <p:attrName>ppt_y</p:attrName>
                                        </p:attrNameLst>
                                      </p:cBhvr>
                                      <p:tavLst>
                                        <p:tav tm="0">
                                          <p:val>
                                            <p:strVal val="1+#ppt_h/2"/>
                                          </p:val>
                                        </p:tav>
                                        <p:tav tm="100000">
                                          <p:val>
                                            <p:strVal val="#ppt_y"/>
                                          </p:val>
                                        </p:tav>
                                      </p:tavLst>
                                    </p:anim>
                                  </p:childTnLst>
                                </p:cTn>
                              </p:par>
                              <p:par>
                                <p:cTn id="79" presetID="2" presetClass="entr" presetSubtype="4" fill="hold" nodeType="withEffect">
                                  <p:stCondLst>
                                    <p:cond delay="0"/>
                                  </p:stCondLst>
                                  <p:childTnLst>
                                    <p:set>
                                      <p:cBhvr>
                                        <p:cTn id="80" dur="1" fill="hold">
                                          <p:stCondLst>
                                            <p:cond delay="0"/>
                                          </p:stCondLst>
                                        </p:cTn>
                                        <p:tgtEl>
                                          <p:spTgt spid="2">
                                            <p:txEl>
                                              <p:pRg st="1" end="1"/>
                                            </p:txEl>
                                          </p:spTgt>
                                        </p:tgtEl>
                                        <p:attrNameLst>
                                          <p:attrName>style.visibility</p:attrName>
                                        </p:attrNameLst>
                                      </p:cBhvr>
                                      <p:to>
                                        <p:strVal val="visible"/>
                                      </p:to>
                                    </p:set>
                                    <p:anim calcmode="lin" valueType="num">
                                      <p:cBhvr additive="base">
                                        <p:cTn id="81" dur="500" fill="hold"/>
                                        <p:tgtEl>
                                          <p:spTgt spid="2">
                                            <p:txEl>
                                              <p:pRg st="1" end="1"/>
                                            </p:txEl>
                                          </p:spTgt>
                                        </p:tgtEl>
                                        <p:attrNameLst>
                                          <p:attrName>ppt_x</p:attrName>
                                        </p:attrNameLst>
                                      </p:cBhvr>
                                      <p:tavLst>
                                        <p:tav tm="0">
                                          <p:val>
                                            <p:strVal val="#ppt_x"/>
                                          </p:val>
                                        </p:tav>
                                        <p:tav tm="100000">
                                          <p:val>
                                            <p:strVal val="#ppt_x"/>
                                          </p:val>
                                        </p:tav>
                                      </p:tavLst>
                                    </p:anim>
                                    <p:anim calcmode="lin" valueType="num">
                                      <p:cBhvr additive="base">
                                        <p:cTn id="82" dur="500" fill="hold"/>
                                        <p:tgtEl>
                                          <p:spTgt spid="2">
                                            <p:txEl>
                                              <p:pRg st="1" end="1"/>
                                            </p:txEl>
                                          </p:spTgt>
                                        </p:tgtEl>
                                        <p:attrNameLst>
                                          <p:attrName>ppt_y</p:attrName>
                                        </p:attrNameLst>
                                      </p:cBhvr>
                                      <p:tavLst>
                                        <p:tav tm="0">
                                          <p:val>
                                            <p:strVal val="1+#ppt_h/2"/>
                                          </p:val>
                                        </p:tav>
                                        <p:tav tm="100000">
                                          <p:val>
                                            <p:strVal val="#ppt_y"/>
                                          </p:val>
                                        </p:tav>
                                      </p:tavLst>
                                    </p:anim>
                                  </p:childTnLst>
                                </p:cTn>
                              </p:par>
                              <p:par>
                                <p:cTn id="83" presetID="2" presetClass="entr" presetSubtype="4" fill="hold" nodeType="withEffect">
                                  <p:stCondLst>
                                    <p:cond delay="0"/>
                                  </p:stCondLst>
                                  <p:childTnLst>
                                    <p:set>
                                      <p:cBhvr>
                                        <p:cTn id="84" dur="1" fill="hold">
                                          <p:stCondLst>
                                            <p:cond delay="0"/>
                                          </p:stCondLst>
                                        </p:cTn>
                                        <p:tgtEl>
                                          <p:spTgt spid="2">
                                            <p:txEl>
                                              <p:pRg st="2" end="2"/>
                                            </p:txEl>
                                          </p:spTgt>
                                        </p:tgtEl>
                                        <p:attrNameLst>
                                          <p:attrName>style.visibility</p:attrName>
                                        </p:attrNameLst>
                                      </p:cBhvr>
                                      <p:to>
                                        <p:strVal val="visible"/>
                                      </p:to>
                                    </p:set>
                                    <p:anim calcmode="lin" valueType="num">
                                      <p:cBhvr additive="base">
                                        <p:cTn id="85" dur="500" fill="hold"/>
                                        <p:tgtEl>
                                          <p:spTgt spid="2">
                                            <p:txEl>
                                              <p:pRg st="2" end="2"/>
                                            </p:txEl>
                                          </p:spTgt>
                                        </p:tgtEl>
                                        <p:attrNameLst>
                                          <p:attrName>ppt_x</p:attrName>
                                        </p:attrNameLst>
                                      </p:cBhvr>
                                      <p:tavLst>
                                        <p:tav tm="0">
                                          <p:val>
                                            <p:strVal val="#ppt_x"/>
                                          </p:val>
                                        </p:tav>
                                        <p:tav tm="100000">
                                          <p:val>
                                            <p:strVal val="#ppt_x"/>
                                          </p:val>
                                        </p:tav>
                                      </p:tavLst>
                                    </p:anim>
                                    <p:anim calcmode="lin" valueType="num">
                                      <p:cBhvr additive="base">
                                        <p:cTn id="86" dur="500" fill="hold"/>
                                        <p:tgtEl>
                                          <p:spTgt spid="2">
                                            <p:txEl>
                                              <p:pRg st="2" end="2"/>
                                            </p:txEl>
                                          </p:spTgt>
                                        </p:tgtEl>
                                        <p:attrNameLst>
                                          <p:attrName>ppt_y</p:attrName>
                                        </p:attrNameLst>
                                      </p:cBhvr>
                                      <p:tavLst>
                                        <p:tav tm="0">
                                          <p:val>
                                            <p:strVal val="1+#ppt_h/2"/>
                                          </p:val>
                                        </p:tav>
                                        <p:tav tm="100000">
                                          <p:val>
                                            <p:strVal val="#ppt_y"/>
                                          </p:val>
                                        </p:tav>
                                      </p:tavLst>
                                    </p:anim>
                                  </p:childTnLst>
                                </p:cTn>
                              </p:par>
                              <p:par>
                                <p:cTn id="87" presetID="2" presetClass="entr" presetSubtype="4" fill="hold" nodeType="withEffect">
                                  <p:stCondLst>
                                    <p:cond delay="0"/>
                                  </p:stCondLst>
                                  <p:childTnLst>
                                    <p:set>
                                      <p:cBhvr>
                                        <p:cTn id="88" dur="1" fill="hold">
                                          <p:stCondLst>
                                            <p:cond delay="0"/>
                                          </p:stCondLst>
                                        </p:cTn>
                                        <p:tgtEl>
                                          <p:spTgt spid="2">
                                            <p:txEl>
                                              <p:pRg st="3" end="3"/>
                                            </p:txEl>
                                          </p:spTgt>
                                        </p:tgtEl>
                                        <p:attrNameLst>
                                          <p:attrName>style.visibility</p:attrName>
                                        </p:attrNameLst>
                                      </p:cBhvr>
                                      <p:to>
                                        <p:strVal val="visible"/>
                                      </p:to>
                                    </p:set>
                                    <p:anim calcmode="lin" valueType="num">
                                      <p:cBhvr additive="base">
                                        <p:cTn id="89" dur="500" fill="hold"/>
                                        <p:tgtEl>
                                          <p:spTgt spid="2">
                                            <p:txEl>
                                              <p:pRg st="3" end="3"/>
                                            </p:txEl>
                                          </p:spTgt>
                                        </p:tgtEl>
                                        <p:attrNameLst>
                                          <p:attrName>ppt_x</p:attrName>
                                        </p:attrNameLst>
                                      </p:cBhvr>
                                      <p:tavLst>
                                        <p:tav tm="0">
                                          <p:val>
                                            <p:strVal val="#ppt_x"/>
                                          </p:val>
                                        </p:tav>
                                        <p:tav tm="100000">
                                          <p:val>
                                            <p:strVal val="#ppt_x"/>
                                          </p:val>
                                        </p:tav>
                                      </p:tavLst>
                                    </p:anim>
                                    <p:anim calcmode="lin" valueType="num">
                                      <p:cBhvr additive="base">
                                        <p:cTn id="90" dur="500" fill="hold"/>
                                        <p:tgtEl>
                                          <p:spTgt spid="2">
                                            <p:txEl>
                                              <p:pRg st="3" end="3"/>
                                            </p:txEl>
                                          </p:spTgt>
                                        </p:tgtEl>
                                        <p:attrNameLst>
                                          <p:attrName>ppt_y</p:attrName>
                                        </p:attrNameLst>
                                      </p:cBhvr>
                                      <p:tavLst>
                                        <p:tav tm="0">
                                          <p:val>
                                            <p:strVal val="1+#ppt_h/2"/>
                                          </p:val>
                                        </p:tav>
                                        <p:tav tm="100000">
                                          <p:val>
                                            <p:strVal val="#ppt_y"/>
                                          </p:val>
                                        </p:tav>
                                      </p:tavLst>
                                    </p:anim>
                                  </p:childTnLst>
                                </p:cTn>
                              </p:par>
                              <p:par>
                                <p:cTn id="91" presetID="2" presetClass="entr" presetSubtype="4" fill="hold" nodeType="withEffect">
                                  <p:stCondLst>
                                    <p:cond delay="0"/>
                                  </p:stCondLst>
                                  <p:childTnLst>
                                    <p:set>
                                      <p:cBhvr>
                                        <p:cTn id="92" dur="1" fill="hold">
                                          <p:stCondLst>
                                            <p:cond delay="0"/>
                                          </p:stCondLst>
                                        </p:cTn>
                                        <p:tgtEl>
                                          <p:spTgt spid="2">
                                            <p:txEl>
                                              <p:pRg st="4" end="4"/>
                                            </p:txEl>
                                          </p:spTgt>
                                        </p:tgtEl>
                                        <p:attrNameLst>
                                          <p:attrName>style.visibility</p:attrName>
                                        </p:attrNameLst>
                                      </p:cBhvr>
                                      <p:to>
                                        <p:strVal val="visible"/>
                                      </p:to>
                                    </p:set>
                                    <p:anim calcmode="lin" valueType="num">
                                      <p:cBhvr additive="base">
                                        <p:cTn id="93" dur="500" fill="hold"/>
                                        <p:tgtEl>
                                          <p:spTgt spid="2">
                                            <p:txEl>
                                              <p:pRg st="4" end="4"/>
                                            </p:txEl>
                                          </p:spTgt>
                                        </p:tgtEl>
                                        <p:attrNameLst>
                                          <p:attrName>ppt_x</p:attrName>
                                        </p:attrNameLst>
                                      </p:cBhvr>
                                      <p:tavLst>
                                        <p:tav tm="0">
                                          <p:val>
                                            <p:strVal val="#ppt_x"/>
                                          </p:val>
                                        </p:tav>
                                        <p:tav tm="100000">
                                          <p:val>
                                            <p:strVal val="#ppt_x"/>
                                          </p:val>
                                        </p:tav>
                                      </p:tavLst>
                                    </p:anim>
                                    <p:anim calcmode="lin" valueType="num">
                                      <p:cBhvr additive="base">
                                        <p:cTn id="94" dur="500" fill="hold"/>
                                        <p:tgtEl>
                                          <p:spTgt spid="2">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95" fill="hold" nodeType="clickPar">
                      <p:stCondLst>
                        <p:cond delay="indefinite"/>
                      </p:stCondLst>
                      <p:childTnLst>
                        <p:par>
                          <p:cTn id="96" fill="hold" nodeType="withGroup">
                            <p:stCondLst>
                              <p:cond delay="0"/>
                            </p:stCondLst>
                            <p:childTnLst>
                              <p:par>
                                <p:cTn id="97" presetID="2" presetClass="entr" presetSubtype="4" fill="hold" nodeType="clickEffect">
                                  <p:stCondLst>
                                    <p:cond delay="0"/>
                                  </p:stCondLst>
                                  <p:childTnLst>
                                    <p:set>
                                      <p:cBhvr>
                                        <p:cTn id="98" dur="1" fill="hold">
                                          <p:stCondLst>
                                            <p:cond delay="0"/>
                                          </p:stCondLst>
                                        </p:cTn>
                                        <p:tgtEl>
                                          <p:spTgt spid="2">
                                            <p:txEl>
                                              <p:pRg st="5" end="5"/>
                                            </p:txEl>
                                          </p:spTgt>
                                        </p:tgtEl>
                                        <p:attrNameLst>
                                          <p:attrName>style.visibility</p:attrName>
                                        </p:attrNameLst>
                                      </p:cBhvr>
                                      <p:to>
                                        <p:strVal val="visible"/>
                                      </p:to>
                                    </p:set>
                                    <p:anim calcmode="lin" valueType="num">
                                      <p:cBhvr additive="base">
                                        <p:cTn id="99" dur="500" fill="hold"/>
                                        <p:tgtEl>
                                          <p:spTgt spid="2">
                                            <p:txEl>
                                              <p:pRg st="5" end="5"/>
                                            </p:txEl>
                                          </p:spTgt>
                                        </p:tgtEl>
                                        <p:attrNameLst>
                                          <p:attrName>ppt_x</p:attrName>
                                        </p:attrNameLst>
                                      </p:cBhvr>
                                      <p:tavLst>
                                        <p:tav tm="0">
                                          <p:val>
                                            <p:strVal val="#ppt_x"/>
                                          </p:val>
                                        </p:tav>
                                        <p:tav tm="100000">
                                          <p:val>
                                            <p:strVal val="#ppt_x"/>
                                          </p:val>
                                        </p:tav>
                                      </p:tavLst>
                                    </p:anim>
                                    <p:anim calcmode="lin" valueType="num">
                                      <p:cBhvr additive="base">
                                        <p:cTn id="100" dur="500" fill="hold"/>
                                        <p:tgtEl>
                                          <p:spTgt spid="2">
                                            <p:txEl>
                                              <p:pRg st="5" end="5"/>
                                            </p:txEl>
                                          </p:spTgt>
                                        </p:tgtEl>
                                        <p:attrNameLst>
                                          <p:attrName>ppt_y</p:attrName>
                                        </p:attrNameLst>
                                      </p:cBhvr>
                                      <p:tavLst>
                                        <p:tav tm="0">
                                          <p:val>
                                            <p:strVal val="1+#ppt_h/2"/>
                                          </p:val>
                                        </p:tav>
                                        <p:tav tm="100000">
                                          <p:val>
                                            <p:strVal val="#ppt_y"/>
                                          </p:val>
                                        </p:tav>
                                      </p:tavLst>
                                    </p:anim>
                                  </p:childTnLst>
                                </p:cTn>
                              </p:par>
                              <p:par>
                                <p:cTn id="101" presetID="2" presetClass="entr" presetSubtype="4" fill="hold" nodeType="withEffect">
                                  <p:stCondLst>
                                    <p:cond delay="0"/>
                                  </p:stCondLst>
                                  <p:childTnLst>
                                    <p:set>
                                      <p:cBhvr>
                                        <p:cTn id="102" dur="1" fill="hold">
                                          <p:stCondLst>
                                            <p:cond delay="0"/>
                                          </p:stCondLst>
                                        </p:cTn>
                                        <p:tgtEl>
                                          <p:spTgt spid="2">
                                            <p:txEl>
                                              <p:pRg st="6" end="6"/>
                                            </p:txEl>
                                          </p:spTgt>
                                        </p:tgtEl>
                                        <p:attrNameLst>
                                          <p:attrName>style.visibility</p:attrName>
                                        </p:attrNameLst>
                                      </p:cBhvr>
                                      <p:to>
                                        <p:strVal val="visible"/>
                                      </p:to>
                                    </p:set>
                                    <p:anim calcmode="lin" valueType="num">
                                      <p:cBhvr additive="base">
                                        <p:cTn id="103" dur="500" fill="hold"/>
                                        <p:tgtEl>
                                          <p:spTgt spid="2">
                                            <p:txEl>
                                              <p:pRg st="6" end="6"/>
                                            </p:txEl>
                                          </p:spTgt>
                                        </p:tgtEl>
                                        <p:attrNameLst>
                                          <p:attrName>ppt_x</p:attrName>
                                        </p:attrNameLst>
                                      </p:cBhvr>
                                      <p:tavLst>
                                        <p:tav tm="0">
                                          <p:val>
                                            <p:strVal val="#ppt_x"/>
                                          </p:val>
                                        </p:tav>
                                        <p:tav tm="100000">
                                          <p:val>
                                            <p:strVal val="#ppt_x"/>
                                          </p:val>
                                        </p:tav>
                                      </p:tavLst>
                                    </p:anim>
                                    <p:anim calcmode="lin" valueType="num">
                                      <p:cBhvr additive="base">
                                        <p:cTn id="104" dur="500" fill="hold"/>
                                        <p:tgtEl>
                                          <p:spTgt spid="2">
                                            <p:txEl>
                                              <p:pRg st="6" end="6"/>
                                            </p:txEl>
                                          </p:spTgt>
                                        </p:tgtEl>
                                        <p:attrNameLst>
                                          <p:attrName>ppt_y</p:attrName>
                                        </p:attrNameLst>
                                      </p:cBhvr>
                                      <p:tavLst>
                                        <p:tav tm="0">
                                          <p:val>
                                            <p:strVal val="1+#ppt_h/2"/>
                                          </p:val>
                                        </p:tav>
                                        <p:tav tm="100000">
                                          <p:val>
                                            <p:strVal val="#ppt_y"/>
                                          </p:val>
                                        </p:tav>
                                      </p:tavLst>
                                    </p:anim>
                                  </p:childTnLst>
                                </p:cTn>
                              </p:par>
                              <p:par>
                                <p:cTn id="105" presetID="2" presetClass="entr" presetSubtype="4" fill="hold" nodeType="withEffect">
                                  <p:stCondLst>
                                    <p:cond delay="0"/>
                                  </p:stCondLst>
                                  <p:childTnLst>
                                    <p:set>
                                      <p:cBhvr>
                                        <p:cTn id="106" dur="1" fill="hold">
                                          <p:stCondLst>
                                            <p:cond delay="0"/>
                                          </p:stCondLst>
                                        </p:cTn>
                                        <p:tgtEl>
                                          <p:spTgt spid="2">
                                            <p:txEl>
                                              <p:pRg st="7" end="7"/>
                                            </p:txEl>
                                          </p:spTgt>
                                        </p:tgtEl>
                                        <p:attrNameLst>
                                          <p:attrName>style.visibility</p:attrName>
                                        </p:attrNameLst>
                                      </p:cBhvr>
                                      <p:to>
                                        <p:strVal val="visible"/>
                                      </p:to>
                                    </p:set>
                                    <p:anim calcmode="lin" valueType="num">
                                      <p:cBhvr additive="base">
                                        <p:cTn id="107" dur="500" fill="hold"/>
                                        <p:tgtEl>
                                          <p:spTgt spid="2">
                                            <p:txEl>
                                              <p:pRg st="7" end="7"/>
                                            </p:txEl>
                                          </p:spTgt>
                                        </p:tgtEl>
                                        <p:attrNameLst>
                                          <p:attrName>ppt_x</p:attrName>
                                        </p:attrNameLst>
                                      </p:cBhvr>
                                      <p:tavLst>
                                        <p:tav tm="0">
                                          <p:val>
                                            <p:strVal val="#ppt_x"/>
                                          </p:val>
                                        </p:tav>
                                        <p:tav tm="100000">
                                          <p:val>
                                            <p:strVal val="#ppt_x"/>
                                          </p:val>
                                        </p:tav>
                                      </p:tavLst>
                                    </p:anim>
                                    <p:anim calcmode="lin" valueType="num">
                                      <p:cBhvr additive="base">
                                        <p:cTn id="108" dur="500" fill="hold"/>
                                        <p:tgtEl>
                                          <p:spTgt spid="2">
                                            <p:txEl>
                                              <p:pRg st="7" end="7"/>
                                            </p:txEl>
                                          </p:spTgt>
                                        </p:tgtEl>
                                        <p:attrNameLst>
                                          <p:attrName>ppt_y</p:attrName>
                                        </p:attrNameLst>
                                      </p:cBhvr>
                                      <p:tavLst>
                                        <p:tav tm="0">
                                          <p:val>
                                            <p:strVal val="1+#ppt_h/2"/>
                                          </p:val>
                                        </p:tav>
                                        <p:tav tm="100000">
                                          <p:val>
                                            <p:strVal val="#ppt_y"/>
                                          </p:val>
                                        </p:tav>
                                      </p:tavLst>
                                    </p:anim>
                                  </p:childTnLst>
                                </p:cTn>
                              </p:par>
                              <p:par>
                                <p:cTn id="109" presetID="2" presetClass="entr" presetSubtype="4" fill="hold" nodeType="withEffect">
                                  <p:stCondLst>
                                    <p:cond delay="0"/>
                                  </p:stCondLst>
                                  <p:childTnLst>
                                    <p:set>
                                      <p:cBhvr>
                                        <p:cTn id="110" dur="1" fill="hold">
                                          <p:stCondLst>
                                            <p:cond delay="0"/>
                                          </p:stCondLst>
                                        </p:cTn>
                                        <p:tgtEl>
                                          <p:spTgt spid="2">
                                            <p:txEl>
                                              <p:pRg st="8" end="8"/>
                                            </p:txEl>
                                          </p:spTgt>
                                        </p:tgtEl>
                                        <p:attrNameLst>
                                          <p:attrName>style.visibility</p:attrName>
                                        </p:attrNameLst>
                                      </p:cBhvr>
                                      <p:to>
                                        <p:strVal val="visible"/>
                                      </p:to>
                                    </p:set>
                                    <p:anim calcmode="lin" valueType="num">
                                      <p:cBhvr additive="base">
                                        <p:cTn id="111" dur="500" fill="hold"/>
                                        <p:tgtEl>
                                          <p:spTgt spid="2">
                                            <p:txEl>
                                              <p:pRg st="8" end="8"/>
                                            </p:txEl>
                                          </p:spTgt>
                                        </p:tgtEl>
                                        <p:attrNameLst>
                                          <p:attrName>ppt_x</p:attrName>
                                        </p:attrNameLst>
                                      </p:cBhvr>
                                      <p:tavLst>
                                        <p:tav tm="0">
                                          <p:val>
                                            <p:strVal val="#ppt_x"/>
                                          </p:val>
                                        </p:tav>
                                        <p:tav tm="100000">
                                          <p:val>
                                            <p:strVal val="#ppt_x"/>
                                          </p:val>
                                        </p:tav>
                                      </p:tavLst>
                                    </p:anim>
                                    <p:anim calcmode="lin" valueType="num">
                                      <p:cBhvr additive="base">
                                        <p:cTn id="112" dur="500" fill="hold"/>
                                        <p:tgtEl>
                                          <p:spTgt spid="2">
                                            <p:txEl>
                                              <p:pRg st="8" end="8"/>
                                            </p:txEl>
                                          </p:spTgt>
                                        </p:tgtEl>
                                        <p:attrNameLst>
                                          <p:attrName>ppt_y</p:attrName>
                                        </p:attrNameLst>
                                      </p:cBhvr>
                                      <p:tavLst>
                                        <p:tav tm="0">
                                          <p:val>
                                            <p:strVal val="1+#ppt_h/2"/>
                                          </p:val>
                                        </p:tav>
                                        <p:tav tm="100000">
                                          <p:val>
                                            <p:strVal val="#ppt_y"/>
                                          </p:val>
                                        </p:tav>
                                      </p:tavLst>
                                    </p:anim>
                                  </p:childTnLst>
                                </p:cTn>
                              </p:par>
                              <p:par>
                                <p:cTn id="113" presetID="2" presetClass="entr" presetSubtype="4" fill="hold" nodeType="withEffect">
                                  <p:stCondLst>
                                    <p:cond delay="0"/>
                                  </p:stCondLst>
                                  <p:childTnLst>
                                    <p:set>
                                      <p:cBhvr>
                                        <p:cTn id="114" dur="1" fill="hold">
                                          <p:stCondLst>
                                            <p:cond delay="0"/>
                                          </p:stCondLst>
                                        </p:cTn>
                                        <p:tgtEl>
                                          <p:spTgt spid="2">
                                            <p:txEl>
                                              <p:pRg st="9" end="9"/>
                                            </p:txEl>
                                          </p:spTgt>
                                        </p:tgtEl>
                                        <p:attrNameLst>
                                          <p:attrName>style.visibility</p:attrName>
                                        </p:attrNameLst>
                                      </p:cBhvr>
                                      <p:to>
                                        <p:strVal val="visible"/>
                                      </p:to>
                                    </p:set>
                                    <p:anim calcmode="lin" valueType="num">
                                      <p:cBhvr additive="base">
                                        <p:cTn id="115" dur="500" fill="hold"/>
                                        <p:tgtEl>
                                          <p:spTgt spid="2">
                                            <p:txEl>
                                              <p:pRg st="9" end="9"/>
                                            </p:txEl>
                                          </p:spTgt>
                                        </p:tgtEl>
                                        <p:attrNameLst>
                                          <p:attrName>ppt_x</p:attrName>
                                        </p:attrNameLst>
                                      </p:cBhvr>
                                      <p:tavLst>
                                        <p:tav tm="0">
                                          <p:val>
                                            <p:strVal val="#ppt_x"/>
                                          </p:val>
                                        </p:tav>
                                        <p:tav tm="100000">
                                          <p:val>
                                            <p:strVal val="#ppt_x"/>
                                          </p:val>
                                        </p:tav>
                                      </p:tavLst>
                                    </p:anim>
                                    <p:anim calcmode="lin" valueType="num">
                                      <p:cBhvr additive="base">
                                        <p:cTn id="116" dur="500" fill="hold"/>
                                        <p:tgtEl>
                                          <p:spTgt spid="2">
                                            <p:txEl>
                                              <p:pRg st="9" end="9"/>
                                            </p:txEl>
                                          </p:spTgt>
                                        </p:tgtEl>
                                        <p:attrNameLst>
                                          <p:attrName>ppt_y</p:attrName>
                                        </p:attrNameLst>
                                      </p:cBhvr>
                                      <p:tavLst>
                                        <p:tav tm="0">
                                          <p:val>
                                            <p:strVal val="1+#ppt_h/2"/>
                                          </p:val>
                                        </p:tav>
                                        <p:tav tm="100000">
                                          <p:val>
                                            <p:strVal val="#ppt_y"/>
                                          </p:val>
                                        </p:tav>
                                      </p:tavLst>
                                    </p:anim>
                                  </p:childTnLst>
                                </p:cTn>
                              </p:par>
                            </p:childTnLst>
                          </p:cTn>
                        </p:par>
                      </p:childTnLst>
                    </p:cTn>
                  </p:par>
                  <p:par>
                    <p:cTn id="117" fill="hold" nodeType="clickPar">
                      <p:stCondLst>
                        <p:cond delay="indefinite"/>
                      </p:stCondLst>
                      <p:childTnLst>
                        <p:par>
                          <p:cTn id="118" fill="hold" nodeType="withGroup">
                            <p:stCondLst>
                              <p:cond delay="0"/>
                            </p:stCondLst>
                            <p:childTnLst>
                              <p:par>
                                <p:cTn id="119" presetID="2" presetClass="entr" presetSubtype="4" fill="hold" grpId="0" nodeType="clickEffect">
                                  <p:stCondLst>
                                    <p:cond delay="0"/>
                                  </p:stCondLst>
                                  <p:childTnLst>
                                    <p:set>
                                      <p:cBhvr>
                                        <p:cTn id="120" dur="1" fill="hold">
                                          <p:stCondLst>
                                            <p:cond delay="0"/>
                                          </p:stCondLst>
                                        </p:cTn>
                                        <p:tgtEl>
                                          <p:spTgt spid="50182"/>
                                        </p:tgtEl>
                                        <p:attrNameLst>
                                          <p:attrName>style.visibility</p:attrName>
                                        </p:attrNameLst>
                                      </p:cBhvr>
                                      <p:to>
                                        <p:strVal val="visible"/>
                                      </p:to>
                                    </p:set>
                                    <p:anim calcmode="lin" valueType="num">
                                      <p:cBhvr additive="base">
                                        <p:cTn id="121" dur="500" fill="hold"/>
                                        <p:tgtEl>
                                          <p:spTgt spid="50182"/>
                                        </p:tgtEl>
                                        <p:attrNameLst>
                                          <p:attrName>ppt_x</p:attrName>
                                        </p:attrNameLst>
                                      </p:cBhvr>
                                      <p:tavLst>
                                        <p:tav tm="0">
                                          <p:val>
                                            <p:strVal val="#ppt_x"/>
                                          </p:val>
                                        </p:tav>
                                        <p:tav tm="100000">
                                          <p:val>
                                            <p:strVal val="#ppt_x"/>
                                          </p:val>
                                        </p:tav>
                                      </p:tavLst>
                                    </p:anim>
                                    <p:anim calcmode="lin" valueType="num">
                                      <p:cBhvr additive="base">
                                        <p:cTn id="122" dur="500" fill="hold"/>
                                        <p:tgtEl>
                                          <p:spTgt spid="5018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0182" grpId="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7A8ACB-A791-F10C-4E78-2E73CBDF3D9E}"/>
              </a:ext>
            </a:extLst>
          </p:cNvPr>
          <p:cNvSpPr>
            <a:spLocks noGrp="1"/>
          </p:cNvSpPr>
          <p:nvPr>
            <p:ph type="title"/>
          </p:nvPr>
        </p:nvSpPr>
        <p:spPr>
          <a:xfrm>
            <a:off x="1752600" y="0"/>
            <a:ext cx="8229600" cy="457200"/>
          </a:xfrm>
        </p:spPr>
        <p:txBody>
          <a:bodyPr>
            <a:normAutofit fontScale="90000"/>
          </a:bodyPr>
          <a:lstStyle/>
          <a:p>
            <a:pPr>
              <a:defRPr/>
            </a:pPr>
            <a:r>
              <a:rPr lang="en-US" dirty="0"/>
              <a:t>Exercise – compute r6</a:t>
            </a:r>
            <a:endParaRPr lang="en-IN" dirty="0"/>
          </a:p>
        </p:txBody>
      </p:sp>
      <p:sp>
        <p:nvSpPr>
          <p:cNvPr id="54275" name="Content Placeholder 2">
            <a:extLst>
              <a:ext uri="{FF2B5EF4-FFF2-40B4-BE49-F238E27FC236}">
                <a16:creationId xmlns:a16="http://schemas.microsoft.com/office/drawing/2014/main" id="{2D07998B-9195-24D4-FF52-278E94107E2D}"/>
              </a:ext>
            </a:extLst>
          </p:cNvPr>
          <p:cNvSpPr>
            <a:spLocks noGrp="1"/>
          </p:cNvSpPr>
          <p:nvPr>
            <p:ph idx="1"/>
          </p:nvPr>
        </p:nvSpPr>
        <p:spPr>
          <a:xfrm>
            <a:off x="138113" y="457200"/>
            <a:ext cx="4800600" cy="5715000"/>
          </a:xfrm>
        </p:spPr>
        <p:txBody>
          <a:bodyPr/>
          <a:lstStyle/>
          <a:p>
            <a:pPr marL="0" indent="0">
              <a:buFont typeface="Wingdings 3" pitchFamily="2" charset="2"/>
              <a:buNone/>
            </a:pPr>
            <a:r>
              <a:rPr lang="en-US" altLang="en-US" sz="2000" dirty="0">
                <a:ea typeface="ＭＳ Ｐゴシック" panose="020B0600070205080204" pitchFamily="34" charset="-128"/>
              </a:rPr>
              <a:t>01*EB + 02*93 + 03*C7 + 01 * 20</a:t>
            </a:r>
          </a:p>
          <a:p>
            <a:pPr marL="0" indent="0">
              <a:buFont typeface="Wingdings 3" pitchFamily="2" charset="2"/>
              <a:buNone/>
            </a:pPr>
            <a:r>
              <a:rPr lang="en-US" altLang="en-US" sz="2000" dirty="0">
                <a:ea typeface="ＭＳ Ｐゴシック" panose="020B0600070205080204" pitchFamily="34" charset="-128"/>
              </a:rPr>
              <a:t>01= 00000001</a:t>
            </a:r>
            <a:r>
              <a:rPr lang="en-US" altLang="en-US" sz="2000" dirty="0">
                <a:ea typeface="ＭＳ Ｐゴシック" panose="020B0600070205080204" pitchFamily="34" charset="-128"/>
                <a:sym typeface="Wingdings" pitchFamily="2" charset="2"/>
              </a:rPr>
              <a:t> 1</a:t>
            </a:r>
            <a:endParaRPr lang="en-US" altLang="en-US" sz="2000" dirty="0">
              <a:ea typeface="ＭＳ Ｐゴシック" panose="020B0600070205080204" pitchFamily="34" charset="-128"/>
            </a:endParaRPr>
          </a:p>
          <a:p>
            <a:pPr marL="0" indent="0">
              <a:buFont typeface="Wingdings 3" pitchFamily="2" charset="2"/>
              <a:buNone/>
            </a:pPr>
            <a:r>
              <a:rPr lang="en-US" altLang="en-US" sz="2000" dirty="0">
                <a:ea typeface="ＭＳ Ｐゴシック" panose="020B0600070205080204" pitchFamily="34" charset="-128"/>
              </a:rPr>
              <a:t>EB= 11101011&gt; </a:t>
            </a:r>
            <a:r>
              <a:rPr lang="en-US" altLang="en-US" sz="2000" b="1" dirty="0">
                <a:solidFill>
                  <a:srgbClr val="FF0000"/>
                </a:solidFill>
                <a:ea typeface="ＭＳ Ｐゴシック" panose="020B0600070205080204" pitchFamily="34" charset="-128"/>
              </a:rPr>
              <a:t>X</a:t>
            </a:r>
            <a:r>
              <a:rPr lang="en-US" altLang="en-US" sz="2000" b="1" baseline="30000" dirty="0">
                <a:solidFill>
                  <a:srgbClr val="FF0000"/>
                </a:solidFill>
                <a:ea typeface="ＭＳ Ｐゴシック" panose="020B0600070205080204" pitchFamily="34" charset="-128"/>
              </a:rPr>
              <a:t>7</a:t>
            </a:r>
            <a:r>
              <a:rPr lang="en-US" altLang="en-US" sz="2000" b="1" dirty="0">
                <a:solidFill>
                  <a:srgbClr val="FF0000"/>
                </a:solidFill>
                <a:ea typeface="ＭＳ Ｐゴシック" panose="020B0600070205080204" pitchFamily="34" charset="-128"/>
              </a:rPr>
              <a:t>+X</a:t>
            </a:r>
            <a:r>
              <a:rPr lang="en-US" altLang="en-US" sz="2000" b="1" baseline="30000" dirty="0">
                <a:solidFill>
                  <a:srgbClr val="FF0000"/>
                </a:solidFill>
                <a:ea typeface="ＭＳ Ｐゴシック" panose="020B0600070205080204" pitchFamily="34" charset="-128"/>
              </a:rPr>
              <a:t>6</a:t>
            </a:r>
            <a:r>
              <a:rPr lang="en-US" altLang="en-US" sz="2000" b="1" dirty="0">
                <a:solidFill>
                  <a:srgbClr val="FF0000"/>
                </a:solidFill>
                <a:ea typeface="ＭＳ Ｐゴシック" panose="020B0600070205080204" pitchFamily="34" charset="-128"/>
              </a:rPr>
              <a:t>+X</a:t>
            </a:r>
            <a:r>
              <a:rPr lang="en-US" altLang="en-US" sz="2000" b="1" baseline="30000" dirty="0">
                <a:solidFill>
                  <a:srgbClr val="FF0000"/>
                </a:solidFill>
                <a:ea typeface="ＭＳ Ｐゴシック" panose="020B0600070205080204" pitchFamily="34" charset="-128"/>
              </a:rPr>
              <a:t>5</a:t>
            </a:r>
            <a:r>
              <a:rPr lang="en-US" altLang="en-US" sz="2000" b="1" dirty="0">
                <a:solidFill>
                  <a:srgbClr val="FF0000"/>
                </a:solidFill>
                <a:ea typeface="ＭＳ Ｐゴシック" panose="020B0600070205080204" pitchFamily="34" charset="-128"/>
              </a:rPr>
              <a:t>+X</a:t>
            </a:r>
            <a:r>
              <a:rPr lang="en-US" altLang="en-US" sz="2000" b="1" baseline="30000" dirty="0">
                <a:solidFill>
                  <a:srgbClr val="FF0000"/>
                </a:solidFill>
                <a:ea typeface="ＭＳ Ｐゴシック" panose="020B0600070205080204" pitchFamily="34" charset="-128"/>
              </a:rPr>
              <a:t>3</a:t>
            </a:r>
            <a:r>
              <a:rPr lang="en-US" altLang="en-US" sz="2000" b="1" dirty="0">
                <a:solidFill>
                  <a:srgbClr val="FF0000"/>
                </a:solidFill>
                <a:ea typeface="ＭＳ Ｐゴシック" panose="020B0600070205080204" pitchFamily="34" charset="-128"/>
              </a:rPr>
              <a:t>+X+1</a:t>
            </a:r>
          </a:p>
          <a:p>
            <a:pPr marL="0" indent="0">
              <a:buFont typeface="Wingdings 3" pitchFamily="2" charset="2"/>
              <a:buNone/>
            </a:pPr>
            <a:r>
              <a:rPr lang="en-US" altLang="en-US" sz="2000" dirty="0">
                <a:ea typeface="ＭＳ Ｐゴシック" panose="020B0600070205080204" pitchFamily="34" charset="-128"/>
              </a:rPr>
              <a:t>---------------------------------------------</a:t>
            </a:r>
          </a:p>
          <a:p>
            <a:pPr marL="0" indent="0">
              <a:buFont typeface="Wingdings 3" pitchFamily="2" charset="2"/>
              <a:buNone/>
            </a:pPr>
            <a:r>
              <a:rPr lang="en-US" altLang="en-US" sz="2000" dirty="0">
                <a:ea typeface="ＭＳ Ｐゴシック" panose="020B0600070205080204" pitchFamily="34" charset="-128"/>
              </a:rPr>
              <a:t>11101011 </a:t>
            </a:r>
          </a:p>
          <a:p>
            <a:pPr marL="0" indent="0">
              <a:buFont typeface="Wingdings 3" pitchFamily="2" charset="2"/>
              <a:buNone/>
            </a:pPr>
            <a:r>
              <a:rPr lang="en-US" altLang="en-US" sz="2000" dirty="0">
                <a:ea typeface="ＭＳ Ｐゴシック" panose="020B0600070205080204" pitchFamily="34" charset="-128"/>
              </a:rPr>
              <a:t>---------------------------------------------</a:t>
            </a:r>
          </a:p>
          <a:p>
            <a:pPr marL="0" indent="0">
              <a:buFont typeface="Wingdings 3" pitchFamily="2" charset="2"/>
              <a:buNone/>
            </a:pPr>
            <a:r>
              <a:rPr lang="en-US" altLang="en-US" sz="2000" dirty="0">
                <a:ea typeface="ＭＳ Ｐゴシック" panose="020B0600070205080204" pitchFamily="34" charset="-128"/>
              </a:rPr>
              <a:t>02=00000010-&gt;X</a:t>
            </a:r>
          </a:p>
          <a:p>
            <a:pPr marL="0" indent="0">
              <a:buFont typeface="Wingdings 3" pitchFamily="2" charset="2"/>
              <a:buNone/>
            </a:pPr>
            <a:r>
              <a:rPr lang="en-US" altLang="en-US" sz="2000" dirty="0">
                <a:ea typeface="ＭＳ Ｐゴシック" panose="020B0600070205080204" pitchFamily="34" charset="-128"/>
              </a:rPr>
              <a:t>93= 10010011 -&gt;X</a:t>
            </a:r>
            <a:r>
              <a:rPr lang="en-US" altLang="en-US" sz="2000" baseline="30000" dirty="0">
                <a:ea typeface="ＭＳ Ｐゴシック" panose="020B0600070205080204" pitchFamily="34" charset="-128"/>
              </a:rPr>
              <a:t>7</a:t>
            </a:r>
            <a:r>
              <a:rPr lang="en-US" altLang="en-US" sz="2000" dirty="0">
                <a:ea typeface="ＭＳ Ｐゴシック" panose="020B0600070205080204" pitchFamily="34" charset="-128"/>
              </a:rPr>
              <a:t>+X</a:t>
            </a:r>
            <a:r>
              <a:rPr lang="en-US" altLang="en-US" sz="2000" baseline="30000" dirty="0">
                <a:ea typeface="ＭＳ Ｐゴシック" panose="020B0600070205080204" pitchFamily="34" charset="-128"/>
              </a:rPr>
              <a:t>4</a:t>
            </a:r>
            <a:r>
              <a:rPr lang="en-US" altLang="en-US" sz="2000" dirty="0">
                <a:ea typeface="ＭＳ Ｐゴシック" panose="020B0600070205080204" pitchFamily="34" charset="-128"/>
              </a:rPr>
              <a:t>+X+1</a:t>
            </a:r>
          </a:p>
          <a:p>
            <a:pPr marL="0" indent="0">
              <a:buFont typeface="Wingdings 3" pitchFamily="2" charset="2"/>
              <a:buNone/>
            </a:pPr>
            <a:r>
              <a:rPr lang="en-US" altLang="en-US" sz="2000" dirty="0">
                <a:ea typeface="ＭＳ Ｐゴシック" panose="020B0600070205080204" pitchFamily="34" charset="-128"/>
              </a:rPr>
              <a:t>---------------------------------------------</a:t>
            </a:r>
          </a:p>
          <a:p>
            <a:pPr marL="0" indent="0">
              <a:buFont typeface="Wingdings 3" pitchFamily="2" charset="2"/>
              <a:buNone/>
            </a:pPr>
            <a:r>
              <a:rPr lang="en-US" altLang="en-US" sz="2000" dirty="0">
                <a:ea typeface="ＭＳ Ｐゴシック" panose="020B0600070205080204" pitchFamily="34" charset="-128"/>
              </a:rPr>
              <a:t>(X)*(X</a:t>
            </a:r>
            <a:r>
              <a:rPr lang="en-US" altLang="en-US" sz="2000" baseline="30000" dirty="0">
                <a:ea typeface="ＭＳ Ｐゴシック" panose="020B0600070205080204" pitchFamily="34" charset="-128"/>
              </a:rPr>
              <a:t>7</a:t>
            </a:r>
            <a:r>
              <a:rPr lang="en-US" altLang="en-US" sz="2000" dirty="0">
                <a:ea typeface="ＭＳ Ｐゴシック" panose="020B0600070205080204" pitchFamily="34" charset="-128"/>
              </a:rPr>
              <a:t>+X</a:t>
            </a:r>
            <a:r>
              <a:rPr lang="en-US" altLang="en-US" sz="2000" baseline="30000" dirty="0">
                <a:ea typeface="ＭＳ Ｐゴシック" panose="020B0600070205080204" pitchFamily="34" charset="-128"/>
              </a:rPr>
              <a:t>4</a:t>
            </a:r>
            <a:r>
              <a:rPr lang="en-US" altLang="en-US" sz="2000" dirty="0">
                <a:ea typeface="ＭＳ Ｐゴシック" panose="020B0600070205080204" pitchFamily="34" charset="-128"/>
              </a:rPr>
              <a:t>+X+1)=P(x)=</a:t>
            </a:r>
            <a:r>
              <a:rPr lang="en-US" altLang="en-US" sz="2000" b="1" dirty="0">
                <a:solidFill>
                  <a:srgbClr val="FF0000"/>
                </a:solidFill>
                <a:ea typeface="ＭＳ Ｐゴシック" panose="020B0600070205080204" pitchFamily="34" charset="-128"/>
              </a:rPr>
              <a:t>X</a:t>
            </a:r>
            <a:r>
              <a:rPr lang="en-US" altLang="en-US" sz="2000" b="1" baseline="30000" dirty="0">
                <a:solidFill>
                  <a:srgbClr val="FF0000"/>
                </a:solidFill>
                <a:ea typeface="ＭＳ Ｐゴシック" panose="020B0600070205080204" pitchFamily="34" charset="-128"/>
              </a:rPr>
              <a:t>8</a:t>
            </a:r>
            <a:r>
              <a:rPr lang="en-US" altLang="en-US" sz="2000" b="1" dirty="0">
                <a:solidFill>
                  <a:srgbClr val="FF0000"/>
                </a:solidFill>
                <a:ea typeface="ＭＳ Ｐゴシック" panose="020B0600070205080204" pitchFamily="34" charset="-128"/>
              </a:rPr>
              <a:t>+X</a:t>
            </a:r>
            <a:r>
              <a:rPr lang="en-US" altLang="en-US" sz="2000" b="1" baseline="30000" dirty="0">
                <a:solidFill>
                  <a:srgbClr val="FF0000"/>
                </a:solidFill>
                <a:ea typeface="ＭＳ Ｐゴシック" panose="020B0600070205080204" pitchFamily="34" charset="-128"/>
              </a:rPr>
              <a:t>5</a:t>
            </a:r>
            <a:r>
              <a:rPr lang="en-US" altLang="en-US" sz="2000" b="1" dirty="0">
                <a:solidFill>
                  <a:srgbClr val="FF0000"/>
                </a:solidFill>
                <a:ea typeface="ＭＳ Ｐゴシック" panose="020B0600070205080204" pitchFamily="34" charset="-128"/>
              </a:rPr>
              <a:t>+X</a:t>
            </a:r>
            <a:r>
              <a:rPr lang="en-US" altLang="en-US" sz="2000" b="1" baseline="30000" dirty="0">
                <a:solidFill>
                  <a:srgbClr val="FF0000"/>
                </a:solidFill>
                <a:ea typeface="ＭＳ Ｐゴシック" panose="020B0600070205080204" pitchFamily="34" charset="-128"/>
              </a:rPr>
              <a:t>2</a:t>
            </a:r>
            <a:r>
              <a:rPr lang="en-US" altLang="en-US" sz="2000" b="1" dirty="0">
                <a:solidFill>
                  <a:srgbClr val="FF0000"/>
                </a:solidFill>
                <a:ea typeface="ＭＳ Ｐゴシック" panose="020B0600070205080204" pitchFamily="34" charset="-128"/>
              </a:rPr>
              <a:t>+X</a:t>
            </a:r>
          </a:p>
          <a:p>
            <a:pPr marL="0" indent="0">
              <a:buFont typeface="Wingdings 3" pitchFamily="2" charset="2"/>
              <a:buNone/>
            </a:pPr>
            <a:r>
              <a:rPr lang="en-US" altLang="en-US" sz="2000" dirty="0">
                <a:ea typeface="ＭＳ Ｐゴシック" panose="020B0600070205080204" pitchFamily="34" charset="-128"/>
              </a:rPr>
              <a:t>=100100110</a:t>
            </a:r>
          </a:p>
          <a:p>
            <a:pPr marL="0" indent="0">
              <a:buFont typeface="Wingdings 3" pitchFamily="2" charset="2"/>
              <a:buNone/>
            </a:pPr>
            <a:r>
              <a:rPr lang="en-US" altLang="en-US" sz="2000" dirty="0">
                <a:ea typeface="ＭＳ Ｐゴシック" panose="020B0600070205080204" pitchFamily="34" charset="-128"/>
              </a:rPr>
              <a:t>P(m)= </a:t>
            </a:r>
            <a:r>
              <a:rPr lang="en-IN" altLang="en-US" sz="2000" dirty="0">
                <a:ea typeface="ＭＳ Ｐゴシック" panose="020B0600070205080204" pitchFamily="34" charset="-128"/>
              </a:rPr>
              <a:t>X</a:t>
            </a:r>
            <a:r>
              <a:rPr lang="en-IN" altLang="en-US" sz="2000" baseline="30000" dirty="0">
                <a:ea typeface="ＭＳ Ｐゴシック" panose="020B0600070205080204" pitchFamily="34" charset="-128"/>
              </a:rPr>
              <a:t>8</a:t>
            </a:r>
            <a:r>
              <a:rPr lang="en-IN" altLang="en-US" sz="2000" dirty="0">
                <a:ea typeface="ＭＳ Ｐゴシック" panose="020B0600070205080204" pitchFamily="34" charset="-128"/>
              </a:rPr>
              <a:t>+X</a:t>
            </a:r>
            <a:r>
              <a:rPr lang="en-IN" altLang="en-US" sz="2000" baseline="30000" dirty="0">
                <a:ea typeface="ＭＳ Ｐゴシック" panose="020B0600070205080204" pitchFamily="34" charset="-128"/>
              </a:rPr>
              <a:t>4</a:t>
            </a:r>
            <a:r>
              <a:rPr lang="en-IN" altLang="en-US" sz="2000" dirty="0">
                <a:ea typeface="ＭＳ Ｐゴシック" panose="020B0600070205080204" pitchFamily="34" charset="-128"/>
              </a:rPr>
              <a:t>+X</a:t>
            </a:r>
            <a:r>
              <a:rPr lang="en-IN" altLang="en-US" sz="2000" baseline="30000" dirty="0">
                <a:ea typeface="ＭＳ Ｐゴシック" panose="020B0600070205080204" pitchFamily="34" charset="-128"/>
              </a:rPr>
              <a:t>3</a:t>
            </a:r>
            <a:r>
              <a:rPr lang="en-IN" altLang="en-US" sz="2000" dirty="0">
                <a:ea typeface="ＭＳ Ｐゴシック" panose="020B0600070205080204" pitchFamily="34" charset="-128"/>
              </a:rPr>
              <a:t>+X+1=100011011</a:t>
            </a:r>
          </a:p>
          <a:p>
            <a:pPr marL="0" indent="0">
              <a:buFont typeface="Wingdings 3" pitchFamily="2" charset="2"/>
              <a:buNone/>
            </a:pPr>
            <a:r>
              <a:rPr lang="en-US" altLang="en-US" sz="2000" dirty="0">
                <a:ea typeface="ＭＳ Ｐゴシック" panose="020B0600070205080204" pitchFamily="34" charset="-128"/>
              </a:rPr>
              <a:t>P(x)=X</a:t>
            </a:r>
            <a:r>
              <a:rPr lang="en-US" altLang="en-US" sz="2000" baseline="30000" dirty="0">
                <a:ea typeface="ＭＳ Ｐゴシック" panose="020B0600070205080204" pitchFamily="34" charset="-128"/>
              </a:rPr>
              <a:t>8</a:t>
            </a:r>
            <a:r>
              <a:rPr lang="en-US" altLang="en-US" sz="2000" dirty="0">
                <a:ea typeface="ＭＳ Ｐゴシック" panose="020B0600070205080204" pitchFamily="34" charset="-128"/>
              </a:rPr>
              <a:t>+X</a:t>
            </a:r>
            <a:r>
              <a:rPr lang="en-US" altLang="en-US" sz="2000" baseline="30000" dirty="0">
                <a:ea typeface="ＭＳ Ｐゴシック" panose="020B0600070205080204" pitchFamily="34" charset="-128"/>
              </a:rPr>
              <a:t>5</a:t>
            </a:r>
            <a:r>
              <a:rPr lang="en-US" altLang="en-US" sz="2000" dirty="0">
                <a:ea typeface="ＭＳ Ｐゴシック" panose="020B0600070205080204" pitchFamily="34" charset="-128"/>
              </a:rPr>
              <a:t>+X</a:t>
            </a:r>
            <a:r>
              <a:rPr lang="en-US" altLang="en-US" sz="2000" baseline="30000" dirty="0">
                <a:ea typeface="ＭＳ Ｐゴシック" panose="020B0600070205080204" pitchFamily="34" charset="-128"/>
              </a:rPr>
              <a:t>2</a:t>
            </a:r>
            <a:r>
              <a:rPr lang="en-US" altLang="en-US" sz="2000" dirty="0">
                <a:ea typeface="ＭＳ Ｐゴシック" panose="020B0600070205080204" pitchFamily="34" charset="-128"/>
              </a:rPr>
              <a:t>+X</a:t>
            </a:r>
          </a:p>
          <a:p>
            <a:pPr marL="0" indent="0">
              <a:buFont typeface="Wingdings 3" pitchFamily="2" charset="2"/>
              <a:buNone/>
            </a:pPr>
            <a:r>
              <a:rPr lang="en-US" altLang="en-US" sz="2000" dirty="0">
                <a:ea typeface="ＭＳ Ｐゴシック" panose="020B0600070205080204" pitchFamily="34" charset="-128"/>
              </a:rPr>
              <a:t>On dividing P(x)/P(m)=  00111101</a:t>
            </a:r>
          </a:p>
          <a:p>
            <a:pPr marL="0" indent="0">
              <a:buFont typeface="Wingdings 3" pitchFamily="2" charset="2"/>
              <a:buNone/>
            </a:pPr>
            <a:r>
              <a:rPr lang="en-US" altLang="en-US" sz="2000" dirty="0">
                <a:ea typeface="ＭＳ Ｐゴシック" panose="020B0600070205080204" pitchFamily="34" charset="-128"/>
              </a:rPr>
              <a:t>-----------------------------------------------</a:t>
            </a:r>
          </a:p>
        </p:txBody>
      </p:sp>
      <p:sp>
        <p:nvSpPr>
          <p:cNvPr id="54276" name="Rectangle 3">
            <a:extLst>
              <a:ext uri="{FF2B5EF4-FFF2-40B4-BE49-F238E27FC236}">
                <a16:creationId xmlns:a16="http://schemas.microsoft.com/office/drawing/2014/main" id="{EAF18ECF-0BB2-875C-44B3-3E83E3F0BB23}"/>
              </a:ext>
            </a:extLst>
          </p:cNvPr>
          <p:cNvSpPr>
            <a:spLocks noChangeArrowheads="1"/>
          </p:cNvSpPr>
          <p:nvPr/>
        </p:nvSpPr>
        <p:spPr bwMode="auto">
          <a:xfrm>
            <a:off x="4284663" y="461963"/>
            <a:ext cx="5040312" cy="532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buFont typeface="Wingdings 3" pitchFamily="2" charset="2"/>
              <a:buNone/>
            </a:pPr>
            <a:r>
              <a:rPr lang="en-US" altLang="en-US" sz="2000"/>
              <a:t>03=00000011=X+1</a:t>
            </a:r>
          </a:p>
          <a:p>
            <a:pPr>
              <a:buFont typeface="Wingdings 3" pitchFamily="2" charset="2"/>
              <a:buNone/>
            </a:pPr>
            <a:r>
              <a:rPr lang="en-US" altLang="en-US" sz="2000"/>
              <a:t>C7=11000111= X</a:t>
            </a:r>
            <a:r>
              <a:rPr lang="en-US" altLang="en-US" sz="2000" baseline="30000"/>
              <a:t>7</a:t>
            </a:r>
            <a:r>
              <a:rPr lang="en-US" altLang="en-US" sz="2000"/>
              <a:t>+ X</a:t>
            </a:r>
            <a:r>
              <a:rPr lang="en-US" altLang="en-US" sz="2000" baseline="30000"/>
              <a:t>6</a:t>
            </a:r>
            <a:r>
              <a:rPr lang="en-US" altLang="en-US" sz="2000"/>
              <a:t>+X</a:t>
            </a:r>
            <a:r>
              <a:rPr lang="en-US" altLang="en-US" sz="2000" baseline="30000"/>
              <a:t>2</a:t>
            </a:r>
            <a:r>
              <a:rPr lang="en-US" altLang="en-US" sz="2000"/>
              <a:t>+X+1 </a:t>
            </a:r>
          </a:p>
          <a:p>
            <a:pPr>
              <a:buFont typeface="Wingdings 3" pitchFamily="2" charset="2"/>
              <a:buNone/>
            </a:pPr>
            <a:r>
              <a:rPr lang="en-US" altLang="en-US" sz="2000"/>
              <a:t>= X</a:t>
            </a:r>
            <a:r>
              <a:rPr lang="en-US" altLang="en-US" sz="2000" baseline="30000"/>
              <a:t>8</a:t>
            </a:r>
            <a:r>
              <a:rPr lang="en-US" altLang="en-US" sz="2000"/>
              <a:t>+ X</a:t>
            </a:r>
            <a:r>
              <a:rPr lang="en-US" altLang="en-US" sz="2000" baseline="30000"/>
              <a:t>7</a:t>
            </a:r>
            <a:r>
              <a:rPr lang="en-US" altLang="en-US" sz="2000"/>
              <a:t>+X</a:t>
            </a:r>
            <a:r>
              <a:rPr lang="en-US" altLang="en-US" sz="2000" baseline="30000"/>
              <a:t>3</a:t>
            </a:r>
            <a:r>
              <a:rPr lang="en-US" altLang="en-US" sz="2000"/>
              <a:t>+X</a:t>
            </a:r>
            <a:r>
              <a:rPr lang="en-US" altLang="en-US" sz="2000" baseline="30000"/>
              <a:t>2</a:t>
            </a:r>
            <a:r>
              <a:rPr lang="en-US" altLang="en-US" sz="2000"/>
              <a:t>+X+ X</a:t>
            </a:r>
            <a:r>
              <a:rPr lang="en-US" altLang="en-US" sz="2000" baseline="30000"/>
              <a:t>7</a:t>
            </a:r>
            <a:r>
              <a:rPr lang="en-US" altLang="en-US" sz="2000"/>
              <a:t>+ X</a:t>
            </a:r>
            <a:r>
              <a:rPr lang="en-US" altLang="en-US" sz="2000" baseline="30000"/>
              <a:t>6</a:t>
            </a:r>
            <a:r>
              <a:rPr lang="en-US" altLang="en-US" sz="2000"/>
              <a:t>+X</a:t>
            </a:r>
            <a:r>
              <a:rPr lang="en-US" altLang="en-US" sz="2000" baseline="30000"/>
              <a:t>2</a:t>
            </a:r>
            <a:r>
              <a:rPr lang="en-US" altLang="en-US" sz="2000"/>
              <a:t>+X+1</a:t>
            </a:r>
          </a:p>
          <a:p>
            <a:pPr>
              <a:buFont typeface="Wingdings 3" pitchFamily="2" charset="2"/>
              <a:buNone/>
            </a:pPr>
            <a:r>
              <a:rPr lang="en-US" altLang="en-US" sz="2000"/>
              <a:t>= P(x)=</a:t>
            </a:r>
            <a:r>
              <a:rPr lang="en-US" altLang="en-US" sz="2000" b="1">
                <a:solidFill>
                  <a:srgbClr val="FF0000"/>
                </a:solidFill>
              </a:rPr>
              <a:t>X</a:t>
            </a:r>
            <a:r>
              <a:rPr lang="en-US" altLang="en-US" sz="2000" b="1" baseline="30000">
                <a:solidFill>
                  <a:srgbClr val="FF0000"/>
                </a:solidFill>
              </a:rPr>
              <a:t>8</a:t>
            </a:r>
            <a:r>
              <a:rPr lang="en-US" altLang="en-US" sz="2000" b="1">
                <a:solidFill>
                  <a:srgbClr val="FF0000"/>
                </a:solidFill>
              </a:rPr>
              <a:t>+ X</a:t>
            </a:r>
            <a:r>
              <a:rPr lang="en-US" altLang="en-US" sz="2000" b="1" baseline="30000">
                <a:solidFill>
                  <a:srgbClr val="FF0000"/>
                </a:solidFill>
              </a:rPr>
              <a:t>6</a:t>
            </a:r>
            <a:r>
              <a:rPr lang="en-US" altLang="en-US" sz="2000" b="1">
                <a:solidFill>
                  <a:srgbClr val="FF0000"/>
                </a:solidFill>
              </a:rPr>
              <a:t>+ X</a:t>
            </a:r>
            <a:r>
              <a:rPr lang="en-US" altLang="en-US" sz="2000" b="1" baseline="30000">
                <a:solidFill>
                  <a:srgbClr val="FF0000"/>
                </a:solidFill>
              </a:rPr>
              <a:t>3</a:t>
            </a:r>
            <a:r>
              <a:rPr lang="en-US" altLang="en-US" sz="2000" b="1">
                <a:solidFill>
                  <a:srgbClr val="FF0000"/>
                </a:solidFill>
              </a:rPr>
              <a:t>+1 </a:t>
            </a:r>
            <a:r>
              <a:rPr lang="en-US" altLang="en-US" sz="2000"/>
              <a:t>=101001001</a:t>
            </a:r>
          </a:p>
          <a:p>
            <a:r>
              <a:rPr lang="en-US" altLang="en-US" sz="2000"/>
              <a:t>P(m)= </a:t>
            </a:r>
            <a:r>
              <a:rPr lang="en-IN" altLang="en-US" sz="2000"/>
              <a:t>X</a:t>
            </a:r>
            <a:r>
              <a:rPr lang="en-IN" altLang="en-US" sz="2000" baseline="30000"/>
              <a:t>8</a:t>
            </a:r>
            <a:r>
              <a:rPr lang="en-IN" altLang="en-US" sz="2000"/>
              <a:t>+X</a:t>
            </a:r>
            <a:r>
              <a:rPr lang="en-IN" altLang="en-US" sz="2000" baseline="30000"/>
              <a:t>4</a:t>
            </a:r>
            <a:r>
              <a:rPr lang="en-IN" altLang="en-US" sz="2000"/>
              <a:t>+X</a:t>
            </a:r>
            <a:r>
              <a:rPr lang="en-IN" altLang="en-US" sz="2000" baseline="30000"/>
              <a:t>3</a:t>
            </a:r>
            <a:r>
              <a:rPr lang="en-IN" altLang="en-US" sz="2000"/>
              <a:t>+X+1=100011011</a:t>
            </a:r>
          </a:p>
          <a:p>
            <a:pPr>
              <a:buFont typeface="Wingdings 3" pitchFamily="2" charset="2"/>
              <a:buNone/>
            </a:pPr>
            <a:r>
              <a:rPr lang="en-US" altLang="en-US" sz="2000"/>
              <a:t>On dividing P(x)/P(m)=</a:t>
            </a:r>
            <a:r>
              <a:rPr lang="en-IN" altLang="en-US" sz="2000"/>
              <a:t>X</a:t>
            </a:r>
            <a:r>
              <a:rPr lang="en-IN" altLang="en-US" sz="2000" baseline="30000"/>
              <a:t>8</a:t>
            </a:r>
            <a:r>
              <a:rPr lang="en-IN" altLang="en-US" sz="2000"/>
              <a:t>+X</a:t>
            </a:r>
            <a:r>
              <a:rPr lang="en-IN" altLang="en-US" sz="2000" baseline="30000"/>
              <a:t>4</a:t>
            </a:r>
            <a:r>
              <a:rPr lang="en-IN" altLang="en-US" sz="2000"/>
              <a:t>+X</a:t>
            </a:r>
            <a:r>
              <a:rPr lang="en-IN" altLang="en-US" sz="2000" baseline="30000"/>
              <a:t>3</a:t>
            </a:r>
            <a:r>
              <a:rPr lang="en-IN" altLang="en-US" sz="2000"/>
              <a:t>+X+1=01010010</a:t>
            </a:r>
            <a:endParaRPr lang="en-US" altLang="en-US" sz="2000"/>
          </a:p>
          <a:p>
            <a:pPr>
              <a:buFont typeface="Wingdings 3" pitchFamily="2" charset="2"/>
              <a:buNone/>
            </a:pPr>
            <a:r>
              <a:rPr lang="en-US" altLang="en-US" sz="2000"/>
              <a:t>---------------------------------------------------</a:t>
            </a:r>
          </a:p>
          <a:p>
            <a:r>
              <a:rPr lang="en-US" altLang="en-US" sz="2000"/>
              <a:t>01*20=00100000=</a:t>
            </a:r>
            <a:r>
              <a:rPr lang="en-US" altLang="en-US" sz="2000" b="1">
                <a:solidFill>
                  <a:srgbClr val="FF0000"/>
                </a:solidFill>
              </a:rPr>
              <a:t>X</a:t>
            </a:r>
            <a:r>
              <a:rPr lang="en-US" altLang="en-US" sz="2000" b="1" baseline="30000">
                <a:solidFill>
                  <a:srgbClr val="FF0000"/>
                </a:solidFill>
              </a:rPr>
              <a:t>5</a:t>
            </a:r>
            <a:endParaRPr lang="en-US" altLang="en-US" sz="2000" b="1">
              <a:solidFill>
                <a:srgbClr val="FF0000"/>
              </a:solidFill>
            </a:endParaRPr>
          </a:p>
          <a:p>
            <a:r>
              <a:rPr lang="en-US" altLang="en-US" sz="2000"/>
              <a:t>---------------------------------------------------</a:t>
            </a:r>
          </a:p>
          <a:p>
            <a:r>
              <a:rPr lang="en-US" altLang="en-US" sz="2000"/>
              <a:t>11101011</a:t>
            </a:r>
          </a:p>
          <a:p>
            <a:r>
              <a:rPr lang="en-US" altLang="en-US" sz="2000"/>
              <a:t>00111101</a:t>
            </a:r>
          </a:p>
          <a:p>
            <a:r>
              <a:rPr lang="en-IN" altLang="en-US" sz="2000"/>
              <a:t>01010010</a:t>
            </a:r>
            <a:endParaRPr lang="en-US" altLang="en-US" sz="2000"/>
          </a:p>
          <a:p>
            <a:r>
              <a:rPr lang="en-US" altLang="en-US" sz="2000"/>
              <a:t>00100000</a:t>
            </a:r>
          </a:p>
          <a:p>
            <a:r>
              <a:rPr lang="en-US" altLang="en-US" sz="2000"/>
              <a:t>-----------------</a:t>
            </a:r>
          </a:p>
          <a:p>
            <a:r>
              <a:rPr lang="en-US" altLang="en-US" sz="2000"/>
              <a:t>10100100  =A4</a:t>
            </a:r>
          </a:p>
          <a:p>
            <a:r>
              <a:rPr lang="en-US" altLang="en-US" sz="2000"/>
              <a:t>----------------</a:t>
            </a:r>
          </a:p>
        </p:txBody>
      </p:sp>
      <p:sp>
        <p:nvSpPr>
          <p:cNvPr id="3" name="Rectangle 2">
            <a:extLst>
              <a:ext uri="{FF2B5EF4-FFF2-40B4-BE49-F238E27FC236}">
                <a16:creationId xmlns:a16="http://schemas.microsoft.com/office/drawing/2014/main" id="{EE4558E9-C71D-5F2B-837F-6B45D442A6F4}"/>
              </a:ext>
            </a:extLst>
          </p:cNvPr>
          <p:cNvSpPr>
            <a:spLocks noChangeArrowheads="1"/>
          </p:cNvSpPr>
          <p:nvPr/>
        </p:nvSpPr>
        <p:spPr bwMode="auto">
          <a:xfrm>
            <a:off x="130175" y="6021388"/>
            <a:ext cx="9618663" cy="1477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r>
              <a:rPr lang="en-US" altLang="en-US" dirty="0"/>
              <a:t>or</a:t>
            </a:r>
          </a:p>
          <a:p>
            <a:r>
              <a:rPr lang="en-US" altLang="en-US" dirty="0"/>
              <a:t>X</a:t>
            </a:r>
            <a:r>
              <a:rPr lang="en-US" altLang="en-US" baseline="30000" dirty="0"/>
              <a:t>7</a:t>
            </a:r>
            <a:r>
              <a:rPr lang="en-US" altLang="en-US" dirty="0"/>
              <a:t>+X</a:t>
            </a:r>
            <a:r>
              <a:rPr lang="en-US" altLang="en-US" baseline="30000" dirty="0"/>
              <a:t>6</a:t>
            </a:r>
            <a:r>
              <a:rPr lang="en-US" altLang="en-US" dirty="0"/>
              <a:t>+X</a:t>
            </a:r>
            <a:r>
              <a:rPr lang="en-US" altLang="en-US" baseline="30000" dirty="0"/>
              <a:t>5</a:t>
            </a:r>
            <a:r>
              <a:rPr lang="en-US" altLang="en-US" dirty="0"/>
              <a:t>+X</a:t>
            </a:r>
            <a:r>
              <a:rPr lang="en-US" altLang="en-US" baseline="30000" dirty="0"/>
              <a:t>3</a:t>
            </a:r>
            <a:r>
              <a:rPr lang="en-US" altLang="en-US" dirty="0"/>
              <a:t>+X+1+X</a:t>
            </a:r>
            <a:r>
              <a:rPr lang="en-US" altLang="en-US" baseline="30000" dirty="0"/>
              <a:t>8</a:t>
            </a:r>
            <a:r>
              <a:rPr lang="en-US" altLang="en-US" dirty="0"/>
              <a:t>+X</a:t>
            </a:r>
            <a:r>
              <a:rPr lang="en-US" altLang="en-US" baseline="30000" dirty="0"/>
              <a:t>5</a:t>
            </a:r>
            <a:r>
              <a:rPr lang="en-US" altLang="en-US" dirty="0"/>
              <a:t>+X</a:t>
            </a:r>
            <a:r>
              <a:rPr lang="en-US" altLang="en-US" baseline="30000" dirty="0"/>
              <a:t>2</a:t>
            </a:r>
            <a:r>
              <a:rPr lang="en-US" altLang="en-US" dirty="0"/>
              <a:t>+X+ X</a:t>
            </a:r>
            <a:r>
              <a:rPr lang="en-US" altLang="en-US" baseline="30000" dirty="0"/>
              <a:t>8</a:t>
            </a:r>
            <a:r>
              <a:rPr lang="en-US" altLang="en-US" dirty="0"/>
              <a:t>+ X</a:t>
            </a:r>
            <a:r>
              <a:rPr lang="en-US" altLang="en-US" baseline="30000" dirty="0"/>
              <a:t>6</a:t>
            </a:r>
            <a:r>
              <a:rPr lang="en-US" altLang="en-US" dirty="0"/>
              <a:t>+ X</a:t>
            </a:r>
            <a:r>
              <a:rPr lang="en-US" altLang="en-US" baseline="30000" dirty="0"/>
              <a:t>3</a:t>
            </a:r>
            <a:r>
              <a:rPr lang="en-US" altLang="en-US" dirty="0"/>
              <a:t>+1 +X</a:t>
            </a:r>
            <a:r>
              <a:rPr lang="en-US" altLang="en-US" baseline="30000" dirty="0"/>
              <a:t>5 </a:t>
            </a:r>
            <a:r>
              <a:rPr lang="en-US" altLang="en-US" dirty="0"/>
              <a:t>(on cancelling common terms)</a:t>
            </a:r>
          </a:p>
          <a:p>
            <a:r>
              <a:rPr lang="en-US" altLang="en-US" dirty="0"/>
              <a:t>=X</a:t>
            </a:r>
            <a:r>
              <a:rPr lang="en-US" altLang="en-US" baseline="30000" dirty="0"/>
              <a:t>7</a:t>
            </a:r>
            <a:r>
              <a:rPr lang="en-US" altLang="en-US" dirty="0"/>
              <a:t>+X</a:t>
            </a:r>
            <a:r>
              <a:rPr lang="en-US" altLang="en-US" baseline="30000" dirty="0"/>
              <a:t>5</a:t>
            </a:r>
            <a:r>
              <a:rPr lang="en-US" altLang="en-US" dirty="0"/>
              <a:t>+X</a:t>
            </a:r>
            <a:r>
              <a:rPr lang="en-US" altLang="en-US" baseline="30000" dirty="0"/>
              <a:t>2</a:t>
            </a:r>
            <a:r>
              <a:rPr lang="en-US" altLang="en-US" dirty="0"/>
              <a:t>=10100100=A4</a:t>
            </a:r>
          </a:p>
          <a:p>
            <a:endParaRPr lang="en-US" altLang="en-US" dirty="0"/>
          </a:p>
          <a:p>
            <a:endParaRPr lang="en-US" altLang="en-US" dirty="0"/>
          </a:p>
        </p:txBody>
      </p:sp>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54275">
                                            <p:txEl>
                                              <p:pRg st="0" end="0"/>
                                            </p:txEl>
                                          </p:spTgt>
                                        </p:tgtEl>
                                        <p:attrNameLst>
                                          <p:attrName>style.visibility</p:attrName>
                                        </p:attrNameLst>
                                      </p:cBhvr>
                                      <p:to>
                                        <p:strVal val="visible"/>
                                      </p:to>
                                    </p:set>
                                    <p:anim calcmode="lin" valueType="num">
                                      <p:cBhvr additive="base">
                                        <p:cTn id="7" dur="500" fill="hold"/>
                                        <p:tgtEl>
                                          <p:spTgt spid="54275">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54275">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nodeType="clickEffect">
                                  <p:stCondLst>
                                    <p:cond delay="0"/>
                                  </p:stCondLst>
                                  <p:childTnLst>
                                    <p:set>
                                      <p:cBhvr>
                                        <p:cTn id="12" dur="1" fill="hold">
                                          <p:stCondLst>
                                            <p:cond delay="0"/>
                                          </p:stCondLst>
                                        </p:cTn>
                                        <p:tgtEl>
                                          <p:spTgt spid="54275">
                                            <p:txEl>
                                              <p:pRg st="1" end="1"/>
                                            </p:txEl>
                                          </p:spTgt>
                                        </p:tgtEl>
                                        <p:attrNameLst>
                                          <p:attrName>style.visibility</p:attrName>
                                        </p:attrNameLst>
                                      </p:cBhvr>
                                      <p:to>
                                        <p:strVal val="visible"/>
                                      </p:to>
                                    </p:set>
                                    <p:anim calcmode="lin" valueType="num">
                                      <p:cBhvr additive="base">
                                        <p:cTn id="13" dur="500" fill="hold"/>
                                        <p:tgtEl>
                                          <p:spTgt spid="54275">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54275">
                                            <p:txEl>
                                              <p:pRg st="1" end="1"/>
                                            </p:txEl>
                                          </p:spTgt>
                                        </p:tgtEl>
                                        <p:attrNameLst>
                                          <p:attrName>ppt_y</p:attrName>
                                        </p:attrNameLst>
                                      </p:cBhvr>
                                      <p:tavLst>
                                        <p:tav tm="0">
                                          <p:val>
                                            <p:strVal val="1+#ppt_h/2"/>
                                          </p:val>
                                        </p:tav>
                                        <p:tav tm="100000">
                                          <p:val>
                                            <p:strVal val="#ppt_y"/>
                                          </p:val>
                                        </p:tav>
                                      </p:tavLst>
                                    </p:anim>
                                  </p:childTnLst>
                                </p:cTn>
                              </p:par>
                              <p:par>
                                <p:cTn id="15" presetID="2" presetClass="entr" presetSubtype="4" fill="hold" nodeType="withEffect">
                                  <p:stCondLst>
                                    <p:cond delay="0"/>
                                  </p:stCondLst>
                                  <p:childTnLst>
                                    <p:set>
                                      <p:cBhvr>
                                        <p:cTn id="16" dur="1" fill="hold">
                                          <p:stCondLst>
                                            <p:cond delay="0"/>
                                          </p:stCondLst>
                                        </p:cTn>
                                        <p:tgtEl>
                                          <p:spTgt spid="54275">
                                            <p:txEl>
                                              <p:pRg st="2" end="2"/>
                                            </p:txEl>
                                          </p:spTgt>
                                        </p:tgtEl>
                                        <p:attrNameLst>
                                          <p:attrName>style.visibility</p:attrName>
                                        </p:attrNameLst>
                                      </p:cBhvr>
                                      <p:to>
                                        <p:strVal val="visible"/>
                                      </p:to>
                                    </p:set>
                                    <p:anim calcmode="lin" valueType="num">
                                      <p:cBhvr additive="base">
                                        <p:cTn id="17" dur="500" fill="hold"/>
                                        <p:tgtEl>
                                          <p:spTgt spid="54275">
                                            <p:txEl>
                                              <p:pRg st="2" end="2"/>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54275">
                                            <p:txEl>
                                              <p:pRg st="2" end="2"/>
                                            </p:txEl>
                                          </p:spTgt>
                                        </p:tgtEl>
                                        <p:attrNameLst>
                                          <p:attrName>ppt_y</p:attrName>
                                        </p:attrNameLst>
                                      </p:cBhvr>
                                      <p:tavLst>
                                        <p:tav tm="0">
                                          <p:val>
                                            <p:strVal val="1+#ppt_h/2"/>
                                          </p:val>
                                        </p:tav>
                                        <p:tav tm="100000">
                                          <p:val>
                                            <p:strVal val="#ppt_y"/>
                                          </p:val>
                                        </p:tav>
                                      </p:tavLst>
                                    </p:anim>
                                  </p:childTnLst>
                                </p:cTn>
                              </p:par>
                              <p:par>
                                <p:cTn id="19" presetID="2" presetClass="entr" presetSubtype="4" fill="hold" nodeType="withEffect">
                                  <p:stCondLst>
                                    <p:cond delay="0"/>
                                  </p:stCondLst>
                                  <p:childTnLst>
                                    <p:set>
                                      <p:cBhvr>
                                        <p:cTn id="20" dur="1" fill="hold">
                                          <p:stCondLst>
                                            <p:cond delay="0"/>
                                          </p:stCondLst>
                                        </p:cTn>
                                        <p:tgtEl>
                                          <p:spTgt spid="54275">
                                            <p:txEl>
                                              <p:pRg st="3" end="3"/>
                                            </p:txEl>
                                          </p:spTgt>
                                        </p:tgtEl>
                                        <p:attrNameLst>
                                          <p:attrName>style.visibility</p:attrName>
                                        </p:attrNameLst>
                                      </p:cBhvr>
                                      <p:to>
                                        <p:strVal val="visible"/>
                                      </p:to>
                                    </p:set>
                                    <p:anim calcmode="lin" valueType="num">
                                      <p:cBhvr additive="base">
                                        <p:cTn id="21" dur="500" fill="hold"/>
                                        <p:tgtEl>
                                          <p:spTgt spid="54275">
                                            <p:txEl>
                                              <p:pRg st="3" end="3"/>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54275">
                                            <p:txEl>
                                              <p:pRg st="3" end="3"/>
                                            </p:txEl>
                                          </p:spTgt>
                                        </p:tgtEl>
                                        <p:attrNameLst>
                                          <p:attrName>ppt_y</p:attrName>
                                        </p:attrNameLst>
                                      </p:cBhvr>
                                      <p:tavLst>
                                        <p:tav tm="0">
                                          <p:val>
                                            <p:strVal val="1+#ppt_h/2"/>
                                          </p:val>
                                        </p:tav>
                                        <p:tav tm="100000">
                                          <p:val>
                                            <p:strVal val="#ppt_y"/>
                                          </p:val>
                                        </p:tav>
                                      </p:tavLst>
                                    </p:anim>
                                  </p:childTnLst>
                                </p:cTn>
                              </p:par>
                              <p:par>
                                <p:cTn id="23" presetID="2" presetClass="entr" presetSubtype="4" fill="hold" nodeType="withEffect">
                                  <p:stCondLst>
                                    <p:cond delay="0"/>
                                  </p:stCondLst>
                                  <p:childTnLst>
                                    <p:set>
                                      <p:cBhvr>
                                        <p:cTn id="24" dur="1" fill="hold">
                                          <p:stCondLst>
                                            <p:cond delay="0"/>
                                          </p:stCondLst>
                                        </p:cTn>
                                        <p:tgtEl>
                                          <p:spTgt spid="54275">
                                            <p:txEl>
                                              <p:pRg st="4" end="4"/>
                                            </p:txEl>
                                          </p:spTgt>
                                        </p:tgtEl>
                                        <p:attrNameLst>
                                          <p:attrName>style.visibility</p:attrName>
                                        </p:attrNameLst>
                                      </p:cBhvr>
                                      <p:to>
                                        <p:strVal val="visible"/>
                                      </p:to>
                                    </p:set>
                                    <p:anim calcmode="lin" valueType="num">
                                      <p:cBhvr additive="base">
                                        <p:cTn id="25" dur="500" fill="hold"/>
                                        <p:tgtEl>
                                          <p:spTgt spid="54275">
                                            <p:txEl>
                                              <p:pRg st="4" end="4"/>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54275">
                                            <p:txEl>
                                              <p:pRg st="4" end="4"/>
                                            </p:txEl>
                                          </p:spTgt>
                                        </p:tgtEl>
                                        <p:attrNameLst>
                                          <p:attrName>ppt_y</p:attrName>
                                        </p:attrNameLst>
                                      </p:cBhvr>
                                      <p:tavLst>
                                        <p:tav tm="0">
                                          <p:val>
                                            <p:strVal val="1+#ppt_h/2"/>
                                          </p:val>
                                        </p:tav>
                                        <p:tav tm="100000">
                                          <p:val>
                                            <p:strVal val="#ppt_y"/>
                                          </p:val>
                                        </p:tav>
                                      </p:tavLst>
                                    </p:anim>
                                  </p:childTnLst>
                                </p:cTn>
                              </p:par>
                              <p:par>
                                <p:cTn id="27" presetID="2" presetClass="entr" presetSubtype="4" fill="hold" nodeType="withEffect">
                                  <p:stCondLst>
                                    <p:cond delay="0"/>
                                  </p:stCondLst>
                                  <p:childTnLst>
                                    <p:set>
                                      <p:cBhvr>
                                        <p:cTn id="28" dur="1" fill="hold">
                                          <p:stCondLst>
                                            <p:cond delay="0"/>
                                          </p:stCondLst>
                                        </p:cTn>
                                        <p:tgtEl>
                                          <p:spTgt spid="54275">
                                            <p:txEl>
                                              <p:pRg st="5" end="5"/>
                                            </p:txEl>
                                          </p:spTgt>
                                        </p:tgtEl>
                                        <p:attrNameLst>
                                          <p:attrName>style.visibility</p:attrName>
                                        </p:attrNameLst>
                                      </p:cBhvr>
                                      <p:to>
                                        <p:strVal val="visible"/>
                                      </p:to>
                                    </p:set>
                                    <p:anim calcmode="lin" valueType="num">
                                      <p:cBhvr additive="base">
                                        <p:cTn id="29" dur="500" fill="hold"/>
                                        <p:tgtEl>
                                          <p:spTgt spid="54275">
                                            <p:txEl>
                                              <p:pRg st="5" end="5"/>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54275">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1" fill="hold" nodeType="clickPar">
                      <p:stCondLst>
                        <p:cond delay="indefinite"/>
                      </p:stCondLst>
                      <p:childTnLst>
                        <p:par>
                          <p:cTn id="32" fill="hold" nodeType="withGroup">
                            <p:stCondLst>
                              <p:cond delay="0"/>
                            </p:stCondLst>
                            <p:childTnLst>
                              <p:par>
                                <p:cTn id="33" presetID="2" presetClass="entr" presetSubtype="4" fill="hold" nodeType="clickEffect">
                                  <p:stCondLst>
                                    <p:cond delay="0"/>
                                  </p:stCondLst>
                                  <p:childTnLst>
                                    <p:set>
                                      <p:cBhvr>
                                        <p:cTn id="34" dur="1" fill="hold">
                                          <p:stCondLst>
                                            <p:cond delay="0"/>
                                          </p:stCondLst>
                                        </p:cTn>
                                        <p:tgtEl>
                                          <p:spTgt spid="54275">
                                            <p:txEl>
                                              <p:pRg st="6" end="6"/>
                                            </p:txEl>
                                          </p:spTgt>
                                        </p:tgtEl>
                                        <p:attrNameLst>
                                          <p:attrName>style.visibility</p:attrName>
                                        </p:attrNameLst>
                                      </p:cBhvr>
                                      <p:to>
                                        <p:strVal val="visible"/>
                                      </p:to>
                                    </p:set>
                                    <p:anim calcmode="lin" valueType="num">
                                      <p:cBhvr additive="base">
                                        <p:cTn id="35" dur="500" fill="hold"/>
                                        <p:tgtEl>
                                          <p:spTgt spid="54275">
                                            <p:txEl>
                                              <p:pRg st="6" end="6"/>
                                            </p:txEl>
                                          </p:spTgt>
                                        </p:tgtEl>
                                        <p:attrNameLst>
                                          <p:attrName>ppt_x</p:attrName>
                                        </p:attrNameLst>
                                      </p:cBhvr>
                                      <p:tavLst>
                                        <p:tav tm="0">
                                          <p:val>
                                            <p:strVal val="#ppt_x"/>
                                          </p:val>
                                        </p:tav>
                                        <p:tav tm="100000">
                                          <p:val>
                                            <p:strVal val="#ppt_x"/>
                                          </p:val>
                                        </p:tav>
                                      </p:tavLst>
                                    </p:anim>
                                    <p:anim calcmode="lin" valueType="num">
                                      <p:cBhvr additive="base">
                                        <p:cTn id="36" dur="500" fill="hold"/>
                                        <p:tgtEl>
                                          <p:spTgt spid="54275">
                                            <p:txEl>
                                              <p:pRg st="6" end="6"/>
                                            </p:txEl>
                                          </p:spTgt>
                                        </p:tgtEl>
                                        <p:attrNameLst>
                                          <p:attrName>ppt_y</p:attrName>
                                        </p:attrNameLst>
                                      </p:cBhvr>
                                      <p:tavLst>
                                        <p:tav tm="0">
                                          <p:val>
                                            <p:strVal val="1+#ppt_h/2"/>
                                          </p:val>
                                        </p:tav>
                                        <p:tav tm="100000">
                                          <p:val>
                                            <p:strVal val="#ppt_y"/>
                                          </p:val>
                                        </p:tav>
                                      </p:tavLst>
                                    </p:anim>
                                  </p:childTnLst>
                                </p:cTn>
                              </p:par>
                              <p:par>
                                <p:cTn id="37" presetID="2" presetClass="entr" presetSubtype="4" fill="hold" nodeType="withEffect">
                                  <p:stCondLst>
                                    <p:cond delay="0"/>
                                  </p:stCondLst>
                                  <p:childTnLst>
                                    <p:set>
                                      <p:cBhvr>
                                        <p:cTn id="38" dur="1" fill="hold">
                                          <p:stCondLst>
                                            <p:cond delay="0"/>
                                          </p:stCondLst>
                                        </p:cTn>
                                        <p:tgtEl>
                                          <p:spTgt spid="54275">
                                            <p:txEl>
                                              <p:pRg st="7" end="7"/>
                                            </p:txEl>
                                          </p:spTgt>
                                        </p:tgtEl>
                                        <p:attrNameLst>
                                          <p:attrName>style.visibility</p:attrName>
                                        </p:attrNameLst>
                                      </p:cBhvr>
                                      <p:to>
                                        <p:strVal val="visible"/>
                                      </p:to>
                                    </p:set>
                                    <p:anim calcmode="lin" valueType="num">
                                      <p:cBhvr additive="base">
                                        <p:cTn id="39" dur="500" fill="hold"/>
                                        <p:tgtEl>
                                          <p:spTgt spid="54275">
                                            <p:txEl>
                                              <p:pRg st="7" end="7"/>
                                            </p:txEl>
                                          </p:spTgt>
                                        </p:tgtEl>
                                        <p:attrNameLst>
                                          <p:attrName>ppt_x</p:attrName>
                                        </p:attrNameLst>
                                      </p:cBhvr>
                                      <p:tavLst>
                                        <p:tav tm="0">
                                          <p:val>
                                            <p:strVal val="#ppt_x"/>
                                          </p:val>
                                        </p:tav>
                                        <p:tav tm="100000">
                                          <p:val>
                                            <p:strVal val="#ppt_x"/>
                                          </p:val>
                                        </p:tav>
                                      </p:tavLst>
                                    </p:anim>
                                    <p:anim calcmode="lin" valueType="num">
                                      <p:cBhvr additive="base">
                                        <p:cTn id="40" dur="500" fill="hold"/>
                                        <p:tgtEl>
                                          <p:spTgt spid="54275">
                                            <p:txEl>
                                              <p:pRg st="7" end="7"/>
                                            </p:txEl>
                                          </p:spTgt>
                                        </p:tgtEl>
                                        <p:attrNameLst>
                                          <p:attrName>ppt_y</p:attrName>
                                        </p:attrNameLst>
                                      </p:cBhvr>
                                      <p:tavLst>
                                        <p:tav tm="0">
                                          <p:val>
                                            <p:strVal val="1+#ppt_h/2"/>
                                          </p:val>
                                        </p:tav>
                                        <p:tav tm="100000">
                                          <p:val>
                                            <p:strVal val="#ppt_y"/>
                                          </p:val>
                                        </p:tav>
                                      </p:tavLst>
                                    </p:anim>
                                  </p:childTnLst>
                                </p:cTn>
                              </p:par>
                              <p:par>
                                <p:cTn id="41" presetID="2" presetClass="entr" presetSubtype="4" fill="hold" nodeType="withEffect">
                                  <p:stCondLst>
                                    <p:cond delay="0"/>
                                  </p:stCondLst>
                                  <p:childTnLst>
                                    <p:set>
                                      <p:cBhvr>
                                        <p:cTn id="42" dur="1" fill="hold">
                                          <p:stCondLst>
                                            <p:cond delay="0"/>
                                          </p:stCondLst>
                                        </p:cTn>
                                        <p:tgtEl>
                                          <p:spTgt spid="54275">
                                            <p:txEl>
                                              <p:pRg st="8" end="8"/>
                                            </p:txEl>
                                          </p:spTgt>
                                        </p:tgtEl>
                                        <p:attrNameLst>
                                          <p:attrName>style.visibility</p:attrName>
                                        </p:attrNameLst>
                                      </p:cBhvr>
                                      <p:to>
                                        <p:strVal val="visible"/>
                                      </p:to>
                                    </p:set>
                                    <p:anim calcmode="lin" valueType="num">
                                      <p:cBhvr additive="base">
                                        <p:cTn id="43" dur="500" fill="hold"/>
                                        <p:tgtEl>
                                          <p:spTgt spid="54275">
                                            <p:txEl>
                                              <p:pRg st="8" end="8"/>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54275">
                                            <p:txEl>
                                              <p:pRg st="8" end="8"/>
                                            </p:txEl>
                                          </p:spTgt>
                                        </p:tgtEl>
                                        <p:attrNameLst>
                                          <p:attrName>ppt_y</p:attrName>
                                        </p:attrNameLst>
                                      </p:cBhvr>
                                      <p:tavLst>
                                        <p:tav tm="0">
                                          <p:val>
                                            <p:strVal val="1+#ppt_h/2"/>
                                          </p:val>
                                        </p:tav>
                                        <p:tav tm="100000">
                                          <p:val>
                                            <p:strVal val="#ppt_y"/>
                                          </p:val>
                                        </p:tav>
                                      </p:tavLst>
                                    </p:anim>
                                  </p:childTnLst>
                                </p:cTn>
                              </p:par>
                              <p:par>
                                <p:cTn id="45" presetID="2" presetClass="entr" presetSubtype="4" fill="hold" nodeType="withEffect">
                                  <p:stCondLst>
                                    <p:cond delay="0"/>
                                  </p:stCondLst>
                                  <p:childTnLst>
                                    <p:set>
                                      <p:cBhvr>
                                        <p:cTn id="46" dur="1" fill="hold">
                                          <p:stCondLst>
                                            <p:cond delay="0"/>
                                          </p:stCondLst>
                                        </p:cTn>
                                        <p:tgtEl>
                                          <p:spTgt spid="54275">
                                            <p:txEl>
                                              <p:pRg st="9" end="9"/>
                                            </p:txEl>
                                          </p:spTgt>
                                        </p:tgtEl>
                                        <p:attrNameLst>
                                          <p:attrName>style.visibility</p:attrName>
                                        </p:attrNameLst>
                                      </p:cBhvr>
                                      <p:to>
                                        <p:strVal val="visible"/>
                                      </p:to>
                                    </p:set>
                                    <p:anim calcmode="lin" valueType="num">
                                      <p:cBhvr additive="base">
                                        <p:cTn id="47" dur="500" fill="hold"/>
                                        <p:tgtEl>
                                          <p:spTgt spid="54275">
                                            <p:txEl>
                                              <p:pRg st="9" end="9"/>
                                            </p:txEl>
                                          </p:spTgt>
                                        </p:tgtEl>
                                        <p:attrNameLst>
                                          <p:attrName>ppt_x</p:attrName>
                                        </p:attrNameLst>
                                      </p:cBhvr>
                                      <p:tavLst>
                                        <p:tav tm="0">
                                          <p:val>
                                            <p:strVal val="#ppt_x"/>
                                          </p:val>
                                        </p:tav>
                                        <p:tav tm="100000">
                                          <p:val>
                                            <p:strVal val="#ppt_x"/>
                                          </p:val>
                                        </p:tav>
                                      </p:tavLst>
                                    </p:anim>
                                    <p:anim calcmode="lin" valueType="num">
                                      <p:cBhvr additive="base">
                                        <p:cTn id="48" dur="500" fill="hold"/>
                                        <p:tgtEl>
                                          <p:spTgt spid="54275">
                                            <p:txEl>
                                              <p:pRg st="9" end="9"/>
                                            </p:txEl>
                                          </p:spTgt>
                                        </p:tgtEl>
                                        <p:attrNameLst>
                                          <p:attrName>ppt_y</p:attrName>
                                        </p:attrNameLst>
                                      </p:cBhvr>
                                      <p:tavLst>
                                        <p:tav tm="0">
                                          <p:val>
                                            <p:strVal val="1+#ppt_h/2"/>
                                          </p:val>
                                        </p:tav>
                                        <p:tav tm="100000">
                                          <p:val>
                                            <p:strVal val="#ppt_y"/>
                                          </p:val>
                                        </p:tav>
                                      </p:tavLst>
                                    </p:anim>
                                  </p:childTnLst>
                                </p:cTn>
                              </p:par>
                              <p:par>
                                <p:cTn id="49" presetID="2" presetClass="entr" presetSubtype="4" fill="hold" nodeType="withEffect">
                                  <p:stCondLst>
                                    <p:cond delay="0"/>
                                  </p:stCondLst>
                                  <p:childTnLst>
                                    <p:set>
                                      <p:cBhvr>
                                        <p:cTn id="50" dur="1" fill="hold">
                                          <p:stCondLst>
                                            <p:cond delay="0"/>
                                          </p:stCondLst>
                                        </p:cTn>
                                        <p:tgtEl>
                                          <p:spTgt spid="54275">
                                            <p:txEl>
                                              <p:pRg st="10" end="10"/>
                                            </p:txEl>
                                          </p:spTgt>
                                        </p:tgtEl>
                                        <p:attrNameLst>
                                          <p:attrName>style.visibility</p:attrName>
                                        </p:attrNameLst>
                                      </p:cBhvr>
                                      <p:to>
                                        <p:strVal val="visible"/>
                                      </p:to>
                                    </p:set>
                                    <p:anim calcmode="lin" valueType="num">
                                      <p:cBhvr additive="base">
                                        <p:cTn id="51" dur="500" fill="hold"/>
                                        <p:tgtEl>
                                          <p:spTgt spid="54275">
                                            <p:txEl>
                                              <p:pRg st="10" end="10"/>
                                            </p:txEl>
                                          </p:spTgt>
                                        </p:tgtEl>
                                        <p:attrNameLst>
                                          <p:attrName>ppt_x</p:attrName>
                                        </p:attrNameLst>
                                      </p:cBhvr>
                                      <p:tavLst>
                                        <p:tav tm="0">
                                          <p:val>
                                            <p:strVal val="#ppt_x"/>
                                          </p:val>
                                        </p:tav>
                                        <p:tav tm="100000">
                                          <p:val>
                                            <p:strVal val="#ppt_x"/>
                                          </p:val>
                                        </p:tav>
                                      </p:tavLst>
                                    </p:anim>
                                    <p:anim calcmode="lin" valueType="num">
                                      <p:cBhvr additive="base">
                                        <p:cTn id="52" dur="500" fill="hold"/>
                                        <p:tgtEl>
                                          <p:spTgt spid="54275">
                                            <p:txEl>
                                              <p:pRg st="10" end="10"/>
                                            </p:txEl>
                                          </p:spTgt>
                                        </p:tgtEl>
                                        <p:attrNameLst>
                                          <p:attrName>ppt_y</p:attrName>
                                        </p:attrNameLst>
                                      </p:cBhvr>
                                      <p:tavLst>
                                        <p:tav tm="0">
                                          <p:val>
                                            <p:strVal val="1+#ppt_h/2"/>
                                          </p:val>
                                        </p:tav>
                                        <p:tav tm="100000">
                                          <p:val>
                                            <p:strVal val="#ppt_y"/>
                                          </p:val>
                                        </p:tav>
                                      </p:tavLst>
                                    </p:anim>
                                  </p:childTnLst>
                                </p:cTn>
                              </p:par>
                              <p:par>
                                <p:cTn id="53" presetID="2" presetClass="entr" presetSubtype="4" fill="hold" nodeType="withEffect">
                                  <p:stCondLst>
                                    <p:cond delay="0"/>
                                  </p:stCondLst>
                                  <p:childTnLst>
                                    <p:set>
                                      <p:cBhvr>
                                        <p:cTn id="54" dur="1" fill="hold">
                                          <p:stCondLst>
                                            <p:cond delay="0"/>
                                          </p:stCondLst>
                                        </p:cTn>
                                        <p:tgtEl>
                                          <p:spTgt spid="54275">
                                            <p:txEl>
                                              <p:pRg st="11" end="11"/>
                                            </p:txEl>
                                          </p:spTgt>
                                        </p:tgtEl>
                                        <p:attrNameLst>
                                          <p:attrName>style.visibility</p:attrName>
                                        </p:attrNameLst>
                                      </p:cBhvr>
                                      <p:to>
                                        <p:strVal val="visible"/>
                                      </p:to>
                                    </p:set>
                                    <p:anim calcmode="lin" valueType="num">
                                      <p:cBhvr additive="base">
                                        <p:cTn id="55" dur="500" fill="hold"/>
                                        <p:tgtEl>
                                          <p:spTgt spid="54275">
                                            <p:txEl>
                                              <p:pRg st="11" end="11"/>
                                            </p:txEl>
                                          </p:spTgt>
                                        </p:tgtEl>
                                        <p:attrNameLst>
                                          <p:attrName>ppt_x</p:attrName>
                                        </p:attrNameLst>
                                      </p:cBhvr>
                                      <p:tavLst>
                                        <p:tav tm="0">
                                          <p:val>
                                            <p:strVal val="#ppt_x"/>
                                          </p:val>
                                        </p:tav>
                                        <p:tav tm="100000">
                                          <p:val>
                                            <p:strVal val="#ppt_x"/>
                                          </p:val>
                                        </p:tav>
                                      </p:tavLst>
                                    </p:anim>
                                    <p:anim calcmode="lin" valueType="num">
                                      <p:cBhvr additive="base">
                                        <p:cTn id="56" dur="500" fill="hold"/>
                                        <p:tgtEl>
                                          <p:spTgt spid="54275">
                                            <p:txEl>
                                              <p:pRg st="11" end="11"/>
                                            </p:txEl>
                                          </p:spTgt>
                                        </p:tgtEl>
                                        <p:attrNameLst>
                                          <p:attrName>ppt_y</p:attrName>
                                        </p:attrNameLst>
                                      </p:cBhvr>
                                      <p:tavLst>
                                        <p:tav tm="0">
                                          <p:val>
                                            <p:strVal val="1+#ppt_h/2"/>
                                          </p:val>
                                        </p:tav>
                                        <p:tav tm="100000">
                                          <p:val>
                                            <p:strVal val="#ppt_y"/>
                                          </p:val>
                                        </p:tav>
                                      </p:tavLst>
                                    </p:anim>
                                  </p:childTnLst>
                                </p:cTn>
                              </p:par>
                              <p:par>
                                <p:cTn id="57" presetID="2" presetClass="entr" presetSubtype="4" fill="hold" nodeType="withEffect">
                                  <p:stCondLst>
                                    <p:cond delay="0"/>
                                  </p:stCondLst>
                                  <p:childTnLst>
                                    <p:set>
                                      <p:cBhvr>
                                        <p:cTn id="58" dur="1" fill="hold">
                                          <p:stCondLst>
                                            <p:cond delay="0"/>
                                          </p:stCondLst>
                                        </p:cTn>
                                        <p:tgtEl>
                                          <p:spTgt spid="54275">
                                            <p:txEl>
                                              <p:pRg st="12" end="12"/>
                                            </p:txEl>
                                          </p:spTgt>
                                        </p:tgtEl>
                                        <p:attrNameLst>
                                          <p:attrName>style.visibility</p:attrName>
                                        </p:attrNameLst>
                                      </p:cBhvr>
                                      <p:to>
                                        <p:strVal val="visible"/>
                                      </p:to>
                                    </p:set>
                                    <p:anim calcmode="lin" valueType="num">
                                      <p:cBhvr additive="base">
                                        <p:cTn id="59" dur="500" fill="hold"/>
                                        <p:tgtEl>
                                          <p:spTgt spid="54275">
                                            <p:txEl>
                                              <p:pRg st="12" end="12"/>
                                            </p:txEl>
                                          </p:spTgt>
                                        </p:tgtEl>
                                        <p:attrNameLst>
                                          <p:attrName>ppt_x</p:attrName>
                                        </p:attrNameLst>
                                      </p:cBhvr>
                                      <p:tavLst>
                                        <p:tav tm="0">
                                          <p:val>
                                            <p:strVal val="#ppt_x"/>
                                          </p:val>
                                        </p:tav>
                                        <p:tav tm="100000">
                                          <p:val>
                                            <p:strVal val="#ppt_x"/>
                                          </p:val>
                                        </p:tav>
                                      </p:tavLst>
                                    </p:anim>
                                    <p:anim calcmode="lin" valueType="num">
                                      <p:cBhvr additive="base">
                                        <p:cTn id="60" dur="500" fill="hold"/>
                                        <p:tgtEl>
                                          <p:spTgt spid="54275">
                                            <p:txEl>
                                              <p:pRg st="12" end="12"/>
                                            </p:txEl>
                                          </p:spTgt>
                                        </p:tgtEl>
                                        <p:attrNameLst>
                                          <p:attrName>ppt_y</p:attrName>
                                        </p:attrNameLst>
                                      </p:cBhvr>
                                      <p:tavLst>
                                        <p:tav tm="0">
                                          <p:val>
                                            <p:strVal val="1+#ppt_h/2"/>
                                          </p:val>
                                        </p:tav>
                                        <p:tav tm="100000">
                                          <p:val>
                                            <p:strVal val="#ppt_y"/>
                                          </p:val>
                                        </p:tav>
                                      </p:tavLst>
                                    </p:anim>
                                  </p:childTnLst>
                                </p:cTn>
                              </p:par>
                              <p:par>
                                <p:cTn id="61" presetID="2" presetClass="entr" presetSubtype="4" fill="hold" nodeType="withEffect">
                                  <p:stCondLst>
                                    <p:cond delay="0"/>
                                  </p:stCondLst>
                                  <p:childTnLst>
                                    <p:set>
                                      <p:cBhvr>
                                        <p:cTn id="62" dur="1" fill="hold">
                                          <p:stCondLst>
                                            <p:cond delay="0"/>
                                          </p:stCondLst>
                                        </p:cTn>
                                        <p:tgtEl>
                                          <p:spTgt spid="54275">
                                            <p:txEl>
                                              <p:pRg st="13" end="13"/>
                                            </p:txEl>
                                          </p:spTgt>
                                        </p:tgtEl>
                                        <p:attrNameLst>
                                          <p:attrName>style.visibility</p:attrName>
                                        </p:attrNameLst>
                                      </p:cBhvr>
                                      <p:to>
                                        <p:strVal val="visible"/>
                                      </p:to>
                                    </p:set>
                                    <p:anim calcmode="lin" valueType="num">
                                      <p:cBhvr additive="base">
                                        <p:cTn id="63" dur="500" fill="hold"/>
                                        <p:tgtEl>
                                          <p:spTgt spid="54275">
                                            <p:txEl>
                                              <p:pRg st="13" end="13"/>
                                            </p:txEl>
                                          </p:spTgt>
                                        </p:tgtEl>
                                        <p:attrNameLst>
                                          <p:attrName>ppt_x</p:attrName>
                                        </p:attrNameLst>
                                      </p:cBhvr>
                                      <p:tavLst>
                                        <p:tav tm="0">
                                          <p:val>
                                            <p:strVal val="#ppt_x"/>
                                          </p:val>
                                        </p:tav>
                                        <p:tav tm="100000">
                                          <p:val>
                                            <p:strVal val="#ppt_x"/>
                                          </p:val>
                                        </p:tav>
                                      </p:tavLst>
                                    </p:anim>
                                    <p:anim calcmode="lin" valueType="num">
                                      <p:cBhvr additive="base">
                                        <p:cTn id="64" dur="500" fill="hold"/>
                                        <p:tgtEl>
                                          <p:spTgt spid="54275">
                                            <p:txEl>
                                              <p:pRg st="13" end="13"/>
                                            </p:txEl>
                                          </p:spTgt>
                                        </p:tgtEl>
                                        <p:attrNameLst>
                                          <p:attrName>ppt_y</p:attrName>
                                        </p:attrNameLst>
                                      </p:cBhvr>
                                      <p:tavLst>
                                        <p:tav tm="0">
                                          <p:val>
                                            <p:strVal val="1+#ppt_h/2"/>
                                          </p:val>
                                        </p:tav>
                                        <p:tav tm="100000">
                                          <p:val>
                                            <p:strVal val="#ppt_y"/>
                                          </p:val>
                                        </p:tav>
                                      </p:tavLst>
                                    </p:anim>
                                  </p:childTnLst>
                                </p:cTn>
                              </p:par>
                              <p:par>
                                <p:cTn id="65" presetID="2" presetClass="entr" presetSubtype="4" fill="hold" nodeType="withEffect">
                                  <p:stCondLst>
                                    <p:cond delay="0"/>
                                  </p:stCondLst>
                                  <p:childTnLst>
                                    <p:set>
                                      <p:cBhvr>
                                        <p:cTn id="66" dur="1" fill="hold">
                                          <p:stCondLst>
                                            <p:cond delay="0"/>
                                          </p:stCondLst>
                                        </p:cTn>
                                        <p:tgtEl>
                                          <p:spTgt spid="54275">
                                            <p:txEl>
                                              <p:pRg st="14" end="14"/>
                                            </p:txEl>
                                          </p:spTgt>
                                        </p:tgtEl>
                                        <p:attrNameLst>
                                          <p:attrName>style.visibility</p:attrName>
                                        </p:attrNameLst>
                                      </p:cBhvr>
                                      <p:to>
                                        <p:strVal val="visible"/>
                                      </p:to>
                                    </p:set>
                                    <p:anim calcmode="lin" valueType="num">
                                      <p:cBhvr additive="base">
                                        <p:cTn id="67" dur="500" fill="hold"/>
                                        <p:tgtEl>
                                          <p:spTgt spid="54275">
                                            <p:txEl>
                                              <p:pRg st="14" end="14"/>
                                            </p:txEl>
                                          </p:spTgt>
                                        </p:tgtEl>
                                        <p:attrNameLst>
                                          <p:attrName>ppt_x</p:attrName>
                                        </p:attrNameLst>
                                      </p:cBhvr>
                                      <p:tavLst>
                                        <p:tav tm="0">
                                          <p:val>
                                            <p:strVal val="#ppt_x"/>
                                          </p:val>
                                        </p:tav>
                                        <p:tav tm="100000">
                                          <p:val>
                                            <p:strVal val="#ppt_x"/>
                                          </p:val>
                                        </p:tav>
                                      </p:tavLst>
                                    </p:anim>
                                    <p:anim calcmode="lin" valueType="num">
                                      <p:cBhvr additive="base">
                                        <p:cTn id="68" dur="500" fill="hold"/>
                                        <p:tgtEl>
                                          <p:spTgt spid="54275">
                                            <p:txEl>
                                              <p:pRg st="14" end="14"/>
                                            </p:txEl>
                                          </p:spTgt>
                                        </p:tgtEl>
                                        <p:attrNameLst>
                                          <p:attrName>ppt_y</p:attrName>
                                        </p:attrNameLst>
                                      </p:cBhvr>
                                      <p:tavLst>
                                        <p:tav tm="0">
                                          <p:val>
                                            <p:strVal val="1+#ppt_h/2"/>
                                          </p:val>
                                        </p:tav>
                                        <p:tav tm="100000">
                                          <p:val>
                                            <p:strVal val="#ppt_y"/>
                                          </p:val>
                                        </p:tav>
                                      </p:tavLst>
                                    </p:anim>
                                  </p:childTnLst>
                                </p:cTn>
                              </p:par>
                            </p:childTnLst>
                          </p:cTn>
                        </p:par>
                      </p:childTnLst>
                    </p:cTn>
                  </p:par>
                  <p:par>
                    <p:cTn id="69" fill="hold" nodeType="clickPar">
                      <p:stCondLst>
                        <p:cond delay="indefinite"/>
                      </p:stCondLst>
                      <p:childTnLst>
                        <p:par>
                          <p:cTn id="70" fill="hold" nodeType="withGroup">
                            <p:stCondLst>
                              <p:cond delay="0"/>
                            </p:stCondLst>
                            <p:childTnLst>
                              <p:par>
                                <p:cTn id="71" presetID="2" presetClass="entr" presetSubtype="4" fill="hold" nodeType="clickEffect">
                                  <p:stCondLst>
                                    <p:cond delay="0"/>
                                  </p:stCondLst>
                                  <p:childTnLst>
                                    <p:set>
                                      <p:cBhvr>
                                        <p:cTn id="72" dur="1" fill="hold">
                                          <p:stCondLst>
                                            <p:cond delay="0"/>
                                          </p:stCondLst>
                                        </p:cTn>
                                        <p:tgtEl>
                                          <p:spTgt spid="54276">
                                            <p:txEl>
                                              <p:pRg st="0" end="0"/>
                                            </p:txEl>
                                          </p:spTgt>
                                        </p:tgtEl>
                                        <p:attrNameLst>
                                          <p:attrName>style.visibility</p:attrName>
                                        </p:attrNameLst>
                                      </p:cBhvr>
                                      <p:to>
                                        <p:strVal val="visible"/>
                                      </p:to>
                                    </p:set>
                                    <p:anim calcmode="lin" valueType="num">
                                      <p:cBhvr additive="base">
                                        <p:cTn id="73" dur="500" fill="hold"/>
                                        <p:tgtEl>
                                          <p:spTgt spid="54276">
                                            <p:txEl>
                                              <p:pRg st="0" end="0"/>
                                            </p:txEl>
                                          </p:spTgt>
                                        </p:tgtEl>
                                        <p:attrNameLst>
                                          <p:attrName>ppt_x</p:attrName>
                                        </p:attrNameLst>
                                      </p:cBhvr>
                                      <p:tavLst>
                                        <p:tav tm="0">
                                          <p:val>
                                            <p:strVal val="#ppt_x"/>
                                          </p:val>
                                        </p:tav>
                                        <p:tav tm="100000">
                                          <p:val>
                                            <p:strVal val="#ppt_x"/>
                                          </p:val>
                                        </p:tav>
                                      </p:tavLst>
                                    </p:anim>
                                    <p:anim calcmode="lin" valueType="num">
                                      <p:cBhvr additive="base">
                                        <p:cTn id="74" dur="500" fill="hold"/>
                                        <p:tgtEl>
                                          <p:spTgt spid="54276">
                                            <p:txEl>
                                              <p:pRg st="0" end="0"/>
                                            </p:txEl>
                                          </p:spTgt>
                                        </p:tgtEl>
                                        <p:attrNameLst>
                                          <p:attrName>ppt_y</p:attrName>
                                        </p:attrNameLst>
                                      </p:cBhvr>
                                      <p:tavLst>
                                        <p:tav tm="0">
                                          <p:val>
                                            <p:strVal val="1+#ppt_h/2"/>
                                          </p:val>
                                        </p:tav>
                                        <p:tav tm="100000">
                                          <p:val>
                                            <p:strVal val="#ppt_y"/>
                                          </p:val>
                                        </p:tav>
                                      </p:tavLst>
                                    </p:anim>
                                  </p:childTnLst>
                                </p:cTn>
                              </p:par>
                              <p:par>
                                <p:cTn id="75" presetID="2" presetClass="entr" presetSubtype="4" fill="hold" nodeType="withEffect">
                                  <p:stCondLst>
                                    <p:cond delay="0"/>
                                  </p:stCondLst>
                                  <p:childTnLst>
                                    <p:set>
                                      <p:cBhvr>
                                        <p:cTn id="76" dur="1" fill="hold">
                                          <p:stCondLst>
                                            <p:cond delay="0"/>
                                          </p:stCondLst>
                                        </p:cTn>
                                        <p:tgtEl>
                                          <p:spTgt spid="54276">
                                            <p:txEl>
                                              <p:pRg st="1" end="1"/>
                                            </p:txEl>
                                          </p:spTgt>
                                        </p:tgtEl>
                                        <p:attrNameLst>
                                          <p:attrName>style.visibility</p:attrName>
                                        </p:attrNameLst>
                                      </p:cBhvr>
                                      <p:to>
                                        <p:strVal val="visible"/>
                                      </p:to>
                                    </p:set>
                                    <p:anim calcmode="lin" valueType="num">
                                      <p:cBhvr additive="base">
                                        <p:cTn id="77" dur="500" fill="hold"/>
                                        <p:tgtEl>
                                          <p:spTgt spid="54276">
                                            <p:txEl>
                                              <p:pRg st="1" end="1"/>
                                            </p:txEl>
                                          </p:spTgt>
                                        </p:tgtEl>
                                        <p:attrNameLst>
                                          <p:attrName>ppt_x</p:attrName>
                                        </p:attrNameLst>
                                      </p:cBhvr>
                                      <p:tavLst>
                                        <p:tav tm="0">
                                          <p:val>
                                            <p:strVal val="#ppt_x"/>
                                          </p:val>
                                        </p:tav>
                                        <p:tav tm="100000">
                                          <p:val>
                                            <p:strVal val="#ppt_x"/>
                                          </p:val>
                                        </p:tav>
                                      </p:tavLst>
                                    </p:anim>
                                    <p:anim calcmode="lin" valueType="num">
                                      <p:cBhvr additive="base">
                                        <p:cTn id="78" dur="500" fill="hold"/>
                                        <p:tgtEl>
                                          <p:spTgt spid="54276">
                                            <p:txEl>
                                              <p:pRg st="1" end="1"/>
                                            </p:txEl>
                                          </p:spTgt>
                                        </p:tgtEl>
                                        <p:attrNameLst>
                                          <p:attrName>ppt_y</p:attrName>
                                        </p:attrNameLst>
                                      </p:cBhvr>
                                      <p:tavLst>
                                        <p:tav tm="0">
                                          <p:val>
                                            <p:strVal val="1+#ppt_h/2"/>
                                          </p:val>
                                        </p:tav>
                                        <p:tav tm="100000">
                                          <p:val>
                                            <p:strVal val="#ppt_y"/>
                                          </p:val>
                                        </p:tav>
                                      </p:tavLst>
                                    </p:anim>
                                  </p:childTnLst>
                                </p:cTn>
                              </p:par>
                              <p:par>
                                <p:cTn id="79" presetID="2" presetClass="entr" presetSubtype="4" fill="hold" nodeType="withEffect">
                                  <p:stCondLst>
                                    <p:cond delay="0"/>
                                  </p:stCondLst>
                                  <p:childTnLst>
                                    <p:set>
                                      <p:cBhvr>
                                        <p:cTn id="80" dur="1" fill="hold">
                                          <p:stCondLst>
                                            <p:cond delay="0"/>
                                          </p:stCondLst>
                                        </p:cTn>
                                        <p:tgtEl>
                                          <p:spTgt spid="54276">
                                            <p:txEl>
                                              <p:pRg st="2" end="2"/>
                                            </p:txEl>
                                          </p:spTgt>
                                        </p:tgtEl>
                                        <p:attrNameLst>
                                          <p:attrName>style.visibility</p:attrName>
                                        </p:attrNameLst>
                                      </p:cBhvr>
                                      <p:to>
                                        <p:strVal val="visible"/>
                                      </p:to>
                                    </p:set>
                                    <p:anim calcmode="lin" valueType="num">
                                      <p:cBhvr additive="base">
                                        <p:cTn id="81" dur="500" fill="hold"/>
                                        <p:tgtEl>
                                          <p:spTgt spid="54276">
                                            <p:txEl>
                                              <p:pRg st="2" end="2"/>
                                            </p:txEl>
                                          </p:spTgt>
                                        </p:tgtEl>
                                        <p:attrNameLst>
                                          <p:attrName>ppt_x</p:attrName>
                                        </p:attrNameLst>
                                      </p:cBhvr>
                                      <p:tavLst>
                                        <p:tav tm="0">
                                          <p:val>
                                            <p:strVal val="#ppt_x"/>
                                          </p:val>
                                        </p:tav>
                                        <p:tav tm="100000">
                                          <p:val>
                                            <p:strVal val="#ppt_x"/>
                                          </p:val>
                                        </p:tav>
                                      </p:tavLst>
                                    </p:anim>
                                    <p:anim calcmode="lin" valueType="num">
                                      <p:cBhvr additive="base">
                                        <p:cTn id="82" dur="500" fill="hold"/>
                                        <p:tgtEl>
                                          <p:spTgt spid="54276">
                                            <p:txEl>
                                              <p:pRg st="2" end="2"/>
                                            </p:txEl>
                                          </p:spTgt>
                                        </p:tgtEl>
                                        <p:attrNameLst>
                                          <p:attrName>ppt_y</p:attrName>
                                        </p:attrNameLst>
                                      </p:cBhvr>
                                      <p:tavLst>
                                        <p:tav tm="0">
                                          <p:val>
                                            <p:strVal val="1+#ppt_h/2"/>
                                          </p:val>
                                        </p:tav>
                                        <p:tav tm="100000">
                                          <p:val>
                                            <p:strVal val="#ppt_y"/>
                                          </p:val>
                                        </p:tav>
                                      </p:tavLst>
                                    </p:anim>
                                  </p:childTnLst>
                                </p:cTn>
                              </p:par>
                              <p:par>
                                <p:cTn id="83" presetID="2" presetClass="entr" presetSubtype="4" fill="hold" nodeType="withEffect">
                                  <p:stCondLst>
                                    <p:cond delay="0"/>
                                  </p:stCondLst>
                                  <p:childTnLst>
                                    <p:set>
                                      <p:cBhvr>
                                        <p:cTn id="84" dur="1" fill="hold">
                                          <p:stCondLst>
                                            <p:cond delay="0"/>
                                          </p:stCondLst>
                                        </p:cTn>
                                        <p:tgtEl>
                                          <p:spTgt spid="54276">
                                            <p:txEl>
                                              <p:pRg st="3" end="3"/>
                                            </p:txEl>
                                          </p:spTgt>
                                        </p:tgtEl>
                                        <p:attrNameLst>
                                          <p:attrName>style.visibility</p:attrName>
                                        </p:attrNameLst>
                                      </p:cBhvr>
                                      <p:to>
                                        <p:strVal val="visible"/>
                                      </p:to>
                                    </p:set>
                                    <p:anim calcmode="lin" valueType="num">
                                      <p:cBhvr additive="base">
                                        <p:cTn id="85" dur="500" fill="hold"/>
                                        <p:tgtEl>
                                          <p:spTgt spid="54276">
                                            <p:txEl>
                                              <p:pRg st="3" end="3"/>
                                            </p:txEl>
                                          </p:spTgt>
                                        </p:tgtEl>
                                        <p:attrNameLst>
                                          <p:attrName>ppt_x</p:attrName>
                                        </p:attrNameLst>
                                      </p:cBhvr>
                                      <p:tavLst>
                                        <p:tav tm="0">
                                          <p:val>
                                            <p:strVal val="#ppt_x"/>
                                          </p:val>
                                        </p:tav>
                                        <p:tav tm="100000">
                                          <p:val>
                                            <p:strVal val="#ppt_x"/>
                                          </p:val>
                                        </p:tav>
                                      </p:tavLst>
                                    </p:anim>
                                    <p:anim calcmode="lin" valueType="num">
                                      <p:cBhvr additive="base">
                                        <p:cTn id="86" dur="500" fill="hold"/>
                                        <p:tgtEl>
                                          <p:spTgt spid="54276">
                                            <p:txEl>
                                              <p:pRg st="3" end="3"/>
                                            </p:txEl>
                                          </p:spTgt>
                                        </p:tgtEl>
                                        <p:attrNameLst>
                                          <p:attrName>ppt_y</p:attrName>
                                        </p:attrNameLst>
                                      </p:cBhvr>
                                      <p:tavLst>
                                        <p:tav tm="0">
                                          <p:val>
                                            <p:strVal val="1+#ppt_h/2"/>
                                          </p:val>
                                        </p:tav>
                                        <p:tav tm="100000">
                                          <p:val>
                                            <p:strVal val="#ppt_y"/>
                                          </p:val>
                                        </p:tav>
                                      </p:tavLst>
                                    </p:anim>
                                  </p:childTnLst>
                                </p:cTn>
                              </p:par>
                              <p:par>
                                <p:cTn id="87" presetID="2" presetClass="entr" presetSubtype="4" fill="hold" nodeType="withEffect">
                                  <p:stCondLst>
                                    <p:cond delay="0"/>
                                  </p:stCondLst>
                                  <p:childTnLst>
                                    <p:set>
                                      <p:cBhvr>
                                        <p:cTn id="88" dur="1" fill="hold">
                                          <p:stCondLst>
                                            <p:cond delay="0"/>
                                          </p:stCondLst>
                                        </p:cTn>
                                        <p:tgtEl>
                                          <p:spTgt spid="54276">
                                            <p:txEl>
                                              <p:pRg st="4" end="4"/>
                                            </p:txEl>
                                          </p:spTgt>
                                        </p:tgtEl>
                                        <p:attrNameLst>
                                          <p:attrName>style.visibility</p:attrName>
                                        </p:attrNameLst>
                                      </p:cBhvr>
                                      <p:to>
                                        <p:strVal val="visible"/>
                                      </p:to>
                                    </p:set>
                                    <p:anim calcmode="lin" valueType="num">
                                      <p:cBhvr additive="base">
                                        <p:cTn id="89" dur="500" fill="hold"/>
                                        <p:tgtEl>
                                          <p:spTgt spid="54276">
                                            <p:txEl>
                                              <p:pRg st="4" end="4"/>
                                            </p:txEl>
                                          </p:spTgt>
                                        </p:tgtEl>
                                        <p:attrNameLst>
                                          <p:attrName>ppt_x</p:attrName>
                                        </p:attrNameLst>
                                      </p:cBhvr>
                                      <p:tavLst>
                                        <p:tav tm="0">
                                          <p:val>
                                            <p:strVal val="#ppt_x"/>
                                          </p:val>
                                        </p:tav>
                                        <p:tav tm="100000">
                                          <p:val>
                                            <p:strVal val="#ppt_x"/>
                                          </p:val>
                                        </p:tav>
                                      </p:tavLst>
                                    </p:anim>
                                    <p:anim calcmode="lin" valueType="num">
                                      <p:cBhvr additive="base">
                                        <p:cTn id="90" dur="500" fill="hold"/>
                                        <p:tgtEl>
                                          <p:spTgt spid="54276">
                                            <p:txEl>
                                              <p:pRg st="4" end="4"/>
                                            </p:txEl>
                                          </p:spTgt>
                                        </p:tgtEl>
                                        <p:attrNameLst>
                                          <p:attrName>ppt_y</p:attrName>
                                        </p:attrNameLst>
                                      </p:cBhvr>
                                      <p:tavLst>
                                        <p:tav tm="0">
                                          <p:val>
                                            <p:strVal val="1+#ppt_h/2"/>
                                          </p:val>
                                        </p:tav>
                                        <p:tav tm="100000">
                                          <p:val>
                                            <p:strVal val="#ppt_y"/>
                                          </p:val>
                                        </p:tav>
                                      </p:tavLst>
                                    </p:anim>
                                  </p:childTnLst>
                                </p:cTn>
                              </p:par>
                              <p:par>
                                <p:cTn id="91" presetID="2" presetClass="entr" presetSubtype="4" fill="hold" nodeType="withEffect">
                                  <p:stCondLst>
                                    <p:cond delay="0"/>
                                  </p:stCondLst>
                                  <p:childTnLst>
                                    <p:set>
                                      <p:cBhvr>
                                        <p:cTn id="92" dur="1" fill="hold">
                                          <p:stCondLst>
                                            <p:cond delay="0"/>
                                          </p:stCondLst>
                                        </p:cTn>
                                        <p:tgtEl>
                                          <p:spTgt spid="54276">
                                            <p:txEl>
                                              <p:pRg st="5" end="5"/>
                                            </p:txEl>
                                          </p:spTgt>
                                        </p:tgtEl>
                                        <p:attrNameLst>
                                          <p:attrName>style.visibility</p:attrName>
                                        </p:attrNameLst>
                                      </p:cBhvr>
                                      <p:to>
                                        <p:strVal val="visible"/>
                                      </p:to>
                                    </p:set>
                                    <p:anim calcmode="lin" valueType="num">
                                      <p:cBhvr additive="base">
                                        <p:cTn id="93" dur="500" fill="hold"/>
                                        <p:tgtEl>
                                          <p:spTgt spid="54276">
                                            <p:txEl>
                                              <p:pRg st="5" end="5"/>
                                            </p:txEl>
                                          </p:spTgt>
                                        </p:tgtEl>
                                        <p:attrNameLst>
                                          <p:attrName>ppt_x</p:attrName>
                                        </p:attrNameLst>
                                      </p:cBhvr>
                                      <p:tavLst>
                                        <p:tav tm="0">
                                          <p:val>
                                            <p:strVal val="#ppt_x"/>
                                          </p:val>
                                        </p:tav>
                                        <p:tav tm="100000">
                                          <p:val>
                                            <p:strVal val="#ppt_x"/>
                                          </p:val>
                                        </p:tav>
                                      </p:tavLst>
                                    </p:anim>
                                    <p:anim calcmode="lin" valueType="num">
                                      <p:cBhvr additive="base">
                                        <p:cTn id="94" dur="500" fill="hold"/>
                                        <p:tgtEl>
                                          <p:spTgt spid="54276">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95" fill="hold" nodeType="clickPar">
                      <p:stCondLst>
                        <p:cond delay="indefinite"/>
                      </p:stCondLst>
                      <p:childTnLst>
                        <p:par>
                          <p:cTn id="96" fill="hold" nodeType="withGroup">
                            <p:stCondLst>
                              <p:cond delay="0"/>
                            </p:stCondLst>
                            <p:childTnLst>
                              <p:par>
                                <p:cTn id="97" presetID="2" presetClass="entr" presetSubtype="4" fill="hold" nodeType="clickEffect">
                                  <p:stCondLst>
                                    <p:cond delay="0"/>
                                  </p:stCondLst>
                                  <p:childTnLst>
                                    <p:set>
                                      <p:cBhvr>
                                        <p:cTn id="98" dur="1" fill="hold">
                                          <p:stCondLst>
                                            <p:cond delay="0"/>
                                          </p:stCondLst>
                                        </p:cTn>
                                        <p:tgtEl>
                                          <p:spTgt spid="54276">
                                            <p:txEl>
                                              <p:pRg st="6" end="6"/>
                                            </p:txEl>
                                          </p:spTgt>
                                        </p:tgtEl>
                                        <p:attrNameLst>
                                          <p:attrName>style.visibility</p:attrName>
                                        </p:attrNameLst>
                                      </p:cBhvr>
                                      <p:to>
                                        <p:strVal val="visible"/>
                                      </p:to>
                                    </p:set>
                                    <p:anim calcmode="lin" valueType="num">
                                      <p:cBhvr additive="base">
                                        <p:cTn id="99" dur="500" fill="hold"/>
                                        <p:tgtEl>
                                          <p:spTgt spid="54276">
                                            <p:txEl>
                                              <p:pRg st="6" end="6"/>
                                            </p:txEl>
                                          </p:spTgt>
                                        </p:tgtEl>
                                        <p:attrNameLst>
                                          <p:attrName>ppt_x</p:attrName>
                                        </p:attrNameLst>
                                      </p:cBhvr>
                                      <p:tavLst>
                                        <p:tav tm="0">
                                          <p:val>
                                            <p:strVal val="#ppt_x"/>
                                          </p:val>
                                        </p:tav>
                                        <p:tav tm="100000">
                                          <p:val>
                                            <p:strVal val="#ppt_x"/>
                                          </p:val>
                                        </p:tav>
                                      </p:tavLst>
                                    </p:anim>
                                    <p:anim calcmode="lin" valueType="num">
                                      <p:cBhvr additive="base">
                                        <p:cTn id="100" dur="500" fill="hold"/>
                                        <p:tgtEl>
                                          <p:spTgt spid="54276">
                                            <p:txEl>
                                              <p:pRg st="6" end="6"/>
                                            </p:txEl>
                                          </p:spTgt>
                                        </p:tgtEl>
                                        <p:attrNameLst>
                                          <p:attrName>ppt_y</p:attrName>
                                        </p:attrNameLst>
                                      </p:cBhvr>
                                      <p:tavLst>
                                        <p:tav tm="0">
                                          <p:val>
                                            <p:strVal val="1+#ppt_h/2"/>
                                          </p:val>
                                        </p:tav>
                                        <p:tav tm="100000">
                                          <p:val>
                                            <p:strVal val="#ppt_y"/>
                                          </p:val>
                                        </p:tav>
                                      </p:tavLst>
                                    </p:anim>
                                  </p:childTnLst>
                                </p:cTn>
                              </p:par>
                              <p:par>
                                <p:cTn id="101" presetID="2" presetClass="entr" presetSubtype="4" fill="hold" nodeType="withEffect">
                                  <p:stCondLst>
                                    <p:cond delay="0"/>
                                  </p:stCondLst>
                                  <p:childTnLst>
                                    <p:set>
                                      <p:cBhvr>
                                        <p:cTn id="102" dur="1" fill="hold">
                                          <p:stCondLst>
                                            <p:cond delay="0"/>
                                          </p:stCondLst>
                                        </p:cTn>
                                        <p:tgtEl>
                                          <p:spTgt spid="54276">
                                            <p:txEl>
                                              <p:pRg st="7" end="7"/>
                                            </p:txEl>
                                          </p:spTgt>
                                        </p:tgtEl>
                                        <p:attrNameLst>
                                          <p:attrName>style.visibility</p:attrName>
                                        </p:attrNameLst>
                                      </p:cBhvr>
                                      <p:to>
                                        <p:strVal val="visible"/>
                                      </p:to>
                                    </p:set>
                                    <p:anim calcmode="lin" valueType="num">
                                      <p:cBhvr additive="base">
                                        <p:cTn id="103" dur="500" fill="hold"/>
                                        <p:tgtEl>
                                          <p:spTgt spid="54276">
                                            <p:txEl>
                                              <p:pRg st="7" end="7"/>
                                            </p:txEl>
                                          </p:spTgt>
                                        </p:tgtEl>
                                        <p:attrNameLst>
                                          <p:attrName>ppt_x</p:attrName>
                                        </p:attrNameLst>
                                      </p:cBhvr>
                                      <p:tavLst>
                                        <p:tav tm="0">
                                          <p:val>
                                            <p:strVal val="#ppt_x"/>
                                          </p:val>
                                        </p:tav>
                                        <p:tav tm="100000">
                                          <p:val>
                                            <p:strVal val="#ppt_x"/>
                                          </p:val>
                                        </p:tav>
                                      </p:tavLst>
                                    </p:anim>
                                    <p:anim calcmode="lin" valueType="num">
                                      <p:cBhvr additive="base">
                                        <p:cTn id="104" dur="500" fill="hold"/>
                                        <p:tgtEl>
                                          <p:spTgt spid="54276">
                                            <p:txEl>
                                              <p:pRg st="7" end="7"/>
                                            </p:txEl>
                                          </p:spTgt>
                                        </p:tgtEl>
                                        <p:attrNameLst>
                                          <p:attrName>ppt_y</p:attrName>
                                        </p:attrNameLst>
                                      </p:cBhvr>
                                      <p:tavLst>
                                        <p:tav tm="0">
                                          <p:val>
                                            <p:strVal val="1+#ppt_h/2"/>
                                          </p:val>
                                        </p:tav>
                                        <p:tav tm="100000">
                                          <p:val>
                                            <p:strVal val="#ppt_y"/>
                                          </p:val>
                                        </p:tav>
                                      </p:tavLst>
                                    </p:anim>
                                  </p:childTnLst>
                                </p:cTn>
                              </p:par>
                              <p:par>
                                <p:cTn id="105" presetID="2" presetClass="entr" presetSubtype="4" fill="hold" nodeType="withEffect">
                                  <p:stCondLst>
                                    <p:cond delay="0"/>
                                  </p:stCondLst>
                                  <p:childTnLst>
                                    <p:set>
                                      <p:cBhvr>
                                        <p:cTn id="106" dur="1" fill="hold">
                                          <p:stCondLst>
                                            <p:cond delay="0"/>
                                          </p:stCondLst>
                                        </p:cTn>
                                        <p:tgtEl>
                                          <p:spTgt spid="54276">
                                            <p:txEl>
                                              <p:pRg st="8" end="8"/>
                                            </p:txEl>
                                          </p:spTgt>
                                        </p:tgtEl>
                                        <p:attrNameLst>
                                          <p:attrName>style.visibility</p:attrName>
                                        </p:attrNameLst>
                                      </p:cBhvr>
                                      <p:to>
                                        <p:strVal val="visible"/>
                                      </p:to>
                                    </p:set>
                                    <p:anim calcmode="lin" valueType="num">
                                      <p:cBhvr additive="base">
                                        <p:cTn id="107" dur="500" fill="hold"/>
                                        <p:tgtEl>
                                          <p:spTgt spid="54276">
                                            <p:txEl>
                                              <p:pRg st="8" end="8"/>
                                            </p:txEl>
                                          </p:spTgt>
                                        </p:tgtEl>
                                        <p:attrNameLst>
                                          <p:attrName>ppt_x</p:attrName>
                                        </p:attrNameLst>
                                      </p:cBhvr>
                                      <p:tavLst>
                                        <p:tav tm="0">
                                          <p:val>
                                            <p:strVal val="#ppt_x"/>
                                          </p:val>
                                        </p:tav>
                                        <p:tav tm="100000">
                                          <p:val>
                                            <p:strVal val="#ppt_x"/>
                                          </p:val>
                                        </p:tav>
                                      </p:tavLst>
                                    </p:anim>
                                    <p:anim calcmode="lin" valueType="num">
                                      <p:cBhvr additive="base">
                                        <p:cTn id="108" dur="500" fill="hold"/>
                                        <p:tgtEl>
                                          <p:spTgt spid="54276">
                                            <p:txEl>
                                              <p:pRg st="8" end="8"/>
                                            </p:txEl>
                                          </p:spTgt>
                                        </p:tgtEl>
                                        <p:attrNameLst>
                                          <p:attrName>ppt_y</p:attrName>
                                        </p:attrNameLst>
                                      </p:cBhvr>
                                      <p:tavLst>
                                        <p:tav tm="0">
                                          <p:val>
                                            <p:strVal val="1+#ppt_h/2"/>
                                          </p:val>
                                        </p:tav>
                                        <p:tav tm="100000">
                                          <p:val>
                                            <p:strVal val="#ppt_y"/>
                                          </p:val>
                                        </p:tav>
                                      </p:tavLst>
                                    </p:anim>
                                  </p:childTnLst>
                                </p:cTn>
                              </p:par>
                            </p:childTnLst>
                          </p:cTn>
                        </p:par>
                      </p:childTnLst>
                    </p:cTn>
                  </p:par>
                  <p:par>
                    <p:cTn id="109" fill="hold" nodeType="clickPar">
                      <p:stCondLst>
                        <p:cond delay="indefinite"/>
                      </p:stCondLst>
                      <p:childTnLst>
                        <p:par>
                          <p:cTn id="110" fill="hold" nodeType="withGroup">
                            <p:stCondLst>
                              <p:cond delay="0"/>
                            </p:stCondLst>
                            <p:childTnLst>
                              <p:par>
                                <p:cTn id="111" presetID="2" presetClass="entr" presetSubtype="4" fill="hold" nodeType="clickEffect">
                                  <p:stCondLst>
                                    <p:cond delay="0"/>
                                  </p:stCondLst>
                                  <p:childTnLst>
                                    <p:set>
                                      <p:cBhvr>
                                        <p:cTn id="112" dur="1" fill="hold">
                                          <p:stCondLst>
                                            <p:cond delay="0"/>
                                          </p:stCondLst>
                                        </p:cTn>
                                        <p:tgtEl>
                                          <p:spTgt spid="54276">
                                            <p:txEl>
                                              <p:pRg st="9" end="9"/>
                                            </p:txEl>
                                          </p:spTgt>
                                        </p:tgtEl>
                                        <p:attrNameLst>
                                          <p:attrName>style.visibility</p:attrName>
                                        </p:attrNameLst>
                                      </p:cBhvr>
                                      <p:to>
                                        <p:strVal val="visible"/>
                                      </p:to>
                                    </p:set>
                                    <p:anim calcmode="lin" valueType="num">
                                      <p:cBhvr additive="base">
                                        <p:cTn id="113" dur="500" fill="hold"/>
                                        <p:tgtEl>
                                          <p:spTgt spid="54276">
                                            <p:txEl>
                                              <p:pRg st="9" end="9"/>
                                            </p:txEl>
                                          </p:spTgt>
                                        </p:tgtEl>
                                        <p:attrNameLst>
                                          <p:attrName>ppt_x</p:attrName>
                                        </p:attrNameLst>
                                      </p:cBhvr>
                                      <p:tavLst>
                                        <p:tav tm="0">
                                          <p:val>
                                            <p:strVal val="#ppt_x"/>
                                          </p:val>
                                        </p:tav>
                                        <p:tav tm="100000">
                                          <p:val>
                                            <p:strVal val="#ppt_x"/>
                                          </p:val>
                                        </p:tav>
                                      </p:tavLst>
                                    </p:anim>
                                    <p:anim calcmode="lin" valueType="num">
                                      <p:cBhvr additive="base">
                                        <p:cTn id="114" dur="500" fill="hold"/>
                                        <p:tgtEl>
                                          <p:spTgt spid="54276">
                                            <p:txEl>
                                              <p:pRg st="9" end="9"/>
                                            </p:txEl>
                                          </p:spTgt>
                                        </p:tgtEl>
                                        <p:attrNameLst>
                                          <p:attrName>ppt_y</p:attrName>
                                        </p:attrNameLst>
                                      </p:cBhvr>
                                      <p:tavLst>
                                        <p:tav tm="0">
                                          <p:val>
                                            <p:strVal val="1+#ppt_h/2"/>
                                          </p:val>
                                        </p:tav>
                                        <p:tav tm="100000">
                                          <p:val>
                                            <p:strVal val="#ppt_y"/>
                                          </p:val>
                                        </p:tav>
                                      </p:tavLst>
                                    </p:anim>
                                  </p:childTnLst>
                                </p:cTn>
                              </p:par>
                              <p:par>
                                <p:cTn id="115" presetID="2" presetClass="entr" presetSubtype="4" fill="hold" nodeType="withEffect">
                                  <p:stCondLst>
                                    <p:cond delay="0"/>
                                  </p:stCondLst>
                                  <p:childTnLst>
                                    <p:set>
                                      <p:cBhvr>
                                        <p:cTn id="116" dur="1" fill="hold">
                                          <p:stCondLst>
                                            <p:cond delay="0"/>
                                          </p:stCondLst>
                                        </p:cTn>
                                        <p:tgtEl>
                                          <p:spTgt spid="54276">
                                            <p:txEl>
                                              <p:pRg st="10" end="10"/>
                                            </p:txEl>
                                          </p:spTgt>
                                        </p:tgtEl>
                                        <p:attrNameLst>
                                          <p:attrName>style.visibility</p:attrName>
                                        </p:attrNameLst>
                                      </p:cBhvr>
                                      <p:to>
                                        <p:strVal val="visible"/>
                                      </p:to>
                                    </p:set>
                                    <p:anim calcmode="lin" valueType="num">
                                      <p:cBhvr additive="base">
                                        <p:cTn id="117" dur="500" fill="hold"/>
                                        <p:tgtEl>
                                          <p:spTgt spid="54276">
                                            <p:txEl>
                                              <p:pRg st="10" end="10"/>
                                            </p:txEl>
                                          </p:spTgt>
                                        </p:tgtEl>
                                        <p:attrNameLst>
                                          <p:attrName>ppt_x</p:attrName>
                                        </p:attrNameLst>
                                      </p:cBhvr>
                                      <p:tavLst>
                                        <p:tav tm="0">
                                          <p:val>
                                            <p:strVal val="#ppt_x"/>
                                          </p:val>
                                        </p:tav>
                                        <p:tav tm="100000">
                                          <p:val>
                                            <p:strVal val="#ppt_x"/>
                                          </p:val>
                                        </p:tav>
                                      </p:tavLst>
                                    </p:anim>
                                    <p:anim calcmode="lin" valueType="num">
                                      <p:cBhvr additive="base">
                                        <p:cTn id="118" dur="500" fill="hold"/>
                                        <p:tgtEl>
                                          <p:spTgt spid="54276">
                                            <p:txEl>
                                              <p:pRg st="10" end="10"/>
                                            </p:txEl>
                                          </p:spTgt>
                                        </p:tgtEl>
                                        <p:attrNameLst>
                                          <p:attrName>ppt_y</p:attrName>
                                        </p:attrNameLst>
                                      </p:cBhvr>
                                      <p:tavLst>
                                        <p:tav tm="0">
                                          <p:val>
                                            <p:strVal val="1+#ppt_h/2"/>
                                          </p:val>
                                        </p:tav>
                                        <p:tav tm="100000">
                                          <p:val>
                                            <p:strVal val="#ppt_y"/>
                                          </p:val>
                                        </p:tav>
                                      </p:tavLst>
                                    </p:anim>
                                  </p:childTnLst>
                                </p:cTn>
                              </p:par>
                              <p:par>
                                <p:cTn id="119" presetID="2" presetClass="entr" presetSubtype="4" fill="hold" nodeType="withEffect">
                                  <p:stCondLst>
                                    <p:cond delay="0"/>
                                  </p:stCondLst>
                                  <p:childTnLst>
                                    <p:set>
                                      <p:cBhvr>
                                        <p:cTn id="120" dur="1" fill="hold">
                                          <p:stCondLst>
                                            <p:cond delay="0"/>
                                          </p:stCondLst>
                                        </p:cTn>
                                        <p:tgtEl>
                                          <p:spTgt spid="54276">
                                            <p:txEl>
                                              <p:pRg st="11" end="11"/>
                                            </p:txEl>
                                          </p:spTgt>
                                        </p:tgtEl>
                                        <p:attrNameLst>
                                          <p:attrName>style.visibility</p:attrName>
                                        </p:attrNameLst>
                                      </p:cBhvr>
                                      <p:to>
                                        <p:strVal val="visible"/>
                                      </p:to>
                                    </p:set>
                                    <p:anim calcmode="lin" valueType="num">
                                      <p:cBhvr additive="base">
                                        <p:cTn id="121" dur="500" fill="hold"/>
                                        <p:tgtEl>
                                          <p:spTgt spid="54276">
                                            <p:txEl>
                                              <p:pRg st="11" end="11"/>
                                            </p:txEl>
                                          </p:spTgt>
                                        </p:tgtEl>
                                        <p:attrNameLst>
                                          <p:attrName>ppt_x</p:attrName>
                                        </p:attrNameLst>
                                      </p:cBhvr>
                                      <p:tavLst>
                                        <p:tav tm="0">
                                          <p:val>
                                            <p:strVal val="#ppt_x"/>
                                          </p:val>
                                        </p:tav>
                                        <p:tav tm="100000">
                                          <p:val>
                                            <p:strVal val="#ppt_x"/>
                                          </p:val>
                                        </p:tav>
                                      </p:tavLst>
                                    </p:anim>
                                    <p:anim calcmode="lin" valueType="num">
                                      <p:cBhvr additive="base">
                                        <p:cTn id="122" dur="500" fill="hold"/>
                                        <p:tgtEl>
                                          <p:spTgt spid="54276">
                                            <p:txEl>
                                              <p:pRg st="11" end="11"/>
                                            </p:txEl>
                                          </p:spTgt>
                                        </p:tgtEl>
                                        <p:attrNameLst>
                                          <p:attrName>ppt_y</p:attrName>
                                        </p:attrNameLst>
                                      </p:cBhvr>
                                      <p:tavLst>
                                        <p:tav tm="0">
                                          <p:val>
                                            <p:strVal val="1+#ppt_h/2"/>
                                          </p:val>
                                        </p:tav>
                                        <p:tav tm="100000">
                                          <p:val>
                                            <p:strVal val="#ppt_y"/>
                                          </p:val>
                                        </p:tav>
                                      </p:tavLst>
                                    </p:anim>
                                  </p:childTnLst>
                                </p:cTn>
                              </p:par>
                              <p:par>
                                <p:cTn id="123" presetID="2" presetClass="entr" presetSubtype="4" fill="hold" nodeType="withEffect">
                                  <p:stCondLst>
                                    <p:cond delay="0"/>
                                  </p:stCondLst>
                                  <p:childTnLst>
                                    <p:set>
                                      <p:cBhvr>
                                        <p:cTn id="124" dur="1" fill="hold">
                                          <p:stCondLst>
                                            <p:cond delay="0"/>
                                          </p:stCondLst>
                                        </p:cTn>
                                        <p:tgtEl>
                                          <p:spTgt spid="54276">
                                            <p:txEl>
                                              <p:pRg st="12" end="12"/>
                                            </p:txEl>
                                          </p:spTgt>
                                        </p:tgtEl>
                                        <p:attrNameLst>
                                          <p:attrName>style.visibility</p:attrName>
                                        </p:attrNameLst>
                                      </p:cBhvr>
                                      <p:to>
                                        <p:strVal val="visible"/>
                                      </p:to>
                                    </p:set>
                                    <p:anim calcmode="lin" valueType="num">
                                      <p:cBhvr additive="base">
                                        <p:cTn id="125" dur="500" fill="hold"/>
                                        <p:tgtEl>
                                          <p:spTgt spid="54276">
                                            <p:txEl>
                                              <p:pRg st="12" end="12"/>
                                            </p:txEl>
                                          </p:spTgt>
                                        </p:tgtEl>
                                        <p:attrNameLst>
                                          <p:attrName>ppt_x</p:attrName>
                                        </p:attrNameLst>
                                      </p:cBhvr>
                                      <p:tavLst>
                                        <p:tav tm="0">
                                          <p:val>
                                            <p:strVal val="#ppt_x"/>
                                          </p:val>
                                        </p:tav>
                                        <p:tav tm="100000">
                                          <p:val>
                                            <p:strVal val="#ppt_x"/>
                                          </p:val>
                                        </p:tav>
                                      </p:tavLst>
                                    </p:anim>
                                    <p:anim calcmode="lin" valueType="num">
                                      <p:cBhvr additive="base">
                                        <p:cTn id="126" dur="500" fill="hold"/>
                                        <p:tgtEl>
                                          <p:spTgt spid="54276">
                                            <p:txEl>
                                              <p:pRg st="12" end="12"/>
                                            </p:txEl>
                                          </p:spTgt>
                                        </p:tgtEl>
                                        <p:attrNameLst>
                                          <p:attrName>ppt_y</p:attrName>
                                        </p:attrNameLst>
                                      </p:cBhvr>
                                      <p:tavLst>
                                        <p:tav tm="0">
                                          <p:val>
                                            <p:strVal val="1+#ppt_h/2"/>
                                          </p:val>
                                        </p:tav>
                                        <p:tav tm="100000">
                                          <p:val>
                                            <p:strVal val="#ppt_y"/>
                                          </p:val>
                                        </p:tav>
                                      </p:tavLst>
                                    </p:anim>
                                  </p:childTnLst>
                                </p:cTn>
                              </p:par>
                              <p:par>
                                <p:cTn id="127" presetID="2" presetClass="entr" presetSubtype="4" fill="hold" nodeType="withEffect">
                                  <p:stCondLst>
                                    <p:cond delay="0"/>
                                  </p:stCondLst>
                                  <p:childTnLst>
                                    <p:set>
                                      <p:cBhvr>
                                        <p:cTn id="128" dur="1" fill="hold">
                                          <p:stCondLst>
                                            <p:cond delay="0"/>
                                          </p:stCondLst>
                                        </p:cTn>
                                        <p:tgtEl>
                                          <p:spTgt spid="54276">
                                            <p:txEl>
                                              <p:pRg st="13" end="13"/>
                                            </p:txEl>
                                          </p:spTgt>
                                        </p:tgtEl>
                                        <p:attrNameLst>
                                          <p:attrName>style.visibility</p:attrName>
                                        </p:attrNameLst>
                                      </p:cBhvr>
                                      <p:to>
                                        <p:strVal val="visible"/>
                                      </p:to>
                                    </p:set>
                                    <p:anim calcmode="lin" valueType="num">
                                      <p:cBhvr additive="base">
                                        <p:cTn id="129" dur="500" fill="hold"/>
                                        <p:tgtEl>
                                          <p:spTgt spid="54276">
                                            <p:txEl>
                                              <p:pRg st="13" end="13"/>
                                            </p:txEl>
                                          </p:spTgt>
                                        </p:tgtEl>
                                        <p:attrNameLst>
                                          <p:attrName>ppt_x</p:attrName>
                                        </p:attrNameLst>
                                      </p:cBhvr>
                                      <p:tavLst>
                                        <p:tav tm="0">
                                          <p:val>
                                            <p:strVal val="#ppt_x"/>
                                          </p:val>
                                        </p:tav>
                                        <p:tav tm="100000">
                                          <p:val>
                                            <p:strVal val="#ppt_x"/>
                                          </p:val>
                                        </p:tav>
                                      </p:tavLst>
                                    </p:anim>
                                    <p:anim calcmode="lin" valueType="num">
                                      <p:cBhvr additive="base">
                                        <p:cTn id="130" dur="500" fill="hold"/>
                                        <p:tgtEl>
                                          <p:spTgt spid="54276">
                                            <p:txEl>
                                              <p:pRg st="13" end="13"/>
                                            </p:txEl>
                                          </p:spTgt>
                                        </p:tgtEl>
                                        <p:attrNameLst>
                                          <p:attrName>ppt_y</p:attrName>
                                        </p:attrNameLst>
                                      </p:cBhvr>
                                      <p:tavLst>
                                        <p:tav tm="0">
                                          <p:val>
                                            <p:strVal val="1+#ppt_h/2"/>
                                          </p:val>
                                        </p:tav>
                                        <p:tav tm="100000">
                                          <p:val>
                                            <p:strVal val="#ppt_y"/>
                                          </p:val>
                                        </p:tav>
                                      </p:tavLst>
                                    </p:anim>
                                  </p:childTnLst>
                                </p:cTn>
                              </p:par>
                              <p:par>
                                <p:cTn id="131" presetID="2" presetClass="entr" presetSubtype="4" fill="hold" nodeType="withEffect">
                                  <p:stCondLst>
                                    <p:cond delay="0"/>
                                  </p:stCondLst>
                                  <p:childTnLst>
                                    <p:set>
                                      <p:cBhvr>
                                        <p:cTn id="132" dur="1" fill="hold">
                                          <p:stCondLst>
                                            <p:cond delay="0"/>
                                          </p:stCondLst>
                                        </p:cTn>
                                        <p:tgtEl>
                                          <p:spTgt spid="54276">
                                            <p:txEl>
                                              <p:pRg st="14" end="14"/>
                                            </p:txEl>
                                          </p:spTgt>
                                        </p:tgtEl>
                                        <p:attrNameLst>
                                          <p:attrName>style.visibility</p:attrName>
                                        </p:attrNameLst>
                                      </p:cBhvr>
                                      <p:to>
                                        <p:strVal val="visible"/>
                                      </p:to>
                                    </p:set>
                                    <p:anim calcmode="lin" valueType="num">
                                      <p:cBhvr additive="base">
                                        <p:cTn id="133" dur="500" fill="hold"/>
                                        <p:tgtEl>
                                          <p:spTgt spid="54276">
                                            <p:txEl>
                                              <p:pRg st="14" end="14"/>
                                            </p:txEl>
                                          </p:spTgt>
                                        </p:tgtEl>
                                        <p:attrNameLst>
                                          <p:attrName>ppt_x</p:attrName>
                                        </p:attrNameLst>
                                      </p:cBhvr>
                                      <p:tavLst>
                                        <p:tav tm="0">
                                          <p:val>
                                            <p:strVal val="#ppt_x"/>
                                          </p:val>
                                        </p:tav>
                                        <p:tav tm="100000">
                                          <p:val>
                                            <p:strVal val="#ppt_x"/>
                                          </p:val>
                                        </p:tav>
                                      </p:tavLst>
                                    </p:anim>
                                    <p:anim calcmode="lin" valueType="num">
                                      <p:cBhvr additive="base">
                                        <p:cTn id="134" dur="500" fill="hold"/>
                                        <p:tgtEl>
                                          <p:spTgt spid="54276">
                                            <p:txEl>
                                              <p:pRg st="14" end="14"/>
                                            </p:txEl>
                                          </p:spTgt>
                                        </p:tgtEl>
                                        <p:attrNameLst>
                                          <p:attrName>ppt_y</p:attrName>
                                        </p:attrNameLst>
                                      </p:cBhvr>
                                      <p:tavLst>
                                        <p:tav tm="0">
                                          <p:val>
                                            <p:strVal val="1+#ppt_h/2"/>
                                          </p:val>
                                        </p:tav>
                                        <p:tav tm="100000">
                                          <p:val>
                                            <p:strVal val="#ppt_y"/>
                                          </p:val>
                                        </p:tav>
                                      </p:tavLst>
                                    </p:anim>
                                  </p:childTnLst>
                                </p:cTn>
                              </p:par>
                              <p:par>
                                <p:cTn id="135" presetID="2" presetClass="entr" presetSubtype="4" fill="hold" nodeType="withEffect">
                                  <p:stCondLst>
                                    <p:cond delay="0"/>
                                  </p:stCondLst>
                                  <p:childTnLst>
                                    <p:set>
                                      <p:cBhvr>
                                        <p:cTn id="136" dur="1" fill="hold">
                                          <p:stCondLst>
                                            <p:cond delay="0"/>
                                          </p:stCondLst>
                                        </p:cTn>
                                        <p:tgtEl>
                                          <p:spTgt spid="54276">
                                            <p:txEl>
                                              <p:pRg st="15" end="15"/>
                                            </p:txEl>
                                          </p:spTgt>
                                        </p:tgtEl>
                                        <p:attrNameLst>
                                          <p:attrName>style.visibility</p:attrName>
                                        </p:attrNameLst>
                                      </p:cBhvr>
                                      <p:to>
                                        <p:strVal val="visible"/>
                                      </p:to>
                                    </p:set>
                                    <p:anim calcmode="lin" valueType="num">
                                      <p:cBhvr additive="base">
                                        <p:cTn id="137" dur="500" fill="hold"/>
                                        <p:tgtEl>
                                          <p:spTgt spid="54276">
                                            <p:txEl>
                                              <p:pRg st="15" end="15"/>
                                            </p:txEl>
                                          </p:spTgt>
                                        </p:tgtEl>
                                        <p:attrNameLst>
                                          <p:attrName>ppt_x</p:attrName>
                                        </p:attrNameLst>
                                      </p:cBhvr>
                                      <p:tavLst>
                                        <p:tav tm="0">
                                          <p:val>
                                            <p:strVal val="#ppt_x"/>
                                          </p:val>
                                        </p:tav>
                                        <p:tav tm="100000">
                                          <p:val>
                                            <p:strVal val="#ppt_x"/>
                                          </p:val>
                                        </p:tav>
                                      </p:tavLst>
                                    </p:anim>
                                    <p:anim calcmode="lin" valueType="num">
                                      <p:cBhvr additive="base">
                                        <p:cTn id="138" dur="500" fill="hold"/>
                                        <p:tgtEl>
                                          <p:spTgt spid="54276">
                                            <p:txEl>
                                              <p:pRg st="15" end="15"/>
                                            </p:txEl>
                                          </p:spTgt>
                                        </p:tgtEl>
                                        <p:attrNameLst>
                                          <p:attrName>ppt_y</p:attrName>
                                        </p:attrNameLst>
                                      </p:cBhvr>
                                      <p:tavLst>
                                        <p:tav tm="0">
                                          <p:val>
                                            <p:strVal val="1+#ppt_h/2"/>
                                          </p:val>
                                        </p:tav>
                                        <p:tav tm="100000">
                                          <p:val>
                                            <p:strVal val="#ppt_y"/>
                                          </p:val>
                                        </p:tav>
                                      </p:tavLst>
                                    </p:anim>
                                  </p:childTnLst>
                                </p:cTn>
                              </p:par>
                            </p:childTnLst>
                          </p:cTn>
                        </p:par>
                      </p:childTnLst>
                    </p:cTn>
                  </p:par>
                  <p:par>
                    <p:cTn id="139" fill="hold" nodeType="clickPar">
                      <p:stCondLst>
                        <p:cond delay="indefinite"/>
                      </p:stCondLst>
                      <p:childTnLst>
                        <p:par>
                          <p:cTn id="140" fill="hold" nodeType="withGroup">
                            <p:stCondLst>
                              <p:cond delay="0"/>
                            </p:stCondLst>
                            <p:childTnLst>
                              <p:par>
                                <p:cTn id="141" presetID="2" presetClass="entr" presetSubtype="4" fill="hold" nodeType="clickEffect">
                                  <p:stCondLst>
                                    <p:cond delay="0"/>
                                  </p:stCondLst>
                                  <p:childTnLst>
                                    <p:set>
                                      <p:cBhvr>
                                        <p:cTn id="142" dur="1" fill="hold">
                                          <p:stCondLst>
                                            <p:cond delay="0"/>
                                          </p:stCondLst>
                                        </p:cTn>
                                        <p:tgtEl>
                                          <p:spTgt spid="3">
                                            <p:txEl>
                                              <p:pRg st="0" end="0"/>
                                            </p:txEl>
                                          </p:spTgt>
                                        </p:tgtEl>
                                        <p:attrNameLst>
                                          <p:attrName>style.visibility</p:attrName>
                                        </p:attrNameLst>
                                      </p:cBhvr>
                                      <p:to>
                                        <p:strVal val="visible"/>
                                      </p:to>
                                    </p:set>
                                    <p:anim calcmode="lin" valueType="num">
                                      <p:cBhvr additive="base">
                                        <p:cTn id="143"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144" dur="500" fill="hold"/>
                                        <p:tgtEl>
                                          <p:spTgt spid="3">
                                            <p:txEl>
                                              <p:pRg st="0" end="0"/>
                                            </p:txEl>
                                          </p:spTgt>
                                        </p:tgtEl>
                                        <p:attrNameLst>
                                          <p:attrName>ppt_y</p:attrName>
                                        </p:attrNameLst>
                                      </p:cBhvr>
                                      <p:tavLst>
                                        <p:tav tm="0">
                                          <p:val>
                                            <p:strVal val="1+#ppt_h/2"/>
                                          </p:val>
                                        </p:tav>
                                        <p:tav tm="100000">
                                          <p:val>
                                            <p:strVal val="#ppt_y"/>
                                          </p:val>
                                        </p:tav>
                                      </p:tavLst>
                                    </p:anim>
                                  </p:childTnLst>
                                </p:cTn>
                              </p:par>
                              <p:par>
                                <p:cTn id="145" presetID="2" presetClass="entr" presetSubtype="4" fill="hold" nodeType="withEffect">
                                  <p:stCondLst>
                                    <p:cond delay="0"/>
                                  </p:stCondLst>
                                  <p:childTnLst>
                                    <p:set>
                                      <p:cBhvr>
                                        <p:cTn id="146" dur="1" fill="hold">
                                          <p:stCondLst>
                                            <p:cond delay="0"/>
                                          </p:stCondLst>
                                        </p:cTn>
                                        <p:tgtEl>
                                          <p:spTgt spid="3">
                                            <p:txEl>
                                              <p:pRg st="1" end="1"/>
                                            </p:txEl>
                                          </p:spTgt>
                                        </p:tgtEl>
                                        <p:attrNameLst>
                                          <p:attrName>style.visibility</p:attrName>
                                        </p:attrNameLst>
                                      </p:cBhvr>
                                      <p:to>
                                        <p:strVal val="visible"/>
                                      </p:to>
                                    </p:set>
                                    <p:anim calcmode="lin" valueType="num">
                                      <p:cBhvr additive="base">
                                        <p:cTn id="147"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8" dur="500" fill="hold"/>
                                        <p:tgtEl>
                                          <p:spTgt spid="3">
                                            <p:txEl>
                                              <p:pRg st="1" end="1"/>
                                            </p:txEl>
                                          </p:spTgt>
                                        </p:tgtEl>
                                        <p:attrNameLst>
                                          <p:attrName>ppt_y</p:attrName>
                                        </p:attrNameLst>
                                      </p:cBhvr>
                                      <p:tavLst>
                                        <p:tav tm="0">
                                          <p:val>
                                            <p:strVal val="1+#ppt_h/2"/>
                                          </p:val>
                                        </p:tav>
                                        <p:tav tm="100000">
                                          <p:val>
                                            <p:strVal val="#ppt_y"/>
                                          </p:val>
                                        </p:tav>
                                      </p:tavLst>
                                    </p:anim>
                                  </p:childTnLst>
                                </p:cTn>
                              </p:par>
                              <p:par>
                                <p:cTn id="149" presetID="2" presetClass="entr" presetSubtype="4" fill="hold" nodeType="withEffect">
                                  <p:stCondLst>
                                    <p:cond delay="0"/>
                                  </p:stCondLst>
                                  <p:childTnLst>
                                    <p:set>
                                      <p:cBhvr>
                                        <p:cTn id="150" dur="1" fill="hold">
                                          <p:stCondLst>
                                            <p:cond delay="0"/>
                                          </p:stCondLst>
                                        </p:cTn>
                                        <p:tgtEl>
                                          <p:spTgt spid="3">
                                            <p:txEl>
                                              <p:pRg st="2" end="2"/>
                                            </p:txEl>
                                          </p:spTgt>
                                        </p:tgtEl>
                                        <p:attrNameLst>
                                          <p:attrName>style.visibility</p:attrName>
                                        </p:attrNameLst>
                                      </p:cBhvr>
                                      <p:to>
                                        <p:strVal val="visible"/>
                                      </p:to>
                                    </p:set>
                                    <p:anim calcmode="lin" valueType="num">
                                      <p:cBhvr additive="base">
                                        <p:cTn id="151"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52"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Title 1">
            <a:extLst>
              <a:ext uri="{FF2B5EF4-FFF2-40B4-BE49-F238E27FC236}">
                <a16:creationId xmlns:a16="http://schemas.microsoft.com/office/drawing/2014/main" id="{10CD2FA1-553D-0E21-193C-8DB857DC60A4}"/>
              </a:ext>
            </a:extLst>
          </p:cNvPr>
          <p:cNvSpPr>
            <a:spLocks noGrp="1"/>
          </p:cNvSpPr>
          <p:nvPr>
            <p:ph type="title"/>
          </p:nvPr>
        </p:nvSpPr>
        <p:spPr/>
        <p:txBody>
          <a:bodyPr/>
          <a:lstStyle/>
          <a:p>
            <a:r>
              <a:rPr lang="en-US" altLang="en-US">
                <a:ea typeface="ＭＳ Ｐゴシック" panose="020B0600070205080204" pitchFamily="34" charset="-128"/>
              </a:rPr>
              <a:t>Mix Columns</a:t>
            </a:r>
            <a:endParaRPr lang="en-IN" altLang="en-US">
              <a:ea typeface="ＭＳ Ｐゴシック" panose="020B0600070205080204" pitchFamily="34" charset="-128"/>
            </a:endParaRPr>
          </a:p>
        </p:txBody>
      </p:sp>
      <p:sp>
        <p:nvSpPr>
          <p:cNvPr id="4" name="Content Placeholder 3">
            <a:extLst>
              <a:ext uri="{FF2B5EF4-FFF2-40B4-BE49-F238E27FC236}">
                <a16:creationId xmlns:a16="http://schemas.microsoft.com/office/drawing/2014/main" id="{9E64B669-6E8D-42FB-C864-B768819EB316}"/>
              </a:ext>
            </a:extLst>
          </p:cNvPr>
          <p:cNvSpPr txBox="1">
            <a:spLocks noRot="1" noChangeAspect="1" noMove="1" noResize="1" noEditPoints="1" noAdjustHandles="1" noChangeArrowheads="1" noChangeShapeType="1" noTextEdit="1"/>
          </p:cNvSpPr>
          <p:nvPr/>
        </p:nvSpPr>
        <p:spPr>
          <a:xfrm>
            <a:off x="4572000" y="1447800"/>
            <a:ext cx="3944541" cy="1962012"/>
          </a:xfrm>
          <a:prstGeom prst="rect">
            <a:avLst/>
          </a:prstGeom>
          <a:blipFill rotWithShape="0">
            <a:blip r:embed="rId2"/>
            <a:stretch>
              <a:fillRect/>
            </a:stretch>
          </a:blipFill>
        </p:spPr>
        <p:txBody>
          <a:bodyPr/>
          <a:lstStyle/>
          <a:p>
            <a:pPr>
              <a:defRPr/>
            </a:pPr>
            <a:r>
              <a:rPr lang="en-IN">
                <a:noFill/>
              </a:rPr>
              <a:t> </a:t>
            </a:r>
          </a:p>
        </p:txBody>
      </p:sp>
      <p:sp>
        <p:nvSpPr>
          <p:cNvPr id="5" name="Content Placeholder 3">
            <a:extLst>
              <a:ext uri="{FF2B5EF4-FFF2-40B4-BE49-F238E27FC236}">
                <a16:creationId xmlns:a16="http://schemas.microsoft.com/office/drawing/2014/main" id="{BC9B9D7A-7E09-CD41-1A7F-29C6C0803CD0}"/>
              </a:ext>
            </a:extLst>
          </p:cNvPr>
          <p:cNvSpPr txBox="1">
            <a:spLocks noRot="1" noChangeAspect="1" noMove="1" noResize="1" noEditPoints="1" noAdjustHandles="1" noChangeArrowheads="1" noChangeShapeType="1" noTextEdit="1"/>
          </p:cNvSpPr>
          <p:nvPr/>
        </p:nvSpPr>
        <p:spPr>
          <a:xfrm>
            <a:off x="228600" y="1447800"/>
            <a:ext cx="3675622" cy="1906548"/>
          </a:xfrm>
          <a:prstGeom prst="rect">
            <a:avLst/>
          </a:prstGeom>
          <a:blipFill rotWithShape="0">
            <a:blip r:embed="rId3"/>
            <a:stretch>
              <a:fillRect/>
            </a:stretch>
          </a:blipFill>
        </p:spPr>
        <p:txBody>
          <a:bodyPr/>
          <a:lstStyle/>
          <a:p>
            <a:pPr>
              <a:defRPr/>
            </a:pPr>
            <a:r>
              <a:rPr lang="en-IN">
                <a:noFill/>
              </a:rPr>
              <a:t> </a:t>
            </a:r>
          </a:p>
        </p:txBody>
      </p:sp>
      <p:sp>
        <p:nvSpPr>
          <p:cNvPr id="7" name="TextBox 6">
            <a:extLst>
              <a:ext uri="{FF2B5EF4-FFF2-40B4-BE49-F238E27FC236}">
                <a16:creationId xmlns:a16="http://schemas.microsoft.com/office/drawing/2014/main" id="{55064E5C-8B32-76E2-2A4B-86BCAAF2E6DC}"/>
              </a:ext>
            </a:extLst>
          </p:cNvPr>
          <p:cNvSpPr txBox="1">
            <a:spLocks noChangeArrowheads="1"/>
          </p:cNvSpPr>
          <p:nvPr/>
        </p:nvSpPr>
        <p:spPr bwMode="auto">
          <a:xfrm>
            <a:off x="3751263" y="2133600"/>
            <a:ext cx="668337"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ctr"/>
            <a:r>
              <a:rPr lang="en-US" altLang="en-US" sz="3200"/>
              <a:t>   *</a:t>
            </a:r>
            <a:endParaRPr lang="en-IN" altLang="en-US" sz="3200"/>
          </a:p>
        </p:txBody>
      </p:sp>
      <p:sp>
        <p:nvSpPr>
          <p:cNvPr id="3" name="Rectangle 2">
            <a:extLst>
              <a:ext uri="{FF2B5EF4-FFF2-40B4-BE49-F238E27FC236}">
                <a16:creationId xmlns:a16="http://schemas.microsoft.com/office/drawing/2014/main" id="{D6442912-D2A4-C737-753E-09B9EA462E4E}"/>
              </a:ext>
            </a:extLst>
          </p:cNvPr>
          <p:cNvSpPr>
            <a:spLocks noRot="1" noChangeAspect="1" noMove="1" noResize="1" noEditPoints="1" noAdjustHandles="1" noChangeArrowheads="1" noChangeShapeType="1" noTextEdit="1"/>
          </p:cNvSpPr>
          <p:nvPr/>
        </p:nvSpPr>
        <p:spPr>
          <a:xfrm>
            <a:off x="2562745" y="4038600"/>
            <a:ext cx="3541354" cy="1906548"/>
          </a:xfrm>
          <a:prstGeom prst="rect">
            <a:avLst/>
          </a:prstGeom>
          <a:blipFill rotWithShape="0">
            <a:blip r:embed="rId4"/>
            <a:stretch>
              <a:fillRect/>
            </a:stretch>
          </a:blipFill>
        </p:spPr>
        <p:txBody>
          <a:bodyPr/>
          <a:lstStyle/>
          <a:p>
            <a:pPr>
              <a:defRPr/>
            </a:pPr>
            <a:r>
              <a:rPr lang="en-IN">
                <a:noFill/>
              </a:rPr>
              <a:t> </a:t>
            </a:r>
          </a:p>
        </p:txBody>
      </p:sp>
      <p:sp>
        <p:nvSpPr>
          <p:cNvPr id="6" name="Rectangle 5">
            <a:extLst>
              <a:ext uri="{FF2B5EF4-FFF2-40B4-BE49-F238E27FC236}">
                <a16:creationId xmlns:a16="http://schemas.microsoft.com/office/drawing/2014/main" id="{5678BCB5-759A-9F76-05EC-C7549E6C3CCE}"/>
              </a:ext>
            </a:extLst>
          </p:cNvPr>
          <p:cNvSpPr>
            <a:spLocks noChangeArrowheads="1"/>
          </p:cNvSpPr>
          <p:nvPr/>
        </p:nvSpPr>
        <p:spPr bwMode="auto">
          <a:xfrm>
            <a:off x="6276975" y="4038600"/>
            <a:ext cx="2562225" cy="1938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r>
              <a:rPr lang="en-IN" altLang="en-US" sz="2400" b="1">
                <a:solidFill>
                  <a:srgbClr val="FF0000"/>
                </a:solidFill>
              </a:rPr>
              <a:t>The last round for encryption does not involve the “Mix columns” step. </a:t>
            </a:r>
          </a:p>
        </p:txBody>
      </p:sp>
      <mc:AlternateContent xmlns:mc="http://schemas.openxmlformats.org/markup-compatibility/2006" xmlns:p14="http://schemas.microsoft.com/office/powerpoint/2010/main">
        <mc:Choice Requires="p14">
          <p:contentPart p14:bwMode="auto" r:id="rId5">
            <p14:nvContentPartPr>
              <p14:cNvPr id="10" name="Ink 9">
                <a:extLst>
                  <a:ext uri="{FF2B5EF4-FFF2-40B4-BE49-F238E27FC236}">
                    <a16:creationId xmlns:a16="http://schemas.microsoft.com/office/drawing/2014/main" id="{37C89C07-4071-7566-C2C1-18CAE10D32C0}"/>
                  </a:ext>
                </a:extLst>
              </p14:cNvPr>
              <p14:cNvContentPartPr/>
              <p14:nvPr/>
            </p14:nvContentPartPr>
            <p14:xfrm>
              <a:off x="848520" y="4384440"/>
              <a:ext cx="45000" cy="27360"/>
            </p14:xfrm>
          </p:contentPart>
        </mc:Choice>
        <mc:Fallback xmlns="">
          <p:pic>
            <p:nvPicPr>
              <p:cNvPr id="10" name="Ink 9">
                <a:extLst>
                  <a:ext uri="{FF2B5EF4-FFF2-40B4-BE49-F238E27FC236}">
                    <a16:creationId xmlns:a16="http://schemas.microsoft.com/office/drawing/2014/main" id="{37C89C07-4071-7566-C2C1-18CAE10D32C0}"/>
                  </a:ext>
                </a:extLst>
              </p:cNvPr>
              <p:cNvPicPr/>
              <p:nvPr/>
            </p:nvPicPr>
            <p:blipFill>
              <a:blip r:embed="rId6"/>
              <a:stretch>
                <a:fillRect/>
              </a:stretch>
            </p:blipFill>
            <p:spPr>
              <a:xfrm>
                <a:off x="839160" y="4375080"/>
                <a:ext cx="63720" cy="46080"/>
              </a:xfrm>
              <a:prstGeom prst="rect">
                <a:avLst/>
              </a:prstGeom>
            </p:spPr>
          </p:pic>
        </mc:Fallback>
      </mc:AlternateContent>
      <p:pic>
        <p:nvPicPr>
          <p:cNvPr id="8" name="Picture 7">
            <a:extLst>
              <a:ext uri="{FF2B5EF4-FFF2-40B4-BE49-F238E27FC236}">
                <a16:creationId xmlns:a16="http://schemas.microsoft.com/office/drawing/2014/main" id="{46C10C70-8CF1-F617-B586-F200B1F9BF7F}"/>
              </a:ext>
            </a:extLst>
          </p:cNvPr>
          <p:cNvPicPr>
            <a:picLocks noChangeAspect="1"/>
          </p:cNvPicPr>
          <p:nvPr/>
        </p:nvPicPr>
        <p:blipFill>
          <a:blip r:embed="rId7">
            <a:extLst>
              <a:ext uri="{28A0092B-C50C-407E-A947-70E740481C1C}">
                <a14:useLocalDpi xmlns:a14="http://schemas.microsoft.com/office/drawing/2010/main" val="0"/>
              </a:ext>
            </a:extLst>
          </a:blip>
          <a:srcRect/>
          <a:stretch>
            <a:fillRect/>
          </a:stretch>
        </p:blipFill>
        <p:spPr bwMode="auto">
          <a:xfrm>
            <a:off x="2054225" y="4002088"/>
            <a:ext cx="3886200" cy="2170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5"/>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0"/>
                                          </p:stCondLst>
                                        </p:cTn>
                                        <p:tgtEl>
                                          <p:spTgt spid="3"/>
                                        </p:tgtEl>
                                        <p:attrNameLst>
                                          <p:attrName>style.visibility</p:attrName>
                                        </p:attrNameLst>
                                      </p:cBhvr>
                                      <p:to>
                                        <p:strVal val="visible"/>
                                      </p:to>
                                    </p:set>
                                  </p:childTnLst>
                                  <p:subTnLst>
                                    <p:set>
                                      <p:cBhvr override="childStyle">
                                        <p:cTn dur="1" fill="hold" display="0" masterRel="sameClick" afterEffect="1">
                                          <p:stCondLst>
                                            <p:cond evt="end" delay="0">
                                              <p:tn val="17"/>
                                            </p:cond>
                                          </p:stCondLst>
                                        </p:cTn>
                                        <p:tgtEl>
                                          <p:spTgt spid="3"/>
                                        </p:tgtEl>
                                        <p:attrNameLst>
                                          <p:attrName>style.visibility</p:attrName>
                                        </p:attrNameLst>
                                      </p:cBhvr>
                                      <p:to>
                                        <p:strVal val="hidden"/>
                                      </p:to>
                                    </p:set>
                                  </p:sub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6"/>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2" presetClass="entr" presetSubtype="4" fill="hold" nodeType="clickEffect">
                                  <p:stCondLst>
                                    <p:cond delay="0"/>
                                  </p:stCondLst>
                                  <p:childTnLst>
                                    <p:set>
                                      <p:cBhvr>
                                        <p:cTn id="26" dur="1" fill="hold">
                                          <p:stCondLst>
                                            <p:cond delay="0"/>
                                          </p:stCondLst>
                                        </p:cTn>
                                        <p:tgtEl>
                                          <p:spTgt spid="8"/>
                                        </p:tgtEl>
                                        <p:attrNameLst>
                                          <p:attrName>style.visibility</p:attrName>
                                        </p:attrNameLst>
                                      </p:cBhvr>
                                      <p:to>
                                        <p:strVal val="visible"/>
                                      </p:to>
                                    </p:set>
                                    <p:anim calcmode="lin" valueType="num">
                                      <p:cBhvr additive="base">
                                        <p:cTn id="27" dur="500" fill="hold"/>
                                        <p:tgtEl>
                                          <p:spTgt spid="8"/>
                                        </p:tgtEl>
                                        <p:attrNameLst>
                                          <p:attrName>ppt_x</p:attrName>
                                        </p:attrNameLst>
                                      </p:cBhvr>
                                      <p:tavLst>
                                        <p:tav tm="0">
                                          <p:val>
                                            <p:strVal val="#ppt_x"/>
                                          </p:val>
                                        </p:tav>
                                        <p:tav tm="100000">
                                          <p:val>
                                            <p:strVal val="#ppt_x"/>
                                          </p:val>
                                        </p:tav>
                                      </p:tavLst>
                                    </p:anim>
                                    <p:anim calcmode="lin" valueType="num">
                                      <p:cBhvr additive="base">
                                        <p:cTn id="28" dur="500" fill="hold"/>
                                        <p:tgtEl>
                                          <p:spTgt spid="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6"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Title 1">
            <a:extLst>
              <a:ext uri="{FF2B5EF4-FFF2-40B4-BE49-F238E27FC236}">
                <a16:creationId xmlns:a16="http://schemas.microsoft.com/office/drawing/2014/main" id="{367A303A-DC3E-2ECF-F942-C12368A7783E}"/>
              </a:ext>
            </a:extLst>
          </p:cNvPr>
          <p:cNvSpPr>
            <a:spLocks noGrp="1"/>
          </p:cNvSpPr>
          <p:nvPr>
            <p:ph type="title"/>
          </p:nvPr>
        </p:nvSpPr>
        <p:spPr/>
        <p:txBody>
          <a:bodyPr/>
          <a:lstStyle/>
          <a:p>
            <a:r>
              <a:rPr lang="en-US" altLang="en-US">
                <a:ea typeface="ＭＳ Ｐゴシック" panose="020B0600070205080204" pitchFamily="34" charset="-128"/>
              </a:rPr>
              <a:t>Add Round Key </a:t>
            </a:r>
            <a:endParaRPr lang="en-IN" altLang="en-US">
              <a:ea typeface="ＭＳ Ｐゴシック" panose="020B0600070205080204" pitchFamily="34" charset="-128"/>
            </a:endParaRPr>
          </a:p>
        </p:txBody>
      </p:sp>
      <p:sp>
        <p:nvSpPr>
          <p:cNvPr id="55299" name="Content Placeholder 2">
            <a:extLst>
              <a:ext uri="{FF2B5EF4-FFF2-40B4-BE49-F238E27FC236}">
                <a16:creationId xmlns:a16="http://schemas.microsoft.com/office/drawing/2014/main" id="{B8EDB0C8-350E-9427-DFB7-5DB12F107DAA}"/>
              </a:ext>
            </a:extLst>
          </p:cNvPr>
          <p:cNvSpPr>
            <a:spLocks noGrp="1"/>
          </p:cNvSpPr>
          <p:nvPr>
            <p:ph idx="1"/>
          </p:nvPr>
        </p:nvSpPr>
        <p:spPr>
          <a:xfrm>
            <a:off x="457200" y="1219200"/>
            <a:ext cx="8229600" cy="4937125"/>
          </a:xfrm>
        </p:spPr>
        <p:txBody>
          <a:bodyPr/>
          <a:lstStyle/>
          <a:p>
            <a:r>
              <a:rPr lang="en-US" altLang="en-US">
                <a:ea typeface="ＭＳ Ｐゴシック" panose="020B0600070205080204" pitchFamily="34" charset="-128"/>
              </a:rPr>
              <a:t>XOR the state array with 128 bits of round key </a:t>
            </a:r>
          </a:p>
          <a:p>
            <a:r>
              <a:rPr lang="en-US" altLang="en-US">
                <a:ea typeface="ＭＳ Ｐゴシック" panose="020B0600070205080204" pitchFamily="34" charset="-128"/>
              </a:rPr>
              <a:t>For round 1 it is w4,w5,w6,w7 (sub key) is used </a:t>
            </a:r>
            <a:endParaRPr lang="en-IN" altLang="en-US">
              <a:ea typeface="ＭＳ Ｐゴシック" panose="020B0600070205080204" pitchFamily="34" charset="-128"/>
            </a:endParaRPr>
          </a:p>
        </p:txBody>
      </p:sp>
      <p:sp>
        <p:nvSpPr>
          <p:cNvPr id="7" name="Rectangle 6">
            <a:extLst>
              <a:ext uri="{FF2B5EF4-FFF2-40B4-BE49-F238E27FC236}">
                <a16:creationId xmlns:a16="http://schemas.microsoft.com/office/drawing/2014/main" id="{53EED230-A6E5-236D-DCDC-3DB6A29448EF}"/>
              </a:ext>
            </a:extLst>
          </p:cNvPr>
          <p:cNvSpPr>
            <a:spLocks noRot="1" noChangeAspect="1" noMove="1" noResize="1" noEditPoints="1" noAdjustHandles="1" noChangeArrowheads="1" noChangeShapeType="1" noTextEdit="1"/>
          </p:cNvSpPr>
          <p:nvPr/>
        </p:nvSpPr>
        <p:spPr>
          <a:xfrm>
            <a:off x="457200" y="3352800"/>
            <a:ext cx="3541354" cy="1906548"/>
          </a:xfrm>
          <a:prstGeom prst="rect">
            <a:avLst/>
          </a:prstGeom>
          <a:blipFill rotWithShape="0">
            <a:blip r:embed="rId2"/>
            <a:stretch>
              <a:fillRect/>
            </a:stretch>
          </a:blipFill>
        </p:spPr>
        <p:txBody>
          <a:bodyPr/>
          <a:lstStyle/>
          <a:p>
            <a:pPr>
              <a:defRPr/>
            </a:pPr>
            <a:r>
              <a:rPr lang="en-IN">
                <a:noFill/>
              </a:rPr>
              <a:t> </a:t>
            </a:r>
          </a:p>
        </p:txBody>
      </p:sp>
      <p:sp>
        <p:nvSpPr>
          <p:cNvPr id="8" name="Rectangle 7">
            <a:extLst>
              <a:ext uri="{FF2B5EF4-FFF2-40B4-BE49-F238E27FC236}">
                <a16:creationId xmlns:a16="http://schemas.microsoft.com/office/drawing/2014/main" id="{594BC444-F2E4-8E00-9DD8-07C8AFB0F852}"/>
              </a:ext>
            </a:extLst>
          </p:cNvPr>
          <p:cNvSpPr/>
          <p:nvPr/>
        </p:nvSpPr>
        <p:spPr>
          <a:xfrm>
            <a:off x="4694238" y="4114800"/>
            <a:ext cx="4419600" cy="381000"/>
          </a:xfrm>
          <a:prstGeom prst="rect">
            <a:avLst/>
          </a:prstGeom>
          <a:solidFill>
            <a:schemeClr val="accent3">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b="1"/>
              <a:t>Sub </a:t>
            </a:r>
            <a:r>
              <a:rPr lang="en-US" b="1" dirty="0"/>
              <a:t>Key W4 W5 W6 W7</a:t>
            </a:r>
            <a:endParaRPr lang="en-IN" b="1" dirty="0"/>
          </a:p>
        </p:txBody>
      </p:sp>
      <p:sp>
        <p:nvSpPr>
          <p:cNvPr id="10" name="Flowchart: Or 9">
            <a:extLst>
              <a:ext uri="{FF2B5EF4-FFF2-40B4-BE49-F238E27FC236}">
                <a16:creationId xmlns:a16="http://schemas.microsoft.com/office/drawing/2014/main" id="{CF5FB981-5861-DAD8-5503-D3BA4CC015AA}"/>
              </a:ext>
            </a:extLst>
          </p:cNvPr>
          <p:cNvSpPr/>
          <p:nvPr/>
        </p:nvSpPr>
        <p:spPr>
          <a:xfrm>
            <a:off x="3998913" y="4040188"/>
            <a:ext cx="420687" cy="531812"/>
          </a:xfrm>
          <a:prstGeom prst="flowChartOr">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IN"/>
          </a:p>
        </p:txBody>
      </p:sp>
      <p:pic>
        <p:nvPicPr>
          <p:cNvPr id="1026" name="Picture 2">
            <a:extLst>
              <a:ext uri="{FF2B5EF4-FFF2-40B4-BE49-F238E27FC236}">
                <a16:creationId xmlns:a16="http://schemas.microsoft.com/office/drawing/2014/main" id="{226D3C5C-7C90-E39F-BD58-43AA226CFEF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27263" y="457200"/>
            <a:ext cx="6562725" cy="49498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cxnSp>
        <p:nvCxnSpPr>
          <p:cNvPr id="12" name="Straight Arrow Connector 11">
            <a:extLst>
              <a:ext uri="{FF2B5EF4-FFF2-40B4-BE49-F238E27FC236}">
                <a16:creationId xmlns:a16="http://schemas.microsoft.com/office/drawing/2014/main" id="{B9EFE77E-D541-3558-7B1D-2F3EE68F793B}"/>
              </a:ext>
            </a:extLst>
          </p:cNvPr>
          <p:cNvCxnSpPr/>
          <p:nvPr/>
        </p:nvCxnSpPr>
        <p:spPr>
          <a:xfrm>
            <a:off x="1600200" y="5407025"/>
            <a:ext cx="0" cy="384175"/>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14" name="Rectangle 13">
            <a:extLst>
              <a:ext uri="{FF2B5EF4-FFF2-40B4-BE49-F238E27FC236}">
                <a16:creationId xmlns:a16="http://schemas.microsoft.com/office/drawing/2014/main" id="{1B5C8AAE-B522-5853-30D9-8E36F0660367}"/>
              </a:ext>
            </a:extLst>
          </p:cNvPr>
          <p:cNvSpPr/>
          <p:nvPr/>
        </p:nvSpPr>
        <p:spPr>
          <a:xfrm>
            <a:off x="488950" y="5873750"/>
            <a:ext cx="2514600" cy="533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b="1" dirty="0"/>
              <a:t>Round 2</a:t>
            </a:r>
            <a:endParaRPr lang="en-IN" b="1" dirty="0"/>
          </a:p>
        </p:txBody>
      </p:sp>
      <p:sp>
        <p:nvSpPr>
          <p:cNvPr id="15" name="Rectangle 14">
            <a:extLst>
              <a:ext uri="{FF2B5EF4-FFF2-40B4-BE49-F238E27FC236}">
                <a16:creationId xmlns:a16="http://schemas.microsoft.com/office/drawing/2014/main" id="{095227E6-B092-40FE-6D9C-B1AE0DC604BD}"/>
              </a:ext>
            </a:extLst>
          </p:cNvPr>
          <p:cNvSpPr>
            <a:spLocks noChangeArrowheads="1"/>
          </p:cNvSpPr>
          <p:nvPr/>
        </p:nvSpPr>
        <p:spPr bwMode="auto">
          <a:xfrm>
            <a:off x="5029200" y="2840038"/>
            <a:ext cx="3886200" cy="1200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r>
              <a:rPr lang="en-IN" altLang="en-US" sz="2400" b="1">
                <a:solidFill>
                  <a:srgbClr val="FF0000"/>
                </a:solidFill>
              </a:rPr>
              <a:t>The last round for encryption does not involve the “Mix columns” step. </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1026"/>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par>
                                <p:cTn id="11" presetID="10" presetClass="exit" presetSubtype="0" fill="hold" nodeType="withEffect">
                                  <p:stCondLst>
                                    <p:cond delay="0"/>
                                  </p:stCondLst>
                                  <p:childTnLst>
                                    <p:animEffect transition="out" filter="fade">
                                      <p:cBhvr>
                                        <p:cTn id="12" dur="500"/>
                                        <p:tgtEl>
                                          <p:spTgt spid="1026"/>
                                        </p:tgtEl>
                                      </p:cBhvr>
                                    </p:animEffect>
                                    <p:set>
                                      <p:cBhvr>
                                        <p:cTn id="13" dur="1" fill="hold">
                                          <p:stCondLst>
                                            <p:cond delay="499"/>
                                          </p:stCondLst>
                                        </p:cTn>
                                        <p:tgtEl>
                                          <p:spTgt spid="1026"/>
                                        </p:tgtEl>
                                        <p:attrNameLst>
                                          <p:attrName>style.visibility</p:attrName>
                                        </p:attrNameLst>
                                      </p:cBhvr>
                                      <p:to>
                                        <p:strVal val="hidden"/>
                                      </p:to>
                                    </p:set>
                                  </p:childTnLst>
                                </p:cTn>
                              </p:par>
                            </p:childTnLst>
                          </p:cTn>
                        </p:par>
                      </p:childTnLst>
                    </p:cTn>
                  </p:par>
                  <p:par>
                    <p:cTn id="14" fill="hold" nodeType="clickPar">
                      <p:stCondLst>
                        <p:cond delay="indefinite"/>
                      </p:stCondLst>
                      <p:childTnLst>
                        <p:par>
                          <p:cTn id="15" fill="hold" nodeType="withGroup">
                            <p:stCondLst>
                              <p:cond delay="0"/>
                            </p:stCondLst>
                            <p:childTnLst>
                              <p:par>
                                <p:cTn id="16" presetID="1" presetClass="entr" presetSubtype="0" fill="hold" grpId="0" nodeType="clickEffect">
                                  <p:stCondLst>
                                    <p:cond delay="0"/>
                                  </p:stCondLst>
                                  <p:childTnLst>
                                    <p:set>
                                      <p:cBhvr>
                                        <p:cTn id="17" dur="1" fill="hold">
                                          <p:stCondLst>
                                            <p:cond delay="0"/>
                                          </p:stCondLst>
                                        </p:cTn>
                                        <p:tgtEl>
                                          <p:spTgt spid="10"/>
                                        </p:tgtEl>
                                        <p:attrNameLst>
                                          <p:attrName>style.visibility</p:attrName>
                                        </p:attrNameLst>
                                      </p:cBhvr>
                                      <p:to>
                                        <p:strVal val="visible"/>
                                      </p:to>
                                    </p:set>
                                  </p:childTnLst>
                                </p:cTn>
                              </p:par>
                              <p:par>
                                <p:cTn id="18" presetID="1" presetClass="entr" presetSubtype="0" fill="hold" grpId="0" nodeType="withEffect">
                                  <p:stCondLst>
                                    <p:cond delay="0"/>
                                  </p:stCondLst>
                                  <p:childTnLst>
                                    <p:set>
                                      <p:cBhvr>
                                        <p:cTn id="19" dur="1" fill="hold">
                                          <p:stCondLst>
                                            <p:cond delay="0"/>
                                          </p:stCondLst>
                                        </p:cTn>
                                        <p:tgtEl>
                                          <p:spTgt spid="8"/>
                                        </p:tgtEl>
                                        <p:attrNameLst>
                                          <p:attrName>style.visibility</p:attrName>
                                        </p:attrNameLst>
                                      </p:cBhvr>
                                      <p:to>
                                        <p:strVal val="visible"/>
                                      </p:to>
                                    </p:set>
                                  </p:childTnLst>
                                </p:cTn>
                              </p:par>
                            </p:childTnLst>
                          </p:cTn>
                        </p:par>
                      </p:childTnLst>
                    </p:cTn>
                  </p:par>
                  <p:par>
                    <p:cTn id="20" fill="hold" nodeType="clickPar">
                      <p:stCondLst>
                        <p:cond delay="indefinite"/>
                      </p:stCondLst>
                      <p:childTnLst>
                        <p:par>
                          <p:cTn id="21" fill="hold" nodeType="withGroup">
                            <p:stCondLst>
                              <p:cond delay="0"/>
                            </p:stCondLst>
                            <p:childTnLst>
                              <p:par>
                                <p:cTn id="22" presetID="1" presetClass="entr" presetSubtype="0" fill="hold" nodeType="clickEffect">
                                  <p:stCondLst>
                                    <p:cond delay="0"/>
                                  </p:stCondLst>
                                  <p:childTnLst>
                                    <p:set>
                                      <p:cBhvr>
                                        <p:cTn id="23" dur="1" fill="hold">
                                          <p:stCondLst>
                                            <p:cond delay="0"/>
                                          </p:stCondLst>
                                        </p:cTn>
                                        <p:tgtEl>
                                          <p:spTgt spid="12"/>
                                        </p:tgtEl>
                                        <p:attrNameLst>
                                          <p:attrName>style.visibility</p:attrName>
                                        </p:attrNameLst>
                                      </p:cBhvr>
                                      <p:to>
                                        <p:strVal val="visible"/>
                                      </p:to>
                                    </p:set>
                                  </p:childTnLst>
                                </p:cTn>
                              </p:par>
                              <p:par>
                                <p:cTn id="24" presetID="1" presetClass="entr" presetSubtype="0" fill="hold" grpId="0" nodeType="withEffect">
                                  <p:stCondLst>
                                    <p:cond delay="0"/>
                                  </p:stCondLst>
                                  <p:childTnLst>
                                    <p:set>
                                      <p:cBhvr>
                                        <p:cTn id="25" dur="1" fill="hold">
                                          <p:stCondLst>
                                            <p:cond delay="0"/>
                                          </p:stCondLst>
                                        </p:cTn>
                                        <p:tgtEl>
                                          <p:spTgt spid="14"/>
                                        </p:tgtEl>
                                        <p:attrNameLst>
                                          <p:attrName>style.visibility</p:attrName>
                                        </p:attrNameLst>
                                      </p:cBhvr>
                                      <p:to>
                                        <p:strVal val="visible"/>
                                      </p:to>
                                    </p:set>
                                  </p:childTnLst>
                                </p:cTn>
                              </p:par>
                            </p:childTnLst>
                          </p:cTn>
                        </p:par>
                      </p:childTnLst>
                    </p:cTn>
                  </p:par>
                  <p:par>
                    <p:cTn id="26" fill="hold" nodeType="clickPar">
                      <p:stCondLst>
                        <p:cond delay="indefinite"/>
                      </p:stCondLst>
                      <p:childTnLst>
                        <p:par>
                          <p:cTn id="27" fill="hold" nodeType="withGroup">
                            <p:stCondLst>
                              <p:cond delay="0"/>
                            </p:stCondLst>
                            <p:childTnLst>
                              <p:par>
                                <p:cTn id="28" presetID="1" presetClass="entr" presetSubtype="0" fill="hold" grpId="0" nodeType="clickEffect">
                                  <p:stCondLst>
                                    <p:cond delay="0"/>
                                  </p:stCondLst>
                                  <p:childTnLst>
                                    <p:set>
                                      <p:cBhvr>
                                        <p:cTn id="29"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10" grpId="0" animBg="1"/>
      <p:bldP spid="14" grpId="0" animBg="1"/>
      <p:bldP spid="15" grpId="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Title 1">
            <a:extLst>
              <a:ext uri="{FF2B5EF4-FFF2-40B4-BE49-F238E27FC236}">
                <a16:creationId xmlns:a16="http://schemas.microsoft.com/office/drawing/2014/main" id="{19429562-CA0E-C2A3-5A61-1B71515D64E4}"/>
              </a:ext>
            </a:extLst>
          </p:cNvPr>
          <p:cNvSpPr>
            <a:spLocks noGrp="1"/>
          </p:cNvSpPr>
          <p:nvPr>
            <p:ph type="title"/>
          </p:nvPr>
        </p:nvSpPr>
        <p:spPr/>
        <p:txBody>
          <a:bodyPr/>
          <a:lstStyle/>
          <a:p>
            <a:r>
              <a:rPr lang="en-US" altLang="en-US">
                <a:ea typeface="ＭＳ Ｐゴシック" panose="020B0600070205080204" pitchFamily="34" charset="-128"/>
              </a:rPr>
              <a:t>AES Example - Add Roundkey, Round 1</a:t>
            </a:r>
            <a:endParaRPr lang="en-IN" altLang="en-US">
              <a:ea typeface="ＭＳ Ｐゴシック" panose="020B0600070205080204" pitchFamily="34" charset="-128"/>
            </a:endParaRPr>
          </a:p>
        </p:txBody>
      </p:sp>
      <p:sp>
        <p:nvSpPr>
          <p:cNvPr id="56323" name="Content Placeholder 2">
            <a:extLst>
              <a:ext uri="{FF2B5EF4-FFF2-40B4-BE49-F238E27FC236}">
                <a16:creationId xmlns:a16="http://schemas.microsoft.com/office/drawing/2014/main" id="{DC570DF1-6E2C-E559-AE87-CF57CA4DA096}"/>
              </a:ext>
            </a:extLst>
          </p:cNvPr>
          <p:cNvSpPr>
            <a:spLocks noGrp="1"/>
          </p:cNvSpPr>
          <p:nvPr>
            <p:ph sz="quarter" idx="1"/>
          </p:nvPr>
        </p:nvSpPr>
        <p:spPr>
          <a:xfrm>
            <a:off x="457200" y="1219200"/>
            <a:ext cx="8229600" cy="4937125"/>
          </a:xfrm>
        </p:spPr>
        <p:txBody>
          <a:bodyPr/>
          <a:lstStyle/>
          <a:p>
            <a:endParaRPr lang="en-IN" altLang="en-US">
              <a:ea typeface="ＭＳ Ｐゴシック" panose="020B0600070205080204" pitchFamily="34" charset="-128"/>
            </a:endParaRPr>
          </a:p>
        </p:txBody>
      </p:sp>
      <p:pic>
        <p:nvPicPr>
          <p:cNvPr id="56324" name="Picture 3">
            <a:extLst>
              <a:ext uri="{FF2B5EF4-FFF2-40B4-BE49-F238E27FC236}">
                <a16:creationId xmlns:a16="http://schemas.microsoft.com/office/drawing/2014/main" id="{2F010210-107C-1455-5E3F-2983F4A8099E}"/>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714375" y="1219200"/>
            <a:ext cx="7715250" cy="5233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Title 1">
            <a:extLst>
              <a:ext uri="{FF2B5EF4-FFF2-40B4-BE49-F238E27FC236}">
                <a16:creationId xmlns:a16="http://schemas.microsoft.com/office/drawing/2014/main" id="{F2CDD496-B9A7-8D54-8398-0AC7CBCD8D57}"/>
              </a:ext>
            </a:extLst>
          </p:cNvPr>
          <p:cNvSpPr>
            <a:spLocks noGrp="1"/>
          </p:cNvSpPr>
          <p:nvPr>
            <p:ph type="title"/>
          </p:nvPr>
        </p:nvSpPr>
        <p:spPr/>
        <p:txBody>
          <a:bodyPr/>
          <a:lstStyle/>
          <a:p>
            <a:r>
              <a:rPr lang="en-US" altLang="en-US">
                <a:ea typeface="ＭＳ Ｐゴシック" panose="020B0600070205080204" pitchFamily="34" charset="-128"/>
              </a:rPr>
              <a:t>AES Example - Round 2</a:t>
            </a:r>
            <a:endParaRPr lang="en-IN" altLang="en-US">
              <a:ea typeface="ＭＳ Ｐゴシック" panose="020B0600070205080204" pitchFamily="34" charset="-128"/>
            </a:endParaRPr>
          </a:p>
        </p:txBody>
      </p:sp>
      <p:sp>
        <p:nvSpPr>
          <p:cNvPr id="57347" name="Content Placeholder 2">
            <a:extLst>
              <a:ext uri="{FF2B5EF4-FFF2-40B4-BE49-F238E27FC236}">
                <a16:creationId xmlns:a16="http://schemas.microsoft.com/office/drawing/2014/main" id="{27775464-1A8B-11D0-D8DD-4AAA7893CF30}"/>
              </a:ext>
            </a:extLst>
          </p:cNvPr>
          <p:cNvSpPr>
            <a:spLocks noGrp="1"/>
          </p:cNvSpPr>
          <p:nvPr>
            <p:ph sz="quarter" idx="1"/>
          </p:nvPr>
        </p:nvSpPr>
        <p:spPr>
          <a:xfrm>
            <a:off x="457200" y="1219200"/>
            <a:ext cx="8229600" cy="4937125"/>
          </a:xfrm>
        </p:spPr>
        <p:txBody>
          <a:bodyPr/>
          <a:lstStyle/>
          <a:p>
            <a:endParaRPr lang="en-IN" altLang="en-US">
              <a:ea typeface="ＭＳ Ｐゴシック" panose="020B0600070205080204" pitchFamily="34" charset="-128"/>
            </a:endParaRPr>
          </a:p>
        </p:txBody>
      </p:sp>
      <p:pic>
        <p:nvPicPr>
          <p:cNvPr id="57348" name="Picture 4">
            <a:extLst>
              <a:ext uri="{FF2B5EF4-FFF2-40B4-BE49-F238E27FC236}">
                <a16:creationId xmlns:a16="http://schemas.microsoft.com/office/drawing/2014/main" id="{FD08EBD3-5B56-0FAC-77D9-1722DE0A3DC8}"/>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250825" y="1131888"/>
            <a:ext cx="8893175" cy="5321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Title 1">
            <a:extLst>
              <a:ext uri="{FF2B5EF4-FFF2-40B4-BE49-F238E27FC236}">
                <a16:creationId xmlns:a16="http://schemas.microsoft.com/office/drawing/2014/main" id="{70312483-B5F9-06B2-F262-375118394EA9}"/>
              </a:ext>
            </a:extLst>
          </p:cNvPr>
          <p:cNvSpPr>
            <a:spLocks noGrp="1"/>
          </p:cNvSpPr>
          <p:nvPr>
            <p:ph type="title"/>
          </p:nvPr>
        </p:nvSpPr>
        <p:spPr/>
        <p:txBody>
          <a:bodyPr/>
          <a:lstStyle/>
          <a:p>
            <a:r>
              <a:rPr lang="en-US" altLang="en-US">
                <a:ea typeface="ＭＳ Ｐゴシック" panose="020B0600070205080204" pitchFamily="34" charset="-128"/>
              </a:rPr>
              <a:t>AES Example - Round 3</a:t>
            </a:r>
            <a:endParaRPr lang="en-IN" altLang="en-US">
              <a:ea typeface="ＭＳ Ｐゴシック" panose="020B0600070205080204" pitchFamily="34" charset="-128"/>
            </a:endParaRPr>
          </a:p>
        </p:txBody>
      </p:sp>
      <p:sp>
        <p:nvSpPr>
          <p:cNvPr id="58371" name="Content Placeholder 2">
            <a:extLst>
              <a:ext uri="{FF2B5EF4-FFF2-40B4-BE49-F238E27FC236}">
                <a16:creationId xmlns:a16="http://schemas.microsoft.com/office/drawing/2014/main" id="{B72D76BB-D4AF-6680-B733-4C134A415A64}"/>
              </a:ext>
            </a:extLst>
          </p:cNvPr>
          <p:cNvSpPr>
            <a:spLocks noGrp="1"/>
          </p:cNvSpPr>
          <p:nvPr>
            <p:ph sz="quarter" idx="1"/>
          </p:nvPr>
        </p:nvSpPr>
        <p:spPr>
          <a:xfrm>
            <a:off x="457200" y="1219200"/>
            <a:ext cx="8229600" cy="4937125"/>
          </a:xfrm>
        </p:spPr>
        <p:txBody>
          <a:bodyPr/>
          <a:lstStyle/>
          <a:p>
            <a:endParaRPr lang="en-IN" altLang="en-US">
              <a:ea typeface="ＭＳ Ｐゴシック" panose="020B0600070205080204" pitchFamily="34" charset="-128"/>
            </a:endParaRPr>
          </a:p>
        </p:txBody>
      </p:sp>
      <p:pic>
        <p:nvPicPr>
          <p:cNvPr id="58372" name="Picture 3">
            <a:extLst>
              <a:ext uri="{FF2B5EF4-FFF2-40B4-BE49-F238E27FC236}">
                <a16:creationId xmlns:a16="http://schemas.microsoft.com/office/drawing/2014/main" id="{B00D3E21-511E-1C6F-AEF7-83603302676E}"/>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79388" y="1201738"/>
            <a:ext cx="8640762" cy="5216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Title 1">
            <a:extLst>
              <a:ext uri="{FF2B5EF4-FFF2-40B4-BE49-F238E27FC236}">
                <a16:creationId xmlns:a16="http://schemas.microsoft.com/office/drawing/2014/main" id="{B2EC7D8A-2BC4-5F3D-3097-482F14FDE44E}"/>
              </a:ext>
            </a:extLst>
          </p:cNvPr>
          <p:cNvSpPr>
            <a:spLocks noGrp="1"/>
          </p:cNvSpPr>
          <p:nvPr>
            <p:ph type="title"/>
          </p:nvPr>
        </p:nvSpPr>
        <p:spPr/>
        <p:txBody>
          <a:bodyPr/>
          <a:lstStyle/>
          <a:p>
            <a:r>
              <a:rPr lang="en-US" altLang="en-US">
                <a:ea typeface="ＭＳ Ｐゴシック" panose="020B0600070205080204" pitchFamily="34" charset="-128"/>
              </a:rPr>
              <a:t>AES Example - Round 9</a:t>
            </a:r>
            <a:endParaRPr lang="en-IN" altLang="en-US">
              <a:ea typeface="ＭＳ Ｐゴシック" panose="020B0600070205080204" pitchFamily="34" charset="-128"/>
            </a:endParaRPr>
          </a:p>
        </p:txBody>
      </p:sp>
      <p:sp>
        <p:nvSpPr>
          <p:cNvPr id="59395" name="Content Placeholder 2">
            <a:extLst>
              <a:ext uri="{FF2B5EF4-FFF2-40B4-BE49-F238E27FC236}">
                <a16:creationId xmlns:a16="http://schemas.microsoft.com/office/drawing/2014/main" id="{D02161A1-D139-E724-313F-881B5415C5DE}"/>
              </a:ext>
            </a:extLst>
          </p:cNvPr>
          <p:cNvSpPr>
            <a:spLocks noGrp="1"/>
          </p:cNvSpPr>
          <p:nvPr>
            <p:ph sz="quarter" idx="1"/>
          </p:nvPr>
        </p:nvSpPr>
        <p:spPr>
          <a:xfrm>
            <a:off x="457200" y="1219200"/>
            <a:ext cx="8229600" cy="4937125"/>
          </a:xfrm>
        </p:spPr>
        <p:txBody>
          <a:bodyPr/>
          <a:lstStyle/>
          <a:p>
            <a:endParaRPr lang="en-IN" altLang="en-US">
              <a:ea typeface="ＭＳ Ｐゴシック" panose="020B0600070205080204" pitchFamily="34" charset="-128"/>
            </a:endParaRPr>
          </a:p>
        </p:txBody>
      </p:sp>
      <p:pic>
        <p:nvPicPr>
          <p:cNvPr id="59396" name="Picture 4">
            <a:extLst>
              <a:ext uri="{FF2B5EF4-FFF2-40B4-BE49-F238E27FC236}">
                <a16:creationId xmlns:a16="http://schemas.microsoft.com/office/drawing/2014/main" id="{BEE32C4E-A314-DC69-CDAF-C975BF111C01}"/>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481013" y="1143000"/>
            <a:ext cx="7446962" cy="4881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Title 1">
            <a:extLst>
              <a:ext uri="{FF2B5EF4-FFF2-40B4-BE49-F238E27FC236}">
                <a16:creationId xmlns:a16="http://schemas.microsoft.com/office/drawing/2014/main" id="{51C329D8-D054-42AE-D060-E2ECF5B8D945}"/>
              </a:ext>
            </a:extLst>
          </p:cNvPr>
          <p:cNvSpPr>
            <a:spLocks noGrp="1"/>
          </p:cNvSpPr>
          <p:nvPr>
            <p:ph type="title"/>
          </p:nvPr>
        </p:nvSpPr>
        <p:spPr/>
        <p:txBody>
          <a:bodyPr/>
          <a:lstStyle/>
          <a:p>
            <a:r>
              <a:rPr lang="en-US" altLang="en-US">
                <a:ea typeface="ＭＳ Ｐゴシック" panose="020B0600070205080204" pitchFamily="34" charset="-128"/>
              </a:rPr>
              <a:t>AES Example - Round 10</a:t>
            </a:r>
            <a:endParaRPr lang="en-IN" altLang="en-US">
              <a:ea typeface="ＭＳ Ｐゴシック" panose="020B0600070205080204" pitchFamily="34" charset="-128"/>
            </a:endParaRPr>
          </a:p>
        </p:txBody>
      </p:sp>
      <p:sp>
        <p:nvSpPr>
          <p:cNvPr id="60419" name="Content Placeholder 2">
            <a:extLst>
              <a:ext uri="{FF2B5EF4-FFF2-40B4-BE49-F238E27FC236}">
                <a16:creationId xmlns:a16="http://schemas.microsoft.com/office/drawing/2014/main" id="{A7669A3D-DD4D-3381-7FEC-4EAD831AA7F7}"/>
              </a:ext>
            </a:extLst>
          </p:cNvPr>
          <p:cNvSpPr>
            <a:spLocks noGrp="1"/>
          </p:cNvSpPr>
          <p:nvPr>
            <p:ph sz="quarter" idx="1"/>
          </p:nvPr>
        </p:nvSpPr>
        <p:spPr>
          <a:xfrm>
            <a:off x="457200" y="1219200"/>
            <a:ext cx="8229600" cy="4937125"/>
          </a:xfrm>
        </p:spPr>
        <p:txBody>
          <a:bodyPr/>
          <a:lstStyle/>
          <a:p>
            <a:endParaRPr lang="en-IN" altLang="en-US">
              <a:ea typeface="ＭＳ Ｐゴシック" panose="020B0600070205080204" pitchFamily="34" charset="-128"/>
            </a:endParaRPr>
          </a:p>
        </p:txBody>
      </p:sp>
      <p:pic>
        <p:nvPicPr>
          <p:cNvPr id="60420" name="Picture 3">
            <a:extLst>
              <a:ext uri="{FF2B5EF4-FFF2-40B4-BE49-F238E27FC236}">
                <a16:creationId xmlns:a16="http://schemas.microsoft.com/office/drawing/2014/main" id="{DBB042AB-D497-A41B-B1E7-A0D6A11FB874}"/>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250825" y="1219200"/>
            <a:ext cx="8435975" cy="544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Title 1">
            <a:extLst>
              <a:ext uri="{FF2B5EF4-FFF2-40B4-BE49-F238E27FC236}">
                <a16:creationId xmlns:a16="http://schemas.microsoft.com/office/drawing/2014/main" id="{CDF1B269-011F-A252-141F-4558D7256B0A}"/>
              </a:ext>
            </a:extLst>
          </p:cNvPr>
          <p:cNvSpPr>
            <a:spLocks noGrp="1"/>
          </p:cNvSpPr>
          <p:nvPr>
            <p:ph type="title"/>
          </p:nvPr>
        </p:nvSpPr>
        <p:spPr/>
        <p:txBody>
          <a:bodyPr/>
          <a:lstStyle/>
          <a:p>
            <a:r>
              <a:rPr lang="en-US" altLang="en-US">
                <a:ea typeface="ＭＳ Ｐゴシック" panose="020B0600070205080204" pitchFamily="34" charset="-128"/>
              </a:rPr>
              <a:t>Decryption </a:t>
            </a:r>
            <a:endParaRPr lang="en-IN" altLang="en-US">
              <a:ea typeface="ＭＳ Ｐゴシック" panose="020B0600070205080204" pitchFamily="34" charset="-128"/>
            </a:endParaRPr>
          </a:p>
        </p:txBody>
      </p:sp>
      <p:pic>
        <p:nvPicPr>
          <p:cNvPr id="61443" name="Picture 2">
            <a:extLst>
              <a:ext uri="{FF2B5EF4-FFF2-40B4-BE49-F238E27FC236}">
                <a16:creationId xmlns:a16="http://schemas.microsoft.com/office/drawing/2014/main" id="{215EB11B-179A-3310-CB77-C01B082852A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09800" y="1371600"/>
            <a:ext cx="4800600" cy="51720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Title 1">
            <a:extLst>
              <a:ext uri="{FF2B5EF4-FFF2-40B4-BE49-F238E27FC236}">
                <a16:creationId xmlns:a16="http://schemas.microsoft.com/office/drawing/2014/main" id="{C6102E7A-E2E1-F74C-CA2C-B792A7FBC0A3}"/>
              </a:ext>
            </a:extLst>
          </p:cNvPr>
          <p:cNvSpPr>
            <a:spLocks noGrp="1"/>
          </p:cNvSpPr>
          <p:nvPr>
            <p:ph type="title"/>
          </p:nvPr>
        </p:nvSpPr>
        <p:spPr/>
        <p:txBody>
          <a:bodyPr/>
          <a:lstStyle/>
          <a:p>
            <a:r>
              <a:rPr lang="en-US" altLang="en-US">
                <a:ea typeface="ＭＳ Ｐゴシック" panose="020B0600070205080204" pitchFamily="34" charset="-128"/>
              </a:rPr>
              <a:t>Decryption - Round</a:t>
            </a:r>
            <a:endParaRPr lang="en-IN" altLang="en-US">
              <a:ea typeface="ＭＳ Ｐゴシック" panose="020B0600070205080204" pitchFamily="34" charset="-128"/>
            </a:endParaRPr>
          </a:p>
        </p:txBody>
      </p:sp>
      <p:sp>
        <p:nvSpPr>
          <p:cNvPr id="3" name="Content Placeholder 2">
            <a:extLst>
              <a:ext uri="{FF2B5EF4-FFF2-40B4-BE49-F238E27FC236}">
                <a16:creationId xmlns:a16="http://schemas.microsoft.com/office/drawing/2014/main" id="{AD0B5DA6-7174-649D-6572-0D04E221734F}"/>
              </a:ext>
            </a:extLst>
          </p:cNvPr>
          <p:cNvSpPr>
            <a:spLocks noGrp="1"/>
          </p:cNvSpPr>
          <p:nvPr>
            <p:ph idx="1"/>
          </p:nvPr>
        </p:nvSpPr>
        <p:spPr>
          <a:xfrm>
            <a:off x="457200" y="1219200"/>
            <a:ext cx="8229600" cy="4937125"/>
          </a:xfrm>
        </p:spPr>
        <p:txBody>
          <a:bodyPr/>
          <a:lstStyle/>
          <a:p>
            <a:pPr marL="0" indent="0">
              <a:buFont typeface="Wingdings 3" panose="05040102010807070707" pitchFamily="18" charset="2"/>
              <a:buNone/>
              <a:defRPr/>
            </a:pPr>
            <a:r>
              <a:rPr lang="en-US" dirty="0"/>
              <a:t>Round has the following steps </a:t>
            </a:r>
          </a:p>
          <a:p>
            <a:pPr>
              <a:buFont typeface="Wingdings 3" panose="05040102010807070707" pitchFamily="18" charset="2"/>
              <a:buChar char=""/>
              <a:defRPr/>
            </a:pPr>
            <a:r>
              <a:rPr lang="en-US" dirty="0"/>
              <a:t>Substitution Bytes</a:t>
            </a:r>
          </a:p>
          <a:p>
            <a:pPr>
              <a:buFont typeface="Wingdings 3" panose="05040102010807070707" pitchFamily="18" charset="2"/>
              <a:buChar char=""/>
              <a:defRPr/>
            </a:pPr>
            <a:r>
              <a:rPr lang="en-US" dirty="0"/>
              <a:t>Shift Rows </a:t>
            </a:r>
          </a:p>
          <a:p>
            <a:pPr>
              <a:buFont typeface="Wingdings 3" panose="05040102010807070707" pitchFamily="18" charset="2"/>
              <a:buChar char=""/>
              <a:defRPr/>
            </a:pPr>
            <a:r>
              <a:rPr lang="en-US" dirty="0"/>
              <a:t>Mixing Columns (Not applicable for Round 10)</a:t>
            </a:r>
          </a:p>
          <a:p>
            <a:pPr>
              <a:buFont typeface="Wingdings 3" panose="05040102010807070707" pitchFamily="18" charset="2"/>
              <a:buChar char=""/>
              <a:defRPr/>
            </a:pPr>
            <a:r>
              <a:rPr lang="en-US" dirty="0"/>
              <a:t>Add round key </a:t>
            </a:r>
          </a:p>
          <a:p>
            <a:pPr>
              <a:buFont typeface="Wingdings 3" panose="05040102010807070707" pitchFamily="18" charset="2"/>
              <a:buChar char=""/>
              <a:defRPr/>
            </a:pPr>
            <a:endParaRPr lang="en-IN"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Title 1">
            <a:extLst>
              <a:ext uri="{FF2B5EF4-FFF2-40B4-BE49-F238E27FC236}">
                <a16:creationId xmlns:a16="http://schemas.microsoft.com/office/drawing/2014/main" id="{716FD547-352C-F245-EA85-5ACF7825B4F6}"/>
              </a:ext>
            </a:extLst>
          </p:cNvPr>
          <p:cNvSpPr>
            <a:spLocks noGrp="1"/>
          </p:cNvSpPr>
          <p:nvPr>
            <p:ph type="title"/>
          </p:nvPr>
        </p:nvSpPr>
        <p:spPr/>
        <p:txBody>
          <a:bodyPr/>
          <a:lstStyle/>
          <a:p>
            <a:r>
              <a:rPr lang="en-US" altLang="en-US">
                <a:ea typeface="ＭＳ Ｐゴシック" panose="020B0600070205080204" pitchFamily="34" charset="-128"/>
              </a:rPr>
              <a:t>Decryption </a:t>
            </a:r>
            <a:endParaRPr lang="en-IN" altLang="en-US">
              <a:ea typeface="ＭＳ Ｐゴシック" panose="020B0600070205080204" pitchFamily="34" charset="-128"/>
            </a:endParaRPr>
          </a:p>
        </p:txBody>
      </p:sp>
      <p:sp>
        <p:nvSpPr>
          <p:cNvPr id="3" name="Content Placeholder 2">
            <a:extLst>
              <a:ext uri="{FF2B5EF4-FFF2-40B4-BE49-F238E27FC236}">
                <a16:creationId xmlns:a16="http://schemas.microsoft.com/office/drawing/2014/main" id="{DA272ECD-94EF-7B5B-41C6-34E014483ECE}"/>
              </a:ext>
            </a:extLst>
          </p:cNvPr>
          <p:cNvSpPr>
            <a:spLocks noGrp="1"/>
          </p:cNvSpPr>
          <p:nvPr>
            <p:ph idx="1"/>
          </p:nvPr>
        </p:nvSpPr>
        <p:spPr>
          <a:xfrm>
            <a:off x="457200" y="1219200"/>
            <a:ext cx="8229600" cy="4937125"/>
          </a:xfrm>
        </p:spPr>
        <p:txBody>
          <a:bodyPr>
            <a:normAutofit/>
          </a:bodyPr>
          <a:lstStyle/>
          <a:p>
            <a:pPr>
              <a:buFont typeface="Wingdings 3" panose="05040102010807070707" pitchFamily="18" charset="2"/>
              <a:buChar char=""/>
              <a:defRPr/>
            </a:pPr>
            <a:r>
              <a:rPr lang="en-US" dirty="0"/>
              <a:t>Substitution Bytes  - An inverse S box is used for byte substitution </a:t>
            </a:r>
          </a:p>
          <a:p>
            <a:pPr>
              <a:buFont typeface="Wingdings 3" panose="05040102010807070707" pitchFamily="18" charset="2"/>
              <a:buChar char=""/>
              <a:defRPr/>
            </a:pPr>
            <a:r>
              <a:rPr lang="en-US" dirty="0"/>
              <a:t>Shift Rows – Rows are shifted right in decryption </a:t>
            </a:r>
          </a:p>
          <a:p>
            <a:pPr marL="0" indent="693738">
              <a:buFont typeface="Wingdings 3" panose="05040102010807070707" pitchFamily="18" charset="2"/>
              <a:buNone/>
              <a:defRPr/>
            </a:pPr>
            <a:r>
              <a:rPr lang="en-US" dirty="0"/>
              <a:t>    1</a:t>
            </a:r>
            <a:r>
              <a:rPr lang="en-US" baseline="30000" dirty="0"/>
              <a:t>st</a:t>
            </a:r>
            <a:r>
              <a:rPr lang="en-US" dirty="0"/>
              <a:t>  row – unchanged , </a:t>
            </a:r>
          </a:p>
          <a:p>
            <a:pPr marL="0" indent="693738">
              <a:buFont typeface="Wingdings 3" panose="05040102010807070707" pitchFamily="18" charset="2"/>
              <a:buNone/>
              <a:defRPr/>
            </a:pPr>
            <a:r>
              <a:rPr lang="en-US" dirty="0"/>
              <a:t>    2</a:t>
            </a:r>
            <a:r>
              <a:rPr lang="en-US" baseline="30000" dirty="0"/>
              <a:t>nd</a:t>
            </a:r>
            <a:r>
              <a:rPr lang="en-US" dirty="0"/>
              <a:t> row shifted right by 1 </a:t>
            </a:r>
          </a:p>
          <a:p>
            <a:pPr marL="0" indent="693738">
              <a:buFont typeface="Wingdings 3" panose="05040102010807070707" pitchFamily="18" charset="2"/>
              <a:buNone/>
              <a:defRPr/>
            </a:pPr>
            <a:r>
              <a:rPr lang="en-US" dirty="0"/>
              <a:t>    3</a:t>
            </a:r>
            <a:r>
              <a:rPr lang="en-US" baseline="30000" dirty="0"/>
              <a:t>rd</a:t>
            </a:r>
            <a:r>
              <a:rPr lang="en-US" dirty="0"/>
              <a:t>  row shifted right by 2  </a:t>
            </a:r>
          </a:p>
          <a:p>
            <a:pPr marL="0" indent="693738">
              <a:buFont typeface="Wingdings 3" panose="05040102010807070707" pitchFamily="18" charset="2"/>
              <a:buNone/>
              <a:defRPr/>
            </a:pPr>
            <a:r>
              <a:rPr lang="en-US" dirty="0"/>
              <a:t>    4</a:t>
            </a:r>
            <a:r>
              <a:rPr lang="en-US" baseline="30000" dirty="0"/>
              <a:t>th</a:t>
            </a:r>
            <a:r>
              <a:rPr lang="en-US" dirty="0"/>
              <a:t>  row shifted right by 3 </a:t>
            </a:r>
          </a:p>
          <a:p>
            <a:pPr>
              <a:buFont typeface="Wingdings 3" panose="05040102010807070707" pitchFamily="18" charset="2"/>
              <a:buChar char=""/>
              <a:defRPr/>
            </a:pPr>
            <a:r>
              <a:rPr lang="en-US" dirty="0"/>
              <a:t>Mix Columns  </a:t>
            </a:r>
          </a:p>
          <a:p>
            <a:pPr>
              <a:buFont typeface="Wingdings 3" panose="05040102010807070707" pitchFamily="18" charset="2"/>
              <a:buChar char=""/>
              <a:defRPr/>
            </a:pPr>
            <a:r>
              <a:rPr lang="en-US" dirty="0"/>
              <a:t>Add Round Key </a:t>
            </a:r>
            <a:endParaRPr lang="en-IN" dirty="0"/>
          </a:p>
        </p:txBody>
      </p:sp>
      <p:pic>
        <p:nvPicPr>
          <p:cNvPr id="4" name="Picture 2">
            <a:extLst>
              <a:ext uri="{FF2B5EF4-FFF2-40B4-BE49-F238E27FC236}">
                <a16:creationId xmlns:a16="http://schemas.microsoft.com/office/drawing/2014/main" id="{6C379C1E-FEBF-3BF8-C678-3629C1E2CB5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875" y="152400"/>
            <a:ext cx="4905375" cy="439578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3074" name="Picture 2">
            <a:extLst>
              <a:ext uri="{FF2B5EF4-FFF2-40B4-BE49-F238E27FC236}">
                <a16:creationId xmlns:a16="http://schemas.microsoft.com/office/drawing/2014/main" id="{6C7892CA-5AE7-A7DA-1D3E-B142F03E518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929188" y="117475"/>
            <a:ext cx="4049712" cy="43973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63494" name="AutoShape 7" descr="The Funniest Hacker Stock Photos 3.0 - TeachPrivacy">
            <a:extLst>
              <a:ext uri="{FF2B5EF4-FFF2-40B4-BE49-F238E27FC236}">
                <a16:creationId xmlns:a16="http://schemas.microsoft.com/office/drawing/2014/main" id="{1CF3AA1C-7AC1-7525-AF09-1011343259F8}"/>
              </a:ext>
            </a:extLst>
          </p:cNvPr>
          <p:cNvSpPr>
            <a:spLocks noChangeAspect="1" noChangeArrowheads="1"/>
          </p:cNvSpPr>
          <p:nvPr/>
        </p:nvSpPr>
        <p:spPr bwMode="auto">
          <a:xfrm>
            <a:off x="155575" y="-822325"/>
            <a:ext cx="2571750" cy="1714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IN" altLang="en-US"/>
          </a:p>
        </p:txBody>
      </p:sp>
      <p:sp>
        <p:nvSpPr>
          <p:cNvPr id="63495" name="AutoShape 9" descr="The Funniest Hacker Stock Photos 3.0 - TeachPrivacy">
            <a:extLst>
              <a:ext uri="{FF2B5EF4-FFF2-40B4-BE49-F238E27FC236}">
                <a16:creationId xmlns:a16="http://schemas.microsoft.com/office/drawing/2014/main" id="{B8431324-4D66-60E5-6A63-88C03FFB01EE}"/>
              </a:ext>
            </a:extLst>
          </p:cNvPr>
          <p:cNvSpPr>
            <a:spLocks noChangeAspect="1" noChangeArrowheads="1"/>
          </p:cNvSpPr>
          <p:nvPr/>
        </p:nvSpPr>
        <p:spPr bwMode="auto">
          <a:xfrm>
            <a:off x="307975" y="-669925"/>
            <a:ext cx="2571750" cy="1714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endParaRPr lang="en-IN" altLang="en-US"/>
          </a:p>
        </p:txBody>
      </p:sp>
      <p:pic>
        <p:nvPicPr>
          <p:cNvPr id="8" name="Picture 7">
            <a:extLst>
              <a:ext uri="{FF2B5EF4-FFF2-40B4-BE49-F238E27FC236}">
                <a16:creationId xmlns:a16="http://schemas.microsoft.com/office/drawing/2014/main" id="{588D39F8-72A3-C482-FBFE-A22C7F8D2991}"/>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336550" y="225425"/>
            <a:ext cx="8382000" cy="60086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 name="Picture 1">
            <a:extLst>
              <a:ext uri="{FF2B5EF4-FFF2-40B4-BE49-F238E27FC236}">
                <a16:creationId xmlns:a16="http://schemas.microsoft.com/office/drawing/2014/main" id="{7B726F46-DBFC-8653-7667-B28FC2C9A47F}"/>
              </a:ext>
            </a:extLst>
          </p:cNvPr>
          <p:cNvPicPr>
            <a:picLocks noChangeAspect="1"/>
          </p:cNvPicPr>
          <p:nvPr/>
        </p:nvPicPr>
        <p:blipFill>
          <a:blip r:embed="rId5">
            <a:extLst>
              <a:ext uri="{28A0092B-C50C-407E-A947-70E740481C1C}">
                <a14:useLocalDpi xmlns:a14="http://schemas.microsoft.com/office/drawing/2010/main" val="0"/>
              </a:ext>
            </a:extLst>
          </a:blip>
          <a:srcRect/>
          <a:stretch>
            <a:fillRect/>
          </a:stretch>
        </p:blipFill>
        <p:spPr bwMode="auto">
          <a:xfrm>
            <a:off x="5762625" y="0"/>
            <a:ext cx="2924175" cy="3590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0" presetClass="exit" presetSubtype="0" fill="hold" nodeType="clickEffect">
                                  <p:stCondLst>
                                    <p:cond delay="0"/>
                                  </p:stCondLst>
                                  <p:childTnLst>
                                    <p:animEffect transition="out" filter="fade">
                                      <p:cBhvr>
                                        <p:cTn id="14" dur="500"/>
                                        <p:tgtEl>
                                          <p:spTgt spid="4"/>
                                        </p:tgtEl>
                                      </p:cBhvr>
                                    </p:animEffect>
                                    <p:set>
                                      <p:cBhvr>
                                        <p:cTn id="15" dur="1" fill="hold">
                                          <p:stCondLst>
                                            <p:cond delay="499"/>
                                          </p:stCondLst>
                                        </p:cTn>
                                        <p:tgtEl>
                                          <p:spTgt spid="4"/>
                                        </p:tgtEl>
                                        <p:attrNameLst>
                                          <p:attrName>style.visibility</p:attrName>
                                        </p:attrNameLst>
                                      </p:cBhvr>
                                      <p:to>
                                        <p:strVal val="hidden"/>
                                      </p:to>
                                    </p:set>
                                  </p:childTnLst>
                                </p:cTn>
                              </p:par>
                            </p:childTnLst>
                          </p:cTn>
                        </p:par>
                      </p:childTnLst>
                    </p:cTn>
                  </p:par>
                  <p:par>
                    <p:cTn id="16" fill="hold" nodeType="clickPar">
                      <p:stCondLst>
                        <p:cond delay="indefinite"/>
                      </p:stCondLst>
                      <p:childTnLst>
                        <p:par>
                          <p:cTn id="17" fill="hold" nodeType="withGroup">
                            <p:stCondLst>
                              <p:cond delay="0"/>
                            </p:stCondLst>
                            <p:childTnLst>
                              <p:par>
                                <p:cTn id="18" presetID="1" presetClass="entr" presetSubtype="0" fill="hold" nodeType="clickEffect">
                                  <p:stCondLst>
                                    <p:cond delay="0"/>
                                  </p:stCondLst>
                                  <p:childTnLst>
                                    <p:set>
                                      <p:cBhvr>
                                        <p:cTn id="19" dur="1" fill="hold">
                                          <p:stCondLst>
                                            <p:cond delay="0"/>
                                          </p:stCondLst>
                                        </p:cTn>
                                        <p:tgtEl>
                                          <p:spTgt spid="3074"/>
                                        </p:tgtEl>
                                        <p:attrNameLst>
                                          <p:attrName>style.visibility</p:attrName>
                                        </p:attrNameLst>
                                      </p:cBhvr>
                                      <p:to>
                                        <p:strVal val="visible"/>
                                      </p:to>
                                    </p:set>
                                  </p:childTnLst>
                                </p:cTn>
                              </p:par>
                            </p:childTnLst>
                          </p:cTn>
                        </p:par>
                      </p:childTnLst>
                    </p:cTn>
                  </p:par>
                  <p:par>
                    <p:cTn id="20" fill="hold" nodeType="clickPar">
                      <p:stCondLst>
                        <p:cond delay="indefinite"/>
                      </p:stCondLst>
                      <p:childTnLst>
                        <p:par>
                          <p:cTn id="21" fill="hold" nodeType="withGroup">
                            <p:stCondLst>
                              <p:cond delay="0"/>
                            </p:stCondLst>
                            <p:childTnLst>
                              <p:par>
                                <p:cTn id="22" presetID="10" presetClass="exit" presetSubtype="0" fill="hold" nodeType="clickEffect">
                                  <p:stCondLst>
                                    <p:cond delay="0"/>
                                  </p:stCondLst>
                                  <p:childTnLst>
                                    <p:animEffect transition="out" filter="fade">
                                      <p:cBhvr>
                                        <p:cTn id="23" dur="500"/>
                                        <p:tgtEl>
                                          <p:spTgt spid="3074"/>
                                        </p:tgtEl>
                                      </p:cBhvr>
                                    </p:animEffect>
                                    <p:set>
                                      <p:cBhvr>
                                        <p:cTn id="24" dur="1" fill="hold">
                                          <p:stCondLst>
                                            <p:cond delay="499"/>
                                          </p:stCondLst>
                                        </p:cTn>
                                        <p:tgtEl>
                                          <p:spTgt spid="3074"/>
                                        </p:tgtEl>
                                        <p:attrNameLst>
                                          <p:attrName>style.visibility</p:attrName>
                                        </p:attrNameLst>
                                      </p:cBhvr>
                                      <p:to>
                                        <p:strVal val="hidden"/>
                                      </p:to>
                                    </p:set>
                                  </p:childTnLst>
                                </p:cTn>
                              </p:par>
                            </p:childTnLst>
                          </p:cTn>
                        </p:par>
                      </p:childTnLst>
                    </p:cTn>
                  </p:par>
                  <p:par>
                    <p:cTn id="25" fill="hold" nodeType="clickPar">
                      <p:stCondLst>
                        <p:cond delay="indefinite"/>
                      </p:stCondLst>
                      <p:childTnLst>
                        <p:par>
                          <p:cTn id="26" fill="hold" nodeType="withGroup">
                            <p:stCondLst>
                              <p:cond delay="0"/>
                            </p:stCondLst>
                            <p:childTnLst>
                              <p:par>
                                <p:cTn id="27" presetID="1" presetClass="entr" presetSubtype="0" fill="hold" nodeType="clickEffect">
                                  <p:stCondLst>
                                    <p:cond delay="0"/>
                                  </p:stCondLst>
                                  <p:childTnLst>
                                    <p:set>
                                      <p:cBhvr>
                                        <p:cTn id="28" dur="1" fill="hold">
                                          <p:stCondLst>
                                            <p:cond delay="0"/>
                                          </p:stCondLst>
                                        </p:cTn>
                                        <p:tgtEl>
                                          <p:spTgt spid="3">
                                            <p:txEl>
                                              <p:pRg st="1" end="1"/>
                                            </p:txEl>
                                          </p:spTgt>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3">
                                            <p:txEl>
                                              <p:pRg st="2" end="2"/>
                                            </p:txEl>
                                          </p:spTgt>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3">
                                            <p:txEl>
                                              <p:pRg st="3" end="3"/>
                                            </p:txEl>
                                          </p:spTgt>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3">
                                            <p:txEl>
                                              <p:pRg st="4" end="4"/>
                                            </p:txEl>
                                          </p:spTgt>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37" fill="hold" nodeType="clickPar">
                      <p:stCondLst>
                        <p:cond delay="indefinite"/>
                      </p:stCondLst>
                      <p:childTnLst>
                        <p:par>
                          <p:cTn id="38" fill="hold" nodeType="withGroup">
                            <p:stCondLst>
                              <p:cond delay="0"/>
                            </p:stCondLst>
                            <p:childTnLst>
                              <p:par>
                                <p:cTn id="39" presetID="2" presetClass="entr" presetSubtype="4" fill="hold" nodeType="clickEffect">
                                  <p:stCondLst>
                                    <p:cond delay="0"/>
                                  </p:stCondLst>
                                  <p:childTnLst>
                                    <p:set>
                                      <p:cBhvr>
                                        <p:cTn id="40" dur="1" fill="hold">
                                          <p:stCondLst>
                                            <p:cond delay="0"/>
                                          </p:stCondLst>
                                        </p:cTn>
                                        <p:tgtEl>
                                          <p:spTgt spid="2"/>
                                        </p:tgtEl>
                                        <p:attrNameLst>
                                          <p:attrName>style.visibility</p:attrName>
                                        </p:attrNameLst>
                                      </p:cBhvr>
                                      <p:to>
                                        <p:strVal val="visible"/>
                                      </p:to>
                                    </p:set>
                                    <p:anim calcmode="lin" valueType="num">
                                      <p:cBhvr additive="base">
                                        <p:cTn id="41" dur="500" fill="hold"/>
                                        <p:tgtEl>
                                          <p:spTgt spid="2"/>
                                        </p:tgtEl>
                                        <p:attrNameLst>
                                          <p:attrName>ppt_x</p:attrName>
                                        </p:attrNameLst>
                                      </p:cBhvr>
                                      <p:tavLst>
                                        <p:tav tm="0">
                                          <p:val>
                                            <p:strVal val="#ppt_x"/>
                                          </p:val>
                                        </p:tav>
                                        <p:tav tm="100000">
                                          <p:val>
                                            <p:strVal val="#ppt_x"/>
                                          </p:val>
                                        </p:tav>
                                      </p:tavLst>
                                    </p:anim>
                                    <p:anim calcmode="lin" valueType="num">
                                      <p:cBhvr additive="base">
                                        <p:cTn id="42" dur="500" fill="hold"/>
                                        <p:tgtEl>
                                          <p:spTgt spid="2"/>
                                        </p:tgtEl>
                                        <p:attrNameLst>
                                          <p:attrName>ppt_y</p:attrName>
                                        </p:attrNameLst>
                                      </p:cBhvr>
                                      <p:tavLst>
                                        <p:tav tm="0">
                                          <p:val>
                                            <p:strVal val="1+#ppt_h/2"/>
                                          </p:val>
                                        </p:tav>
                                        <p:tav tm="100000">
                                          <p:val>
                                            <p:strVal val="#ppt_y"/>
                                          </p:val>
                                        </p:tav>
                                      </p:tavLst>
                                    </p:anim>
                                  </p:childTnLst>
                                  <p:subTnLst>
                                    <p:set>
                                      <p:cBhvr override="childStyle">
                                        <p:cTn dur="1" fill="hold" display="0" masterRel="nextClick" afterEffect="1"/>
                                        <p:tgtEl>
                                          <p:spTgt spid="2"/>
                                        </p:tgtEl>
                                        <p:attrNameLst>
                                          <p:attrName>style.visibility</p:attrName>
                                        </p:attrNameLst>
                                      </p:cBhvr>
                                      <p:to>
                                        <p:strVal val="hidden"/>
                                      </p:to>
                                    </p:set>
                                  </p:subTnLst>
                                </p:cTn>
                              </p:par>
                            </p:childTnLst>
                          </p:cTn>
                        </p:par>
                      </p:childTnLst>
                    </p:cTn>
                  </p:par>
                  <p:par>
                    <p:cTn id="43" fill="hold" nodeType="clickPar">
                      <p:stCondLst>
                        <p:cond delay="indefinite"/>
                      </p:stCondLst>
                      <p:childTnLst>
                        <p:par>
                          <p:cTn id="44" fill="hold" nodeType="withGroup">
                            <p:stCondLst>
                              <p:cond delay="0"/>
                            </p:stCondLst>
                            <p:childTnLst>
                              <p:par>
                                <p:cTn id="45" presetID="1" presetClass="entr" presetSubtype="0" fill="hold" nodeType="clickEffect">
                                  <p:stCondLst>
                                    <p:cond delay="0"/>
                                  </p:stCondLst>
                                  <p:childTnLst>
                                    <p:set>
                                      <p:cBhvr>
                                        <p:cTn id="4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47" fill="hold" nodeType="clickPar">
                      <p:stCondLst>
                        <p:cond delay="indefinite"/>
                      </p:stCondLst>
                      <p:childTnLst>
                        <p:par>
                          <p:cTn id="48" fill="hold" nodeType="withGroup">
                            <p:stCondLst>
                              <p:cond delay="0"/>
                            </p:stCondLst>
                            <p:childTnLst>
                              <p:par>
                                <p:cTn id="49" presetID="1" presetClass="entr" presetSubtype="0" fill="hold" nodeType="clickEffect">
                                  <p:stCondLst>
                                    <p:cond delay="0"/>
                                  </p:stCondLst>
                                  <p:childTnLst>
                                    <p:set>
                                      <p:cBhvr>
                                        <p:cTn id="50"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51" fill="hold" nodeType="clickPar">
                      <p:stCondLst>
                        <p:cond delay="indefinite"/>
                      </p:stCondLst>
                      <p:childTnLst>
                        <p:par>
                          <p:cTn id="52" fill="hold" nodeType="withGroup">
                            <p:stCondLst>
                              <p:cond delay="0"/>
                            </p:stCondLst>
                            <p:childTnLst>
                              <p:par>
                                <p:cTn id="53" presetID="2" presetClass="entr" presetSubtype="4" fill="hold" nodeType="clickEffect">
                                  <p:stCondLst>
                                    <p:cond delay="0"/>
                                  </p:stCondLst>
                                  <p:childTnLst>
                                    <p:set>
                                      <p:cBhvr>
                                        <p:cTn id="54" dur="1" fill="hold">
                                          <p:stCondLst>
                                            <p:cond delay="0"/>
                                          </p:stCondLst>
                                        </p:cTn>
                                        <p:tgtEl>
                                          <p:spTgt spid="8"/>
                                        </p:tgtEl>
                                        <p:attrNameLst>
                                          <p:attrName>style.visibility</p:attrName>
                                        </p:attrNameLst>
                                      </p:cBhvr>
                                      <p:to>
                                        <p:strVal val="visible"/>
                                      </p:to>
                                    </p:set>
                                    <p:anim calcmode="lin" valueType="num">
                                      <p:cBhvr additive="base">
                                        <p:cTn id="55" dur="500" fill="hold"/>
                                        <p:tgtEl>
                                          <p:spTgt spid="8"/>
                                        </p:tgtEl>
                                        <p:attrNameLst>
                                          <p:attrName>ppt_x</p:attrName>
                                        </p:attrNameLst>
                                      </p:cBhvr>
                                      <p:tavLst>
                                        <p:tav tm="0">
                                          <p:val>
                                            <p:strVal val="#ppt_x"/>
                                          </p:val>
                                        </p:tav>
                                        <p:tav tm="100000">
                                          <p:val>
                                            <p:strVal val="#ppt_x"/>
                                          </p:val>
                                        </p:tav>
                                      </p:tavLst>
                                    </p:anim>
                                    <p:anim calcmode="lin" valueType="num">
                                      <p:cBhvr additive="base">
                                        <p:cTn id="56" dur="500" fill="hold"/>
                                        <p:tgtEl>
                                          <p:spTgt spid="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Origin">
  <a:themeElements>
    <a:clrScheme name="Origin">
      <a:dk1>
        <a:sysClr val="windowText" lastClr="000000"/>
      </a:dk1>
      <a:lt1>
        <a:sysClr val="window" lastClr="FFFFFF"/>
      </a:lt1>
      <a:dk2>
        <a:srgbClr val="464653"/>
      </a:dk2>
      <a:lt2>
        <a:srgbClr val="DDE9EC"/>
      </a:lt2>
      <a:accent1>
        <a:srgbClr val="727CA3"/>
      </a:accent1>
      <a:accent2>
        <a:srgbClr val="9FB8CD"/>
      </a:accent2>
      <a:accent3>
        <a:srgbClr val="D2DA7A"/>
      </a:accent3>
      <a:accent4>
        <a:srgbClr val="FADA7A"/>
      </a:accent4>
      <a:accent5>
        <a:srgbClr val="B88472"/>
      </a:accent5>
      <a:accent6>
        <a:srgbClr val="8E736A"/>
      </a:accent6>
      <a:hlink>
        <a:srgbClr val="B292CA"/>
      </a:hlink>
      <a:folHlink>
        <a:srgbClr val="6B5680"/>
      </a:folHlink>
    </a:clrScheme>
    <a:fontScheme name="Origin">
      <a:majorFont>
        <a:latin typeface="Bookman Old Style"/>
        <a:ea typeface=""/>
        <a:cs typeface=""/>
        <a:font script="Grek" typeface="Cambria"/>
        <a:font script="Cyrl" typeface="Cambria"/>
        <a:font script="Jpan" typeface="ＭＳ 明朝"/>
        <a:font script="Hang" typeface="돋움"/>
        <a:font script="Hans" typeface="宋体"/>
        <a:font script="Hant" typeface="標楷體"/>
        <a:font script="Arab" typeface="Times New Roman"/>
        <a:font script="Hebr" typeface="Times New Roman"/>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Gill Sans MT"/>
        <a:ea typeface=""/>
        <a:cs typeface=""/>
        <a:font script="Grek" typeface="Calibri"/>
        <a:font script="Cyrl" typeface="Calibri"/>
        <a:font script="Jpan" typeface="ＭＳ Ｐゴシック"/>
        <a:font script="Hang" typeface="맑은 고딕"/>
        <a:font script="Hans" typeface="华文新魏"/>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rigin">
      <a:fillStyleLst>
        <a:solidFill>
          <a:schemeClr val="phClr"/>
        </a:solidFill>
        <a:gradFill rotWithShape="1">
          <a:gsLst>
            <a:gs pos="0">
              <a:schemeClr val="phClr">
                <a:tint val="45000"/>
                <a:satMod val="200000"/>
              </a:schemeClr>
            </a:gs>
            <a:gs pos="30000">
              <a:schemeClr val="phClr">
                <a:tint val="61000"/>
                <a:satMod val="200000"/>
              </a:schemeClr>
            </a:gs>
            <a:gs pos="45000">
              <a:schemeClr val="phClr">
                <a:tint val="66000"/>
                <a:satMod val="200000"/>
              </a:schemeClr>
            </a:gs>
            <a:gs pos="55000">
              <a:schemeClr val="phClr">
                <a:tint val="66000"/>
                <a:satMod val="200000"/>
              </a:schemeClr>
            </a:gs>
            <a:gs pos="73000">
              <a:schemeClr val="phClr">
                <a:tint val="61000"/>
                <a:satMod val="200000"/>
              </a:schemeClr>
            </a:gs>
            <a:gs pos="100000">
              <a:schemeClr val="phClr">
                <a:tint val="45000"/>
                <a:satMod val="200000"/>
              </a:schemeClr>
            </a:gs>
          </a:gsLst>
          <a:lin ang="950000" scaled="1"/>
        </a:gradFill>
        <a:gradFill rotWithShape="1">
          <a:gsLst>
            <a:gs pos="0">
              <a:schemeClr val="phClr">
                <a:shade val="63000"/>
              </a:schemeClr>
            </a:gs>
            <a:gs pos="30000">
              <a:schemeClr val="phClr">
                <a:shade val="90000"/>
                <a:satMod val="110000"/>
              </a:schemeClr>
            </a:gs>
            <a:gs pos="45000">
              <a:schemeClr val="phClr">
                <a:shade val="100000"/>
                <a:satMod val="118000"/>
              </a:schemeClr>
            </a:gs>
            <a:gs pos="55000">
              <a:schemeClr val="phClr">
                <a:shade val="100000"/>
                <a:satMod val="118000"/>
              </a:schemeClr>
            </a:gs>
            <a:gs pos="73000">
              <a:schemeClr val="phClr">
                <a:shade val="90000"/>
                <a:satMod val="110000"/>
              </a:schemeClr>
            </a:gs>
            <a:gs pos="100000">
              <a:schemeClr val="phClr">
                <a:shade val="63000"/>
              </a:schemeClr>
            </a:gs>
          </a:gsLst>
          <a:lin ang="950000" scaled="1"/>
        </a:gradFill>
      </a:fillStyleLst>
      <a:lnStyleLst>
        <a:ln w="9525" cap="flat" cmpd="sng" algn="ctr">
          <a:solidFill>
            <a:schemeClr val="phClr"/>
          </a:solidFill>
          <a:prstDash val="solid"/>
        </a:ln>
        <a:ln w="19050" cap="flat" cmpd="sng" algn="ctr">
          <a:solidFill>
            <a:schemeClr val="phClr"/>
          </a:solidFill>
          <a:prstDash val="solid"/>
        </a:ln>
        <a:ln w="25400" cap="flat" cmpd="sng" algn="ctr">
          <a:solidFill>
            <a:schemeClr val="phClr"/>
          </a:solidFill>
          <a:prstDash val="solid"/>
        </a:ln>
      </a:lnStyleLst>
      <a:effectStyleLst>
        <a:effectStyle>
          <a:effectLst>
            <a:outerShdw blurRad="38100" dist="25400" dir="5400000" rotWithShape="0">
              <a:srgbClr val="000000">
                <a:alpha val="40000"/>
              </a:srgbClr>
            </a:outerShdw>
          </a:effectLst>
        </a:effectStyle>
        <a:effectStyle>
          <a:effectLst>
            <a:outerShdw blurRad="50800" dist="43000" dir="5400000" rotWithShape="0">
              <a:srgbClr val="000000">
                <a:alpha val="40000"/>
              </a:srgbClr>
            </a:outerShdw>
          </a:effectLst>
          <a:scene3d>
            <a:camera prst="orthographicFront" fov="0">
              <a:rot lat="0" lon="0" rev="0"/>
            </a:camera>
            <a:lightRig rig="balanced" dir="t">
              <a:rot lat="0" lon="0" rev="0"/>
            </a:lightRig>
          </a:scene3d>
          <a:sp3d prstMaterial="matte">
            <a:bevelT w="0" h="0"/>
            <a:contourClr>
              <a:schemeClr val="phClr">
                <a:tint val="100000"/>
                <a:shade val="100000"/>
                <a:hueMod val="100000"/>
                <a:satMod val="100000"/>
              </a:schemeClr>
            </a:contourClr>
          </a:sp3d>
        </a:effectStyle>
        <a:effectStyle>
          <a:effectLst>
            <a:outerShdw blurRad="50800" dist="25400" dir="5400000" rotWithShape="0">
              <a:srgbClr val="000000">
                <a:alpha val="50000"/>
              </a:srgbClr>
            </a:outerShdw>
          </a:effectLst>
          <a:scene3d>
            <a:camera prst="orthographicFront" fov="0">
              <a:rot lat="0" lon="0" rev="0"/>
            </a:camera>
            <a:lightRig rig="soft" dir="t">
              <a:rot lat="0" lon="0" rev="2700000"/>
            </a:lightRig>
          </a:scene3d>
          <a:sp3d prstMaterial="matte">
            <a:bevelT w="50800" h="50800"/>
            <a:contourClr>
              <a:schemeClr val="phClr"/>
            </a:contourClr>
          </a:sp3d>
        </a:effectStyle>
      </a:effectStyleLst>
      <a:bgFillStyleLst>
        <a:solidFill>
          <a:schemeClr val="phClr"/>
        </a:solidFill>
        <a:gradFill rotWithShape="1">
          <a:gsLst>
            <a:gs pos="0">
              <a:schemeClr val="phClr">
                <a:shade val="60000"/>
                <a:satMod val="300000"/>
              </a:schemeClr>
            </a:gs>
            <a:gs pos="30000">
              <a:schemeClr val="phClr">
                <a:shade val="80000"/>
                <a:satMod val="230000"/>
              </a:schemeClr>
            </a:gs>
            <a:gs pos="100000">
              <a:schemeClr val="phClr">
                <a:tint val="97000"/>
                <a:satMod val="220000"/>
              </a:schemeClr>
            </a:gs>
          </a:gsLst>
          <a:lin ang="16200000" scaled="1"/>
        </a:gradFill>
        <a:blipFill>
          <a:blip xmlns:r="http://schemas.openxmlformats.org/officeDocument/2006/relationships" r:embed="rId1">
            <a:duotone>
              <a:schemeClr val="phClr">
                <a:shade val="6000"/>
                <a:satMod val="120000"/>
              </a:schemeClr>
              <a:schemeClr val="phClr">
                <a:tint val="90000"/>
              </a:schemeClr>
            </a:duotone>
          </a:blip>
          <a:tile tx="0" ty="0" sx="35000" sy="40000" flip="x" algn="tl"/>
        </a:blipFill>
      </a:bgFillStyleLst>
    </a:fmtScheme>
  </a:themeElements>
  <a:objectDefaults>
    <a:spDef>
      <a:spPr/>
      <a:bodyPr rtlCol="0" anchor="ctr"/>
      <a:lstStyle>
        <a:defPPr algn="ctr">
          <a:defRPr/>
        </a:defP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Override1.xml><?xml version="1.0" encoding="utf-8"?>
<a:themeOverride xmlns:a="http://schemas.openxmlformats.org/drawingml/2006/main">
  <a:clrScheme name="Origin">
    <a:dk1>
      <a:sysClr val="windowText" lastClr="000000"/>
    </a:dk1>
    <a:lt1>
      <a:sysClr val="window" lastClr="FFFFFF"/>
    </a:lt1>
    <a:dk2>
      <a:srgbClr val="464653"/>
    </a:dk2>
    <a:lt2>
      <a:srgbClr val="DDE9EC"/>
    </a:lt2>
    <a:accent1>
      <a:srgbClr val="727CA3"/>
    </a:accent1>
    <a:accent2>
      <a:srgbClr val="9FB8CD"/>
    </a:accent2>
    <a:accent3>
      <a:srgbClr val="D2DA7A"/>
    </a:accent3>
    <a:accent4>
      <a:srgbClr val="FADA7A"/>
    </a:accent4>
    <a:accent5>
      <a:srgbClr val="B88472"/>
    </a:accent5>
    <a:accent6>
      <a:srgbClr val="8E736A"/>
    </a:accent6>
    <a:hlink>
      <a:srgbClr val="B292CA"/>
    </a:hlink>
    <a:folHlink>
      <a:srgbClr val="6B5680"/>
    </a:folHlink>
  </a:clrScheme>
</a:themeOverride>
</file>

<file path=ppt/theme/themeOverride2.xml><?xml version="1.0" encoding="utf-8"?>
<a:themeOverride xmlns:a="http://schemas.openxmlformats.org/drawingml/2006/main">
  <a:clrScheme name="Origin">
    <a:dk1>
      <a:sysClr val="windowText" lastClr="000000"/>
    </a:dk1>
    <a:lt1>
      <a:sysClr val="window" lastClr="FFFFFF"/>
    </a:lt1>
    <a:dk2>
      <a:srgbClr val="464653"/>
    </a:dk2>
    <a:lt2>
      <a:srgbClr val="DDE9EC"/>
    </a:lt2>
    <a:accent1>
      <a:srgbClr val="727CA3"/>
    </a:accent1>
    <a:accent2>
      <a:srgbClr val="9FB8CD"/>
    </a:accent2>
    <a:accent3>
      <a:srgbClr val="D2DA7A"/>
    </a:accent3>
    <a:accent4>
      <a:srgbClr val="FADA7A"/>
    </a:accent4>
    <a:accent5>
      <a:srgbClr val="B88472"/>
    </a:accent5>
    <a:accent6>
      <a:srgbClr val="8E736A"/>
    </a:accent6>
    <a:hlink>
      <a:srgbClr val="B292CA"/>
    </a:hlink>
    <a:folHlink>
      <a:srgbClr val="6B5680"/>
    </a:folHlink>
  </a:clrScheme>
</a:themeOverride>
</file>

<file path=docProps/app.xml><?xml version="1.0" encoding="utf-8"?>
<Properties xmlns="http://schemas.openxmlformats.org/officeDocument/2006/extended-properties" xmlns:vt="http://schemas.openxmlformats.org/officeDocument/2006/docPropsVTypes">
  <Template>Origin.thmx</Template>
  <TotalTime>6215</TotalTime>
  <Words>2783</Words>
  <Application>Microsoft Macintosh PowerPoint</Application>
  <PresentationFormat>On-screen Show (4:3)</PresentationFormat>
  <Paragraphs>609</Paragraphs>
  <Slides>40</Slides>
  <Notes>13</Notes>
  <HiddenSlides>1</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40</vt:i4>
      </vt:variant>
    </vt:vector>
  </HeadingPairs>
  <TitlesOfParts>
    <vt:vector size="50" baseType="lpstr">
      <vt:lpstr>ＭＳ Ｐゴシック</vt:lpstr>
      <vt:lpstr>Arial</vt:lpstr>
      <vt:lpstr>Bookman Old Style</vt:lpstr>
      <vt:lpstr>CMR17</vt:lpstr>
      <vt:lpstr>Gill Sans MT</vt:lpstr>
      <vt:lpstr>Helvetica</vt:lpstr>
      <vt:lpstr>Times-Roman</vt:lpstr>
      <vt:lpstr>Wingdings</vt:lpstr>
      <vt:lpstr>Wingdings 3</vt:lpstr>
      <vt:lpstr>Origin</vt:lpstr>
      <vt:lpstr>Advance Encryption Standard</vt:lpstr>
      <vt:lpstr>Topics</vt:lpstr>
      <vt:lpstr>Origins</vt:lpstr>
      <vt:lpstr>The AES Cipher - Rijndael </vt:lpstr>
      <vt:lpstr>Topics</vt:lpstr>
      <vt:lpstr>AES</vt:lpstr>
      <vt:lpstr>AES Conceptual Scheme</vt:lpstr>
      <vt:lpstr>PowerPoint Presentation</vt:lpstr>
      <vt:lpstr>High Level Description</vt:lpstr>
      <vt:lpstr>Key Expansion in AES </vt:lpstr>
      <vt:lpstr>Key Expansion in AES </vt:lpstr>
      <vt:lpstr>Key Expansion in AES </vt:lpstr>
      <vt:lpstr>Key Expansion in AES </vt:lpstr>
      <vt:lpstr>Key Expansion in AES </vt:lpstr>
      <vt:lpstr>What is this function g?</vt:lpstr>
      <vt:lpstr>Key Expansion in AES </vt:lpstr>
      <vt:lpstr>Key Expansion in AES </vt:lpstr>
      <vt:lpstr>Key Expansion in AES </vt:lpstr>
      <vt:lpstr>PowerPoint Presentation</vt:lpstr>
      <vt:lpstr>Plain text</vt:lpstr>
      <vt:lpstr>PowerPoint Presentation</vt:lpstr>
      <vt:lpstr>Need to understand a Round What are the Steps in a Round?</vt:lpstr>
      <vt:lpstr>Round</vt:lpstr>
      <vt:lpstr>PowerPoint Presentation</vt:lpstr>
      <vt:lpstr>Byte Substitution </vt:lpstr>
      <vt:lpstr>Shift Rows </vt:lpstr>
      <vt:lpstr>Shift Rows </vt:lpstr>
      <vt:lpstr>Mix Columns</vt:lpstr>
      <vt:lpstr>Lets calculate r1</vt:lpstr>
      <vt:lpstr>Exercise – compute r6</vt:lpstr>
      <vt:lpstr>Mix Columns</vt:lpstr>
      <vt:lpstr>Add Round Key </vt:lpstr>
      <vt:lpstr>AES Example - Add Roundkey, Round 1</vt:lpstr>
      <vt:lpstr>AES Example - Round 2</vt:lpstr>
      <vt:lpstr>AES Example - Round 3</vt:lpstr>
      <vt:lpstr>AES Example - Round 9</vt:lpstr>
      <vt:lpstr>AES Example - Round 10</vt:lpstr>
      <vt:lpstr>Decryption </vt:lpstr>
      <vt:lpstr>Decryption - Round</vt:lpstr>
      <vt:lpstr>Decryption </vt:lpstr>
    </vt:vector>
  </TitlesOfParts>
  <Manager/>
  <Company>Towson University</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AES</dc:title>
  <dc:subject/>
  <dc:creator>Marius Zimand</dc:creator>
  <cp:keywords/>
  <dc:description/>
  <cp:lastModifiedBy>Apoorva Karnwal</cp:lastModifiedBy>
  <cp:revision>115</cp:revision>
  <dcterms:created xsi:type="dcterms:W3CDTF">2011-06-27T15:36:27Z</dcterms:created>
  <dcterms:modified xsi:type="dcterms:W3CDTF">2025-05-01T10:51:16Z</dcterms:modified>
  <cp:category/>
</cp:coreProperties>
</file>