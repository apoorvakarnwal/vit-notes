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7"/>
  </p:notesMasterIdLst>
  <p:sldIdLst>
    <p:sldId id="271" r:id="rId2"/>
    <p:sldId id="258" r:id="rId3"/>
    <p:sldId id="274" r:id="rId4"/>
    <p:sldId id="259" r:id="rId5"/>
    <p:sldId id="260" r:id="rId6"/>
    <p:sldId id="261" r:id="rId7"/>
    <p:sldId id="262" r:id="rId8"/>
    <p:sldId id="272" r:id="rId9"/>
    <p:sldId id="273" r:id="rId10"/>
    <p:sldId id="264" r:id="rId11"/>
    <p:sldId id="265" r:id="rId12"/>
    <p:sldId id="266" r:id="rId13"/>
    <p:sldId id="267" r:id="rId14"/>
    <p:sldId id="269" r:id="rId15"/>
    <p:sldId id="270" r:id="rId1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67" d="100"/>
          <a:sy n="67" d="100"/>
        </p:scale>
        <p:origin x="1392" y="6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CF83DE22-CCDD-484D-9FCE-F4A58E7CC957}" type="datetimeFigureOut">
              <a:rPr lang="en-US" smtClean="0"/>
              <a:pPr/>
              <a:t>2/19/2024</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40983B5-BB91-4634-A18B-FC962757F74E}" type="slidenum">
              <a:rPr lang="en-US" smtClean="0"/>
              <a:pPr/>
              <a:t>‹#›</a:t>
            </a:fld>
            <a:endParaRPr lang="en-US"/>
          </a:p>
        </p:txBody>
      </p:sp>
    </p:spTree>
    <p:extLst>
      <p:ext uri="{BB962C8B-B14F-4D97-AF65-F5344CB8AC3E}">
        <p14:creationId xmlns:p14="http://schemas.microsoft.com/office/powerpoint/2010/main" val="225461005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0178" name="Rectangle 9"/>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eaLnBrk="0" hangingPunct="0">
              <a:tabLst>
                <a:tab pos="457200" algn="l"/>
                <a:tab pos="914400" algn="l"/>
                <a:tab pos="1371600" algn="l"/>
                <a:tab pos="1828800" algn="l"/>
                <a:tab pos="2286000" algn="l"/>
                <a:tab pos="2743200" algn="l"/>
              </a:tabLst>
              <a:defRPr sz="2400">
                <a:solidFill>
                  <a:schemeClr val="bg1"/>
                </a:solidFill>
                <a:latin typeface="Arial" charset="0"/>
                <a:ea typeface="ＭＳ Ｐゴシック" charset="-128"/>
              </a:defRPr>
            </a:lvl1pPr>
            <a:lvl2pPr eaLnBrk="0" hangingPunct="0">
              <a:tabLst>
                <a:tab pos="457200" algn="l"/>
                <a:tab pos="914400" algn="l"/>
                <a:tab pos="1371600" algn="l"/>
                <a:tab pos="1828800" algn="l"/>
                <a:tab pos="2286000" algn="l"/>
                <a:tab pos="2743200" algn="l"/>
              </a:tabLst>
              <a:defRPr sz="2400">
                <a:solidFill>
                  <a:schemeClr val="bg1"/>
                </a:solidFill>
                <a:latin typeface="Arial" charset="0"/>
                <a:ea typeface="ＭＳ Ｐゴシック" charset="-128"/>
              </a:defRPr>
            </a:lvl2pPr>
            <a:lvl3pPr eaLnBrk="0" hangingPunct="0">
              <a:tabLst>
                <a:tab pos="457200" algn="l"/>
                <a:tab pos="914400" algn="l"/>
                <a:tab pos="1371600" algn="l"/>
                <a:tab pos="1828800" algn="l"/>
                <a:tab pos="2286000" algn="l"/>
                <a:tab pos="2743200" algn="l"/>
              </a:tabLst>
              <a:defRPr sz="2400">
                <a:solidFill>
                  <a:schemeClr val="bg1"/>
                </a:solidFill>
                <a:latin typeface="Arial" charset="0"/>
                <a:ea typeface="ＭＳ Ｐゴシック" charset="-128"/>
              </a:defRPr>
            </a:lvl3pPr>
            <a:lvl4pPr eaLnBrk="0" hangingPunct="0">
              <a:tabLst>
                <a:tab pos="457200" algn="l"/>
                <a:tab pos="914400" algn="l"/>
                <a:tab pos="1371600" algn="l"/>
                <a:tab pos="1828800" algn="l"/>
                <a:tab pos="2286000" algn="l"/>
                <a:tab pos="2743200" algn="l"/>
              </a:tabLst>
              <a:defRPr sz="2400">
                <a:solidFill>
                  <a:schemeClr val="bg1"/>
                </a:solidFill>
                <a:latin typeface="Arial" charset="0"/>
                <a:ea typeface="ＭＳ Ｐゴシック" charset="-128"/>
              </a:defRPr>
            </a:lvl4pPr>
            <a:lvl5pPr eaLnBrk="0" hangingPunct="0">
              <a:tabLst>
                <a:tab pos="457200" algn="l"/>
                <a:tab pos="914400" algn="l"/>
                <a:tab pos="1371600" algn="l"/>
                <a:tab pos="1828800" algn="l"/>
                <a:tab pos="2286000" algn="l"/>
                <a:tab pos="2743200" algn="l"/>
              </a:tabLst>
              <a:defRPr sz="2400">
                <a:solidFill>
                  <a:schemeClr val="bg1"/>
                </a:solidFill>
                <a:latin typeface="Arial" charset="0"/>
                <a:ea typeface="ＭＳ Ｐゴシック" charset="-128"/>
              </a:defRPr>
            </a:lvl5pPr>
            <a:lvl6pPr marL="2514600" indent="-228600" defTabSz="457200" eaLnBrk="0" fontAlgn="base" hangingPunct="0">
              <a:spcBef>
                <a:spcPct val="0"/>
              </a:spcBef>
              <a:spcAft>
                <a:spcPct val="0"/>
              </a:spcAft>
              <a:buClr>
                <a:srgbClr val="000000"/>
              </a:buClr>
              <a:buSzPct val="100000"/>
              <a:buFont typeface="Times New Roman" pitchFamily="16" charset="0"/>
              <a:tabLst>
                <a:tab pos="457200" algn="l"/>
                <a:tab pos="914400" algn="l"/>
                <a:tab pos="1371600" algn="l"/>
                <a:tab pos="1828800" algn="l"/>
                <a:tab pos="2286000" algn="l"/>
                <a:tab pos="2743200" algn="l"/>
              </a:tabLst>
              <a:defRPr sz="2400">
                <a:solidFill>
                  <a:schemeClr val="bg1"/>
                </a:solidFill>
                <a:latin typeface="Arial" charset="0"/>
                <a:ea typeface="ＭＳ Ｐゴシック" charset="-128"/>
              </a:defRPr>
            </a:lvl6pPr>
            <a:lvl7pPr marL="2971800" indent="-228600" defTabSz="457200" eaLnBrk="0" fontAlgn="base" hangingPunct="0">
              <a:spcBef>
                <a:spcPct val="0"/>
              </a:spcBef>
              <a:spcAft>
                <a:spcPct val="0"/>
              </a:spcAft>
              <a:buClr>
                <a:srgbClr val="000000"/>
              </a:buClr>
              <a:buSzPct val="100000"/>
              <a:buFont typeface="Times New Roman" pitchFamily="16" charset="0"/>
              <a:tabLst>
                <a:tab pos="457200" algn="l"/>
                <a:tab pos="914400" algn="l"/>
                <a:tab pos="1371600" algn="l"/>
                <a:tab pos="1828800" algn="l"/>
                <a:tab pos="2286000" algn="l"/>
                <a:tab pos="2743200" algn="l"/>
              </a:tabLst>
              <a:defRPr sz="2400">
                <a:solidFill>
                  <a:schemeClr val="bg1"/>
                </a:solidFill>
                <a:latin typeface="Arial" charset="0"/>
                <a:ea typeface="ＭＳ Ｐゴシック" charset="-128"/>
              </a:defRPr>
            </a:lvl7pPr>
            <a:lvl8pPr marL="3429000" indent="-228600" defTabSz="457200" eaLnBrk="0" fontAlgn="base" hangingPunct="0">
              <a:spcBef>
                <a:spcPct val="0"/>
              </a:spcBef>
              <a:spcAft>
                <a:spcPct val="0"/>
              </a:spcAft>
              <a:buClr>
                <a:srgbClr val="000000"/>
              </a:buClr>
              <a:buSzPct val="100000"/>
              <a:buFont typeface="Times New Roman" pitchFamily="16" charset="0"/>
              <a:tabLst>
                <a:tab pos="457200" algn="l"/>
                <a:tab pos="914400" algn="l"/>
                <a:tab pos="1371600" algn="l"/>
                <a:tab pos="1828800" algn="l"/>
                <a:tab pos="2286000" algn="l"/>
                <a:tab pos="2743200" algn="l"/>
              </a:tabLst>
              <a:defRPr sz="2400">
                <a:solidFill>
                  <a:schemeClr val="bg1"/>
                </a:solidFill>
                <a:latin typeface="Arial" charset="0"/>
                <a:ea typeface="ＭＳ Ｐゴシック" charset="-128"/>
              </a:defRPr>
            </a:lvl8pPr>
            <a:lvl9pPr marL="3886200" indent="-228600" defTabSz="457200" eaLnBrk="0" fontAlgn="base" hangingPunct="0">
              <a:spcBef>
                <a:spcPct val="0"/>
              </a:spcBef>
              <a:spcAft>
                <a:spcPct val="0"/>
              </a:spcAft>
              <a:buClr>
                <a:srgbClr val="000000"/>
              </a:buClr>
              <a:buSzPct val="100000"/>
              <a:buFont typeface="Times New Roman" pitchFamily="16" charset="0"/>
              <a:tabLst>
                <a:tab pos="457200" algn="l"/>
                <a:tab pos="914400" algn="l"/>
                <a:tab pos="1371600" algn="l"/>
                <a:tab pos="1828800" algn="l"/>
                <a:tab pos="2286000" algn="l"/>
                <a:tab pos="2743200" algn="l"/>
              </a:tabLst>
              <a:defRPr sz="2400">
                <a:solidFill>
                  <a:schemeClr val="bg1"/>
                </a:solidFill>
                <a:latin typeface="Arial" charset="0"/>
                <a:ea typeface="ＭＳ Ｐゴシック" charset="-128"/>
              </a:defRPr>
            </a:lvl9pPr>
          </a:lstStyle>
          <a:p>
            <a:pPr eaLnBrk="1" hangingPunct="1"/>
            <a:fld id="{5654013A-68CD-4810-BDE3-BE3217239CB1}" type="slidenum">
              <a:rPr lang="en-AU" sz="1200">
                <a:solidFill>
                  <a:srgbClr val="000000"/>
                </a:solidFill>
                <a:latin typeface="Times New Roman" pitchFamily="16" charset="0"/>
              </a:rPr>
              <a:pPr eaLnBrk="1" hangingPunct="1"/>
              <a:t>2</a:t>
            </a:fld>
            <a:endParaRPr lang="en-AU" sz="1200">
              <a:solidFill>
                <a:srgbClr val="000000"/>
              </a:solidFill>
              <a:latin typeface="Times New Roman" pitchFamily="16" charset="0"/>
            </a:endParaRPr>
          </a:p>
        </p:txBody>
      </p:sp>
      <p:sp>
        <p:nvSpPr>
          <p:cNvPr id="50179" name="Text Box 1"/>
          <p:cNvSpPr txBox="1">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charset="0"/>
                <a:ea typeface="ＭＳ Ｐゴシック" charset="-128"/>
              </a:defRPr>
            </a:lvl1pPr>
            <a:lvl2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charset="0"/>
                <a:ea typeface="ＭＳ Ｐゴシック" charset="-128"/>
              </a:defRPr>
            </a:lvl2pPr>
            <a:lvl3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charset="0"/>
                <a:ea typeface="ＭＳ Ｐゴシック" charset="-128"/>
              </a:defRPr>
            </a:lvl3pPr>
            <a:lvl4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charset="0"/>
                <a:ea typeface="ＭＳ Ｐゴシック" charset="-128"/>
              </a:defRPr>
            </a:lvl4pPr>
            <a:lvl5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charset="0"/>
                <a:ea typeface="ＭＳ Ｐゴシック" charset="-128"/>
              </a:defRPr>
            </a:lvl5pPr>
            <a:lvl6pPr marL="2514600" indent="-228600" defTabSz="457200" eaLnBrk="0" fontAlgn="base" hangingPunct="0">
              <a:spcBef>
                <a:spcPct val="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charset="0"/>
                <a:ea typeface="ＭＳ Ｐゴシック" charset="-128"/>
              </a:defRPr>
            </a:lvl6pPr>
            <a:lvl7pPr marL="2971800" indent="-228600" defTabSz="457200" eaLnBrk="0" fontAlgn="base" hangingPunct="0">
              <a:spcBef>
                <a:spcPct val="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charset="0"/>
                <a:ea typeface="ＭＳ Ｐゴシック" charset="-128"/>
              </a:defRPr>
            </a:lvl7pPr>
            <a:lvl8pPr marL="3429000" indent="-228600" defTabSz="457200" eaLnBrk="0" fontAlgn="base" hangingPunct="0">
              <a:spcBef>
                <a:spcPct val="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charset="0"/>
                <a:ea typeface="ＭＳ Ｐゴシック" charset="-128"/>
              </a:defRPr>
            </a:lvl8pPr>
            <a:lvl9pPr marL="3886200" indent="-228600" defTabSz="457200" eaLnBrk="0" fontAlgn="base" hangingPunct="0">
              <a:spcBef>
                <a:spcPct val="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charset="0"/>
                <a:ea typeface="ＭＳ Ｐゴシック" charset="-128"/>
              </a:defRPr>
            </a:lvl9pPr>
          </a:lstStyle>
          <a:p>
            <a:pPr algn="r" eaLnBrk="1" hangingPunct="1">
              <a:buClrTx/>
              <a:buFontTx/>
              <a:buNone/>
            </a:pPr>
            <a:fld id="{4B8C55CC-BC02-47BE-A409-363365FC785D}" type="slidenum">
              <a:rPr lang="en-AU" sz="1200">
                <a:solidFill>
                  <a:srgbClr val="FFFFFF"/>
                </a:solidFill>
              </a:rPr>
              <a:pPr algn="r" eaLnBrk="1" hangingPunct="1">
                <a:buClrTx/>
                <a:buFontTx/>
                <a:buNone/>
              </a:pPr>
              <a:t>2</a:t>
            </a:fld>
            <a:endParaRPr lang="en-AU" sz="1200">
              <a:solidFill>
                <a:srgbClr val="FFFFFF"/>
              </a:solidFill>
            </a:endParaRPr>
          </a:p>
        </p:txBody>
      </p:sp>
      <p:sp>
        <p:nvSpPr>
          <p:cNvPr id="50180" name="Rectangle 2"/>
          <p:cNvSpPr txBox="1">
            <a:spLocks noGrp="1" noRot="1" noChangeAspect="1" noChangeArrowheads="1" noTextEdit="1"/>
          </p:cNvSpPr>
          <p:nvPr>
            <p:ph type="sldImg"/>
          </p:nvPr>
        </p:nvSpPr>
        <p:spPr>
          <a:xfrm>
            <a:off x="1143000" y="685800"/>
            <a:ext cx="4572000" cy="342900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50181" name="Text Box 3"/>
          <p:cNvSpPr txBox="1">
            <a:spLocks noChangeArrowheads="1"/>
          </p:cNvSpPr>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charset="0"/>
                <a:ea typeface="ＭＳ Ｐゴシック" charset="-128"/>
              </a:defRPr>
            </a:lvl1pPr>
            <a:lvl2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charset="0"/>
                <a:ea typeface="ＭＳ Ｐゴシック" charset="-128"/>
              </a:defRPr>
            </a:lvl2pPr>
            <a:lvl3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charset="0"/>
                <a:ea typeface="ＭＳ Ｐゴシック" charset="-128"/>
              </a:defRPr>
            </a:lvl3pPr>
            <a:lvl4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charset="0"/>
                <a:ea typeface="ＭＳ Ｐゴシック" charset="-128"/>
              </a:defRPr>
            </a:lvl4pPr>
            <a:lvl5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charset="0"/>
                <a:ea typeface="ＭＳ Ｐゴシック" charset="-128"/>
              </a:defRPr>
            </a:lvl5pPr>
            <a:lvl6pPr marL="2514600" indent="-228600" defTabSz="457200" eaLnBrk="0" fontAlgn="base" hangingPunct="0">
              <a:spcBef>
                <a:spcPct val="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charset="0"/>
                <a:ea typeface="ＭＳ Ｐゴシック" charset="-128"/>
              </a:defRPr>
            </a:lvl6pPr>
            <a:lvl7pPr marL="2971800" indent="-228600" defTabSz="457200" eaLnBrk="0" fontAlgn="base" hangingPunct="0">
              <a:spcBef>
                <a:spcPct val="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charset="0"/>
                <a:ea typeface="ＭＳ Ｐゴシック" charset="-128"/>
              </a:defRPr>
            </a:lvl7pPr>
            <a:lvl8pPr marL="3429000" indent="-228600" defTabSz="457200" eaLnBrk="0" fontAlgn="base" hangingPunct="0">
              <a:spcBef>
                <a:spcPct val="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charset="0"/>
                <a:ea typeface="ＭＳ Ｐゴシック" charset="-128"/>
              </a:defRPr>
            </a:lvl8pPr>
            <a:lvl9pPr marL="3886200" indent="-228600" defTabSz="457200" eaLnBrk="0" fontAlgn="base" hangingPunct="0">
              <a:spcBef>
                <a:spcPct val="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charset="0"/>
                <a:ea typeface="ＭＳ Ｐゴシック" charset="-128"/>
              </a:defRPr>
            </a:lvl9pPr>
          </a:lstStyle>
          <a:p>
            <a:pPr eaLnBrk="1" hangingPunct="1">
              <a:spcBef>
                <a:spcPts val="450"/>
              </a:spcBef>
              <a:buClrTx/>
              <a:buFontTx/>
              <a:buNone/>
            </a:pPr>
            <a:r>
              <a:rPr lang="en-US" sz="1200">
                <a:solidFill>
                  <a:srgbClr val="000000"/>
                </a:solidFill>
                <a:cs typeface="Arial" charset="0"/>
              </a:rPr>
              <a:t>This chapter continues our overview of public-key cryptography systems (PKCSs), and begins with a description of one of the earliest and simplest PKCS, Diffie-Hellman key exchange. This first published public-key algorithm appeared in the seminal paper by Diffie and Hellman that defined public-key cryptography [DIFF76b] and is generally referred to as Diffie-Hellman key exchange. </a:t>
            </a:r>
            <a:r>
              <a:rPr lang="en-AU" sz="1200">
                <a:solidFill>
                  <a:srgbClr val="000000"/>
                </a:solidFill>
                <a:cs typeface="Arial" charset="0"/>
              </a:rPr>
              <a:t>The concept had been previously described in a classified report in 1970 by </a:t>
            </a:r>
            <a:r>
              <a:rPr lang="en-US" sz="1200">
                <a:solidFill>
                  <a:srgbClr val="000000"/>
                </a:solidFill>
                <a:cs typeface="Arial" charset="0"/>
              </a:rPr>
              <a:t>Williamson</a:t>
            </a:r>
            <a:r>
              <a:rPr lang="en-AU" sz="1200">
                <a:solidFill>
                  <a:srgbClr val="000000"/>
                </a:solidFill>
                <a:cs typeface="Arial" charset="0"/>
              </a:rPr>
              <a:t> (UK CESG) - and subsequently declassified in 1987, see</a:t>
            </a:r>
            <a:r>
              <a:rPr lang="en-US" sz="1200">
                <a:solidFill>
                  <a:srgbClr val="000000"/>
                </a:solidFill>
                <a:cs typeface="Arial" charset="0"/>
              </a:rPr>
              <a:t> [ELLI99]. The purpose of the algorithm is to enable two users to securely exchange a key that can then be used for subsequent encryption of messages. The algorithm itself is limited to the exchange of secret values.  A number of commercial products employ this key exchange technique. </a:t>
            </a:r>
          </a:p>
        </p:txBody>
      </p:sp>
    </p:spTree>
    <p:extLst>
      <p:ext uri="{BB962C8B-B14F-4D97-AF65-F5344CB8AC3E}">
        <p14:creationId xmlns:p14="http://schemas.microsoft.com/office/powerpoint/2010/main" val="87787097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2226" name="Rectangle 9"/>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eaLnBrk="0" hangingPunct="0">
              <a:tabLst>
                <a:tab pos="457200" algn="l"/>
                <a:tab pos="914400" algn="l"/>
                <a:tab pos="1371600" algn="l"/>
                <a:tab pos="1828800" algn="l"/>
                <a:tab pos="2286000" algn="l"/>
                <a:tab pos="2743200" algn="l"/>
              </a:tabLst>
              <a:defRPr sz="2400">
                <a:solidFill>
                  <a:schemeClr val="bg1"/>
                </a:solidFill>
                <a:latin typeface="Arial" charset="0"/>
                <a:ea typeface="ＭＳ Ｐゴシック" charset="-128"/>
              </a:defRPr>
            </a:lvl1pPr>
            <a:lvl2pPr eaLnBrk="0" hangingPunct="0">
              <a:tabLst>
                <a:tab pos="457200" algn="l"/>
                <a:tab pos="914400" algn="l"/>
                <a:tab pos="1371600" algn="l"/>
                <a:tab pos="1828800" algn="l"/>
                <a:tab pos="2286000" algn="l"/>
                <a:tab pos="2743200" algn="l"/>
              </a:tabLst>
              <a:defRPr sz="2400">
                <a:solidFill>
                  <a:schemeClr val="bg1"/>
                </a:solidFill>
                <a:latin typeface="Arial" charset="0"/>
                <a:ea typeface="ＭＳ Ｐゴシック" charset="-128"/>
              </a:defRPr>
            </a:lvl2pPr>
            <a:lvl3pPr eaLnBrk="0" hangingPunct="0">
              <a:tabLst>
                <a:tab pos="457200" algn="l"/>
                <a:tab pos="914400" algn="l"/>
                <a:tab pos="1371600" algn="l"/>
                <a:tab pos="1828800" algn="l"/>
                <a:tab pos="2286000" algn="l"/>
                <a:tab pos="2743200" algn="l"/>
              </a:tabLst>
              <a:defRPr sz="2400">
                <a:solidFill>
                  <a:schemeClr val="bg1"/>
                </a:solidFill>
                <a:latin typeface="Arial" charset="0"/>
                <a:ea typeface="ＭＳ Ｐゴシック" charset="-128"/>
              </a:defRPr>
            </a:lvl3pPr>
            <a:lvl4pPr eaLnBrk="0" hangingPunct="0">
              <a:tabLst>
                <a:tab pos="457200" algn="l"/>
                <a:tab pos="914400" algn="l"/>
                <a:tab pos="1371600" algn="l"/>
                <a:tab pos="1828800" algn="l"/>
                <a:tab pos="2286000" algn="l"/>
                <a:tab pos="2743200" algn="l"/>
              </a:tabLst>
              <a:defRPr sz="2400">
                <a:solidFill>
                  <a:schemeClr val="bg1"/>
                </a:solidFill>
                <a:latin typeface="Arial" charset="0"/>
                <a:ea typeface="ＭＳ Ｐゴシック" charset="-128"/>
              </a:defRPr>
            </a:lvl4pPr>
            <a:lvl5pPr eaLnBrk="0" hangingPunct="0">
              <a:tabLst>
                <a:tab pos="457200" algn="l"/>
                <a:tab pos="914400" algn="l"/>
                <a:tab pos="1371600" algn="l"/>
                <a:tab pos="1828800" algn="l"/>
                <a:tab pos="2286000" algn="l"/>
                <a:tab pos="2743200" algn="l"/>
              </a:tabLst>
              <a:defRPr sz="2400">
                <a:solidFill>
                  <a:schemeClr val="bg1"/>
                </a:solidFill>
                <a:latin typeface="Arial" charset="0"/>
                <a:ea typeface="ＭＳ Ｐゴシック" charset="-128"/>
              </a:defRPr>
            </a:lvl5pPr>
            <a:lvl6pPr marL="2514600" indent="-228600" defTabSz="457200" eaLnBrk="0" fontAlgn="base" hangingPunct="0">
              <a:spcBef>
                <a:spcPct val="0"/>
              </a:spcBef>
              <a:spcAft>
                <a:spcPct val="0"/>
              </a:spcAft>
              <a:buClr>
                <a:srgbClr val="000000"/>
              </a:buClr>
              <a:buSzPct val="100000"/>
              <a:buFont typeface="Times New Roman" pitchFamily="16" charset="0"/>
              <a:tabLst>
                <a:tab pos="457200" algn="l"/>
                <a:tab pos="914400" algn="l"/>
                <a:tab pos="1371600" algn="l"/>
                <a:tab pos="1828800" algn="l"/>
                <a:tab pos="2286000" algn="l"/>
                <a:tab pos="2743200" algn="l"/>
              </a:tabLst>
              <a:defRPr sz="2400">
                <a:solidFill>
                  <a:schemeClr val="bg1"/>
                </a:solidFill>
                <a:latin typeface="Arial" charset="0"/>
                <a:ea typeface="ＭＳ Ｐゴシック" charset="-128"/>
              </a:defRPr>
            </a:lvl6pPr>
            <a:lvl7pPr marL="2971800" indent="-228600" defTabSz="457200" eaLnBrk="0" fontAlgn="base" hangingPunct="0">
              <a:spcBef>
                <a:spcPct val="0"/>
              </a:spcBef>
              <a:spcAft>
                <a:spcPct val="0"/>
              </a:spcAft>
              <a:buClr>
                <a:srgbClr val="000000"/>
              </a:buClr>
              <a:buSzPct val="100000"/>
              <a:buFont typeface="Times New Roman" pitchFamily="16" charset="0"/>
              <a:tabLst>
                <a:tab pos="457200" algn="l"/>
                <a:tab pos="914400" algn="l"/>
                <a:tab pos="1371600" algn="l"/>
                <a:tab pos="1828800" algn="l"/>
                <a:tab pos="2286000" algn="l"/>
                <a:tab pos="2743200" algn="l"/>
              </a:tabLst>
              <a:defRPr sz="2400">
                <a:solidFill>
                  <a:schemeClr val="bg1"/>
                </a:solidFill>
                <a:latin typeface="Arial" charset="0"/>
                <a:ea typeface="ＭＳ Ｐゴシック" charset="-128"/>
              </a:defRPr>
            </a:lvl7pPr>
            <a:lvl8pPr marL="3429000" indent="-228600" defTabSz="457200" eaLnBrk="0" fontAlgn="base" hangingPunct="0">
              <a:spcBef>
                <a:spcPct val="0"/>
              </a:spcBef>
              <a:spcAft>
                <a:spcPct val="0"/>
              </a:spcAft>
              <a:buClr>
                <a:srgbClr val="000000"/>
              </a:buClr>
              <a:buSzPct val="100000"/>
              <a:buFont typeface="Times New Roman" pitchFamily="16" charset="0"/>
              <a:tabLst>
                <a:tab pos="457200" algn="l"/>
                <a:tab pos="914400" algn="l"/>
                <a:tab pos="1371600" algn="l"/>
                <a:tab pos="1828800" algn="l"/>
                <a:tab pos="2286000" algn="l"/>
                <a:tab pos="2743200" algn="l"/>
              </a:tabLst>
              <a:defRPr sz="2400">
                <a:solidFill>
                  <a:schemeClr val="bg1"/>
                </a:solidFill>
                <a:latin typeface="Arial" charset="0"/>
                <a:ea typeface="ＭＳ Ｐゴシック" charset="-128"/>
              </a:defRPr>
            </a:lvl8pPr>
            <a:lvl9pPr marL="3886200" indent="-228600" defTabSz="457200" eaLnBrk="0" fontAlgn="base" hangingPunct="0">
              <a:spcBef>
                <a:spcPct val="0"/>
              </a:spcBef>
              <a:spcAft>
                <a:spcPct val="0"/>
              </a:spcAft>
              <a:buClr>
                <a:srgbClr val="000000"/>
              </a:buClr>
              <a:buSzPct val="100000"/>
              <a:buFont typeface="Times New Roman" pitchFamily="16" charset="0"/>
              <a:tabLst>
                <a:tab pos="457200" algn="l"/>
                <a:tab pos="914400" algn="l"/>
                <a:tab pos="1371600" algn="l"/>
                <a:tab pos="1828800" algn="l"/>
                <a:tab pos="2286000" algn="l"/>
                <a:tab pos="2743200" algn="l"/>
              </a:tabLst>
              <a:defRPr sz="2400">
                <a:solidFill>
                  <a:schemeClr val="bg1"/>
                </a:solidFill>
                <a:latin typeface="Arial" charset="0"/>
                <a:ea typeface="ＭＳ Ｐゴシック" charset="-128"/>
              </a:defRPr>
            </a:lvl9pPr>
          </a:lstStyle>
          <a:p>
            <a:pPr eaLnBrk="1" hangingPunct="1"/>
            <a:fld id="{4D7F1940-D2F3-4BAB-B503-920C019BBD3A}" type="slidenum">
              <a:rPr lang="en-AU" sz="1200">
                <a:solidFill>
                  <a:srgbClr val="000000"/>
                </a:solidFill>
                <a:latin typeface="Times New Roman" pitchFamily="16" charset="0"/>
              </a:rPr>
              <a:pPr eaLnBrk="1" hangingPunct="1"/>
              <a:t>4</a:t>
            </a:fld>
            <a:endParaRPr lang="en-AU" sz="1200">
              <a:solidFill>
                <a:srgbClr val="000000"/>
              </a:solidFill>
              <a:latin typeface="Times New Roman" pitchFamily="16" charset="0"/>
            </a:endParaRPr>
          </a:p>
        </p:txBody>
      </p:sp>
      <p:sp>
        <p:nvSpPr>
          <p:cNvPr id="52227" name="Text Box 1"/>
          <p:cNvSpPr txBox="1">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charset="0"/>
                <a:ea typeface="ＭＳ Ｐゴシック" charset="-128"/>
              </a:defRPr>
            </a:lvl1pPr>
            <a:lvl2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charset="0"/>
                <a:ea typeface="ＭＳ Ｐゴシック" charset="-128"/>
              </a:defRPr>
            </a:lvl2pPr>
            <a:lvl3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charset="0"/>
                <a:ea typeface="ＭＳ Ｐゴシック" charset="-128"/>
              </a:defRPr>
            </a:lvl3pPr>
            <a:lvl4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charset="0"/>
                <a:ea typeface="ＭＳ Ｐゴシック" charset="-128"/>
              </a:defRPr>
            </a:lvl4pPr>
            <a:lvl5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charset="0"/>
                <a:ea typeface="ＭＳ Ｐゴシック" charset="-128"/>
              </a:defRPr>
            </a:lvl5pPr>
            <a:lvl6pPr marL="2514600" indent="-228600" defTabSz="457200" eaLnBrk="0" fontAlgn="base" hangingPunct="0">
              <a:spcBef>
                <a:spcPct val="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charset="0"/>
                <a:ea typeface="ＭＳ Ｐゴシック" charset="-128"/>
              </a:defRPr>
            </a:lvl6pPr>
            <a:lvl7pPr marL="2971800" indent="-228600" defTabSz="457200" eaLnBrk="0" fontAlgn="base" hangingPunct="0">
              <a:spcBef>
                <a:spcPct val="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charset="0"/>
                <a:ea typeface="ＭＳ Ｐゴシック" charset="-128"/>
              </a:defRPr>
            </a:lvl7pPr>
            <a:lvl8pPr marL="3429000" indent="-228600" defTabSz="457200" eaLnBrk="0" fontAlgn="base" hangingPunct="0">
              <a:spcBef>
                <a:spcPct val="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charset="0"/>
                <a:ea typeface="ＭＳ Ｐゴシック" charset="-128"/>
              </a:defRPr>
            </a:lvl8pPr>
            <a:lvl9pPr marL="3886200" indent="-228600" defTabSz="457200" eaLnBrk="0" fontAlgn="base" hangingPunct="0">
              <a:spcBef>
                <a:spcPct val="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charset="0"/>
                <a:ea typeface="ＭＳ Ｐゴシック" charset="-128"/>
              </a:defRPr>
            </a:lvl9pPr>
          </a:lstStyle>
          <a:p>
            <a:pPr algn="r" eaLnBrk="1" hangingPunct="1">
              <a:buClrTx/>
              <a:buFontTx/>
              <a:buNone/>
            </a:pPr>
            <a:fld id="{17833C5B-E03D-4D6D-9AB7-02CDAB30CFEA}" type="slidenum">
              <a:rPr lang="en-AU" sz="1200">
                <a:solidFill>
                  <a:srgbClr val="FFFFFF"/>
                </a:solidFill>
              </a:rPr>
              <a:pPr algn="r" eaLnBrk="1" hangingPunct="1">
                <a:buClrTx/>
                <a:buFontTx/>
                <a:buNone/>
              </a:pPr>
              <a:t>4</a:t>
            </a:fld>
            <a:endParaRPr lang="en-AU" sz="1200">
              <a:solidFill>
                <a:srgbClr val="FFFFFF"/>
              </a:solidFill>
            </a:endParaRPr>
          </a:p>
        </p:txBody>
      </p:sp>
      <p:sp>
        <p:nvSpPr>
          <p:cNvPr id="52228" name="Rectangle 2"/>
          <p:cNvSpPr txBox="1">
            <a:spLocks noGrp="1" noRot="1" noChangeAspect="1" noChangeArrowheads="1" noTextEdit="1"/>
          </p:cNvSpPr>
          <p:nvPr>
            <p:ph type="sldImg"/>
          </p:nvPr>
        </p:nvSpPr>
        <p:spPr>
          <a:xfrm>
            <a:off x="1143000" y="685800"/>
            <a:ext cx="4572000" cy="342900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52229" name="Text Box 3"/>
          <p:cNvSpPr txBox="1">
            <a:spLocks noChangeArrowheads="1"/>
          </p:cNvSpPr>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charset="0"/>
                <a:ea typeface="ＭＳ Ｐゴシック" charset="-128"/>
              </a:defRPr>
            </a:lvl1pPr>
            <a:lvl2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charset="0"/>
                <a:ea typeface="ＭＳ Ｐゴシック" charset="-128"/>
              </a:defRPr>
            </a:lvl2pPr>
            <a:lvl3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charset="0"/>
                <a:ea typeface="ＭＳ Ｐゴシック" charset="-128"/>
              </a:defRPr>
            </a:lvl3pPr>
            <a:lvl4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charset="0"/>
                <a:ea typeface="ＭＳ Ｐゴシック" charset="-128"/>
              </a:defRPr>
            </a:lvl4pPr>
            <a:lvl5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charset="0"/>
                <a:ea typeface="ＭＳ Ｐゴシック" charset="-128"/>
              </a:defRPr>
            </a:lvl5pPr>
            <a:lvl6pPr marL="2514600" indent="-228600" defTabSz="457200" eaLnBrk="0" fontAlgn="base" hangingPunct="0">
              <a:spcBef>
                <a:spcPct val="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charset="0"/>
                <a:ea typeface="ＭＳ Ｐゴシック" charset="-128"/>
              </a:defRPr>
            </a:lvl6pPr>
            <a:lvl7pPr marL="2971800" indent="-228600" defTabSz="457200" eaLnBrk="0" fontAlgn="base" hangingPunct="0">
              <a:spcBef>
                <a:spcPct val="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charset="0"/>
                <a:ea typeface="ＭＳ Ｐゴシック" charset="-128"/>
              </a:defRPr>
            </a:lvl7pPr>
            <a:lvl8pPr marL="3429000" indent="-228600" defTabSz="457200" eaLnBrk="0" fontAlgn="base" hangingPunct="0">
              <a:spcBef>
                <a:spcPct val="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charset="0"/>
                <a:ea typeface="ＭＳ Ｐゴシック" charset="-128"/>
              </a:defRPr>
            </a:lvl8pPr>
            <a:lvl9pPr marL="3886200" indent="-228600" defTabSz="457200" eaLnBrk="0" fontAlgn="base" hangingPunct="0">
              <a:spcBef>
                <a:spcPct val="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charset="0"/>
                <a:ea typeface="ＭＳ Ｐゴシック" charset="-128"/>
              </a:defRPr>
            </a:lvl9pPr>
          </a:lstStyle>
          <a:p>
            <a:pPr eaLnBrk="1" hangingPunct="1">
              <a:spcBef>
                <a:spcPts val="450"/>
              </a:spcBef>
              <a:buClrTx/>
              <a:buFontTx/>
              <a:buNone/>
            </a:pPr>
            <a:r>
              <a:rPr lang="en-US" sz="1200">
                <a:solidFill>
                  <a:srgbClr val="000000"/>
                </a:solidFill>
                <a:cs typeface="Arial" charset="0"/>
              </a:rPr>
              <a:t>The purpose of the algorithm is to enable two users to securely exchange a key that can then be used for subsequent encryption of messages. The algorithm itself is limited to the exchange of secret values, which depends on the value of the public/private keys of the participants. The Diffie-Hellman algorithm uses </a:t>
            </a:r>
            <a:r>
              <a:rPr lang="en-AU" sz="1200">
                <a:solidFill>
                  <a:srgbClr val="000000"/>
                </a:solidFill>
                <a:cs typeface="Arial" charset="0"/>
              </a:rPr>
              <a:t>exponentiation in a finite (Galois) field (modulo a prime or a polynomial), and </a:t>
            </a:r>
            <a:r>
              <a:rPr lang="en-US" sz="1200">
                <a:solidFill>
                  <a:srgbClr val="000000"/>
                </a:solidFill>
                <a:cs typeface="Arial" charset="0"/>
              </a:rPr>
              <a:t>depends for its effectiveness on the difficulty of computing discrete logarithms. </a:t>
            </a:r>
          </a:p>
        </p:txBody>
      </p:sp>
    </p:spTree>
    <p:extLst>
      <p:ext uri="{BB962C8B-B14F-4D97-AF65-F5344CB8AC3E}">
        <p14:creationId xmlns:p14="http://schemas.microsoft.com/office/powerpoint/2010/main" val="6299322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3250" name="Rectangle 9"/>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eaLnBrk="0" hangingPunct="0">
              <a:tabLst>
                <a:tab pos="457200" algn="l"/>
                <a:tab pos="914400" algn="l"/>
                <a:tab pos="1371600" algn="l"/>
                <a:tab pos="1828800" algn="l"/>
                <a:tab pos="2286000" algn="l"/>
                <a:tab pos="2743200" algn="l"/>
              </a:tabLst>
              <a:defRPr sz="2400">
                <a:solidFill>
                  <a:schemeClr val="bg1"/>
                </a:solidFill>
                <a:latin typeface="Arial" charset="0"/>
                <a:ea typeface="ＭＳ Ｐゴシック" charset="-128"/>
              </a:defRPr>
            </a:lvl1pPr>
            <a:lvl2pPr eaLnBrk="0" hangingPunct="0">
              <a:tabLst>
                <a:tab pos="457200" algn="l"/>
                <a:tab pos="914400" algn="l"/>
                <a:tab pos="1371600" algn="l"/>
                <a:tab pos="1828800" algn="l"/>
                <a:tab pos="2286000" algn="l"/>
                <a:tab pos="2743200" algn="l"/>
              </a:tabLst>
              <a:defRPr sz="2400">
                <a:solidFill>
                  <a:schemeClr val="bg1"/>
                </a:solidFill>
                <a:latin typeface="Arial" charset="0"/>
                <a:ea typeface="ＭＳ Ｐゴシック" charset="-128"/>
              </a:defRPr>
            </a:lvl2pPr>
            <a:lvl3pPr eaLnBrk="0" hangingPunct="0">
              <a:tabLst>
                <a:tab pos="457200" algn="l"/>
                <a:tab pos="914400" algn="l"/>
                <a:tab pos="1371600" algn="l"/>
                <a:tab pos="1828800" algn="l"/>
                <a:tab pos="2286000" algn="l"/>
                <a:tab pos="2743200" algn="l"/>
              </a:tabLst>
              <a:defRPr sz="2400">
                <a:solidFill>
                  <a:schemeClr val="bg1"/>
                </a:solidFill>
                <a:latin typeface="Arial" charset="0"/>
                <a:ea typeface="ＭＳ Ｐゴシック" charset="-128"/>
              </a:defRPr>
            </a:lvl3pPr>
            <a:lvl4pPr eaLnBrk="0" hangingPunct="0">
              <a:tabLst>
                <a:tab pos="457200" algn="l"/>
                <a:tab pos="914400" algn="l"/>
                <a:tab pos="1371600" algn="l"/>
                <a:tab pos="1828800" algn="l"/>
                <a:tab pos="2286000" algn="l"/>
                <a:tab pos="2743200" algn="l"/>
              </a:tabLst>
              <a:defRPr sz="2400">
                <a:solidFill>
                  <a:schemeClr val="bg1"/>
                </a:solidFill>
                <a:latin typeface="Arial" charset="0"/>
                <a:ea typeface="ＭＳ Ｐゴシック" charset="-128"/>
              </a:defRPr>
            </a:lvl4pPr>
            <a:lvl5pPr eaLnBrk="0" hangingPunct="0">
              <a:tabLst>
                <a:tab pos="457200" algn="l"/>
                <a:tab pos="914400" algn="l"/>
                <a:tab pos="1371600" algn="l"/>
                <a:tab pos="1828800" algn="l"/>
                <a:tab pos="2286000" algn="l"/>
                <a:tab pos="2743200" algn="l"/>
              </a:tabLst>
              <a:defRPr sz="2400">
                <a:solidFill>
                  <a:schemeClr val="bg1"/>
                </a:solidFill>
                <a:latin typeface="Arial" charset="0"/>
                <a:ea typeface="ＭＳ Ｐゴシック" charset="-128"/>
              </a:defRPr>
            </a:lvl5pPr>
            <a:lvl6pPr marL="2514600" indent="-228600" defTabSz="457200" eaLnBrk="0" fontAlgn="base" hangingPunct="0">
              <a:spcBef>
                <a:spcPct val="0"/>
              </a:spcBef>
              <a:spcAft>
                <a:spcPct val="0"/>
              </a:spcAft>
              <a:buClr>
                <a:srgbClr val="000000"/>
              </a:buClr>
              <a:buSzPct val="100000"/>
              <a:buFont typeface="Times New Roman" pitchFamily="16" charset="0"/>
              <a:tabLst>
                <a:tab pos="457200" algn="l"/>
                <a:tab pos="914400" algn="l"/>
                <a:tab pos="1371600" algn="l"/>
                <a:tab pos="1828800" algn="l"/>
                <a:tab pos="2286000" algn="l"/>
                <a:tab pos="2743200" algn="l"/>
              </a:tabLst>
              <a:defRPr sz="2400">
                <a:solidFill>
                  <a:schemeClr val="bg1"/>
                </a:solidFill>
                <a:latin typeface="Arial" charset="0"/>
                <a:ea typeface="ＭＳ Ｐゴシック" charset="-128"/>
              </a:defRPr>
            </a:lvl6pPr>
            <a:lvl7pPr marL="2971800" indent="-228600" defTabSz="457200" eaLnBrk="0" fontAlgn="base" hangingPunct="0">
              <a:spcBef>
                <a:spcPct val="0"/>
              </a:spcBef>
              <a:spcAft>
                <a:spcPct val="0"/>
              </a:spcAft>
              <a:buClr>
                <a:srgbClr val="000000"/>
              </a:buClr>
              <a:buSzPct val="100000"/>
              <a:buFont typeface="Times New Roman" pitchFamily="16" charset="0"/>
              <a:tabLst>
                <a:tab pos="457200" algn="l"/>
                <a:tab pos="914400" algn="l"/>
                <a:tab pos="1371600" algn="l"/>
                <a:tab pos="1828800" algn="l"/>
                <a:tab pos="2286000" algn="l"/>
                <a:tab pos="2743200" algn="l"/>
              </a:tabLst>
              <a:defRPr sz="2400">
                <a:solidFill>
                  <a:schemeClr val="bg1"/>
                </a:solidFill>
                <a:latin typeface="Arial" charset="0"/>
                <a:ea typeface="ＭＳ Ｐゴシック" charset="-128"/>
              </a:defRPr>
            </a:lvl7pPr>
            <a:lvl8pPr marL="3429000" indent="-228600" defTabSz="457200" eaLnBrk="0" fontAlgn="base" hangingPunct="0">
              <a:spcBef>
                <a:spcPct val="0"/>
              </a:spcBef>
              <a:spcAft>
                <a:spcPct val="0"/>
              </a:spcAft>
              <a:buClr>
                <a:srgbClr val="000000"/>
              </a:buClr>
              <a:buSzPct val="100000"/>
              <a:buFont typeface="Times New Roman" pitchFamily="16" charset="0"/>
              <a:tabLst>
                <a:tab pos="457200" algn="l"/>
                <a:tab pos="914400" algn="l"/>
                <a:tab pos="1371600" algn="l"/>
                <a:tab pos="1828800" algn="l"/>
                <a:tab pos="2286000" algn="l"/>
                <a:tab pos="2743200" algn="l"/>
              </a:tabLst>
              <a:defRPr sz="2400">
                <a:solidFill>
                  <a:schemeClr val="bg1"/>
                </a:solidFill>
                <a:latin typeface="Arial" charset="0"/>
                <a:ea typeface="ＭＳ Ｐゴシック" charset="-128"/>
              </a:defRPr>
            </a:lvl8pPr>
            <a:lvl9pPr marL="3886200" indent="-228600" defTabSz="457200" eaLnBrk="0" fontAlgn="base" hangingPunct="0">
              <a:spcBef>
                <a:spcPct val="0"/>
              </a:spcBef>
              <a:spcAft>
                <a:spcPct val="0"/>
              </a:spcAft>
              <a:buClr>
                <a:srgbClr val="000000"/>
              </a:buClr>
              <a:buSzPct val="100000"/>
              <a:buFont typeface="Times New Roman" pitchFamily="16" charset="0"/>
              <a:tabLst>
                <a:tab pos="457200" algn="l"/>
                <a:tab pos="914400" algn="l"/>
                <a:tab pos="1371600" algn="l"/>
                <a:tab pos="1828800" algn="l"/>
                <a:tab pos="2286000" algn="l"/>
                <a:tab pos="2743200" algn="l"/>
              </a:tabLst>
              <a:defRPr sz="2400">
                <a:solidFill>
                  <a:schemeClr val="bg1"/>
                </a:solidFill>
                <a:latin typeface="Arial" charset="0"/>
                <a:ea typeface="ＭＳ Ｐゴシック" charset="-128"/>
              </a:defRPr>
            </a:lvl9pPr>
          </a:lstStyle>
          <a:p>
            <a:pPr eaLnBrk="1" hangingPunct="1"/>
            <a:fld id="{013E9B6A-180B-439D-B0DB-1214B2BDD1E1}" type="slidenum">
              <a:rPr lang="en-AU" sz="1200">
                <a:solidFill>
                  <a:srgbClr val="000000"/>
                </a:solidFill>
                <a:latin typeface="Times New Roman" pitchFamily="16" charset="0"/>
              </a:rPr>
              <a:pPr eaLnBrk="1" hangingPunct="1"/>
              <a:t>5</a:t>
            </a:fld>
            <a:endParaRPr lang="en-AU" sz="1200">
              <a:solidFill>
                <a:srgbClr val="000000"/>
              </a:solidFill>
              <a:latin typeface="Times New Roman" pitchFamily="16" charset="0"/>
            </a:endParaRPr>
          </a:p>
        </p:txBody>
      </p:sp>
      <p:sp>
        <p:nvSpPr>
          <p:cNvPr id="53251" name="Text Box 1"/>
          <p:cNvSpPr txBox="1">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charset="0"/>
                <a:ea typeface="ＭＳ Ｐゴシック" charset="-128"/>
              </a:defRPr>
            </a:lvl1pPr>
            <a:lvl2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charset="0"/>
                <a:ea typeface="ＭＳ Ｐゴシック" charset="-128"/>
              </a:defRPr>
            </a:lvl2pPr>
            <a:lvl3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charset="0"/>
                <a:ea typeface="ＭＳ Ｐゴシック" charset="-128"/>
              </a:defRPr>
            </a:lvl3pPr>
            <a:lvl4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charset="0"/>
                <a:ea typeface="ＭＳ Ｐゴシック" charset="-128"/>
              </a:defRPr>
            </a:lvl4pPr>
            <a:lvl5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charset="0"/>
                <a:ea typeface="ＭＳ Ｐゴシック" charset="-128"/>
              </a:defRPr>
            </a:lvl5pPr>
            <a:lvl6pPr marL="2514600" indent="-228600" defTabSz="457200" eaLnBrk="0" fontAlgn="base" hangingPunct="0">
              <a:spcBef>
                <a:spcPct val="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charset="0"/>
                <a:ea typeface="ＭＳ Ｐゴシック" charset="-128"/>
              </a:defRPr>
            </a:lvl6pPr>
            <a:lvl7pPr marL="2971800" indent="-228600" defTabSz="457200" eaLnBrk="0" fontAlgn="base" hangingPunct="0">
              <a:spcBef>
                <a:spcPct val="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charset="0"/>
                <a:ea typeface="ＭＳ Ｐゴシック" charset="-128"/>
              </a:defRPr>
            </a:lvl7pPr>
            <a:lvl8pPr marL="3429000" indent="-228600" defTabSz="457200" eaLnBrk="0" fontAlgn="base" hangingPunct="0">
              <a:spcBef>
                <a:spcPct val="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charset="0"/>
                <a:ea typeface="ＭＳ Ｐゴシック" charset="-128"/>
              </a:defRPr>
            </a:lvl8pPr>
            <a:lvl9pPr marL="3886200" indent="-228600" defTabSz="457200" eaLnBrk="0" fontAlgn="base" hangingPunct="0">
              <a:spcBef>
                <a:spcPct val="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charset="0"/>
                <a:ea typeface="ＭＳ Ｐゴシック" charset="-128"/>
              </a:defRPr>
            </a:lvl9pPr>
          </a:lstStyle>
          <a:p>
            <a:pPr algn="r" eaLnBrk="1" hangingPunct="1">
              <a:buClrTx/>
              <a:buFontTx/>
              <a:buNone/>
            </a:pPr>
            <a:fld id="{1D40FBC7-AEEB-4B36-BDA3-59639485C739}" type="slidenum">
              <a:rPr lang="en-AU" sz="1200">
                <a:solidFill>
                  <a:srgbClr val="FFFFFF"/>
                </a:solidFill>
              </a:rPr>
              <a:pPr algn="r" eaLnBrk="1" hangingPunct="1">
                <a:buClrTx/>
                <a:buFontTx/>
                <a:buNone/>
              </a:pPr>
              <a:t>5</a:t>
            </a:fld>
            <a:endParaRPr lang="en-AU" sz="1200">
              <a:solidFill>
                <a:srgbClr val="FFFFFF"/>
              </a:solidFill>
            </a:endParaRPr>
          </a:p>
        </p:txBody>
      </p:sp>
      <p:sp>
        <p:nvSpPr>
          <p:cNvPr id="53252" name="Rectangle 2"/>
          <p:cNvSpPr txBox="1">
            <a:spLocks noGrp="1" noRot="1" noChangeAspect="1" noChangeArrowheads="1" noTextEdit="1"/>
          </p:cNvSpPr>
          <p:nvPr>
            <p:ph type="sldImg"/>
          </p:nvPr>
        </p:nvSpPr>
        <p:spPr>
          <a:xfrm>
            <a:off x="1143000" y="685800"/>
            <a:ext cx="4572000" cy="342900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53253" name="Text Box 3"/>
          <p:cNvSpPr txBox="1">
            <a:spLocks noChangeArrowheads="1"/>
          </p:cNvSpPr>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charset="0"/>
                <a:ea typeface="ＭＳ Ｐゴシック" charset="-128"/>
              </a:defRPr>
            </a:lvl1pPr>
            <a:lvl2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charset="0"/>
                <a:ea typeface="ＭＳ Ｐゴシック" charset="-128"/>
              </a:defRPr>
            </a:lvl2pPr>
            <a:lvl3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charset="0"/>
                <a:ea typeface="ＭＳ Ｐゴシック" charset="-128"/>
              </a:defRPr>
            </a:lvl3pPr>
            <a:lvl4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charset="0"/>
                <a:ea typeface="ＭＳ Ｐゴシック" charset="-128"/>
              </a:defRPr>
            </a:lvl4pPr>
            <a:lvl5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charset="0"/>
                <a:ea typeface="ＭＳ Ｐゴシック" charset="-128"/>
              </a:defRPr>
            </a:lvl5pPr>
            <a:lvl6pPr marL="2514600" indent="-228600" defTabSz="457200" eaLnBrk="0" fontAlgn="base" hangingPunct="0">
              <a:spcBef>
                <a:spcPct val="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charset="0"/>
                <a:ea typeface="ＭＳ Ｐゴシック" charset="-128"/>
              </a:defRPr>
            </a:lvl6pPr>
            <a:lvl7pPr marL="2971800" indent="-228600" defTabSz="457200" eaLnBrk="0" fontAlgn="base" hangingPunct="0">
              <a:spcBef>
                <a:spcPct val="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charset="0"/>
                <a:ea typeface="ＭＳ Ｐゴシック" charset="-128"/>
              </a:defRPr>
            </a:lvl7pPr>
            <a:lvl8pPr marL="3429000" indent="-228600" defTabSz="457200" eaLnBrk="0" fontAlgn="base" hangingPunct="0">
              <a:spcBef>
                <a:spcPct val="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charset="0"/>
                <a:ea typeface="ＭＳ Ｐゴシック" charset="-128"/>
              </a:defRPr>
            </a:lvl8pPr>
            <a:lvl9pPr marL="3886200" indent="-228600" defTabSz="457200" eaLnBrk="0" fontAlgn="base" hangingPunct="0">
              <a:spcBef>
                <a:spcPct val="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charset="0"/>
                <a:ea typeface="ＭＳ Ｐゴシック" charset="-128"/>
              </a:defRPr>
            </a:lvl9pPr>
          </a:lstStyle>
          <a:p>
            <a:pPr eaLnBrk="1" hangingPunct="1">
              <a:spcBef>
                <a:spcPts val="450"/>
              </a:spcBef>
              <a:buClrTx/>
              <a:buFontTx/>
              <a:buNone/>
            </a:pPr>
            <a:r>
              <a:rPr lang="en-US" sz="1200">
                <a:solidFill>
                  <a:srgbClr val="000000"/>
                </a:solidFill>
                <a:cs typeface="Arial" charset="0"/>
              </a:rPr>
              <a:t>The purpose of the algorithm is to enable two users to securely exchange a key that can then be used for subsequent encryption of messages. The algorithm itself is limited to the exchange of secret values, which depends on the value of the public/private keys of the participants. The Diffie-Hellman algorithm uses </a:t>
            </a:r>
            <a:r>
              <a:rPr lang="en-AU" sz="1200">
                <a:solidFill>
                  <a:srgbClr val="000000"/>
                </a:solidFill>
                <a:cs typeface="Arial" charset="0"/>
              </a:rPr>
              <a:t>exponentiation in a finite (Galois) field (modulo a prime or a polynomial), and </a:t>
            </a:r>
            <a:r>
              <a:rPr lang="en-US" sz="1200">
                <a:solidFill>
                  <a:srgbClr val="000000"/>
                </a:solidFill>
                <a:cs typeface="Arial" charset="0"/>
              </a:rPr>
              <a:t>depends for its effectiveness on the difficulty of computing discrete logarithms. </a:t>
            </a:r>
          </a:p>
        </p:txBody>
      </p:sp>
    </p:spTree>
    <p:extLst>
      <p:ext uri="{BB962C8B-B14F-4D97-AF65-F5344CB8AC3E}">
        <p14:creationId xmlns:p14="http://schemas.microsoft.com/office/powerpoint/2010/main" val="340320136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4274" name="Rectangle 9"/>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eaLnBrk="0" hangingPunct="0">
              <a:tabLst>
                <a:tab pos="457200" algn="l"/>
                <a:tab pos="914400" algn="l"/>
                <a:tab pos="1371600" algn="l"/>
                <a:tab pos="1828800" algn="l"/>
                <a:tab pos="2286000" algn="l"/>
                <a:tab pos="2743200" algn="l"/>
              </a:tabLst>
              <a:defRPr sz="2400">
                <a:solidFill>
                  <a:schemeClr val="bg1"/>
                </a:solidFill>
                <a:latin typeface="Arial" charset="0"/>
                <a:ea typeface="ＭＳ Ｐゴシック" charset="-128"/>
              </a:defRPr>
            </a:lvl1pPr>
            <a:lvl2pPr eaLnBrk="0" hangingPunct="0">
              <a:tabLst>
                <a:tab pos="457200" algn="l"/>
                <a:tab pos="914400" algn="l"/>
                <a:tab pos="1371600" algn="l"/>
                <a:tab pos="1828800" algn="l"/>
                <a:tab pos="2286000" algn="l"/>
                <a:tab pos="2743200" algn="l"/>
              </a:tabLst>
              <a:defRPr sz="2400">
                <a:solidFill>
                  <a:schemeClr val="bg1"/>
                </a:solidFill>
                <a:latin typeface="Arial" charset="0"/>
                <a:ea typeface="ＭＳ Ｐゴシック" charset="-128"/>
              </a:defRPr>
            </a:lvl2pPr>
            <a:lvl3pPr eaLnBrk="0" hangingPunct="0">
              <a:tabLst>
                <a:tab pos="457200" algn="l"/>
                <a:tab pos="914400" algn="l"/>
                <a:tab pos="1371600" algn="l"/>
                <a:tab pos="1828800" algn="l"/>
                <a:tab pos="2286000" algn="l"/>
                <a:tab pos="2743200" algn="l"/>
              </a:tabLst>
              <a:defRPr sz="2400">
                <a:solidFill>
                  <a:schemeClr val="bg1"/>
                </a:solidFill>
                <a:latin typeface="Arial" charset="0"/>
                <a:ea typeface="ＭＳ Ｐゴシック" charset="-128"/>
              </a:defRPr>
            </a:lvl3pPr>
            <a:lvl4pPr eaLnBrk="0" hangingPunct="0">
              <a:tabLst>
                <a:tab pos="457200" algn="l"/>
                <a:tab pos="914400" algn="l"/>
                <a:tab pos="1371600" algn="l"/>
                <a:tab pos="1828800" algn="l"/>
                <a:tab pos="2286000" algn="l"/>
                <a:tab pos="2743200" algn="l"/>
              </a:tabLst>
              <a:defRPr sz="2400">
                <a:solidFill>
                  <a:schemeClr val="bg1"/>
                </a:solidFill>
                <a:latin typeface="Arial" charset="0"/>
                <a:ea typeface="ＭＳ Ｐゴシック" charset="-128"/>
              </a:defRPr>
            </a:lvl4pPr>
            <a:lvl5pPr eaLnBrk="0" hangingPunct="0">
              <a:tabLst>
                <a:tab pos="457200" algn="l"/>
                <a:tab pos="914400" algn="l"/>
                <a:tab pos="1371600" algn="l"/>
                <a:tab pos="1828800" algn="l"/>
                <a:tab pos="2286000" algn="l"/>
                <a:tab pos="2743200" algn="l"/>
              </a:tabLst>
              <a:defRPr sz="2400">
                <a:solidFill>
                  <a:schemeClr val="bg1"/>
                </a:solidFill>
                <a:latin typeface="Arial" charset="0"/>
                <a:ea typeface="ＭＳ Ｐゴシック" charset="-128"/>
              </a:defRPr>
            </a:lvl5pPr>
            <a:lvl6pPr marL="2514600" indent="-228600" defTabSz="457200" eaLnBrk="0" fontAlgn="base" hangingPunct="0">
              <a:spcBef>
                <a:spcPct val="0"/>
              </a:spcBef>
              <a:spcAft>
                <a:spcPct val="0"/>
              </a:spcAft>
              <a:buClr>
                <a:srgbClr val="000000"/>
              </a:buClr>
              <a:buSzPct val="100000"/>
              <a:buFont typeface="Times New Roman" pitchFamily="16" charset="0"/>
              <a:tabLst>
                <a:tab pos="457200" algn="l"/>
                <a:tab pos="914400" algn="l"/>
                <a:tab pos="1371600" algn="l"/>
                <a:tab pos="1828800" algn="l"/>
                <a:tab pos="2286000" algn="l"/>
                <a:tab pos="2743200" algn="l"/>
              </a:tabLst>
              <a:defRPr sz="2400">
                <a:solidFill>
                  <a:schemeClr val="bg1"/>
                </a:solidFill>
                <a:latin typeface="Arial" charset="0"/>
                <a:ea typeface="ＭＳ Ｐゴシック" charset="-128"/>
              </a:defRPr>
            </a:lvl6pPr>
            <a:lvl7pPr marL="2971800" indent="-228600" defTabSz="457200" eaLnBrk="0" fontAlgn="base" hangingPunct="0">
              <a:spcBef>
                <a:spcPct val="0"/>
              </a:spcBef>
              <a:spcAft>
                <a:spcPct val="0"/>
              </a:spcAft>
              <a:buClr>
                <a:srgbClr val="000000"/>
              </a:buClr>
              <a:buSzPct val="100000"/>
              <a:buFont typeface="Times New Roman" pitchFamily="16" charset="0"/>
              <a:tabLst>
                <a:tab pos="457200" algn="l"/>
                <a:tab pos="914400" algn="l"/>
                <a:tab pos="1371600" algn="l"/>
                <a:tab pos="1828800" algn="l"/>
                <a:tab pos="2286000" algn="l"/>
                <a:tab pos="2743200" algn="l"/>
              </a:tabLst>
              <a:defRPr sz="2400">
                <a:solidFill>
                  <a:schemeClr val="bg1"/>
                </a:solidFill>
                <a:latin typeface="Arial" charset="0"/>
                <a:ea typeface="ＭＳ Ｐゴシック" charset="-128"/>
              </a:defRPr>
            </a:lvl7pPr>
            <a:lvl8pPr marL="3429000" indent="-228600" defTabSz="457200" eaLnBrk="0" fontAlgn="base" hangingPunct="0">
              <a:spcBef>
                <a:spcPct val="0"/>
              </a:spcBef>
              <a:spcAft>
                <a:spcPct val="0"/>
              </a:spcAft>
              <a:buClr>
                <a:srgbClr val="000000"/>
              </a:buClr>
              <a:buSzPct val="100000"/>
              <a:buFont typeface="Times New Roman" pitchFamily="16" charset="0"/>
              <a:tabLst>
                <a:tab pos="457200" algn="l"/>
                <a:tab pos="914400" algn="l"/>
                <a:tab pos="1371600" algn="l"/>
                <a:tab pos="1828800" algn="l"/>
                <a:tab pos="2286000" algn="l"/>
                <a:tab pos="2743200" algn="l"/>
              </a:tabLst>
              <a:defRPr sz="2400">
                <a:solidFill>
                  <a:schemeClr val="bg1"/>
                </a:solidFill>
                <a:latin typeface="Arial" charset="0"/>
                <a:ea typeface="ＭＳ Ｐゴシック" charset="-128"/>
              </a:defRPr>
            </a:lvl8pPr>
            <a:lvl9pPr marL="3886200" indent="-228600" defTabSz="457200" eaLnBrk="0" fontAlgn="base" hangingPunct="0">
              <a:spcBef>
                <a:spcPct val="0"/>
              </a:spcBef>
              <a:spcAft>
                <a:spcPct val="0"/>
              </a:spcAft>
              <a:buClr>
                <a:srgbClr val="000000"/>
              </a:buClr>
              <a:buSzPct val="100000"/>
              <a:buFont typeface="Times New Roman" pitchFamily="16" charset="0"/>
              <a:tabLst>
                <a:tab pos="457200" algn="l"/>
                <a:tab pos="914400" algn="l"/>
                <a:tab pos="1371600" algn="l"/>
                <a:tab pos="1828800" algn="l"/>
                <a:tab pos="2286000" algn="l"/>
                <a:tab pos="2743200" algn="l"/>
              </a:tabLst>
              <a:defRPr sz="2400">
                <a:solidFill>
                  <a:schemeClr val="bg1"/>
                </a:solidFill>
                <a:latin typeface="Arial" charset="0"/>
                <a:ea typeface="ＭＳ Ｐゴシック" charset="-128"/>
              </a:defRPr>
            </a:lvl9pPr>
          </a:lstStyle>
          <a:p>
            <a:pPr eaLnBrk="1" hangingPunct="1"/>
            <a:fld id="{73D93145-675B-424D-9A2B-356611C7E6A4}" type="slidenum">
              <a:rPr lang="en-AU" sz="1200">
                <a:solidFill>
                  <a:srgbClr val="000000"/>
                </a:solidFill>
                <a:latin typeface="Times New Roman" pitchFamily="16" charset="0"/>
              </a:rPr>
              <a:pPr eaLnBrk="1" hangingPunct="1"/>
              <a:t>6</a:t>
            </a:fld>
            <a:endParaRPr lang="en-AU" sz="1200">
              <a:solidFill>
                <a:srgbClr val="000000"/>
              </a:solidFill>
              <a:latin typeface="Times New Roman" pitchFamily="16" charset="0"/>
            </a:endParaRPr>
          </a:p>
        </p:txBody>
      </p:sp>
      <p:sp>
        <p:nvSpPr>
          <p:cNvPr id="54275" name="Text Box 1"/>
          <p:cNvSpPr txBox="1">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charset="0"/>
                <a:ea typeface="ＭＳ Ｐゴシック" charset="-128"/>
              </a:defRPr>
            </a:lvl1pPr>
            <a:lvl2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charset="0"/>
                <a:ea typeface="ＭＳ Ｐゴシック" charset="-128"/>
              </a:defRPr>
            </a:lvl2pPr>
            <a:lvl3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charset="0"/>
                <a:ea typeface="ＭＳ Ｐゴシック" charset="-128"/>
              </a:defRPr>
            </a:lvl3pPr>
            <a:lvl4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charset="0"/>
                <a:ea typeface="ＭＳ Ｐゴシック" charset="-128"/>
              </a:defRPr>
            </a:lvl4pPr>
            <a:lvl5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charset="0"/>
                <a:ea typeface="ＭＳ Ｐゴシック" charset="-128"/>
              </a:defRPr>
            </a:lvl5pPr>
            <a:lvl6pPr marL="2514600" indent="-228600" defTabSz="457200" eaLnBrk="0" fontAlgn="base" hangingPunct="0">
              <a:spcBef>
                <a:spcPct val="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charset="0"/>
                <a:ea typeface="ＭＳ Ｐゴシック" charset="-128"/>
              </a:defRPr>
            </a:lvl6pPr>
            <a:lvl7pPr marL="2971800" indent="-228600" defTabSz="457200" eaLnBrk="0" fontAlgn="base" hangingPunct="0">
              <a:spcBef>
                <a:spcPct val="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charset="0"/>
                <a:ea typeface="ＭＳ Ｐゴシック" charset="-128"/>
              </a:defRPr>
            </a:lvl7pPr>
            <a:lvl8pPr marL="3429000" indent="-228600" defTabSz="457200" eaLnBrk="0" fontAlgn="base" hangingPunct="0">
              <a:spcBef>
                <a:spcPct val="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charset="0"/>
                <a:ea typeface="ＭＳ Ｐゴシック" charset="-128"/>
              </a:defRPr>
            </a:lvl8pPr>
            <a:lvl9pPr marL="3886200" indent="-228600" defTabSz="457200" eaLnBrk="0" fontAlgn="base" hangingPunct="0">
              <a:spcBef>
                <a:spcPct val="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charset="0"/>
                <a:ea typeface="ＭＳ Ｐゴシック" charset="-128"/>
              </a:defRPr>
            </a:lvl9pPr>
          </a:lstStyle>
          <a:p>
            <a:pPr algn="r" eaLnBrk="1" hangingPunct="1">
              <a:buClrTx/>
              <a:buFontTx/>
              <a:buNone/>
            </a:pPr>
            <a:fld id="{12BE0447-49AB-40F6-844A-41D35356BCC6}" type="slidenum">
              <a:rPr lang="en-AU" sz="1200">
                <a:solidFill>
                  <a:srgbClr val="FFFFFF"/>
                </a:solidFill>
              </a:rPr>
              <a:pPr algn="r" eaLnBrk="1" hangingPunct="1">
                <a:buClrTx/>
                <a:buFontTx/>
                <a:buNone/>
              </a:pPr>
              <a:t>6</a:t>
            </a:fld>
            <a:endParaRPr lang="en-AU" sz="1200">
              <a:solidFill>
                <a:srgbClr val="FFFFFF"/>
              </a:solidFill>
            </a:endParaRPr>
          </a:p>
        </p:txBody>
      </p:sp>
      <p:sp>
        <p:nvSpPr>
          <p:cNvPr id="54276" name="Rectangle 2"/>
          <p:cNvSpPr txBox="1">
            <a:spLocks noGrp="1" noRot="1" noChangeAspect="1" noChangeArrowheads="1" noTextEdit="1"/>
          </p:cNvSpPr>
          <p:nvPr>
            <p:ph type="sldImg"/>
          </p:nvPr>
        </p:nvSpPr>
        <p:spPr>
          <a:xfrm>
            <a:off x="1143000" y="685800"/>
            <a:ext cx="4572000" cy="342900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54277" name="Text Box 3"/>
          <p:cNvSpPr txBox="1">
            <a:spLocks noChangeArrowheads="1"/>
          </p:cNvSpPr>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charset="0"/>
                <a:ea typeface="ＭＳ Ｐゴシック" charset="-128"/>
              </a:defRPr>
            </a:lvl1pPr>
            <a:lvl2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charset="0"/>
                <a:ea typeface="ＭＳ Ｐゴシック" charset="-128"/>
              </a:defRPr>
            </a:lvl2pPr>
            <a:lvl3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charset="0"/>
                <a:ea typeface="ＭＳ Ｐゴシック" charset="-128"/>
              </a:defRPr>
            </a:lvl3pPr>
            <a:lvl4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charset="0"/>
                <a:ea typeface="ＭＳ Ｐゴシック" charset="-128"/>
              </a:defRPr>
            </a:lvl4pPr>
            <a:lvl5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charset="0"/>
                <a:ea typeface="ＭＳ Ｐゴシック" charset="-128"/>
              </a:defRPr>
            </a:lvl5pPr>
            <a:lvl6pPr marL="2514600" indent="-228600" defTabSz="457200" eaLnBrk="0" fontAlgn="base" hangingPunct="0">
              <a:spcBef>
                <a:spcPct val="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charset="0"/>
                <a:ea typeface="ＭＳ Ｐゴシック" charset="-128"/>
              </a:defRPr>
            </a:lvl6pPr>
            <a:lvl7pPr marL="2971800" indent="-228600" defTabSz="457200" eaLnBrk="0" fontAlgn="base" hangingPunct="0">
              <a:spcBef>
                <a:spcPct val="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charset="0"/>
                <a:ea typeface="ＭＳ Ｐゴシック" charset="-128"/>
              </a:defRPr>
            </a:lvl7pPr>
            <a:lvl8pPr marL="3429000" indent="-228600" defTabSz="457200" eaLnBrk="0" fontAlgn="base" hangingPunct="0">
              <a:spcBef>
                <a:spcPct val="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charset="0"/>
                <a:ea typeface="ＭＳ Ｐゴシック" charset="-128"/>
              </a:defRPr>
            </a:lvl8pPr>
            <a:lvl9pPr marL="3886200" indent="-228600" defTabSz="457200" eaLnBrk="0" fontAlgn="base" hangingPunct="0">
              <a:spcBef>
                <a:spcPct val="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charset="0"/>
                <a:ea typeface="ＭＳ Ｐゴシック" charset="-128"/>
              </a:defRPr>
            </a:lvl9pPr>
          </a:lstStyle>
          <a:p>
            <a:pPr eaLnBrk="1" hangingPunct="1">
              <a:spcBef>
                <a:spcPts val="450"/>
              </a:spcBef>
              <a:buClrTx/>
              <a:buFontTx/>
              <a:buNone/>
            </a:pPr>
            <a:r>
              <a:rPr lang="en-US" sz="1200">
                <a:solidFill>
                  <a:srgbClr val="000000"/>
                </a:solidFill>
                <a:cs typeface="Arial" charset="0"/>
              </a:rPr>
              <a:t>In the Diffie-Hellman key exchange algorithm, there are two publicly known numbers: a prime number q and an integer a that is a primitive root of q. </a:t>
            </a:r>
            <a:r>
              <a:rPr lang="en-AU" sz="1200">
                <a:solidFill>
                  <a:srgbClr val="000000"/>
                </a:solidFill>
                <a:cs typeface="Arial" charset="0"/>
              </a:rPr>
              <a:t>The prime q and primitive root </a:t>
            </a:r>
            <a:r>
              <a:rPr lang="el-GR" sz="1200">
                <a:solidFill>
                  <a:srgbClr val="000000"/>
                </a:solidFill>
                <a:cs typeface="Arial" charset="0"/>
              </a:rPr>
              <a:t>a</a:t>
            </a:r>
            <a:r>
              <a:rPr lang="en-AU" sz="1200">
                <a:solidFill>
                  <a:srgbClr val="000000"/>
                </a:solidFill>
                <a:cs typeface="Arial" charset="0"/>
              </a:rPr>
              <a:t> can be common to all using some instance of the D-H scheme. Note that the primitive root </a:t>
            </a:r>
            <a:r>
              <a:rPr lang="el-GR" sz="1200">
                <a:solidFill>
                  <a:srgbClr val="000000"/>
                </a:solidFill>
                <a:cs typeface="Arial" charset="0"/>
              </a:rPr>
              <a:t>a</a:t>
            </a:r>
            <a:r>
              <a:rPr lang="en-AU" sz="1200">
                <a:solidFill>
                  <a:srgbClr val="000000"/>
                </a:solidFill>
                <a:cs typeface="Arial" charset="0"/>
              </a:rPr>
              <a:t> is a number whose powers successively generate all the elements mod q. Users Alice and Bob choose random secrets x's, and then "protect" them using exponentiation to create their public y's. For an attacker monitoring the exchange of the y's to recover either of the x's, they'd need to solve the discrete logarithm problem, which is hard. </a:t>
            </a:r>
          </a:p>
        </p:txBody>
      </p:sp>
    </p:spTree>
    <p:extLst>
      <p:ext uri="{BB962C8B-B14F-4D97-AF65-F5344CB8AC3E}">
        <p14:creationId xmlns:p14="http://schemas.microsoft.com/office/powerpoint/2010/main" val="40743488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5298" name="Rectangle 9"/>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eaLnBrk="0" hangingPunct="0">
              <a:tabLst>
                <a:tab pos="457200" algn="l"/>
                <a:tab pos="914400" algn="l"/>
                <a:tab pos="1371600" algn="l"/>
                <a:tab pos="1828800" algn="l"/>
                <a:tab pos="2286000" algn="l"/>
                <a:tab pos="2743200" algn="l"/>
              </a:tabLst>
              <a:defRPr sz="2400">
                <a:solidFill>
                  <a:schemeClr val="bg1"/>
                </a:solidFill>
                <a:latin typeface="Arial" charset="0"/>
                <a:ea typeface="ＭＳ Ｐゴシック" charset="-128"/>
              </a:defRPr>
            </a:lvl1pPr>
            <a:lvl2pPr eaLnBrk="0" hangingPunct="0">
              <a:tabLst>
                <a:tab pos="457200" algn="l"/>
                <a:tab pos="914400" algn="l"/>
                <a:tab pos="1371600" algn="l"/>
                <a:tab pos="1828800" algn="l"/>
                <a:tab pos="2286000" algn="l"/>
                <a:tab pos="2743200" algn="l"/>
              </a:tabLst>
              <a:defRPr sz="2400">
                <a:solidFill>
                  <a:schemeClr val="bg1"/>
                </a:solidFill>
                <a:latin typeface="Arial" charset="0"/>
                <a:ea typeface="ＭＳ Ｐゴシック" charset="-128"/>
              </a:defRPr>
            </a:lvl2pPr>
            <a:lvl3pPr eaLnBrk="0" hangingPunct="0">
              <a:tabLst>
                <a:tab pos="457200" algn="l"/>
                <a:tab pos="914400" algn="l"/>
                <a:tab pos="1371600" algn="l"/>
                <a:tab pos="1828800" algn="l"/>
                <a:tab pos="2286000" algn="l"/>
                <a:tab pos="2743200" algn="l"/>
              </a:tabLst>
              <a:defRPr sz="2400">
                <a:solidFill>
                  <a:schemeClr val="bg1"/>
                </a:solidFill>
                <a:latin typeface="Arial" charset="0"/>
                <a:ea typeface="ＭＳ Ｐゴシック" charset="-128"/>
              </a:defRPr>
            </a:lvl3pPr>
            <a:lvl4pPr eaLnBrk="0" hangingPunct="0">
              <a:tabLst>
                <a:tab pos="457200" algn="l"/>
                <a:tab pos="914400" algn="l"/>
                <a:tab pos="1371600" algn="l"/>
                <a:tab pos="1828800" algn="l"/>
                <a:tab pos="2286000" algn="l"/>
                <a:tab pos="2743200" algn="l"/>
              </a:tabLst>
              <a:defRPr sz="2400">
                <a:solidFill>
                  <a:schemeClr val="bg1"/>
                </a:solidFill>
                <a:latin typeface="Arial" charset="0"/>
                <a:ea typeface="ＭＳ Ｐゴシック" charset="-128"/>
              </a:defRPr>
            </a:lvl4pPr>
            <a:lvl5pPr eaLnBrk="0" hangingPunct="0">
              <a:tabLst>
                <a:tab pos="457200" algn="l"/>
                <a:tab pos="914400" algn="l"/>
                <a:tab pos="1371600" algn="l"/>
                <a:tab pos="1828800" algn="l"/>
                <a:tab pos="2286000" algn="l"/>
                <a:tab pos="2743200" algn="l"/>
              </a:tabLst>
              <a:defRPr sz="2400">
                <a:solidFill>
                  <a:schemeClr val="bg1"/>
                </a:solidFill>
                <a:latin typeface="Arial" charset="0"/>
                <a:ea typeface="ＭＳ Ｐゴシック" charset="-128"/>
              </a:defRPr>
            </a:lvl5pPr>
            <a:lvl6pPr marL="2514600" indent="-228600" defTabSz="457200" eaLnBrk="0" fontAlgn="base" hangingPunct="0">
              <a:spcBef>
                <a:spcPct val="0"/>
              </a:spcBef>
              <a:spcAft>
                <a:spcPct val="0"/>
              </a:spcAft>
              <a:buClr>
                <a:srgbClr val="000000"/>
              </a:buClr>
              <a:buSzPct val="100000"/>
              <a:buFont typeface="Times New Roman" pitchFamily="16" charset="0"/>
              <a:tabLst>
                <a:tab pos="457200" algn="l"/>
                <a:tab pos="914400" algn="l"/>
                <a:tab pos="1371600" algn="l"/>
                <a:tab pos="1828800" algn="l"/>
                <a:tab pos="2286000" algn="l"/>
                <a:tab pos="2743200" algn="l"/>
              </a:tabLst>
              <a:defRPr sz="2400">
                <a:solidFill>
                  <a:schemeClr val="bg1"/>
                </a:solidFill>
                <a:latin typeface="Arial" charset="0"/>
                <a:ea typeface="ＭＳ Ｐゴシック" charset="-128"/>
              </a:defRPr>
            </a:lvl6pPr>
            <a:lvl7pPr marL="2971800" indent="-228600" defTabSz="457200" eaLnBrk="0" fontAlgn="base" hangingPunct="0">
              <a:spcBef>
                <a:spcPct val="0"/>
              </a:spcBef>
              <a:spcAft>
                <a:spcPct val="0"/>
              </a:spcAft>
              <a:buClr>
                <a:srgbClr val="000000"/>
              </a:buClr>
              <a:buSzPct val="100000"/>
              <a:buFont typeface="Times New Roman" pitchFamily="16" charset="0"/>
              <a:tabLst>
                <a:tab pos="457200" algn="l"/>
                <a:tab pos="914400" algn="l"/>
                <a:tab pos="1371600" algn="l"/>
                <a:tab pos="1828800" algn="l"/>
                <a:tab pos="2286000" algn="l"/>
                <a:tab pos="2743200" algn="l"/>
              </a:tabLst>
              <a:defRPr sz="2400">
                <a:solidFill>
                  <a:schemeClr val="bg1"/>
                </a:solidFill>
                <a:latin typeface="Arial" charset="0"/>
                <a:ea typeface="ＭＳ Ｐゴシック" charset="-128"/>
              </a:defRPr>
            </a:lvl7pPr>
            <a:lvl8pPr marL="3429000" indent="-228600" defTabSz="457200" eaLnBrk="0" fontAlgn="base" hangingPunct="0">
              <a:spcBef>
                <a:spcPct val="0"/>
              </a:spcBef>
              <a:spcAft>
                <a:spcPct val="0"/>
              </a:spcAft>
              <a:buClr>
                <a:srgbClr val="000000"/>
              </a:buClr>
              <a:buSzPct val="100000"/>
              <a:buFont typeface="Times New Roman" pitchFamily="16" charset="0"/>
              <a:tabLst>
                <a:tab pos="457200" algn="l"/>
                <a:tab pos="914400" algn="l"/>
                <a:tab pos="1371600" algn="l"/>
                <a:tab pos="1828800" algn="l"/>
                <a:tab pos="2286000" algn="l"/>
                <a:tab pos="2743200" algn="l"/>
              </a:tabLst>
              <a:defRPr sz="2400">
                <a:solidFill>
                  <a:schemeClr val="bg1"/>
                </a:solidFill>
                <a:latin typeface="Arial" charset="0"/>
                <a:ea typeface="ＭＳ Ｐゴシック" charset="-128"/>
              </a:defRPr>
            </a:lvl8pPr>
            <a:lvl9pPr marL="3886200" indent="-228600" defTabSz="457200" eaLnBrk="0" fontAlgn="base" hangingPunct="0">
              <a:spcBef>
                <a:spcPct val="0"/>
              </a:spcBef>
              <a:spcAft>
                <a:spcPct val="0"/>
              </a:spcAft>
              <a:buClr>
                <a:srgbClr val="000000"/>
              </a:buClr>
              <a:buSzPct val="100000"/>
              <a:buFont typeface="Times New Roman" pitchFamily="16" charset="0"/>
              <a:tabLst>
                <a:tab pos="457200" algn="l"/>
                <a:tab pos="914400" algn="l"/>
                <a:tab pos="1371600" algn="l"/>
                <a:tab pos="1828800" algn="l"/>
                <a:tab pos="2286000" algn="l"/>
                <a:tab pos="2743200" algn="l"/>
              </a:tabLst>
              <a:defRPr sz="2400">
                <a:solidFill>
                  <a:schemeClr val="bg1"/>
                </a:solidFill>
                <a:latin typeface="Arial" charset="0"/>
                <a:ea typeface="ＭＳ Ｐゴシック" charset="-128"/>
              </a:defRPr>
            </a:lvl9pPr>
          </a:lstStyle>
          <a:p>
            <a:pPr eaLnBrk="1" hangingPunct="1"/>
            <a:fld id="{A8E81E59-F9C5-4EE4-9F97-B2E0DA6A91E4}" type="slidenum">
              <a:rPr lang="en-AU" sz="1200">
                <a:solidFill>
                  <a:srgbClr val="000000"/>
                </a:solidFill>
                <a:latin typeface="Times New Roman" pitchFamily="16" charset="0"/>
              </a:rPr>
              <a:pPr eaLnBrk="1" hangingPunct="1"/>
              <a:t>7</a:t>
            </a:fld>
            <a:endParaRPr lang="en-AU" sz="1200">
              <a:solidFill>
                <a:srgbClr val="000000"/>
              </a:solidFill>
              <a:latin typeface="Times New Roman" pitchFamily="16" charset="0"/>
            </a:endParaRPr>
          </a:p>
        </p:txBody>
      </p:sp>
      <p:sp>
        <p:nvSpPr>
          <p:cNvPr id="55299" name="Text Box 1"/>
          <p:cNvSpPr txBox="1">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charset="0"/>
                <a:ea typeface="ＭＳ Ｐゴシック" charset="-128"/>
              </a:defRPr>
            </a:lvl1pPr>
            <a:lvl2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charset="0"/>
                <a:ea typeface="ＭＳ Ｐゴシック" charset="-128"/>
              </a:defRPr>
            </a:lvl2pPr>
            <a:lvl3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charset="0"/>
                <a:ea typeface="ＭＳ Ｐゴシック" charset="-128"/>
              </a:defRPr>
            </a:lvl3pPr>
            <a:lvl4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charset="0"/>
                <a:ea typeface="ＭＳ Ｐゴシック" charset="-128"/>
              </a:defRPr>
            </a:lvl4pPr>
            <a:lvl5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charset="0"/>
                <a:ea typeface="ＭＳ Ｐゴシック" charset="-128"/>
              </a:defRPr>
            </a:lvl5pPr>
            <a:lvl6pPr marL="2514600" indent="-228600" defTabSz="457200" eaLnBrk="0" fontAlgn="base" hangingPunct="0">
              <a:spcBef>
                <a:spcPct val="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charset="0"/>
                <a:ea typeface="ＭＳ Ｐゴシック" charset="-128"/>
              </a:defRPr>
            </a:lvl6pPr>
            <a:lvl7pPr marL="2971800" indent="-228600" defTabSz="457200" eaLnBrk="0" fontAlgn="base" hangingPunct="0">
              <a:spcBef>
                <a:spcPct val="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charset="0"/>
                <a:ea typeface="ＭＳ Ｐゴシック" charset="-128"/>
              </a:defRPr>
            </a:lvl7pPr>
            <a:lvl8pPr marL="3429000" indent="-228600" defTabSz="457200" eaLnBrk="0" fontAlgn="base" hangingPunct="0">
              <a:spcBef>
                <a:spcPct val="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charset="0"/>
                <a:ea typeface="ＭＳ Ｐゴシック" charset="-128"/>
              </a:defRPr>
            </a:lvl8pPr>
            <a:lvl9pPr marL="3886200" indent="-228600" defTabSz="457200" eaLnBrk="0" fontAlgn="base" hangingPunct="0">
              <a:spcBef>
                <a:spcPct val="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charset="0"/>
                <a:ea typeface="ＭＳ Ｐゴシック" charset="-128"/>
              </a:defRPr>
            </a:lvl9pPr>
          </a:lstStyle>
          <a:p>
            <a:pPr algn="r" eaLnBrk="1" hangingPunct="1">
              <a:buClrTx/>
              <a:buFontTx/>
              <a:buNone/>
            </a:pPr>
            <a:fld id="{211399A3-875F-48AD-A6B5-AF39E1EBA871}" type="slidenum">
              <a:rPr lang="en-AU" sz="1200">
                <a:solidFill>
                  <a:srgbClr val="FFFFFF"/>
                </a:solidFill>
              </a:rPr>
              <a:pPr algn="r" eaLnBrk="1" hangingPunct="1">
                <a:buClrTx/>
                <a:buFontTx/>
                <a:buNone/>
              </a:pPr>
              <a:t>7</a:t>
            </a:fld>
            <a:endParaRPr lang="en-AU" sz="1200">
              <a:solidFill>
                <a:srgbClr val="FFFFFF"/>
              </a:solidFill>
            </a:endParaRPr>
          </a:p>
        </p:txBody>
      </p:sp>
      <p:sp>
        <p:nvSpPr>
          <p:cNvPr id="55300" name="Rectangle 2"/>
          <p:cNvSpPr txBox="1">
            <a:spLocks noGrp="1" noRot="1" noChangeAspect="1" noChangeArrowheads="1" noTextEdit="1"/>
          </p:cNvSpPr>
          <p:nvPr>
            <p:ph type="sldImg"/>
          </p:nvPr>
        </p:nvSpPr>
        <p:spPr>
          <a:xfrm>
            <a:off x="1143000" y="685800"/>
            <a:ext cx="4572000" cy="342900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55301" name="Text Box 3"/>
          <p:cNvSpPr txBox="1">
            <a:spLocks noChangeArrowheads="1"/>
          </p:cNvSpPr>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charset="0"/>
                <a:ea typeface="ＭＳ Ｐゴシック" charset="-128"/>
              </a:defRPr>
            </a:lvl1pPr>
            <a:lvl2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charset="0"/>
                <a:ea typeface="ＭＳ Ｐゴシック" charset="-128"/>
              </a:defRPr>
            </a:lvl2pPr>
            <a:lvl3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charset="0"/>
                <a:ea typeface="ＭＳ Ｐゴシック" charset="-128"/>
              </a:defRPr>
            </a:lvl3pPr>
            <a:lvl4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charset="0"/>
                <a:ea typeface="ＭＳ Ｐゴシック" charset="-128"/>
              </a:defRPr>
            </a:lvl4pPr>
            <a:lvl5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charset="0"/>
                <a:ea typeface="ＭＳ Ｐゴシック" charset="-128"/>
              </a:defRPr>
            </a:lvl5pPr>
            <a:lvl6pPr marL="2514600" indent="-228600" defTabSz="457200" eaLnBrk="0" fontAlgn="base" hangingPunct="0">
              <a:spcBef>
                <a:spcPct val="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charset="0"/>
                <a:ea typeface="ＭＳ Ｐゴシック" charset="-128"/>
              </a:defRPr>
            </a:lvl6pPr>
            <a:lvl7pPr marL="2971800" indent="-228600" defTabSz="457200" eaLnBrk="0" fontAlgn="base" hangingPunct="0">
              <a:spcBef>
                <a:spcPct val="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charset="0"/>
                <a:ea typeface="ＭＳ Ｐゴシック" charset="-128"/>
              </a:defRPr>
            </a:lvl7pPr>
            <a:lvl8pPr marL="3429000" indent="-228600" defTabSz="457200" eaLnBrk="0" fontAlgn="base" hangingPunct="0">
              <a:spcBef>
                <a:spcPct val="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charset="0"/>
                <a:ea typeface="ＭＳ Ｐゴシック" charset="-128"/>
              </a:defRPr>
            </a:lvl8pPr>
            <a:lvl9pPr marL="3886200" indent="-228600" defTabSz="457200" eaLnBrk="0" fontAlgn="base" hangingPunct="0">
              <a:spcBef>
                <a:spcPct val="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charset="0"/>
                <a:ea typeface="ＭＳ Ｐゴシック" charset="-128"/>
              </a:defRPr>
            </a:lvl9pPr>
          </a:lstStyle>
          <a:p>
            <a:pPr eaLnBrk="1" hangingPunct="1">
              <a:spcBef>
                <a:spcPts val="450"/>
              </a:spcBef>
              <a:buClrTx/>
              <a:buFontTx/>
              <a:buNone/>
            </a:pPr>
            <a:r>
              <a:rPr lang="en-AU" sz="1200">
                <a:solidFill>
                  <a:srgbClr val="000000"/>
                </a:solidFill>
              </a:rPr>
              <a:t>The actual key exchange for either party consists of raising the others "public key' to power of their private key. The resulting number (or as much of as is necessary) is used as the key for a block cipher or other private key scheme. For an attacker to obtain the same value they need at least one of the secret numbers, which means solving a discrete log, which is computationally infeasible given large enough numbers. Note that if Alice and Bob subsequently communicate, they will have the </a:t>
            </a:r>
            <a:r>
              <a:rPr lang="en-AU" sz="1200" b="1">
                <a:solidFill>
                  <a:srgbClr val="000000"/>
                </a:solidFill>
              </a:rPr>
              <a:t>same</a:t>
            </a:r>
            <a:r>
              <a:rPr lang="en-AU" sz="1200">
                <a:solidFill>
                  <a:srgbClr val="000000"/>
                </a:solidFill>
              </a:rPr>
              <a:t> key as before, unless they choose new public-keys.</a:t>
            </a:r>
          </a:p>
        </p:txBody>
      </p:sp>
    </p:spTree>
    <p:extLst>
      <p:ext uri="{BB962C8B-B14F-4D97-AF65-F5344CB8AC3E}">
        <p14:creationId xmlns:p14="http://schemas.microsoft.com/office/powerpoint/2010/main" val="426312833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7346" name="Rectangle 9"/>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eaLnBrk="0" hangingPunct="0">
              <a:tabLst>
                <a:tab pos="457200" algn="l"/>
                <a:tab pos="914400" algn="l"/>
                <a:tab pos="1371600" algn="l"/>
                <a:tab pos="1828800" algn="l"/>
                <a:tab pos="2286000" algn="l"/>
                <a:tab pos="2743200" algn="l"/>
              </a:tabLst>
              <a:defRPr sz="2400">
                <a:solidFill>
                  <a:schemeClr val="bg1"/>
                </a:solidFill>
                <a:latin typeface="Arial" charset="0"/>
                <a:ea typeface="ＭＳ Ｐゴシック" charset="-128"/>
              </a:defRPr>
            </a:lvl1pPr>
            <a:lvl2pPr eaLnBrk="0" hangingPunct="0">
              <a:tabLst>
                <a:tab pos="457200" algn="l"/>
                <a:tab pos="914400" algn="l"/>
                <a:tab pos="1371600" algn="l"/>
                <a:tab pos="1828800" algn="l"/>
                <a:tab pos="2286000" algn="l"/>
                <a:tab pos="2743200" algn="l"/>
              </a:tabLst>
              <a:defRPr sz="2400">
                <a:solidFill>
                  <a:schemeClr val="bg1"/>
                </a:solidFill>
                <a:latin typeface="Arial" charset="0"/>
                <a:ea typeface="ＭＳ Ｐゴシック" charset="-128"/>
              </a:defRPr>
            </a:lvl2pPr>
            <a:lvl3pPr eaLnBrk="0" hangingPunct="0">
              <a:tabLst>
                <a:tab pos="457200" algn="l"/>
                <a:tab pos="914400" algn="l"/>
                <a:tab pos="1371600" algn="l"/>
                <a:tab pos="1828800" algn="l"/>
                <a:tab pos="2286000" algn="l"/>
                <a:tab pos="2743200" algn="l"/>
              </a:tabLst>
              <a:defRPr sz="2400">
                <a:solidFill>
                  <a:schemeClr val="bg1"/>
                </a:solidFill>
                <a:latin typeface="Arial" charset="0"/>
                <a:ea typeface="ＭＳ Ｐゴシック" charset="-128"/>
              </a:defRPr>
            </a:lvl3pPr>
            <a:lvl4pPr eaLnBrk="0" hangingPunct="0">
              <a:tabLst>
                <a:tab pos="457200" algn="l"/>
                <a:tab pos="914400" algn="l"/>
                <a:tab pos="1371600" algn="l"/>
                <a:tab pos="1828800" algn="l"/>
                <a:tab pos="2286000" algn="l"/>
                <a:tab pos="2743200" algn="l"/>
              </a:tabLst>
              <a:defRPr sz="2400">
                <a:solidFill>
                  <a:schemeClr val="bg1"/>
                </a:solidFill>
                <a:latin typeface="Arial" charset="0"/>
                <a:ea typeface="ＭＳ Ｐゴシック" charset="-128"/>
              </a:defRPr>
            </a:lvl4pPr>
            <a:lvl5pPr eaLnBrk="0" hangingPunct="0">
              <a:tabLst>
                <a:tab pos="457200" algn="l"/>
                <a:tab pos="914400" algn="l"/>
                <a:tab pos="1371600" algn="l"/>
                <a:tab pos="1828800" algn="l"/>
                <a:tab pos="2286000" algn="l"/>
                <a:tab pos="2743200" algn="l"/>
              </a:tabLst>
              <a:defRPr sz="2400">
                <a:solidFill>
                  <a:schemeClr val="bg1"/>
                </a:solidFill>
                <a:latin typeface="Arial" charset="0"/>
                <a:ea typeface="ＭＳ Ｐゴシック" charset="-128"/>
              </a:defRPr>
            </a:lvl5pPr>
            <a:lvl6pPr marL="2514600" indent="-228600" defTabSz="457200" eaLnBrk="0" fontAlgn="base" hangingPunct="0">
              <a:spcBef>
                <a:spcPct val="0"/>
              </a:spcBef>
              <a:spcAft>
                <a:spcPct val="0"/>
              </a:spcAft>
              <a:buClr>
                <a:srgbClr val="000000"/>
              </a:buClr>
              <a:buSzPct val="100000"/>
              <a:buFont typeface="Times New Roman" pitchFamily="16" charset="0"/>
              <a:tabLst>
                <a:tab pos="457200" algn="l"/>
                <a:tab pos="914400" algn="l"/>
                <a:tab pos="1371600" algn="l"/>
                <a:tab pos="1828800" algn="l"/>
                <a:tab pos="2286000" algn="l"/>
                <a:tab pos="2743200" algn="l"/>
              </a:tabLst>
              <a:defRPr sz="2400">
                <a:solidFill>
                  <a:schemeClr val="bg1"/>
                </a:solidFill>
                <a:latin typeface="Arial" charset="0"/>
                <a:ea typeface="ＭＳ Ｐゴシック" charset="-128"/>
              </a:defRPr>
            </a:lvl6pPr>
            <a:lvl7pPr marL="2971800" indent="-228600" defTabSz="457200" eaLnBrk="0" fontAlgn="base" hangingPunct="0">
              <a:spcBef>
                <a:spcPct val="0"/>
              </a:spcBef>
              <a:spcAft>
                <a:spcPct val="0"/>
              </a:spcAft>
              <a:buClr>
                <a:srgbClr val="000000"/>
              </a:buClr>
              <a:buSzPct val="100000"/>
              <a:buFont typeface="Times New Roman" pitchFamily="16" charset="0"/>
              <a:tabLst>
                <a:tab pos="457200" algn="l"/>
                <a:tab pos="914400" algn="l"/>
                <a:tab pos="1371600" algn="l"/>
                <a:tab pos="1828800" algn="l"/>
                <a:tab pos="2286000" algn="l"/>
                <a:tab pos="2743200" algn="l"/>
              </a:tabLst>
              <a:defRPr sz="2400">
                <a:solidFill>
                  <a:schemeClr val="bg1"/>
                </a:solidFill>
                <a:latin typeface="Arial" charset="0"/>
                <a:ea typeface="ＭＳ Ｐゴシック" charset="-128"/>
              </a:defRPr>
            </a:lvl7pPr>
            <a:lvl8pPr marL="3429000" indent="-228600" defTabSz="457200" eaLnBrk="0" fontAlgn="base" hangingPunct="0">
              <a:spcBef>
                <a:spcPct val="0"/>
              </a:spcBef>
              <a:spcAft>
                <a:spcPct val="0"/>
              </a:spcAft>
              <a:buClr>
                <a:srgbClr val="000000"/>
              </a:buClr>
              <a:buSzPct val="100000"/>
              <a:buFont typeface="Times New Roman" pitchFamily="16" charset="0"/>
              <a:tabLst>
                <a:tab pos="457200" algn="l"/>
                <a:tab pos="914400" algn="l"/>
                <a:tab pos="1371600" algn="l"/>
                <a:tab pos="1828800" algn="l"/>
                <a:tab pos="2286000" algn="l"/>
                <a:tab pos="2743200" algn="l"/>
              </a:tabLst>
              <a:defRPr sz="2400">
                <a:solidFill>
                  <a:schemeClr val="bg1"/>
                </a:solidFill>
                <a:latin typeface="Arial" charset="0"/>
                <a:ea typeface="ＭＳ Ｐゴシック" charset="-128"/>
              </a:defRPr>
            </a:lvl8pPr>
            <a:lvl9pPr marL="3886200" indent="-228600" defTabSz="457200" eaLnBrk="0" fontAlgn="base" hangingPunct="0">
              <a:spcBef>
                <a:spcPct val="0"/>
              </a:spcBef>
              <a:spcAft>
                <a:spcPct val="0"/>
              </a:spcAft>
              <a:buClr>
                <a:srgbClr val="000000"/>
              </a:buClr>
              <a:buSzPct val="100000"/>
              <a:buFont typeface="Times New Roman" pitchFamily="16" charset="0"/>
              <a:tabLst>
                <a:tab pos="457200" algn="l"/>
                <a:tab pos="914400" algn="l"/>
                <a:tab pos="1371600" algn="l"/>
                <a:tab pos="1828800" algn="l"/>
                <a:tab pos="2286000" algn="l"/>
                <a:tab pos="2743200" algn="l"/>
              </a:tabLst>
              <a:defRPr sz="2400">
                <a:solidFill>
                  <a:schemeClr val="bg1"/>
                </a:solidFill>
                <a:latin typeface="Arial" charset="0"/>
                <a:ea typeface="ＭＳ Ｐゴシック" charset="-128"/>
              </a:defRPr>
            </a:lvl9pPr>
          </a:lstStyle>
          <a:p>
            <a:pPr eaLnBrk="1" hangingPunct="1"/>
            <a:fld id="{FC959FE7-81AD-4F5F-917B-83A68A2C1B47}" type="slidenum">
              <a:rPr lang="en-AU" sz="1200">
                <a:solidFill>
                  <a:srgbClr val="000000"/>
                </a:solidFill>
                <a:latin typeface="Times New Roman" pitchFamily="16" charset="0"/>
              </a:rPr>
              <a:pPr eaLnBrk="1" hangingPunct="1"/>
              <a:t>9</a:t>
            </a:fld>
            <a:endParaRPr lang="en-AU" sz="1200">
              <a:solidFill>
                <a:srgbClr val="000000"/>
              </a:solidFill>
              <a:latin typeface="Times New Roman" pitchFamily="16" charset="0"/>
            </a:endParaRPr>
          </a:p>
        </p:txBody>
      </p:sp>
      <p:sp>
        <p:nvSpPr>
          <p:cNvPr id="57347" name="Text Box 1"/>
          <p:cNvSpPr txBox="1">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charset="0"/>
                <a:ea typeface="ＭＳ Ｐゴシック" charset="-128"/>
              </a:defRPr>
            </a:lvl1pPr>
            <a:lvl2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charset="0"/>
                <a:ea typeface="ＭＳ Ｐゴシック" charset="-128"/>
              </a:defRPr>
            </a:lvl2pPr>
            <a:lvl3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charset="0"/>
                <a:ea typeface="ＭＳ Ｐゴシック" charset="-128"/>
              </a:defRPr>
            </a:lvl3pPr>
            <a:lvl4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charset="0"/>
                <a:ea typeface="ＭＳ Ｐゴシック" charset="-128"/>
              </a:defRPr>
            </a:lvl4pPr>
            <a:lvl5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charset="0"/>
                <a:ea typeface="ＭＳ Ｐゴシック" charset="-128"/>
              </a:defRPr>
            </a:lvl5pPr>
            <a:lvl6pPr marL="2514600" indent="-228600" defTabSz="457200" eaLnBrk="0" fontAlgn="base" hangingPunct="0">
              <a:spcBef>
                <a:spcPct val="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charset="0"/>
                <a:ea typeface="ＭＳ Ｐゴシック" charset="-128"/>
              </a:defRPr>
            </a:lvl6pPr>
            <a:lvl7pPr marL="2971800" indent="-228600" defTabSz="457200" eaLnBrk="0" fontAlgn="base" hangingPunct="0">
              <a:spcBef>
                <a:spcPct val="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charset="0"/>
                <a:ea typeface="ＭＳ Ｐゴシック" charset="-128"/>
              </a:defRPr>
            </a:lvl7pPr>
            <a:lvl8pPr marL="3429000" indent="-228600" defTabSz="457200" eaLnBrk="0" fontAlgn="base" hangingPunct="0">
              <a:spcBef>
                <a:spcPct val="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charset="0"/>
                <a:ea typeface="ＭＳ Ｐゴシック" charset="-128"/>
              </a:defRPr>
            </a:lvl8pPr>
            <a:lvl9pPr marL="3886200" indent="-228600" defTabSz="457200" eaLnBrk="0" fontAlgn="base" hangingPunct="0">
              <a:spcBef>
                <a:spcPct val="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charset="0"/>
                <a:ea typeface="ＭＳ Ｐゴシック" charset="-128"/>
              </a:defRPr>
            </a:lvl9pPr>
          </a:lstStyle>
          <a:p>
            <a:pPr algn="r" eaLnBrk="1" hangingPunct="1">
              <a:buClrTx/>
              <a:buFontTx/>
              <a:buNone/>
            </a:pPr>
            <a:fld id="{967E3F0F-1D37-4A0A-8AB7-7A96D16B7E5A}" type="slidenum">
              <a:rPr lang="en-AU" sz="1200">
                <a:solidFill>
                  <a:srgbClr val="FFFFFF"/>
                </a:solidFill>
              </a:rPr>
              <a:pPr algn="r" eaLnBrk="1" hangingPunct="1">
                <a:buClrTx/>
                <a:buFontTx/>
                <a:buNone/>
              </a:pPr>
              <a:t>9</a:t>
            </a:fld>
            <a:endParaRPr lang="en-AU" sz="1200">
              <a:solidFill>
                <a:srgbClr val="FFFFFF"/>
              </a:solidFill>
            </a:endParaRPr>
          </a:p>
        </p:txBody>
      </p:sp>
      <p:sp>
        <p:nvSpPr>
          <p:cNvPr id="57348" name="Rectangle 2"/>
          <p:cNvSpPr txBox="1">
            <a:spLocks noGrp="1" noRot="1" noChangeAspect="1" noChangeArrowheads="1" noTextEdit="1"/>
          </p:cNvSpPr>
          <p:nvPr>
            <p:ph type="sldImg"/>
          </p:nvPr>
        </p:nvSpPr>
        <p:spPr>
          <a:xfrm>
            <a:off x="1143000" y="685800"/>
            <a:ext cx="4572000" cy="342900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57349" name="Text Box 3"/>
          <p:cNvSpPr txBox="1">
            <a:spLocks noChangeArrowheads="1"/>
          </p:cNvSpPr>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charset="0"/>
                <a:ea typeface="ＭＳ Ｐゴシック" charset="-128"/>
              </a:defRPr>
            </a:lvl1pPr>
            <a:lvl2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charset="0"/>
                <a:ea typeface="ＭＳ Ｐゴシック" charset="-128"/>
              </a:defRPr>
            </a:lvl2pPr>
            <a:lvl3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charset="0"/>
                <a:ea typeface="ＭＳ Ｐゴシック" charset="-128"/>
              </a:defRPr>
            </a:lvl3pPr>
            <a:lvl4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charset="0"/>
                <a:ea typeface="ＭＳ Ｐゴシック" charset="-128"/>
              </a:defRPr>
            </a:lvl4pPr>
            <a:lvl5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charset="0"/>
                <a:ea typeface="ＭＳ Ｐゴシック" charset="-128"/>
              </a:defRPr>
            </a:lvl5pPr>
            <a:lvl6pPr marL="2514600" indent="-228600" defTabSz="457200" eaLnBrk="0" fontAlgn="base" hangingPunct="0">
              <a:spcBef>
                <a:spcPct val="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charset="0"/>
                <a:ea typeface="ＭＳ Ｐゴシック" charset="-128"/>
              </a:defRPr>
            </a:lvl6pPr>
            <a:lvl7pPr marL="2971800" indent="-228600" defTabSz="457200" eaLnBrk="0" fontAlgn="base" hangingPunct="0">
              <a:spcBef>
                <a:spcPct val="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charset="0"/>
                <a:ea typeface="ＭＳ Ｐゴシック" charset="-128"/>
              </a:defRPr>
            </a:lvl7pPr>
            <a:lvl8pPr marL="3429000" indent="-228600" defTabSz="457200" eaLnBrk="0" fontAlgn="base" hangingPunct="0">
              <a:spcBef>
                <a:spcPct val="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charset="0"/>
                <a:ea typeface="ＭＳ Ｐゴシック" charset="-128"/>
              </a:defRPr>
            </a:lvl8pPr>
            <a:lvl9pPr marL="3886200" indent="-228600" defTabSz="457200" eaLnBrk="0" fontAlgn="base" hangingPunct="0">
              <a:spcBef>
                <a:spcPct val="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charset="0"/>
                <a:ea typeface="ＭＳ Ｐゴシック" charset="-128"/>
              </a:defRPr>
            </a:lvl9pPr>
          </a:lstStyle>
          <a:p>
            <a:pPr eaLnBrk="1" hangingPunct="1">
              <a:spcBef>
                <a:spcPts val="450"/>
              </a:spcBef>
              <a:buClrTx/>
              <a:buFontTx/>
              <a:buNone/>
            </a:pPr>
            <a:r>
              <a:rPr lang="en-AU" sz="1200">
                <a:solidFill>
                  <a:srgbClr val="000000"/>
                </a:solidFill>
              </a:rPr>
              <a:t>The actual key exchange for either party consists of raising the others "public key' to power of their private key. The resulting number (or as much of as is necessary) is used as the key for a block cipher or other private key scheme. For an attacker to obtain the same value they need at least one of the secret numbers, which means solving a discrete log, which is computationally infeasible given large enough numbers. Note that if Alice and Bob subsequently communicate, they will have the </a:t>
            </a:r>
            <a:r>
              <a:rPr lang="en-AU" sz="1200" b="1">
                <a:solidFill>
                  <a:srgbClr val="000000"/>
                </a:solidFill>
              </a:rPr>
              <a:t>same</a:t>
            </a:r>
            <a:r>
              <a:rPr lang="en-AU" sz="1200">
                <a:solidFill>
                  <a:srgbClr val="000000"/>
                </a:solidFill>
              </a:rPr>
              <a:t> key as before, unless they choose new public-keys.</a:t>
            </a:r>
          </a:p>
        </p:txBody>
      </p:sp>
    </p:spTree>
    <p:extLst>
      <p:ext uri="{BB962C8B-B14F-4D97-AF65-F5344CB8AC3E}">
        <p14:creationId xmlns:p14="http://schemas.microsoft.com/office/powerpoint/2010/main" val="280375866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7346" name="Rectangle 9"/>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eaLnBrk="0" hangingPunct="0">
              <a:tabLst>
                <a:tab pos="457200" algn="l"/>
                <a:tab pos="914400" algn="l"/>
                <a:tab pos="1371600" algn="l"/>
                <a:tab pos="1828800" algn="l"/>
                <a:tab pos="2286000" algn="l"/>
                <a:tab pos="2743200" algn="l"/>
              </a:tabLst>
              <a:defRPr sz="2400">
                <a:solidFill>
                  <a:schemeClr val="bg1"/>
                </a:solidFill>
                <a:latin typeface="Arial" charset="0"/>
                <a:ea typeface="ＭＳ Ｐゴシック" charset="-128"/>
              </a:defRPr>
            </a:lvl1pPr>
            <a:lvl2pPr eaLnBrk="0" hangingPunct="0">
              <a:tabLst>
                <a:tab pos="457200" algn="l"/>
                <a:tab pos="914400" algn="l"/>
                <a:tab pos="1371600" algn="l"/>
                <a:tab pos="1828800" algn="l"/>
                <a:tab pos="2286000" algn="l"/>
                <a:tab pos="2743200" algn="l"/>
              </a:tabLst>
              <a:defRPr sz="2400">
                <a:solidFill>
                  <a:schemeClr val="bg1"/>
                </a:solidFill>
                <a:latin typeface="Arial" charset="0"/>
                <a:ea typeface="ＭＳ Ｐゴシック" charset="-128"/>
              </a:defRPr>
            </a:lvl2pPr>
            <a:lvl3pPr eaLnBrk="0" hangingPunct="0">
              <a:tabLst>
                <a:tab pos="457200" algn="l"/>
                <a:tab pos="914400" algn="l"/>
                <a:tab pos="1371600" algn="l"/>
                <a:tab pos="1828800" algn="l"/>
                <a:tab pos="2286000" algn="l"/>
                <a:tab pos="2743200" algn="l"/>
              </a:tabLst>
              <a:defRPr sz="2400">
                <a:solidFill>
                  <a:schemeClr val="bg1"/>
                </a:solidFill>
                <a:latin typeface="Arial" charset="0"/>
                <a:ea typeface="ＭＳ Ｐゴシック" charset="-128"/>
              </a:defRPr>
            </a:lvl3pPr>
            <a:lvl4pPr eaLnBrk="0" hangingPunct="0">
              <a:tabLst>
                <a:tab pos="457200" algn="l"/>
                <a:tab pos="914400" algn="l"/>
                <a:tab pos="1371600" algn="l"/>
                <a:tab pos="1828800" algn="l"/>
                <a:tab pos="2286000" algn="l"/>
                <a:tab pos="2743200" algn="l"/>
              </a:tabLst>
              <a:defRPr sz="2400">
                <a:solidFill>
                  <a:schemeClr val="bg1"/>
                </a:solidFill>
                <a:latin typeface="Arial" charset="0"/>
                <a:ea typeface="ＭＳ Ｐゴシック" charset="-128"/>
              </a:defRPr>
            </a:lvl4pPr>
            <a:lvl5pPr eaLnBrk="0" hangingPunct="0">
              <a:tabLst>
                <a:tab pos="457200" algn="l"/>
                <a:tab pos="914400" algn="l"/>
                <a:tab pos="1371600" algn="l"/>
                <a:tab pos="1828800" algn="l"/>
                <a:tab pos="2286000" algn="l"/>
                <a:tab pos="2743200" algn="l"/>
              </a:tabLst>
              <a:defRPr sz="2400">
                <a:solidFill>
                  <a:schemeClr val="bg1"/>
                </a:solidFill>
                <a:latin typeface="Arial" charset="0"/>
                <a:ea typeface="ＭＳ Ｐゴシック" charset="-128"/>
              </a:defRPr>
            </a:lvl5pPr>
            <a:lvl6pPr marL="2514600" indent="-228600" defTabSz="457200" eaLnBrk="0" fontAlgn="base" hangingPunct="0">
              <a:spcBef>
                <a:spcPct val="0"/>
              </a:spcBef>
              <a:spcAft>
                <a:spcPct val="0"/>
              </a:spcAft>
              <a:buClr>
                <a:srgbClr val="000000"/>
              </a:buClr>
              <a:buSzPct val="100000"/>
              <a:buFont typeface="Times New Roman" pitchFamily="16" charset="0"/>
              <a:tabLst>
                <a:tab pos="457200" algn="l"/>
                <a:tab pos="914400" algn="l"/>
                <a:tab pos="1371600" algn="l"/>
                <a:tab pos="1828800" algn="l"/>
                <a:tab pos="2286000" algn="l"/>
                <a:tab pos="2743200" algn="l"/>
              </a:tabLst>
              <a:defRPr sz="2400">
                <a:solidFill>
                  <a:schemeClr val="bg1"/>
                </a:solidFill>
                <a:latin typeface="Arial" charset="0"/>
                <a:ea typeface="ＭＳ Ｐゴシック" charset="-128"/>
              </a:defRPr>
            </a:lvl6pPr>
            <a:lvl7pPr marL="2971800" indent="-228600" defTabSz="457200" eaLnBrk="0" fontAlgn="base" hangingPunct="0">
              <a:spcBef>
                <a:spcPct val="0"/>
              </a:spcBef>
              <a:spcAft>
                <a:spcPct val="0"/>
              </a:spcAft>
              <a:buClr>
                <a:srgbClr val="000000"/>
              </a:buClr>
              <a:buSzPct val="100000"/>
              <a:buFont typeface="Times New Roman" pitchFamily="16" charset="0"/>
              <a:tabLst>
                <a:tab pos="457200" algn="l"/>
                <a:tab pos="914400" algn="l"/>
                <a:tab pos="1371600" algn="l"/>
                <a:tab pos="1828800" algn="l"/>
                <a:tab pos="2286000" algn="l"/>
                <a:tab pos="2743200" algn="l"/>
              </a:tabLst>
              <a:defRPr sz="2400">
                <a:solidFill>
                  <a:schemeClr val="bg1"/>
                </a:solidFill>
                <a:latin typeface="Arial" charset="0"/>
                <a:ea typeface="ＭＳ Ｐゴシック" charset="-128"/>
              </a:defRPr>
            </a:lvl7pPr>
            <a:lvl8pPr marL="3429000" indent="-228600" defTabSz="457200" eaLnBrk="0" fontAlgn="base" hangingPunct="0">
              <a:spcBef>
                <a:spcPct val="0"/>
              </a:spcBef>
              <a:spcAft>
                <a:spcPct val="0"/>
              </a:spcAft>
              <a:buClr>
                <a:srgbClr val="000000"/>
              </a:buClr>
              <a:buSzPct val="100000"/>
              <a:buFont typeface="Times New Roman" pitchFamily="16" charset="0"/>
              <a:tabLst>
                <a:tab pos="457200" algn="l"/>
                <a:tab pos="914400" algn="l"/>
                <a:tab pos="1371600" algn="l"/>
                <a:tab pos="1828800" algn="l"/>
                <a:tab pos="2286000" algn="l"/>
                <a:tab pos="2743200" algn="l"/>
              </a:tabLst>
              <a:defRPr sz="2400">
                <a:solidFill>
                  <a:schemeClr val="bg1"/>
                </a:solidFill>
                <a:latin typeface="Arial" charset="0"/>
                <a:ea typeface="ＭＳ Ｐゴシック" charset="-128"/>
              </a:defRPr>
            </a:lvl8pPr>
            <a:lvl9pPr marL="3886200" indent="-228600" defTabSz="457200" eaLnBrk="0" fontAlgn="base" hangingPunct="0">
              <a:spcBef>
                <a:spcPct val="0"/>
              </a:spcBef>
              <a:spcAft>
                <a:spcPct val="0"/>
              </a:spcAft>
              <a:buClr>
                <a:srgbClr val="000000"/>
              </a:buClr>
              <a:buSzPct val="100000"/>
              <a:buFont typeface="Times New Roman" pitchFamily="16" charset="0"/>
              <a:tabLst>
                <a:tab pos="457200" algn="l"/>
                <a:tab pos="914400" algn="l"/>
                <a:tab pos="1371600" algn="l"/>
                <a:tab pos="1828800" algn="l"/>
                <a:tab pos="2286000" algn="l"/>
                <a:tab pos="2743200" algn="l"/>
              </a:tabLst>
              <a:defRPr sz="2400">
                <a:solidFill>
                  <a:schemeClr val="bg1"/>
                </a:solidFill>
                <a:latin typeface="Arial" charset="0"/>
                <a:ea typeface="ＭＳ Ｐゴシック" charset="-128"/>
              </a:defRPr>
            </a:lvl9pPr>
          </a:lstStyle>
          <a:p>
            <a:pPr eaLnBrk="1" hangingPunct="1"/>
            <a:fld id="{FC959FE7-81AD-4F5F-917B-83A68A2C1B47}" type="slidenum">
              <a:rPr lang="en-AU" sz="1200">
                <a:solidFill>
                  <a:srgbClr val="000000"/>
                </a:solidFill>
                <a:latin typeface="Times New Roman" pitchFamily="16" charset="0"/>
              </a:rPr>
              <a:pPr eaLnBrk="1" hangingPunct="1"/>
              <a:t>10</a:t>
            </a:fld>
            <a:endParaRPr lang="en-AU" sz="1200">
              <a:solidFill>
                <a:srgbClr val="000000"/>
              </a:solidFill>
              <a:latin typeface="Times New Roman" pitchFamily="16" charset="0"/>
            </a:endParaRPr>
          </a:p>
        </p:txBody>
      </p:sp>
      <p:sp>
        <p:nvSpPr>
          <p:cNvPr id="57347" name="Text Box 1"/>
          <p:cNvSpPr txBox="1">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charset="0"/>
                <a:ea typeface="ＭＳ Ｐゴシック" charset="-128"/>
              </a:defRPr>
            </a:lvl1pPr>
            <a:lvl2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charset="0"/>
                <a:ea typeface="ＭＳ Ｐゴシック" charset="-128"/>
              </a:defRPr>
            </a:lvl2pPr>
            <a:lvl3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charset="0"/>
                <a:ea typeface="ＭＳ Ｐゴシック" charset="-128"/>
              </a:defRPr>
            </a:lvl3pPr>
            <a:lvl4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charset="0"/>
                <a:ea typeface="ＭＳ Ｐゴシック" charset="-128"/>
              </a:defRPr>
            </a:lvl4pPr>
            <a:lvl5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charset="0"/>
                <a:ea typeface="ＭＳ Ｐゴシック" charset="-128"/>
              </a:defRPr>
            </a:lvl5pPr>
            <a:lvl6pPr marL="2514600" indent="-228600" defTabSz="457200" eaLnBrk="0" fontAlgn="base" hangingPunct="0">
              <a:spcBef>
                <a:spcPct val="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charset="0"/>
                <a:ea typeface="ＭＳ Ｐゴシック" charset="-128"/>
              </a:defRPr>
            </a:lvl6pPr>
            <a:lvl7pPr marL="2971800" indent="-228600" defTabSz="457200" eaLnBrk="0" fontAlgn="base" hangingPunct="0">
              <a:spcBef>
                <a:spcPct val="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charset="0"/>
                <a:ea typeface="ＭＳ Ｐゴシック" charset="-128"/>
              </a:defRPr>
            </a:lvl7pPr>
            <a:lvl8pPr marL="3429000" indent="-228600" defTabSz="457200" eaLnBrk="0" fontAlgn="base" hangingPunct="0">
              <a:spcBef>
                <a:spcPct val="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charset="0"/>
                <a:ea typeface="ＭＳ Ｐゴシック" charset="-128"/>
              </a:defRPr>
            </a:lvl8pPr>
            <a:lvl9pPr marL="3886200" indent="-228600" defTabSz="457200" eaLnBrk="0" fontAlgn="base" hangingPunct="0">
              <a:spcBef>
                <a:spcPct val="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charset="0"/>
                <a:ea typeface="ＭＳ Ｐゴシック" charset="-128"/>
              </a:defRPr>
            </a:lvl9pPr>
          </a:lstStyle>
          <a:p>
            <a:pPr algn="r" eaLnBrk="1" hangingPunct="1">
              <a:buClrTx/>
              <a:buFontTx/>
              <a:buNone/>
            </a:pPr>
            <a:fld id="{967E3F0F-1D37-4A0A-8AB7-7A96D16B7E5A}" type="slidenum">
              <a:rPr lang="en-AU" sz="1200">
                <a:solidFill>
                  <a:srgbClr val="FFFFFF"/>
                </a:solidFill>
              </a:rPr>
              <a:pPr algn="r" eaLnBrk="1" hangingPunct="1">
                <a:buClrTx/>
                <a:buFontTx/>
                <a:buNone/>
              </a:pPr>
              <a:t>10</a:t>
            </a:fld>
            <a:endParaRPr lang="en-AU" sz="1200">
              <a:solidFill>
                <a:srgbClr val="FFFFFF"/>
              </a:solidFill>
            </a:endParaRPr>
          </a:p>
        </p:txBody>
      </p:sp>
      <p:sp>
        <p:nvSpPr>
          <p:cNvPr id="57348" name="Rectangle 2"/>
          <p:cNvSpPr txBox="1">
            <a:spLocks noGrp="1" noRot="1" noChangeAspect="1" noChangeArrowheads="1" noTextEdit="1"/>
          </p:cNvSpPr>
          <p:nvPr>
            <p:ph type="sldImg"/>
          </p:nvPr>
        </p:nvSpPr>
        <p:spPr>
          <a:xfrm>
            <a:off x="1143000" y="685800"/>
            <a:ext cx="4572000" cy="342900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57349" name="Text Box 3"/>
          <p:cNvSpPr txBox="1">
            <a:spLocks noChangeArrowheads="1"/>
          </p:cNvSpPr>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charset="0"/>
                <a:ea typeface="ＭＳ Ｐゴシック" charset="-128"/>
              </a:defRPr>
            </a:lvl1pPr>
            <a:lvl2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charset="0"/>
                <a:ea typeface="ＭＳ Ｐゴシック" charset="-128"/>
              </a:defRPr>
            </a:lvl2pPr>
            <a:lvl3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charset="0"/>
                <a:ea typeface="ＭＳ Ｐゴシック" charset="-128"/>
              </a:defRPr>
            </a:lvl3pPr>
            <a:lvl4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charset="0"/>
                <a:ea typeface="ＭＳ Ｐゴシック" charset="-128"/>
              </a:defRPr>
            </a:lvl4pPr>
            <a:lvl5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charset="0"/>
                <a:ea typeface="ＭＳ Ｐゴシック" charset="-128"/>
              </a:defRPr>
            </a:lvl5pPr>
            <a:lvl6pPr marL="2514600" indent="-228600" defTabSz="457200" eaLnBrk="0" fontAlgn="base" hangingPunct="0">
              <a:spcBef>
                <a:spcPct val="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charset="0"/>
                <a:ea typeface="ＭＳ Ｐゴシック" charset="-128"/>
              </a:defRPr>
            </a:lvl6pPr>
            <a:lvl7pPr marL="2971800" indent="-228600" defTabSz="457200" eaLnBrk="0" fontAlgn="base" hangingPunct="0">
              <a:spcBef>
                <a:spcPct val="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charset="0"/>
                <a:ea typeface="ＭＳ Ｐゴシック" charset="-128"/>
              </a:defRPr>
            </a:lvl7pPr>
            <a:lvl8pPr marL="3429000" indent="-228600" defTabSz="457200" eaLnBrk="0" fontAlgn="base" hangingPunct="0">
              <a:spcBef>
                <a:spcPct val="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charset="0"/>
                <a:ea typeface="ＭＳ Ｐゴシック" charset="-128"/>
              </a:defRPr>
            </a:lvl8pPr>
            <a:lvl9pPr marL="3886200" indent="-228600" defTabSz="457200" eaLnBrk="0" fontAlgn="base" hangingPunct="0">
              <a:spcBef>
                <a:spcPct val="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charset="0"/>
                <a:ea typeface="ＭＳ Ｐゴシック" charset="-128"/>
              </a:defRPr>
            </a:lvl9pPr>
          </a:lstStyle>
          <a:p>
            <a:pPr eaLnBrk="1" hangingPunct="1">
              <a:spcBef>
                <a:spcPts val="450"/>
              </a:spcBef>
              <a:buClrTx/>
              <a:buFontTx/>
              <a:buNone/>
            </a:pPr>
            <a:r>
              <a:rPr lang="en-AU" sz="1200">
                <a:solidFill>
                  <a:srgbClr val="000000"/>
                </a:solidFill>
              </a:rPr>
              <a:t>The actual key exchange for either party consists of raising the others "public key' to power of their private key. The resulting number (or as much of as is necessary) is used as the key for a block cipher or other private key scheme. For an attacker to obtain the same value they need at least one of the secret numbers, which means solving a discrete log, which is computationally infeasible given large enough numbers. Note that if Alice and Bob subsequently communicate, they will have the </a:t>
            </a:r>
            <a:r>
              <a:rPr lang="en-AU" sz="1200" b="1">
                <a:solidFill>
                  <a:srgbClr val="000000"/>
                </a:solidFill>
              </a:rPr>
              <a:t>same</a:t>
            </a:r>
            <a:r>
              <a:rPr lang="en-AU" sz="1200">
                <a:solidFill>
                  <a:srgbClr val="000000"/>
                </a:solidFill>
              </a:rPr>
              <a:t> key as before, unless they choose new public-keys.</a:t>
            </a:r>
          </a:p>
        </p:txBody>
      </p:sp>
    </p:spTree>
    <p:extLst>
      <p:ext uri="{BB962C8B-B14F-4D97-AF65-F5344CB8AC3E}">
        <p14:creationId xmlns:p14="http://schemas.microsoft.com/office/powerpoint/2010/main" val="133128386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8370" name="Rectangle 9"/>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eaLnBrk="0" hangingPunct="0">
              <a:tabLst>
                <a:tab pos="457200" algn="l"/>
                <a:tab pos="914400" algn="l"/>
                <a:tab pos="1371600" algn="l"/>
                <a:tab pos="1828800" algn="l"/>
                <a:tab pos="2286000" algn="l"/>
                <a:tab pos="2743200" algn="l"/>
              </a:tabLst>
              <a:defRPr sz="2400">
                <a:solidFill>
                  <a:schemeClr val="bg1"/>
                </a:solidFill>
                <a:latin typeface="Arial" charset="0"/>
                <a:ea typeface="ＭＳ Ｐゴシック" charset="-128"/>
              </a:defRPr>
            </a:lvl1pPr>
            <a:lvl2pPr eaLnBrk="0" hangingPunct="0">
              <a:tabLst>
                <a:tab pos="457200" algn="l"/>
                <a:tab pos="914400" algn="l"/>
                <a:tab pos="1371600" algn="l"/>
                <a:tab pos="1828800" algn="l"/>
                <a:tab pos="2286000" algn="l"/>
                <a:tab pos="2743200" algn="l"/>
              </a:tabLst>
              <a:defRPr sz="2400">
                <a:solidFill>
                  <a:schemeClr val="bg1"/>
                </a:solidFill>
                <a:latin typeface="Arial" charset="0"/>
                <a:ea typeface="ＭＳ Ｐゴシック" charset="-128"/>
              </a:defRPr>
            </a:lvl2pPr>
            <a:lvl3pPr eaLnBrk="0" hangingPunct="0">
              <a:tabLst>
                <a:tab pos="457200" algn="l"/>
                <a:tab pos="914400" algn="l"/>
                <a:tab pos="1371600" algn="l"/>
                <a:tab pos="1828800" algn="l"/>
                <a:tab pos="2286000" algn="l"/>
                <a:tab pos="2743200" algn="l"/>
              </a:tabLst>
              <a:defRPr sz="2400">
                <a:solidFill>
                  <a:schemeClr val="bg1"/>
                </a:solidFill>
                <a:latin typeface="Arial" charset="0"/>
                <a:ea typeface="ＭＳ Ｐゴシック" charset="-128"/>
              </a:defRPr>
            </a:lvl3pPr>
            <a:lvl4pPr eaLnBrk="0" hangingPunct="0">
              <a:tabLst>
                <a:tab pos="457200" algn="l"/>
                <a:tab pos="914400" algn="l"/>
                <a:tab pos="1371600" algn="l"/>
                <a:tab pos="1828800" algn="l"/>
                <a:tab pos="2286000" algn="l"/>
                <a:tab pos="2743200" algn="l"/>
              </a:tabLst>
              <a:defRPr sz="2400">
                <a:solidFill>
                  <a:schemeClr val="bg1"/>
                </a:solidFill>
                <a:latin typeface="Arial" charset="0"/>
                <a:ea typeface="ＭＳ Ｐゴシック" charset="-128"/>
              </a:defRPr>
            </a:lvl4pPr>
            <a:lvl5pPr eaLnBrk="0" hangingPunct="0">
              <a:tabLst>
                <a:tab pos="457200" algn="l"/>
                <a:tab pos="914400" algn="l"/>
                <a:tab pos="1371600" algn="l"/>
                <a:tab pos="1828800" algn="l"/>
                <a:tab pos="2286000" algn="l"/>
                <a:tab pos="2743200" algn="l"/>
              </a:tabLst>
              <a:defRPr sz="2400">
                <a:solidFill>
                  <a:schemeClr val="bg1"/>
                </a:solidFill>
                <a:latin typeface="Arial" charset="0"/>
                <a:ea typeface="ＭＳ Ｐゴシック" charset="-128"/>
              </a:defRPr>
            </a:lvl5pPr>
            <a:lvl6pPr marL="2514600" indent="-228600" defTabSz="457200" eaLnBrk="0" fontAlgn="base" hangingPunct="0">
              <a:spcBef>
                <a:spcPct val="0"/>
              </a:spcBef>
              <a:spcAft>
                <a:spcPct val="0"/>
              </a:spcAft>
              <a:buClr>
                <a:srgbClr val="000000"/>
              </a:buClr>
              <a:buSzPct val="100000"/>
              <a:buFont typeface="Times New Roman" pitchFamily="16" charset="0"/>
              <a:tabLst>
                <a:tab pos="457200" algn="l"/>
                <a:tab pos="914400" algn="l"/>
                <a:tab pos="1371600" algn="l"/>
                <a:tab pos="1828800" algn="l"/>
                <a:tab pos="2286000" algn="l"/>
                <a:tab pos="2743200" algn="l"/>
              </a:tabLst>
              <a:defRPr sz="2400">
                <a:solidFill>
                  <a:schemeClr val="bg1"/>
                </a:solidFill>
                <a:latin typeface="Arial" charset="0"/>
                <a:ea typeface="ＭＳ Ｐゴシック" charset="-128"/>
              </a:defRPr>
            </a:lvl6pPr>
            <a:lvl7pPr marL="2971800" indent="-228600" defTabSz="457200" eaLnBrk="0" fontAlgn="base" hangingPunct="0">
              <a:spcBef>
                <a:spcPct val="0"/>
              </a:spcBef>
              <a:spcAft>
                <a:spcPct val="0"/>
              </a:spcAft>
              <a:buClr>
                <a:srgbClr val="000000"/>
              </a:buClr>
              <a:buSzPct val="100000"/>
              <a:buFont typeface="Times New Roman" pitchFamily="16" charset="0"/>
              <a:tabLst>
                <a:tab pos="457200" algn="l"/>
                <a:tab pos="914400" algn="l"/>
                <a:tab pos="1371600" algn="l"/>
                <a:tab pos="1828800" algn="l"/>
                <a:tab pos="2286000" algn="l"/>
                <a:tab pos="2743200" algn="l"/>
              </a:tabLst>
              <a:defRPr sz="2400">
                <a:solidFill>
                  <a:schemeClr val="bg1"/>
                </a:solidFill>
                <a:latin typeface="Arial" charset="0"/>
                <a:ea typeface="ＭＳ Ｐゴシック" charset="-128"/>
              </a:defRPr>
            </a:lvl7pPr>
            <a:lvl8pPr marL="3429000" indent="-228600" defTabSz="457200" eaLnBrk="0" fontAlgn="base" hangingPunct="0">
              <a:spcBef>
                <a:spcPct val="0"/>
              </a:spcBef>
              <a:spcAft>
                <a:spcPct val="0"/>
              </a:spcAft>
              <a:buClr>
                <a:srgbClr val="000000"/>
              </a:buClr>
              <a:buSzPct val="100000"/>
              <a:buFont typeface="Times New Roman" pitchFamily="16" charset="0"/>
              <a:tabLst>
                <a:tab pos="457200" algn="l"/>
                <a:tab pos="914400" algn="l"/>
                <a:tab pos="1371600" algn="l"/>
                <a:tab pos="1828800" algn="l"/>
                <a:tab pos="2286000" algn="l"/>
                <a:tab pos="2743200" algn="l"/>
              </a:tabLst>
              <a:defRPr sz="2400">
                <a:solidFill>
                  <a:schemeClr val="bg1"/>
                </a:solidFill>
                <a:latin typeface="Arial" charset="0"/>
                <a:ea typeface="ＭＳ Ｐゴシック" charset="-128"/>
              </a:defRPr>
            </a:lvl8pPr>
            <a:lvl9pPr marL="3886200" indent="-228600" defTabSz="457200" eaLnBrk="0" fontAlgn="base" hangingPunct="0">
              <a:spcBef>
                <a:spcPct val="0"/>
              </a:spcBef>
              <a:spcAft>
                <a:spcPct val="0"/>
              </a:spcAft>
              <a:buClr>
                <a:srgbClr val="000000"/>
              </a:buClr>
              <a:buSzPct val="100000"/>
              <a:buFont typeface="Times New Roman" pitchFamily="16" charset="0"/>
              <a:tabLst>
                <a:tab pos="457200" algn="l"/>
                <a:tab pos="914400" algn="l"/>
                <a:tab pos="1371600" algn="l"/>
                <a:tab pos="1828800" algn="l"/>
                <a:tab pos="2286000" algn="l"/>
                <a:tab pos="2743200" algn="l"/>
              </a:tabLst>
              <a:defRPr sz="2400">
                <a:solidFill>
                  <a:schemeClr val="bg1"/>
                </a:solidFill>
                <a:latin typeface="Arial" charset="0"/>
                <a:ea typeface="ＭＳ Ｐゴシック" charset="-128"/>
              </a:defRPr>
            </a:lvl9pPr>
          </a:lstStyle>
          <a:p>
            <a:pPr eaLnBrk="1" hangingPunct="1"/>
            <a:fld id="{C538BFED-43C9-4CB5-9191-DD9FC492677B}" type="slidenum">
              <a:rPr lang="en-AU" sz="1200">
                <a:solidFill>
                  <a:srgbClr val="000000"/>
                </a:solidFill>
                <a:latin typeface="Times New Roman" pitchFamily="16" charset="0"/>
              </a:rPr>
              <a:pPr eaLnBrk="1" hangingPunct="1"/>
              <a:t>11</a:t>
            </a:fld>
            <a:endParaRPr lang="en-AU" sz="1200">
              <a:solidFill>
                <a:srgbClr val="000000"/>
              </a:solidFill>
              <a:latin typeface="Times New Roman" pitchFamily="16" charset="0"/>
            </a:endParaRPr>
          </a:p>
        </p:txBody>
      </p:sp>
      <p:sp>
        <p:nvSpPr>
          <p:cNvPr id="58371" name="Text Box 1"/>
          <p:cNvSpPr txBox="1">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charset="0"/>
                <a:ea typeface="ＭＳ Ｐゴシック" charset="-128"/>
              </a:defRPr>
            </a:lvl1pPr>
            <a:lvl2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charset="0"/>
                <a:ea typeface="ＭＳ Ｐゴシック" charset="-128"/>
              </a:defRPr>
            </a:lvl2pPr>
            <a:lvl3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charset="0"/>
                <a:ea typeface="ＭＳ Ｐゴシック" charset="-128"/>
              </a:defRPr>
            </a:lvl3pPr>
            <a:lvl4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charset="0"/>
                <a:ea typeface="ＭＳ Ｐゴシック" charset="-128"/>
              </a:defRPr>
            </a:lvl4pPr>
            <a:lvl5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charset="0"/>
                <a:ea typeface="ＭＳ Ｐゴシック" charset="-128"/>
              </a:defRPr>
            </a:lvl5pPr>
            <a:lvl6pPr marL="2514600" indent="-228600" defTabSz="457200" eaLnBrk="0" fontAlgn="base" hangingPunct="0">
              <a:spcBef>
                <a:spcPct val="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charset="0"/>
                <a:ea typeface="ＭＳ Ｐゴシック" charset="-128"/>
              </a:defRPr>
            </a:lvl6pPr>
            <a:lvl7pPr marL="2971800" indent="-228600" defTabSz="457200" eaLnBrk="0" fontAlgn="base" hangingPunct="0">
              <a:spcBef>
                <a:spcPct val="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charset="0"/>
                <a:ea typeface="ＭＳ Ｐゴシック" charset="-128"/>
              </a:defRPr>
            </a:lvl7pPr>
            <a:lvl8pPr marL="3429000" indent="-228600" defTabSz="457200" eaLnBrk="0" fontAlgn="base" hangingPunct="0">
              <a:spcBef>
                <a:spcPct val="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charset="0"/>
                <a:ea typeface="ＭＳ Ｐゴシック" charset="-128"/>
              </a:defRPr>
            </a:lvl8pPr>
            <a:lvl9pPr marL="3886200" indent="-228600" defTabSz="457200" eaLnBrk="0" fontAlgn="base" hangingPunct="0">
              <a:spcBef>
                <a:spcPct val="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charset="0"/>
                <a:ea typeface="ＭＳ Ｐゴシック" charset="-128"/>
              </a:defRPr>
            </a:lvl9pPr>
          </a:lstStyle>
          <a:p>
            <a:pPr algn="r" eaLnBrk="1" hangingPunct="1">
              <a:buClrTx/>
              <a:buFontTx/>
              <a:buNone/>
            </a:pPr>
            <a:fld id="{D6E33DB1-5964-4E95-B4B5-4FCCE58D4A34}" type="slidenum">
              <a:rPr lang="en-AU" sz="1200">
                <a:solidFill>
                  <a:srgbClr val="FFFFFF"/>
                </a:solidFill>
              </a:rPr>
              <a:pPr algn="r" eaLnBrk="1" hangingPunct="1">
                <a:buClrTx/>
                <a:buFontTx/>
                <a:buNone/>
              </a:pPr>
              <a:t>11</a:t>
            </a:fld>
            <a:endParaRPr lang="en-AU" sz="1200">
              <a:solidFill>
                <a:srgbClr val="FFFFFF"/>
              </a:solidFill>
            </a:endParaRPr>
          </a:p>
        </p:txBody>
      </p:sp>
      <p:sp>
        <p:nvSpPr>
          <p:cNvPr id="58372" name="Rectangle 2"/>
          <p:cNvSpPr txBox="1">
            <a:spLocks noGrp="1" noRot="1" noChangeAspect="1" noChangeArrowheads="1" noTextEdit="1"/>
          </p:cNvSpPr>
          <p:nvPr>
            <p:ph type="sldImg"/>
          </p:nvPr>
        </p:nvSpPr>
        <p:spPr>
          <a:xfrm>
            <a:off x="1143000" y="685800"/>
            <a:ext cx="4572000" cy="342900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58373" name="Text Box 3"/>
          <p:cNvSpPr txBox="1">
            <a:spLocks noChangeArrowheads="1"/>
          </p:cNvSpPr>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charset="0"/>
                <a:ea typeface="ＭＳ Ｐゴシック" charset="-128"/>
              </a:defRPr>
            </a:lvl1pPr>
            <a:lvl2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charset="0"/>
                <a:ea typeface="ＭＳ Ｐゴシック" charset="-128"/>
              </a:defRPr>
            </a:lvl2pPr>
            <a:lvl3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charset="0"/>
                <a:ea typeface="ＭＳ Ｐゴシック" charset="-128"/>
              </a:defRPr>
            </a:lvl3pPr>
            <a:lvl4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charset="0"/>
                <a:ea typeface="ＭＳ Ｐゴシック" charset="-128"/>
              </a:defRPr>
            </a:lvl4pPr>
            <a:lvl5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charset="0"/>
                <a:ea typeface="ＭＳ Ｐゴシック" charset="-128"/>
              </a:defRPr>
            </a:lvl5pPr>
            <a:lvl6pPr marL="2514600" indent="-228600" defTabSz="457200" eaLnBrk="0" fontAlgn="base" hangingPunct="0">
              <a:spcBef>
                <a:spcPct val="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charset="0"/>
                <a:ea typeface="ＭＳ Ｐゴシック" charset="-128"/>
              </a:defRPr>
            </a:lvl6pPr>
            <a:lvl7pPr marL="2971800" indent="-228600" defTabSz="457200" eaLnBrk="0" fontAlgn="base" hangingPunct="0">
              <a:spcBef>
                <a:spcPct val="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charset="0"/>
                <a:ea typeface="ＭＳ Ｐゴシック" charset="-128"/>
              </a:defRPr>
            </a:lvl7pPr>
            <a:lvl8pPr marL="3429000" indent="-228600" defTabSz="457200" eaLnBrk="0" fontAlgn="base" hangingPunct="0">
              <a:spcBef>
                <a:spcPct val="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charset="0"/>
                <a:ea typeface="ＭＳ Ｐゴシック" charset="-128"/>
              </a:defRPr>
            </a:lvl8pPr>
            <a:lvl9pPr marL="3886200" indent="-228600" defTabSz="457200" eaLnBrk="0" fontAlgn="base" hangingPunct="0">
              <a:spcBef>
                <a:spcPct val="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charset="0"/>
                <a:ea typeface="ＭＳ Ｐゴシック" charset="-128"/>
              </a:defRPr>
            </a:lvl9pPr>
          </a:lstStyle>
          <a:p>
            <a:pPr eaLnBrk="1" hangingPunct="1">
              <a:spcBef>
                <a:spcPts val="450"/>
              </a:spcBef>
              <a:buClrTx/>
              <a:buFontTx/>
              <a:buNone/>
            </a:pPr>
            <a:r>
              <a:rPr lang="en-US" sz="1200">
                <a:solidFill>
                  <a:srgbClr val="000000"/>
                </a:solidFill>
                <a:cs typeface="Arial" charset="0"/>
              </a:rPr>
              <a:t>Here is an example of Diffie-Hellman from the text using prime q=353, showing how each computes its public key, and then how after they exchange public keys, each can compute the common secret key.I n this simple example, it would be possible by brute force to determine the secret key 160. In particular, an attacker E can determine the common key by discovering a solution to the equation 3</a:t>
            </a:r>
            <a:r>
              <a:rPr lang="en-US" sz="1200" i="1" baseline="30000">
                <a:solidFill>
                  <a:srgbClr val="000000"/>
                </a:solidFill>
                <a:cs typeface="Arial" charset="0"/>
              </a:rPr>
              <a:t>a</a:t>
            </a:r>
            <a:r>
              <a:rPr lang="en-US" sz="1200">
                <a:solidFill>
                  <a:srgbClr val="000000"/>
                </a:solidFill>
                <a:cs typeface="Arial" charset="0"/>
              </a:rPr>
              <a:t> mod 353 = 40 or the equation 3</a:t>
            </a:r>
            <a:r>
              <a:rPr lang="en-US" sz="1200" i="1" baseline="30000">
                <a:solidFill>
                  <a:srgbClr val="000000"/>
                </a:solidFill>
                <a:cs typeface="Arial" charset="0"/>
              </a:rPr>
              <a:t>b</a:t>
            </a:r>
            <a:r>
              <a:rPr lang="en-US" sz="1200">
                <a:solidFill>
                  <a:srgbClr val="000000"/>
                </a:solidFill>
                <a:cs typeface="Arial" charset="0"/>
              </a:rPr>
              <a:t> mod 353 = 248. The brute-force approach is to calculate powers of 3 modulo 353, stopping when the result equals either 40 or 248. The desired answer is reached with the exponent value of 97, which provides 3</a:t>
            </a:r>
            <a:r>
              <a:rPr lang="en-US" sz="1200" baseline="30000">
                <a:solidFill>
                  <a:srgbClr val="000000"/>
                </a:solidFill>
                <a:cs typeface="Arial" charset="0"/>
              </a:rPr>
              <a:t>97</a:t>
            </a:r>
            <a:r>
              <a:rPr lang="en-US" sz="1200">
                <a:solidFill>
                  <a:srgbClr val="000000"/>
                </a:solidFill>
                <a:cs typeface="Arial" charset="0"/>
              </a:rPr>
              <a:t> mod 353 = 40.  With larger numbers, the problem becomes impractical. </a:t>
            </a:r>
          </a:p>
        </p:txBody>
      </p:sp>
    </p:spTree>
    <p:extLst>
      <p:ext uri="{BB962C8B-B14F-4D97-AF65-F5344CB8AC3E}">
        <p14:creationId xmlns:p14="http://schemas.microsoft.com/office/powerpoint/2010/main" val="209458963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9394" name="Rectangle 9"/>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eaLnBrk="0" hangingPunct="0">
              <a:tabLst>
                <a:tab pos="457200" algn="l"/>
                <a:tab pos="914400" algn="l"/>
                <a:tab pos="1371600" algn="l"/>
                <a:tab pos="1828800" algn="l"/>
                <a:tab pos="2286000" algn="l"/>
                <a:tab pos="2743200" algn="l"/>
              </a:tabLst>
              <a:defRPr sz="2400">
                <a:solidFill>
                  <a:schemeClr val="bg1"/>
                </a:solidFill>
                <a:latin typeface="Arial" charset="0"/>
                <a:ea typeface="ＭＳ Ｐゴシック" charset="-128"/>
              </a:defRPr>
            </a:lvl1pPr>
            <a:lvl2pPr eaLnBrk="0" hangingPunct="0">
              <a:tabLst>
                <a:tab pos="457200" algn="l"/>
                <a:tab pos="914400" algn="l"/>
                <a:tab pos="1371600" algn="l"/>
                <a:tab pos="1828800" algn="l"/>
                <a:tab pos="2286000" algn="l"/>
                <a:tab pos="2743200" algn="l"/>
              </a:tabLst>
              <a:defRPr sz="2400">
                <a:solidFill>
                  <a:schemeClr val="bg1"/>
                </a:solidFill>
                <a:latin typeface="Arial" charset="0"/>
                <a:ea typeface="ＭＳ Ｐゴシック" charset="-128"/>
              </a:defRPr>
            </a:lvl2pPr>
            <a:lvl3pPr eaLnBrk="0" hangingPunct="0">
              <a:tabLst>
                <a:tab pos="457200" algn="l"/>
                <a:tab pos="914400" algn="l"/>
                <a:tab pos="1371600" algn="l"/>
                <a:tab pos="1828800" algn="l"/>
                <a:tab pos="2286000" algn="l"/>
                <a:tab pos="2743200" algn="l"/>
              </a:tabLst>
              <a:defRPr sz="2400">
                <a:solidFill>
                  <a:schemeClr val="bg1"/>
                </a:solidFill>
                <a:latin typeface="Arial" charset="0"/>
                <a:ea typeface="ＭＳ Ｐゴシック" charset="-128"/>
              </a:defRPr>
            </a:lvl3pPr>
            <a:lvl4pPr eaLnBrk="0" hangingPunct="0">
              <a:tabLst>
                <a:tab pos="457200" algn="l"/>
                <a:tab pos="914400" algn="l"/>
                <a:tab pos="1371600" algn="l"/>
                <a:tab pos="1828800" algn="l"/>
                <a:tab pos="2286000" algn="l"/>
                <a:tab pos="2743200" algn="l"/>
              </a:tabLst>
              <a:defRPr sz="2400">
                <a:solidFill>
                  <a:schemeClr val="bg1"/>
                </a:solidFill>
                <a:latin typeface="Arial" charset="0"/>
                <a:ea typeface="ＭＳ Ｐゴシック" charset="-128"/>
              </a:defRPr>
            </a:lvl4pPr>
            <a:lvl5pPr eaLnBrk="0" hangingPunct="0">
              <a:tabLst>
                <a:tab pos="457200" algn="l"/>
                <a:tab pos="914400" algn="l"/>
                <a:tab pos="1371600" algn="l"/>
                <a:tab pos="1828800" algn="l"/>
                <a:tab pos="2286000" algn="l"/>
                <a:tab pos="2743200" algn="l"/>
              </a:tabLst>
              <a:defRPr sz="2400">
                <a:solidFill>
                  <a:schemeClr val="bg1"/>
                </a:solidFill>
                <a:latin typeface="Arial" charset="0"/>
                <a:ea typeface="ＭＳ Ｐゴシック" charset="-128"/>
              </a:defRPr>
            </a:lvl5pPr>
            <a:lvl6pPr marL="2514600" indent="-228600" defTabSz="457200" eaLnBrk="0" fontAlgn="base" hangingPunct="0">
              <a:spcBef>
                <a:spcPct val="0"/>
              </a:spcBef>
              <a:spcAft>
                <a:spcPct val="0"/>
              </a:spcAft>
              <a:buClr>
                <a:srgbClr val="000000"/>
              </a:buClr>
              <a:buSzPct val="100000"/>
              <a:buFont typeface="Times New Roman" pitchFamily="16" charset="0"/>
              <a:tabLst>
                <a:tab pos="457200" algn="l"/>
                <a:tab pos="914400" algn="l"/>
                <a:tab pos="1371600" algn="l"/>
                <a:tab pos="1828800" algn="l"/>
                <a:tab pos="2286000" algn="l"/>
                <a:tab pos="2743200" algn="l"/>
              </a:tabLst>
              <a:defRPr sz="2400">
                <a:solidFill>
                  <a:schemeClr val="bg1"/>
                </a:solidFill>
                <a:latin typeface="Arial" charset="0"/>
                <a:ea typeface="ＭＳ Ｐゴシック" charset="-128"/>
              </a:defRPr>
            </a:lvl6pPr>
            <a:lvl7pPr marL="2971800" indent="-228600" defTabSz="457200" eaLnBrk="0" fontAlgn="base" hangingPunct="0">
              <a:spcBef>
                <a:spcPct val="0"/>
              </a:spcBef>
              <a:spcAft>
                <a:spcPct val="0"/>
              </a:spcAft>
              <a:buClr>
                <a:srgbClr val="000000"/>
              </a:buClr>
              <a:buSzPct val="100000"/>
              <a:buFont typeface="Times New Roman" pitchFamily="16" charset="0"/>
              <a:tabLst>
                <a:tab pos="457200" algn="l"/>
                <a:tab pos="914400" algn="l"/>
                <a:tab pos="1371600" algn="l"/>
                <a:tab pos="1828800" algn="l"/>
                <a:tab pos="2286000" algn="l"/>
                <a:tab pos="2743200" algn="l"/>
              </a:tabLst>
              <a:defRPr sz="2400">
                <a:solidFill>
                  <a:schemeClr val="bg1"/>
                </a:solidFill>
                <a:latin typeface="Arial" charset="0"/>
                <a:ea typeface="ＭＳ Ｐゴシック" charset="-128"/>
              </a:defRPr>
            </a:lvl7pPr>
            <a:lvl8pPr marL="3429000" indent="-228600" defTabSz="457200" eaLnBrk="0" fontAlgn="base" hangingPunct="0">
              <a:spcBef>
                <a:spcPct val="0"/>
              </a:spcBef>
              <a:spcAft>
                <a:spcPct val="0"/>
              </a:spcAft>
              <a:buClr>
                <a:srgbClr val="000000"/>
              </a:buClr>
              <a:buSzPct val="100000"/>
              <a:buFont typeface="Times New Roman" pitchFamily="16" charset="0"/>
              <a:tabLst>
                <a:tab pos="457200" algn="l"/>
                <a:tab pos="914400" algn="l"/>
                <a:tab pos="1371600" algn="l"/>
                <a:tab pos="1828800" algn="l"/>
                <a:tab pos="2286000" algn="l"/>
                <a:tab pos="2743200" algn="l"/>
              </a:tabLst>
              <a:defRPr sz="2400">
                <a:solidFill>
                  <a:schemeClr val="bg1"/>
                </a:solidFill>
                <a:latin typeface="Arial" charset="0"/>
                <a:ea typeface="ＭＳ Ｐゴシック" charset="-128"/>
              </a:defRPr>
            </a:lvl8pPr>
            <a:lvl9pPr marL="3886200" indent="-228600" defTabSz="457200" eaLnBrk="0" fontAlgn="base" hangingPunct="0">
              <a:spcBef>
                <a:spcPct val="0"/>
              </a:spcBef>
              <a:spcAft>
                <a:spcPct val="0"/>
              </a:spcAft>
              <a:buClr>
                <a:srgbClr val="000000"/>
              </a:buClr>
              <a:buSzPct val="100000"/>
              <a:buFont typeface="Times New Roman" pitchFamily="16" charset="0"/>
              <a:tabLst>
                <a:tab pos="457200" algn="l"/>
                <a:tab pos="914400" algn="l"/>
                <a:tab pos="1371600" algn="l"/>
                <a:tab pos="1828800" algn="l"/>
                <a:tab pos="2286000" algn="l"/>
                <a:tab pos="2743200" algn="l"/>
              </a:tabLst>
              <a:defRPr sz="2400">
                <a:solidFill>
                  <a:schemeClr val="bg1"/>
                </a:solidFill>
                <a:latin typeface="Arial" charset="0"/>
                <a:ea typeface="ＭＳ Ｐゴシック" charset="-128"/>
              </a:defRPr>
            </a:lvl9pPr>
          </a:lstStyle>
          <a:p>
            <a:pPr eaLnBrk="1" hangingPunct="1"/>
            <a:fld id="{50461D7B-D675-411F-86C6-93D5A0704449}" type="slidenum">
              <a:rPr lang="en-AU" sz="1200">
                <a:solidFill>
                  <a:srgbClr val="000000"/>
                </a:solidFill>
                <a:latin typeface="Times New Roman" pitchFamily="16" charset="0"/>
              </a:rPr>
              <a:pPr eaLnBrk="1" hangingPunct="1"/>
              <a:t>12</a:t>
            </a:fld>
            <a:endParaRPr lang="en-AU" sz="1200">
              <a:solidFill>
                <a:srgbClr val="000000"/>
              </a:solidFill>
              <a:latin typeface="Times New Roman" pitchFamily="16" charset="0"/>
            </a:endParaRPr>
          </a:p>
        </p:txBody>
      </p:sp>
      <p:sp>
        <p:nvSpPr>
          <p:cNvPr id="59395" name="Text Box 1"/>
          <p:cNvSpPr txBox="1">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charset="0"/>
                <a:ea typeface="ＭＳ Ｐゴシック" charset="-128"/>
              </a:defRPr>
            </a:lvl1pPr>
            <a:lvl2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charset="0"/>
                <a:ea typeface="ＭＳ Ｐゴシック" charset="-128"/>
              </a:defRPr>
            </a:lvl2pPr>
            <a:lvl3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charset="0"/>
                <a:ea typeface="ＭＳ Ｐゴシック" charset="-128"/>
              </a:defRPr>
            </a:lvl3pPr>
            <a:lvl4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charset="0"/>
                <a:ea typeface="ＭＳ Ｐゴシック" charset="-128"/>
              </a:defRPr>
            </a:lvl4pPr>
            <a:lvl5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charset="0"/>
                <a:ea typeface="ＭＳ Ｐゴシック" charset="-128"/>
              </a:defRPr>
            </a:lvl5pPr>
            <a:lvl6pPr marL="2514600" indent="-228600" defTabSz="457200" eaLnBrk="0" fontAlgn="base" hangingPunct="0">
              <a:spcBef>
                <a:spcPct val="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charset="0"/>
                <a:ea typeface="ＭＳ Ｐゴシック" charset="-128"/>
              </a:defRPr>
            </a:lvl6pPr>
            <a:lvl7pPr marL="2971800" indent="-228600" defTabSz="457200" eaLnBrk="0" fontAlgn="base" hangingPunct="0">
              <a:spcBef>
                <a:spcPct val="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charset="0"/>
                <a:ea typeface="ＭＳ Ｐゴシック" charset="-128"/>
              </a:defRPr>
            </a:lvl7pPr>
            <a:lvl8pPr marL="3429000" indent="-228600" defTabSz="457200" eaLnBrk="0" fontAlgn="base" hangingPunct="0">
              <a:spcBef>
                <a:spcPct val="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charset="0"/>
                <a:ea typeface="ＭＳ Ｐゴシック" charset="-128"/>
              </a:defRPr>
            </a:lvl8pPr>
            <a:lvl9pPr marL="3886200" indent="-228600" defTabSz="457200" eaLnBrk="0" fontAlgn="base" hangingPunct="0">
              <a:spcBef>
                <a:spcPct val="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charset="0"/>
                <a:ea typeface="ＭＳ Ｐゴシック" charset="-128"/>
              </a:defRPr>
            </a:lvl9pPr>
          </a:lstStyle>
          <a:p>
            <a:pPr algn="r" eaLnBrk="1" hangingPunct="1">
              <a:buClrTx/>
              <a:buFontTx/>
              <a:buNone/>
            </a:pPr>
            <a:fld id="{A96D9A9E-9001-4CE8-81F4-6E81A9BCA0FA}" type="slidenum">
              <a:rPr lang="en-AU" sz="1200">
                <a:solidFill>
                  <a:srgbClr val="FFFFFF"/>
                </a:solidFill>
              </a:rPr>
              <a:pPr algn="r" eaLnBrk="1" hangingPunct="1">
                <a:buClrTx/>
                <a:buFontTx/>
                <a:buNone/>
              </a:pPr>
              <a:t>12</a:t>
            </a:fld>
            <a:endParaRPr lang="en-AU" sz="1200">
              <a:solidFill>
                <a:srgbClr val="FFFFFF"/>
              </a:solidFill>
            </a:endParaRPr>
          </a:p>
        </p:txBody>
      </p:sp>
      <p:sp>
        <p:nvSpPr>
          <p:cNvPr id="59396" name="Rectangle 2"/>
          <p:cNvSpPr txBox="1">
            <a:spLocks noGrp="1" noRot="1" noChangeAspect="1" noChangeArrowheads="1" noTextEdit="1"/>
          </p:cNvSpPr>
          <p:nvPr>
            <p:ph type="sldImg"/>
          </p:nvPr>
        </p:nvSpPr>
        <p:spPr>
          <a:xfrm>
            <a:off x="1143000" y="685800"/>
            <a:ext cx="4572000" cy="342900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59397" name="Text Box 3"/>
          <p:cNvSpPr txBox="1">
            <a:spLocks noChangeArrowheads="1"/>
          </p:cNvSpPr>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charset="0"/>
                <a:ea typeface="ＭＳ Ｐゴシック" charset="-128"/>
              </a:defRPr>
            </a:lvl1pPr>
            <a:lvl2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charset="0"/>
                <a:ea typeface="ＭＳ Ｐゴシック" charset="-128"/>
              </a:defRPr>
            </a:lvl2pPr>
            <a:lvl3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charset="0"/>
                <a:ea typeface="ＭＳ Ｐゴシック" charset="-128"/>
              </a:defRPr>
            </a:lvl3pPr>
            <a:lvl4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charset="0"/>
                <a:ea typeface="ＭＳ Ｐゴシック" charset="-128"/>
              </a:defRPr>
            </a:lvl4pPr>
            <a:lvl5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charset="0"/>
                <a:ea typeface="ＭＳ Ｐゴシック" charset="-128"/>
              </a:defRPr>
            </a:lvl5pPr>
            <a:lvl6pPr marL="2514600" indent="-228600" defTabSz="457200" eaLnBrk="0" fontAlgn="base" hangingPunct="0">
              <a:spcBef>
                <a:spcPct val="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charset="0"/>
                <a:ea typeface="ＭＳ Ｐゴシック" charset="-128"/>
              </a:defRPr>
            </a:lvl6pPr>
            <a:lvl7pPr marL="2971800" indent="-228600" defTabSz="457200" eaLnBrk="0" fontAlgn="base" hangingPunct="0">
              <a:spcBef>
                <a:spcPct val="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charset="0"/>
                <a:ea typeface="ＭＳ Ｐゴシック" charset="-128"/>
              </a:defRPr>
            </a:lvl7pPr>
            <a:lvl8pPr marL="3429000" indent="-228600" defTabSz="457200" eaLnBrk="0" fontAlgn="base" hangingPunct="0">
              <a:spcBef>
                <a:spcPct val="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charset="0"/>
                <a:ea typeface="ＭＳ Ｐゴシック" charset="-128"/>
              </a:defRPr>
            </a:lvl8pPr>
            <a:lvl9pPr marL="3886200" indent="-228600" defTabSz="457200" eaLnBrk="0" fontAlgn="base" hangingPunct="0">
              <a:spcBef>
                <a:spcPct val="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charset="0"/>
                <a:ea typeface="ＭＳ Ｐゴシック" charset="-128"/>
              </a:defRPr>
            </a:lvl9pPr>
          </a:lstStyle>
          <a:p>
            <a:pPr eaLnBrk="1" hangingPunct="1">
              <a:spcBef>
                <a:spcPts val="450"/>
              </a:spcBef>
              <a:buClrTx/>
              <a:buFontTx/>
              <a:buNone/>
            </a:pPr>
            <a:r>
              <a:rPr lang="en-US" sz="1200">
                <a:solidFill>
                  <a:srgbClr val="000000"/>
                </a:solidFill>
              </a:rPr>
              <a:t>Now consider a simple protocol that makes use of the Diffie-Hellman calculation. Suppose that user A wishes to set up a connection with user B and use a secret key to encrypt messages on that connection. User A can generate a one-time private key </a:t>
            </a:r>
            <a:r>
              <a:rPr lang="en-US" sz="1200" i="1">
                <a:solidFill>
                  <a:srgbClr val="000000"/>
                </a:solidFill>
              </a:rPr>
              <a:t>X</a:t>
            </a:r>
            <a:r>
              <a:rPr lang="en-US" sz="1200" i="1" baseline="-25000">
                <a:solidFill>
                  <a:srgbClr val="000000"/>
                </a:solidFill>
              </a:rPr>
              <a:t>A</a:t>
            </a:r>
            <a:r>
              <a:rPr lang="en-US" sz="1200" i="1">
                <a:solidFill>
                  <a:srgbClr val="000000"/>
                </a:solidFill>
              </a:rPr>
              <a:t>, </a:t>
            </a:r>
            <a:r>
              <a:rPr lang="en-US" sz="1200">
                <a:solidFill>
                  <a:srgbClr val="000000"/>
                </a:solidFill>
              </a:rPr>
              <a:t>calculate </a:t>
            </a:r>
            <a:r>
              <a:rPr lang="en-US" sz="1200" i="1">
                <a:solidFill>
                  <a:srgbClr val="000000"/>
                </a:solidFill>
              </a:rPr>
              <a:t>Y</a:t>
            </a:r>
            <a:r>
              <a:rPr lang="en-US" sz="1200" i="1" baseline="-25000">
                <a:solidFill>
                  <a:srgbClr val="000000"/>
                </a:solidFill>
              </a:rPr>
              <a:t>A</a:t>
            </a:r>
            <a:r>
              <a:rPr lang="en-US" sz="1200" i="1">
                <a:solidFill>
                  <a:srgbClr val="000000"/>
                </a:solidFill>
              </a:rPr>
              <a:t>, </a:t>
            </a:r>
            <a:r>
              <a:rPr lang="en-US" sz="1200">
                <a:solidFill>
                  <a:srgbClr val="000000"/>
                </a:solidFill>
              </a:rPr>
              <a:t>and send that to user </a:t>
            </a:r>
            <a:r>
              <a:rPr lang="en-US" sz="1200" i="1">
                <a:solidFill>
                  <a:srgbClr val="000000"/>
                </a:solidFill>
              </a:rPr>
              <a:t>B. </a:t>
            </a:r>
            <a:r>
              <a:rPr lang="en-US" sz="1200">
                <a:solidFill>
                  <a:srgbClr val="000000"/>
                </a:solidFill>
              </a:rPr>
              <a:t>User </a:t>
            </a:r>
            <a:r>
              <a:rPr lang="en-US" sz="1200" i="1">
                <a:solidFill>
                  <a:srgbClr val="000000"/>
                </a:solidFill>
              </a:rPr>
              <a:t>B </a:t>
            </a:r>
            <a:r>
              <a:rPr lang="en-US" sz="1200">
                <a:solidFill>
                  <a:srgbClr val="000000"/>
                </a:solidFill>
              </a:rPr>
              <a:t>responds by generating a private value </a:t>
            </a:r>
            <a:r>
              <a:rPr lang="en-US" sz="1200" i="1">
                <a:solidFill>
                  <a:srgbClr val="000000"/>
                </a:solidFill>
              </a:rPr>
              <a:t>X</a:t>
            </a:r>
            <a:r>
              <a:rPr lang="en-US" sz="1200" i="1" baseline="-25000">
                <a:solidFill>
                  <a:srgbClr val="000000"/>
                </a:solidFill>
              </a:rPr>
              <a:t>B</a:t>
            </a:r>
            <a:r>
              <a:rPr lang="en-US" sz="1200" i="1">
                <a:solidFill>
                  <a:srgbClr val="000000"/>
                </a:solidFill>
              </a:rPr>
              <a:t>, </a:t>
            </a:r>
            <a:r>
              <a:rPr lang="en-US" sz="1200">
                <a:solidFill>
                  <a:srgbClr val="000000"/>
                </a:solidFill>
              </a:rPr>
              <a:t>calculating </a:t>
            </a:r>
            <a:r>
              <a:rPr lang="en-US" sz="1200" i="1">
                <a:solidFill>
                  <a:srgbClr val="000000"/>
                </a:solidFill>
              </a:rPr>
              <a:t>Y</a:t>
            </a:r>
            <a:r>
              <a:rPr lang="en-US" sz="1200" i="1" baseline="-25000">
                <a:solidFill>
                  <a:srgbClr val="000000"/>
                </a:solidFill>
              </a:rPr>
              <a:t>B</a:t>
            </a:r>
            <a:r>
              <a:rPr lang="en-US" sz="1200" i="1">
                <a:solidFill>
                  <a:srgbClr val="000000"/>
                </a:solidFill>
              </a:rPr>
              <a:t>, </a:t>
            </a:r>
            <a:r>
              <a:rPr lang="en-US" sz="1200">
                <a:solidFill>
                  <a:srgbClr val="000000"/>
                </a:solidFill>
              </a:rPr>
              <a:t>and sending </a:t>
            </a:r>
            <a:r>
              <a:rPr lang="en-US" sz="1200" i="1">
                <a:solidFill>
                  <a:srgbClr val="000000"/>
                </a:solidFill>
              </a:rPr>
              <a:t>Y</a:t>
            </a:r>
            <a:r>
              <a:rPr lang="en-US" sz="1200" i="1" baseline="-25000">
                <a:solidFill>
                  <a:srgbClr val="000000"/>
                </a:solidFill>
              </a:rPr>
              <a:t>B</a:t>
            </a:r>
            <a:r>
              <a:rPr lang="en-US" sz="1200" i="1">
                <a:solidFill>
                  <a:srgbClr val="000000"/>
                </a:solidFill>
              </a:rPr>
              <a:t> </a:t>
            </a:r>
            <a:r>
              <a:rPr lang="en-US" sz="1200">
                <a:solidFill>
                  <a:srgbClr val="000000"/>
                </a:solidFill>
              </a:rPr>
              <a:t>to user </a:t>
            </a:r>
            <a:r>
              <a:rPr lang="en-US" sz="1200" i="1">
                <a:solidFill>
                  <a:srgbClr val="000000"/>
                </a:solidFill>
              </a:rPr>
              <a:t>A. </a:t>
            </a:r>
            <a:r>
              <a:rPr lang="en-US" sz="1200">
                <a:solidFill>
                  <a:srgbClr val="000000"/>
                </a:solidFill>
              </a:rPr>
              <a:t>Both users can now calculate the key. The necessary public values </a:t>
            </a:r>
            <a:r>
              <a:rPr lang="en-US" sz="1200" i="1">
                <a:solidFill>
                  <a:srgbClr val="000000"/>
                </a:solidFill>
              </a:rPr>
              <a:t>q </a:t>
            </a:r>
            <a:r>
              <a:rPr lang="en-US" sz="1200">
                <a:solidFill>
                  <a:srgbClr val="000000"/>
                </a:solidFill>
              </a:rPr>
              <a:t>and </a:t>
            </a:r>
            <a:r>
              <a:rPr lang="en-US" sz="1200" i="1">
                <a:solidFill>
                  <a:srgbClr val="000000"/>
                </a:solidFill>
              </a:rPr>
              <a:t>a </a:t>
            </a:r>
            <a:r>
              <a:rPr lang="en-US" sz="1200">
                <a:solidFill>
                  <a:srgbClr val="000000"/>
                </a:solidFill>
              </a:rPr>
              <a:t>would need to be known ahead of time. Alternatively, user </a:t>
            </a:r>
            <a:r>
              <a:rPr lang="en-US" sz="1200" i="1">
                <a:solidFill>
                  <a:srgbClr val="000000"/>
                </a:solidFill>
              </a:rPr>
              <a:t>A </a:t>
            </a:r>
            <a:r>
              <a:rPr lang="en-US" sz="1200">
                <a:solidFill>
                  <a:srgbClr val="000000"/>
                </a:solidFill>
              </a:rPr>
              <a:t>could pick values for </a:t>
            </a:r>
            <a:r>
              <a:rPr lang="en-US" sz="1200" i="1">
                <a:solidFill>
                  <a:srgbClr val="000000"/>
                </a:solidFill>
              </a:rPr>
              <a:t>q </a:t>
            </a:r>
            <a:r>
              <a:rPr lang="en-US" sz="1200">
                <a:solidFill>
                  <a:srgbClr val="000000"/>
                </a:solidFill>
              </a:rPr>
              <a:t>and </a:t>
            </a:r>
            <a:r>
              <a:rPr lang="en-US" sz="1200" i="1">
                <a:solidFill>
                  <a:srgbClr val="000000"/>
                </a:solidFill>
              </a:rPr>
              <a:t>a </a:t>
            </a:r>
            <a:r>
              <a:rPr lang="en-US" sz="1200">
                <a:solidFill>
                  <a:srgbClr val="000000"/>
                </a:solidFill>
              </a:rPr>
              <a:t>and include those in the first message. </a:t>
            </a:r>
          </a:p>
        </p:txBody>
      </p:sp>
    </p:spTree>
    <p:extLst>
      <p:ext uri="{BB962C8B-B14F-4D97-AF65-F5344CB8AC3E}">
        <p14:creationId xmlns:p14="http://schemas.microsoft.com/office/powerpoint/2010/main" val="330192752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0418" name="Rectangle 9"/>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eaLnBrk="0" hangingPunct="0">
              <a:tabLst>
                <a:tab pos="457200" algn="l"/>
                <a:tab pos="914400" algn="l"/>
                <a:tab pos="1371600" algn="l"/>
                <a:tab pos="1828800" algn="l"/>
                <a:tab pos="2286000" algn="l"/>
                <a:tab pos="2743200" algn="l"/>
              </a:tabLst>
              <a:defRPr sz="2400">
                <a:solidFill>
                  <a:schemeClr val="bg1"/>
                </a:solidFill>
                <a:latin typeface="Arial" charset="0"/>
                <a:ea typeface="ＭＳ Ｐゴシック" charset="-128"/>
              </a:defRPr>
            </a:lvl1pPr>
            <a:lvl2pPr eaLnBrk="0" hangingPunct="0">
              <a:tabLst>
                <a:tab pos="457200" algn="l"/>
                <a:tab pos="914400" algn="l"/>
                <a:tab pos="1371600" algn="l"/>
                <a:tab pos="1828800" algn="l"/>
                <a:tab pos="2286000" algn="l"/>
                <a:tab pos="2743200" algn="l"/>
              </a:tabLst>
              <a:defRPr sz="2400">
                <a:solidFill>
                  <a:schemeClr val="bg1"/>
                </a:solidFill>
                <a:latin typeface="Arial" charset="0"/>
                <a:ea typeface="ＭＳ Ｐゴシック" charset="-128"/>
              </a:defRPr>
            </a:lvl2pPr>
            <a:lvl3pPr eaLnBrk="0" hangingPunct="0">
              <a:tabLst>
                <a:tab pos="457200" algn="l"/>
                <a:tab pos="914400" algn="l"/>
                <a:tab pos="1371600" algn="l"/>
                <a:tab pos="1828800" algn="l"/>
                <a:tab pos="2286000" algn="l"/>
                <a:tab pos="2743200" algn="l"/>
              </a:tabLst>
              <a:defRPr sz="2400">
                <a:solidFill>
                  <a:schemeClr val="bg1"/>
                </a:solidFill>
                <a:latin typeface="Arial" charset="0"/>
                <a:ea typeface="ＭＳ Ｐゴシック" charset="-128"/>
              </a:defRPr>
            </a:lvl3pPr>
            <a:lvl4pPr eaLnBrk="0" hangingPunct="0">
              <a:tabLst>
                <a:tab pos="457200" algn="l"/>
                <a:tab pos="914400" algn="l"/>
                <a:tab pos="1371600" algn="l"/>
                <a:tab pos="1828800" algn="l"/>
                <a:tab pos="2286000" algn="l"/>
                <a:tab pos="2743200" algn="l"/>
              </a:tabLst>
              <a:defRPr sz="2400">
                <a:solidFill>
                  <a:schemeClr val="bg1"/>
                </a:solidFill>
                <a:latin typeface="Arial" charset="0"/>
                <a:ea typeface="ＭＳ Ｐゴシック" charset="-128"/>
              </a:defRPr>
            </a:lvl4pPr>
            <a:lvl5pPr eaLnBrk="0" hangingPunct="0">
              <a:tabLst>
                <a:tab pos="457200" algn="l"/>
                <a:tab pos="914400" algn="l"/>
                <a:tab pos="1371600" algn="l"/>
                <a:tab pos="1828800" algn="l"/>
                <a:tab pos="2286000" algn="l"/>
                <a:tab pos="2743200" algn="l"/>
              </a:tabLst>
              <a:defRPr sz="2400">
                <a:solidFill>
                  <a:schemeClr val="bg1"/>
                </a:solidFill>
                <a:latin typeface="Arial" charset="0"/>
                <a:ea typeface="ＭＳ Ｐゴシック" charset="-128"/>
              </a:defRPr>
            </a:lvl5pPr>
            <a:lvl6pPr marL="2514600" indent="-228600" defTabSz="457200" eaLnBrk="0" fontAlgn="base" hangingPunct="0">
              <a:spcBef>
                <a:spcPct val="0"/>
              </a:spcBef>
              <a:spcAft>
                <a:spcPct val="0"/>
              </a:spcAft>
              <a:buClr>
                <a:srgbClr val="000000"/>
              </a:buClr>
              <a:buSzPct val="100000"/>
              <a:buFont typeface="Times New Roman" pitchFamily="16" charset="0"/>
              <a:tabLst>
                <a:tab pos="457200" algn="l"/>
                <a:tab pos="914400" algn="l"/>
                <a:tab pos="1371600" algn="l"/>
                <a:tab pos="1828800" algn="l"/>
                <a:tab pos="2286000" algn="l"/>
                <a:tab pos="2743200" algn="l"/>
              </a:tabLst>
              <a:defRPr sz="2400">
                <a:solidFill>
                  <a:schemeClr val="bg1"/>
                </a:solidFill>
                <a:latin typeface="Arial" charset="0"/>
                <a:ea typeface="ＭＳ Ｐゴシック" charset="-128"/>
              </a:defRPr>
            </a:lvl6pPr>
            <a:lvl7pPr marL="2971800" indent="-228600" defTabSz="457200" eaLnBrk="0" fontAlgn="base" hangingPunct="0">
              <a:spcBef>
                <a:spcPct val="0"/>
              </a:spcBef>
              <a:spcAft>
                <a:spcPct val="0"/>
              </a:spcAft>
              <a:buClr>
                <a:srgbClr val="000000"/>
              </a:buClr>
              <a:buSzPct val="100000"/>
              <a:buFont typeface="Times New Roman" pitchFamily="16" charset="0"/>
              <a:tabLst>
                <a:tab pos="457200" algn="l"/>
                <a:tab pos="914400" algn="l"/>
                <a:tab pos="1371600" algn="l"/>
                <a:tab pos="1828800" algn="l"/>
                <a:tab pos="2286000" algn="l"/>
                <a:tab pos="2743200" algn="l"/>
              </a:tabLst>
              <a:defRPr sz="2400">
                <a:solidFill>
                  <a:schemeClr val="bg1"/>
                </a:solidFill>
                <a:latin typeface="Arial" charset="0"/>
                <a:ea typeface="ＭＳ Ｐゴシック" charset="-128"/>
              </a:defRPr>
            </a:lvl7pPr>
            <a:lvl8pPr marL="3429000" indent="-228600" defTabSz="457200" eaLnBrk="0" fontAlgn="base" hangingPunct="0">
              <a:spcBef>
                <a:spcPct val="0"/>
              </a:spcBef>
              <a:spcAft>
                <a:spcPct val="0"/>
              </a:spcAft>
              <a:buClr>
                <a:srgbClr val="000000"/>
              </a:buClr>
              <a:buSzPct val="100000"/>
              <a:buFont typeface="Times New Roman" pitchFamily="16" charset="0"/>
              <a:tabLst>
                <a:tab pos="457200" algn="l"/>
                <a:tab pos="914400" algn="l"/>
                <a:tab pos="1371600" algn="l"/>
                <a:tab pos="1828800" algn="l"/>
                <a:tab pos="2286000" algn="l"/>
                <a:tab pos="2743200" algn="l"/>
              </a:tabLst>
              <a:defRPr sz="2400">
                <a:solidFill>
                  <a:schemeClr val="bg1"/>
                </a:solidFill>
                <a:latin typeface="Arial" charset="0"/>
                <a:ea typeface="ＭＳ Ｐゴシック" charset="-128"/>
              </a:defRPr>
            </a:lvl8pPr>
            <a:lvl9pPr marL="3886200" indent="-228600" defTabSz="457200" eaLnBrk="0" fontAlgn="base" hangingPunct="0">
              <a:spcBef>
                <a:spcPct val="0"/>
              </a:spcBef>
              <a:spcAft>
                <a:spcPct val="0"/>
              </a:spcAft>
              <a:buClr>
                <a:srgbClr val="000000"/>
              </a:buClr>
              <a:buSzPct val="100000"/>
              <a:buFont typeface="Times New Roman" pitchFamily="16" charset="0"/>
              <a:tabLst>
                <a:tab pos="457200" algn="l"/>
                <a:tab pos="914400" algn="l"/>
                <a:tab pos="1371600" algn="l"/>
                <a:tab pos="1828800" algn="l"/>
                <a:tab pos="2286000" algn="l"/>
                <a:tab pos="2743200" algn="l"/>
              </a:tabLst>
              <a:defRPr sz="2400">
                <a:solidFill>
                  <a:schemeClr val="bg1"/>
                </a:solidFill>
                <a:latin typeface="Arial" charset="0"/>
                <a:ea typeface="ＭＳ Ｐゴシック" charset="-128"/>
              </a:defRPr>
            </a:lvl9pPr>
          </a:lstStyle>
          <a:p>
            <a:pPr eaLnBrk="1" hangingPunct="1"/>
            <a:fld id="{3DDEC192-149C-4360-AEDE-86171C185E84}" type="slidenum">
              <a:rPr lang="en-AU" sz="1200">
                <a:solidFill>
                  <a:srgbClr val="000000"/>
                </a:solidFill>
                <a:latin typeface="Times New Roman" pitchFamily="16" charset="0"/>
              </a:rPr>
              <a:pPr eaLnBrk="1" hangingPunct="1"/>
              <a:t>13</a:t>
            </a:fld>
            <a:endParaRPr lang="en-AU" sz="1200">
              <a:solidFill>
                <a:srgbClr val="000000"/>
              </a:solidFill>
              <a:latin typeface="Times New Roman" pitchFamily="16" charset="0"/>
            </a:endParaRPr>
          </a:p>
        </p:txBody>
      </p:sp>
      <p:sp>
        <p:nvSpPr>
          <p:cNvPr id="60419" name="Rectangle 1"/>
          <p:cNvSpPr txBox="1">
            <a:spLocks noGrp="1" noRot="1" noChangeAspect="1" noChangeArrowheads="1" noTextEdit="1"/>
          </p:cNvSpPr>
          <p:nvPr>
            <p:ph type="sldImg"/>
          </p:nvPr>
        </p:nvSpPr>
        <p:spPr>
          <a:xfrm>
            <a:off x="1143000" y="685800"/>
            <a:ext cx="4572000" cy="342900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60420" name="Text Box 2"/>
          <p:cNvSpPr txBox="1">
            <a:spLocks noChangeArrowheads="1"/>
          </p:cNvSpPr>
          <p:nvPr/>
        </p:nvSpPr>
        <p:spPr bwMode="auto">
          <a:xfrm>
            <a:off x="685800" y="4343400"/>
            <a:ext cx="5486400" cy="43418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charset="0"/>
                <a:ea typeface="ＭＳ Ｐゴシック" charset="-128"/>
              </a:defRPr>
            </a:lvl1pPr>
            <a:lvl2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charset="0"/>
                <a:ea typeface="ＭＳ Ｐゴシック" charset="-128"/>
              </a:defRPr>
            </a:lvl2pPr>
            <a:lvl3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charset="0"/>
                <a:ea typeface="ＭＳ Ｐゴシック" charset="-128"/>
              </a:defRPr>
            </a:lvl3pPr>
            <a:lvl4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charset="0"/>
                <a:ea typeface="ＭＳ Ｐゴシック" charset="-128"/>
              </a:defRPr>
            </a:lvl4pPr>
            <a:lvl5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charset="0"/>
                <a:ea typeface="ＭＳ Ｐゴシック" charset="-128"/>
              </a:defRPr>
            </a:lvl5pPr>
            <a:lvl6pPr marL="2514600" indent="-228600" defTabSz="457200" eaLnBrk="0" fontAlgn="base" hangingPunct="0">
              <a:spcBef>
                <a:spcPct val="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charset="0"/>
                <a:ea typeface="ＭＳ Ｐゴシック" charset="-128"/>
              </a:defRPr>
            </a:lvl6pPr>
            <a:lvl7pPr marL="2971800" indent="-228600" defTabSz="457200" eaLnBrk="0" fontAlgn="base" hangingPunct="0">
              <a:spcBef>
                <a:spcPct val="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charset="0"/>
                <a:ea typeface="ＭＳ Ｐゴシック" charset="-128"/>
              </a:defRPr>
            </a:lvl7pPr>
            <a:lvl8pPr marL="3429000" indent="-228600" defTabSz="457200" eaLnBrk="0" fontAlgn="base" hangingPunct="0">
              <a:spcBef>
                <a:spcPct val="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charset="0"/>
                <a:ea typeface="ＭＳ Ｐゴシック" charset="-128"/>
              </a:defRPr>
            </a:lvl8pPr>
            <a:lvl9pPr marL="3886200" indent="-228600" defTabSz="457200" eaLnBrk="0" fontAlgn="base" hangingPunct="0">
              <a:spcBef>
                <a:spcPct val="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charset="0"/>
                <a:ea typeface="ＭＳ Ｐゴシック" charset="-128"/>
              </a:defRPr>
            </a:lvl9pPr>
          </a:lstStyle>
          <a:p>
            <a:pPr eaLnBrk="1" hangingPunct="1">
              <a:lnSpc>
                <a:spcPct val="90000"/>
              </a:lnSpc>
              <a:spcBef>
                <a:spcPts val="413"/>
              </a:spcBef>
              <a:buClrTx/>
              <a:buFontTx/>
              <a:buNone/>
            </a:pPr>
            <a:r>
              <a:rPr lang="en-US" sz="1100">
                <a:solidFill>
                  <a:srgbClr val="000000"/>
                </a:solidFill>
              </a:rPr>
              <a:t>The protocol described on the previous slide is insecure against a man-in-the-middle attack. Suppose Alice and Bob wish to exchange keys, and Darth is the adversary. The attack proceeds as follows:   </a:t>
            </a:r>
          </a:p>
          <a:p>
            <a:pPr eaLnBrk="1" hangingPunct="1">
              <a:lnSpc>
                <a:spcPct val="90000"/>
              </a:lnSpc>
              <a:spcBef>
                <a:spcPts val="413"/>
              </a:spcBef>
              <a:buFont typeface="Times New Roman" pitchFamily="16" charset="0"/>
              <a:buAutoNum type="arabicPeriod"/>
            </a:pPr>
            <a:r>
              <a:rPr lang="en-US" sz="1100">
                <a:solidFill>
                  <a:srgbClr val="000000"/>
                </a:solidFill>
              </a:rPr>
              <a:t>Darth prepares for the attack by generating two random private keys X</a:t>
            </a:r>
            <a:r>
              <a:rPr lang="en-US" sz="1100" baseline="-25000">
                <a:solidFill>
                  <a:srgbClr val="000000"/>
                </a:solidFill>
              </a:rPr>
              <a:t>D1</a:t>
            </a:r>
            <a:r>
              <a:rPr lang="en-US" sz="1100">
                <a:solidFill>
                  <a:srgbClr val="000000"/>
                </a:solidFill>
              </a:rPr>
              <a:t> and X</a:t>
            </a:r>
            <a:r>
              <a:rPr lang="en-US" sz="1100" baseline="-25000">
                <a:solidFill>
                  <a:srgbClr val="000000"/>
                </a:solidFill>
              </a:rPr>
              <a:t>D2</a:t>
            </a:r>
            <a:r>
              <a:rPr lang="en-US" sz="1100">
                <a:solidFill>
                  <a:srgbClr val="000000"/>
                </a:solidFill>
              </a:rPr>
              <a:t> and then computing the corresponding public keys Y</a:t>
            </a:r>
            <a:r>
              <a:rPr lang="en-US" sz="1100" baseline="-25000">
                <a:solidFill>
                  <a:srgbClr val="000000"/>
                </a:solidFill>
              </a:rPr>
              <a:t>D1</a:t>
            </a:r>
            <a:r>
              <a:rPr lang="en-US" sz="1100">
                <a:solidFill>
                  <a:srgbClr val="000000"/>
                </a:solidFill>
              </a:rPr>
              <a:t> and Y</a:t>
            </a:r>
            <a:r>
              <a:rPr lang="en-US" sz="1100" baseline="-25000">
                <a:solidFill>
                  <a:srgbClr val="000000"/>
                </a:solidFill>
              </a:rPr>
              <a:t>D2</a:t>
            </a:r>
          </a:p>
          <a:p>
            <a:pPr eaLnBrk="1" hangingPunct="1">
              <a:lnSpc>
                <a:spcPct val="90000"/>
              </a:lnSpc>
              <a:spcBef>
                <a:spcPts val="413"/>
              </a:spcBef>
              <a:buFont typeface="Times New Roman" pitchFamily="16" charset="0"/>
              <a:buAutoNum type="arabicPeriod"/>
            </a:pPr>
            <a:r>
              <a:rPr lang="en-US" sz="1100">
                <a:solidFill>
                  <a:srgbClr val="000000"/>
                </a:solidFill>
              </a:rPr>
              <a:t> Alice transmits Y</a:t>
            </a:r>
            <a:r>
              <a:rPr lang="en-US" sz="1100" baseline="-25000">
                <a:solidFill>
                  <a:srgbClr val="000000"/>
                </a:solidFill>
              </a:rPr>
              <a:t>A</a:t>
            </a:r>
            <a:r>
              <a:rPr lang="en-US" sz="1100">
                <a:solidFill>
                  <a:srgbClr val="000000"/>
                </a:solidFill>
              </a:rPr>
              <a:t> to Bob. </a:t>
            </a:r>
          </a:p>
          <a:p>
            <a:pPr eaLnBrk="1" hangingPunct="1">
              <a:lnSpc>
                <a:spcPct val="90000"/>
              </a:lnSpc>
              <a:spcBef>
                <a:spcPts val="413"/>
              </a:spcBef>
              <a:buFont typeface="Times New Roman" pitchFamily="16" charset="0"/>
              <a:buAutoNum type="arabicPeriod"/>
            </a:pPr>
            <a:r>
              <a:rPr lang="en-US" sz="1100">
                <a:solidFill>
                  <a:srgbClr val="000000"/>
                </a:solidFill>
              </a:rPr>
              <a:t> Darth intercepts Y</a:t>
            </a:r>
            <a:r>
              <a:rPr lang="en-US" sz="1100" baseline="-25000">
                <a:solidFill>
                  <a:srgbClr val="000000"/>
                </a:solidFill>
              </a:rPr>
              <a:t>A</a:t>
            </a:r>
            <a:r>
              <a:rPr lang="en-US" sz="1100">
                <a:solidFill>
                  <a:srgbClr val="000000"/>
                </a:solidFill>
              </a:rPr>
              <a:t> and transmits Y</a:t>
            </a:r>
            <a:r>
              <a:rPr lang="en-US" sz="1100" baseline="-25000">
                <a:solidFill>
                  <a:srgbClr val="000000"/>
                </a:solidFill>
              </a:rPr>
              <a:t>D1</a:t>
            </a:r>
            <a:r>
              <a:rPr lang="en-US" sz="1100">
                <a:solidFill>
                  <a:srgbClr val="000000"/>
                </a:solidFill>
              </a:rPr>
              <a:t> to Bob. Darth also calculates K2 = (Y</a:t>
            </a:r>
            <a:r>
              <a:rPr lang="en-US" sz="1100" baseline="-25000">
                <a:solidFill>
                  <a:srgbClr val="000000"/>
                </a:solidFill>
              </a:rPr>
              <a:t>A</a:t>
            </a:r>
            <a:r>
              <a:rPr lang="en-US" sz="1100">
                <a:solidFill>
                  <a:srgbClr val="000000"/>
                </a:solidFill>
              </a:rPr>
              <a:t>  )^ X</a:t>
            </a:r>
            <a:r>
              <a:rPr lang="en-US" sz="1100" baseline="-25000">
                <a:solidFill>
                  <a:srgbClr val="000000"/>
                </a:solidFill>
              </a:rPr>
              <a:t>D2 </a:t>
            </a:r>
            <a:r>
              <a:rPr lang="en-US" sz="1100">
                <a:solidFill>
                  <a:srgbClr val="000000"/>
                </a:solidFill>
              </a:rPr>
              <a:t>mod q  </a:t>
            </a:r>
          </a:p>
          <a:p>
            <a:pPr eaLnBrk="1" hangingPunct="1">
              <a:lnSpc>
                <a:spcPct val="90000"/>
              </a:lnSpc>
              <a:spcBef>
                <a:spcPts val="413"/>
              </a:spcBef>
              <a:buFont typeface="Times New Roman" pitchFamily="16" charset="0"/>
              <a:buAutoNum type="arabicPeriod"/>
            </a:pPr>
            <a:r>
              <a:rPr lang="en-US" sz="1100">
                <a:solidFill>
                  <a:srgbClr val="000000"/>
                </a:solidFill>
              </a:rPr>
              <a:t>Bob receives Y</a:t>
            </a:r>
            <a:r>
              <a:rPr lang="en-US" sz="1100" baseline="-25000">
                <a:solidFill>
                  <a:srgbClr val="000000"/>
                </a:solidFill>
              </a:rPr>
              <a:t>D1 </a:t>
            </a:r>
            <a:r>
              <a:rPr lang="en-US" sz="1100">
                <a:solidFill>
                  <a:srgbClr val="000000"/>
                </a:solidFill>
              </a:rPr>
              <a:t>and calculates K1=(Y</a:t>
            </a:r>
            <a:r>
              <a:rPr lang="en-US" sz="1100" baseline="-25000">
                <a:solidFill>
                  <a:srgbClr val="000000"/>
                </a:solidFill>
              </a:rPr>
              <a:t>D1 </a:t>
            </a:r>
            <a:r>
              <a:rPr lang="en-US" sz="1100">
                <a:solidFill>
                  <a:srgbClr val="000000"/>
                </a:solidFill>
              </a:rPr>
              <a:t>)^ X</a:t>
            </a:r>
            <a:r>
              <a:rPr lang="en-US" sz="1100" baseline="-25000">
                <a:solidFill>
                  <a:srgbClr val="000000"/>
                </a:solidFill>
              </a:rPr>
              <a:t>B</a:t>
            </a:r>
            <a:r>
              <a:rPr lang="en-US" sz="1100">
                <a:solidFill>
                  <a:srgbClr val="000000"/>
                </a:solidFill>
              </a:rPr>
              <a:t> mod q</a:t>
            </a:r>
          </a:p>
          <a:p>
            <a:pPr eaLnBrk="1" hangingPunct="1">
              <a:lnSpc>
                <a:spcPct val="90000"/>
              </a:lnSpc>
              <a:spcBef>
                <a:spcPts val="413"/>
              </a:spcBef>
              <a:buFont typeface="Times New Roman" pitchFamily="16" charset="0"/>
              <a:buAutoNum type="arabicPeriod"/>
            </a:pPr>
            <a:r>
              <a:rPr lang="en-US" sz="1100">
                <a:solidFill>
                  <a:srgbClr val="000000"/>
                </a:solidFill>
              </a:rPr>
              <a:t>Bob transmits Y</a:t>
            </a:r>
            <a:r>
              <a:rPr lang="en-US" sz="1100" baseline="-25000">
                <a:solidFill>
                  <a:srgbClr val="000000"/>
                </a:solidFill>
              </a:rPr>
              <a:t>B</a:t>
            </a:r>
            <a:r>
              <a:rPr lang="en-US" sz="1100">
                <a:solidFill>
                  <a:srgbClr val="000000"/>
                </a:solidFill>
              </a:rPr>
              <a:t> to Alice.  </a:t>
            </a:r>
          </a:p>
          <a:p>
            <a:pPr eaLnBrk="1" hangingPunct="1">
              <a:lnSpc>
                <a:spcPct val="90000"/>
              </a:lnSpc>
              <a:spcBef>
                <a:spcPts val="413"/>
              </a:spcBef>
              <a:buFont typeface="Times New Roman" pitchFamily="16" charset="0"/>
              <a:buAutoNum type="arabicPeriod"/>
            </a:pPr>
            <a:r>
              <a:rPr lang="en-US" sz="1100">
                <a:solidFill>
                  <a:srgbClr val="000000"/>
                </a:solidFill>
              </a:rPr>
              <a:t>Darth intercepts Y</a:t>
            </a:r>
            <a:r>
              <a:rPr lang="en-US" sz="1100" baseline="-25000">
                <a:solidFill>
                  <a:srgbClr val="000000"/>
                </a:solidFill>
              </a:rPr>
              <a:t>B </a:t>
            </a:r>
            <a:r>
              <a:rPr lang="en-US" sz="1100">
                <a:solidFill>
                  <a:srgbClr val="000000"/>
                </a:solidFill>
              </a:rPr>
              <a:t>and transmits Y</a:t>
            </a:r>
            <a:r>
              <a:rPr lang="en-US" sz="1100" baseline="-25000">
                <a:solidFill>
                  <a:srgbClr val="000000"/>
                </a:solidFill>
              </a:rPr>
              <a:t>D2 </a:t>
            </a:r>
            <a:r>
              <a:rPr lang="en-US" sz="1100">
                <a:solidFill>
                  <a:srgbClr val="000000"/>
                </a:solidFill>
              </a:rPr>
              <a:t>to Alice. Darth calculates K1=(Y</a:t>
            </a:r>
            <a:r>
              <a:rPr lang="en-US" sz="1100" baseline="-25000">
                <a:solidFill>
                  <a:srgbClr val="000000"/>
                </a:solidFill>
              </a:rPr>
              <a:t>B</a:t>
            </a:r>
            <a:r>
              <a:rPr lang="en-US" sz="1100">
                <a:solidFill>
                  <a:srgbClr val="000000"/>
                </a:solidFill>
              </a:rPr>
              <a:t> )^ X</a:t>
            </a:r>
            <a:r>
              <a:rPr lang="en-US" sz="1100" baseline="-25000">
                <a:solidFill>
                  <a:srgbClr val="000000"/>
                </a:solidFill>
              </a:rPr>
              <a:t>D1</a:t>
            </a:r>
            <a:r>
              <a:rPr lang="en-US" sz="1100">
                <a:solidFill>
                  <a:srgbClr val="000000"/>
                </a:solidFill>
              </a:rPr>
              <a:t>  mod q</a:t>
            </a:r>
          </a:p>
          <a:p>
            <a:pPr eaLnBrk="1" hangingPunct="1">
              <a:lnSpc>
                <a:spcPct val="90000"/>
              </a:lnSpc>
              <a:spcBef>
                <a:spcPts val="413"/>
              </a:spcBef>
              <a:buFont typeface="Times New Roman" pitchFamily="16" charset="0"/>
              <a:buAutoNum type="arabicPeriod"/>
            </a:pPr>
            <a:r>
              <a:rPr lang="en-US" sz="1100">
                <a:solidFill>
                  <a:srgbClr val="000000"/>
                </a:solidFill>
              </a:rPr>
              <a:t>Alice receives Y</a:t>
            </a:r>
            <a:r>
              <a:rPr lang="en-US" sz="1100" baseline="-25000">
                <a:solidFill>
                  <a:srgbClr val="000000"/>
                </a:solidFill>
              </a:rPr>
              <a:t>D2 </a:t>
            </a:r>
            <a:r>
              <a:rPr lang="en-US" sz="1100">
                <a:solidFill>
                  <a:srgbClr val="000000"/>
                </a:solidFill>
              </a:rPr>
              <a:t>and calculates K2=(Y</a:t>
            </a:r>
            <a:r>
              <a:rPr lang="en-US" sz="1100" baseline="-25000">
                <a:solidFill>
                  <a:srgbClr val="000000"/>
                </a:solidFill>
              </a:rPr>
              <a:t>D2 </a:t>
            </a:r>
            <a:r>
              <a:rPr lang="en-US" sz="1100">
                <a:solidFill>
                  <a:srgbClr val="000000"/>
                </a:solidFill>
              </a:rPr>
              <a:t>)^ X</a:t>
            </a:r>
            <a:r>
              <a:rPr lang="en-US" sz="1100" baseline="-25000">
                <a:solidFill>
                  <a:srgbClr val="000000"/>
                </a:solidFill>
              </a:rPr>
              <a:t>A</a:t>
            </a:r>
            <a:r>
              <a:rPr lang="en-US" sz="1100">
                <a:solidFill>
                  <a:srgbClr val="000000"/>
                </a:solidFill>
              </a:rPr>
              <a:t> mod q .   </a:t>
            </a:r>
          </a:p>
          <a:p>
            <a:pPr eaLnBrk="1" hangingPunct="1">
              <a:lnSpc>
                <a:spcPct val="90000"/>
              </a:lnSpc>
              <a:spcBef>
                <a:spcPts val="413"/>
              </a:spcBef>
              <a:buClrTx/>
              <a:buFontTx/>
              <a:buNone/>
            </a:pPr>
            <a:r>
              <a:rPr lang="en-US" sz="1100">
                <a:solidFill>
                  <a:srgbClr val="000000"/>
                </a:solidFill>
              </a:rPr>
              <a:t>At this point, Bob and Alice think that they share a secret key, but instead Bob and Darth share secret key K1 and Alice and Darth share secret key K2. All future communication between Bob and Alice is compromised in the following way:   </a:t>
            </a:r>
          </a:p>
          <a:p>
            <a:pPr eaLnBrk="1" hangingPunct="1">
              <a:lnSpc>
                <a:spcPct val="90000"/>
              </a:lnSpc>
              <a:spcBef>
                <a:spcPts val="413"/>
              </a:spcBef>
              <a:buFont typeface="Times New Roman" pitchFamily="16" charset="0"/>
              <a:buAutoNum type="arabicPeriod"/>
            </a:pPr>
            <a:r>
              <a:rPr lang="en-US" sz="1100">
                <a:solidFill>
                  <a:srgbClr val="000000"/>
                </a:solidFill>
              </a:rPr>
              <a:t>Alice sends an encrypted message M: E(K2, M).  </a:t>
            </a:r>
          </a:p>
          <a:p>
            <a:pPr eaLnBrk="1" hangingPunct="1">
              <a:lnSpc>
                <a:spcPct val="90000"/>
              </a:lnSpc>
              <a:spcBef>
                <a:spcPts val="413"/>
              </a:spcBef>
              <a:buFont typeface="Times New Roman" pitchFamily="16" charset="0"/>
              <a:buAutoNum type="arabicPeriod"/>
            </a:pPr>
            <a:r>
              <a:rPr lang="en-US" sz="1100">
                <a:solidFill>
                  <a:srgbClr val="000000"/>
                </a:solidFill>
              </a:rPr>
              <a:t>Darth intercepts the encrypted message and decrypts it, to recover M.  </a:t>
            </a:r>
          </a:p>
          <a:p>
            <a:pPr eaLnBrk="1" hangingPunct="1">
              <a:lnSpc>
                <a:spcPct val="90000"/>
              </a:lnSpc>
              <a:spcBef>
                <a:spcPts val="413"/>
              </a:spcBef>
              <a:buFont typeface="Times New Roman" pitchFamily="16" charset="0"/>
              <a:buAutoNum type="arabicPeriod"/>
            </a:pPr>
            <a:r>
              <a:rPr lang="en-US" sz="1100">
                <a:solidFill>
                  <a:srgbClr val="000000"/>
                </a:solidFill>
              </a:rPr>
              <a:t>Darth sends Bob E(K1, M) or E(K1, M'), where M' is any message. In the first case, Darth simply wants to eavesdrop on the communication without altering it. In the second case, Darth wants to modify the message going to Bob.   The key exchange protocol is vulnerable to such an attack because it does not authenticate the participants. This vulnerability can be overcome with the use of digital signatures and public- key certificates.</a:t>
            </a:r>
          </a:p>
        </p:txBody>
      </p:sp>
      <p:sp>
        <p:nvSpPr>
          <p:cNvPr id="60421" name="Text Box 3"/>
          <p:cNvSpPr txBox="1">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charset="0"/>
                <a:ea typeface="ＭＳ Ｐゴシック" charset="-128"/>
              </a:defRPr>
            </a:lvl1pPr>
            <a:lvl2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charset="0"/>
                <a:ea typeface="ＭＳ Ｐゴシック" charset="-128"/>
              </a:defRPr>
            </a:lvl2pPr>
            <a:lvl3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charset="0"/>
                <a:ea typeface="ＭＳ Ｐゴシック" charset="-128"/>
              </a:defRPr>
            </a:lvl3pPr>
            <a:lvl4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charset="0"/>
                <a:ea typeface="ＭＳ Ｐゴシック" charset="-128"/>
              </a:defRPr>
            </a:lvl4pPr>
            <a:lvl5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charset="0"/>
                <a:ea typeface="ＭＳ Ｐゴシック" charset="-128"/>
              </a:defRPr>
            </a:lvl5pPr>
            <a:lvl6pPr marL="2514600" indent="-228600" defTabSz="457200" eaLnBrk="0" fontAlgn="base" hangingPunct="0">
              <a:spcBef>
                <a:spcPct val="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charset="0"/>
                <a:ea typeface="ＭＳ Ｐゴシック" charset="-128"/>
              </a:defRPr>
            </a:lvl6pPr>
            <a:lvl7pPr marL="2971800" indent="-228600" defTabSz="457200" eaLnBrk="0" fontAlgn="base" hangingPunct="0">
              <a:spcBef>
                <a:spcPct val="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charset="0"/>
                <a:ea typeface="ＭＳ Ｐゴシック" charset="-128"/>
              </a:defRPr>
            </a:lvl7pPr>
            <a:lvl8pPr marL="3429000" indent="-228600" defTabSz="457200" eaLnBrk="0" fontAlgn="base" hangingPunct="0">
              <a:spcBef>
                <a:spcPct val="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charset="0"/>
                <a:ea typeface="ＭＳ Ｐゴシック" charset="-128"/>
              </a:defRPr>
            </a:lvl8pPr>
            <a:lvl9pPr marL="3886200" indent="-228600" defTabSz="457200" eaLnBrk="0" fontAlgn="base" hangingPunct="0">
              <a:spcBef>
                <a:spcPct val="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charset="0"/>
                <a:ea typeface="ＭＳ Ｐゴシック" charset="-128"/>
              </a:defRPr>
            </a:lvl9pPr>
          </a:lstStyle>
          <a:p>
            <a:pPr algn="r" eaLnBrk="1" hangingPunct="1">
              <a:buClrTx/>
              <a:buFontTx/>
              <a:buNone/>
            </a:pPr>
            <a:fld id="{0AF68FFE-6BF8-4831-91F6-03CF7DB3FB04}" type="slidenum">
              <a:rPr lang="en-AU" sz="1200">
                <a:solidFill>
                  <a:srgbClr val="FFFFFF"/>
                </a:solidFill>
              </a:rPr>
              <a:pPr algn="r" eaLnBrk="1" hangingPunct="1">
                <a:buClrTx/>
                <a:buFontTx/>
                <a:buNone/>
              </a:pPr>
              <a:t>13</a:t>
            </a:fld>
            <a:endParaRPr lang="en-AU" sz="1200">
              <a:solidFill>
                <a:srgbClr val="FFFFFF"/>
              </a:solidFill>
            </a:endParaRPr>
          </a:p>
        </p:txBody>
      </p:sp>
    </p:spTree>
    <p:extLst>
      <p:ext uri="{BB962C8B-B14F-4D97-AF65-F5344CB8AC3E}">
        <p14:creationId xmlns:p14="http://schemas.microsoft.com/office/powerpoint/2010/main" val="30547049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2466" name="Rectangle 9"/>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eaLnBrk="0" hangingPunct="0">
              <a:tabLst>
                <a:tab pos="457200" algn="l"/>
                <a:tab pos="914400" algn="l"/>
                <a:tab pos="1371600" algn="l"/>
                <a:tab pos="1828800" algn="l"/>
                <a:tab pos="2286000" algn="l"/>
                <a:tab pos="2743200" algn="l"/>
              </a:tabLst>
              <a:defRPr sz="2400">
                <a:solidFill>
                  <a:schemeClr val="bg1"/>
                </a:solidFill>
                <a:latin typeface="Arial" charset="0"/>
                <a:ea typeface="ＭＳ Ｐゴシック" charset="-128"/>
              </a:defRPr>
            </a:lvl1pPr>
            <a:lvl2pPr eaLnBrk="0" hangingPunct="0">
              <a:tabLst>
                <a:tab pos="457200" algn="l"/>
                <a:tab pos="914400" algn="l"/>
                <a:tab pos="1371600" algn="l"/>
                <a:tab pos="1828800" algn="l"/>
                <a:tab pos="2286000" algn="l"/>
                <a:tab pos="2743200" algn="l"/>
              </a:tabLst>
              <a:defRPr sz="2400">
                <a:solidFill>
                  <a:schemeClr val="bg1"/>
                </a:solidFill>
                <a:latin typeface="Arial" charset="0"/>
                <a:ea typeface="ＭＳ Ｐゴシック" charset="-128"/>
              </a:defRPr>
            </a:lvl2pPr>
            <a:lvl3pPr eaLnBrk="0" hangingPunct="0">
              <a:tabLst>
                <a:tab pos="457200" algn="l"/>
                <a:tab pos="914400" algn="l"/>
                <a:tab pos="1371600" algn="l"/>
                <a:tab pos="1828800" algn="l"/>
                <a:tab pos="2286000" algn="l"/>
                <a:tab pos="2743200" algn="l"/>
              </a:tabLst>
              <a:defRPr sz="2400">
                <a:solidFill>
                  <a:schemeClr val="bg1"/>
                </a:solidFill>
                <a:latin typeface="Arial" charset="0"/>
                <a:ea typeface="ＭＳ Ｐゴシック" charset="-128"/>
              </a:defRPr>
            </a:lvl3pPr>
            <a:lvl4pPr eaLnBrk="0" hangingPunct="0">
              <a:tabLst>
                <a:tab pos="457200" algn="l"/>
                <a:tab pos="914400" algn="l"/>
                <a:tab pos="1371600" algn="l"/>
                <a:tab pos="1828800" algn="l"/>
                <a:tab pos="2286000" algn="l"/>
                <a:tab pos="2743200" algn="l"/>
              </a:tabLst>
              <a:defRPr sz="2400">
                <a:solidFill>
                  <a:schemeClr val="bg1"/>
                </a:solidFill>
                <a:latin typeface="Arial" charset="0"/>
                <a:ea typeface="ＭＳ Ｐゴシック" charset="-128"/>
              </a:defRPr>
            </a:lvl4pPr>
            <a:lvl5pPr eaLnBrk="0" hangingPunct="0">
              <a:tabLst>
                <a:tab pos="457200" algn="l"/>
                <a:tab pos="914400" algn="l"/>
                <a:tab pos="1371600" algn="l"/>
                <a:tab pos="1828800" algn="l"/>
                <a:tab pos="2286000" algn="l"/>
                <a:tab pos="2743200" algn="l"/>
              </a:tabLst>
              <a:defRPr sz="2400">
                <a:solidFill>
                  <a:schemeClr val="bg1"/>
                </a:solidFill>
                <a:latin typeface="Arial" charset="0"/>
                <a:ea typeface="ＭＳ Ｐゴシック" charset="-128"/>
              </a:defRPr>
            </a:lvl5pPr>
            <a:lvl6pPr marL="2514600" indent="-228600" defTabSz="457200" eaLnBrk="0" fontAlgn="base" hangingPunct="0">
              <a:spcBef>
                <a:spcPct val="0"/>
              </a:spcBef>
              <a:spcAft>
                <a:spcPct val="0"/>
              </a:spcAft>
              <a:buClr>
                <a:srgbClr val="000000"/>
              </a:buClr>
              <a:buSzPct val="100000"/>
              <a:buFont typeface="Times New Roman" pitchFamily="16" charset="0"/>
              <a:tabLst>
                <a:tab pos="457200" algn="l"/>
                <a:tab pos="914400" algn="l"/>
                <a:tab pos="1371600" algn="l"/>
                <a:tab pos="1828800" algn="l"/>
                <a:tab pos="2286000" algn="l"/>
                <a:tab pos="2743200" algn="l"/>
              </a:tabLst>
              <a:defRPr sz="2400">
                <a:solidFill>
                  <a:schemeClr val="bg1"/>
                </a:solidFill>
                <a:latin typeface="Arial" charset="0"/>
                <a:ea typeface="ＭＳ Ｐゴシック" charset="-128"/>
              </a:defRPr>
            </a:lvl6pPr>
            <a:lvl7pPr marL="2971800" indent="-228600" defTabSz="457200" eaLnBrk="0" fontAlgn="base" hangingPunct="0">
              <a:spcBef>
                <a:spcPct val="0"/>
              </a:spcBef>
              <a:spcAft>
                <a:spcPct val="0"/>
              </a:spcAft>
              <a:buClr>
                <a:srgbClr val="000000"/>
              </a:buClr>
              <a:buSzPct val="100000"/>
              <a:buFont typeface="Times New Roman" pitchFamily="16" charset="0"/>
              <a:tabLst>
                <a:tab pos="457200" algn="l"/>
                <a:tab pos="914400" algn="l"/>
                <a:tab pos="1371600" algn="l"/>
                <a:tab pos="1828800" algn="l"/>
                <a:tab pos="2286000" algn="l"/>
                <a:tab pos="2743200" algn="l"/>
              </a:tabLst>
              <a:defRPr sz="2400">
                <a:solidFill>
                  <a:schemeClr val="bg1"/>
                </a:solidFill>
                <a:latin typeface="Arial" charset="0"/>
                <a:ea typeface="ＭＳ Ｐゴシック" charset="-128"/>
              </a:defRPr>
            </a:lvl7pPr>
            <a:lvl8pPr marL="3429000" indent="-228600" defTabSz="457200" eaLnBrk="0" fontAlgn="base" hangingPunct="0">
              <a:spcBef>
                <a:spcPct val="0"/>
              </a:spcBef>
              <a:spcAft>
                <a:spcPct val="0"/>
              </a:spcAft>
              <a:buClr>
                <a:srgbClr val="000000"/>
              </a:buClr>
              <a:buSzPct val="100000"/>
              <a:buFont typeface="Times New Roman" pitchFamily="16" charset="0"/>
              <a:tabLst>
                <a:tab pos="457200" algn="l"/>
                <a:tab pos="914400" algn="l"/>
                <a:tab pos="1371600" algn="l"/>
                <a:tab pos="1828800" algn="l"/>
                <a:tab pos="2286000" algn="l"/>
                <a:tab pos="2743200" algn="l"/>
              </a:tabLst>
              <a:defRPr sz="2400">
                <a:solidFill>
                  <a:schemeClr val="bg1"/>
                </a:solidFill>
                <a:latin typeface="Arial" charset="0"/>
                <a:ea typeface="ＭＳ Ｐゴシック" charset="-128"/>
              </a:defRPr>
            </a:lvl8pPr>
            <a:lvl9pPr marL="3886200" indent="-228600" defTabSz="457200" eaLnBrk="0" fontAlgn="base" hangingPunct="0">
              <a:spcBef>
                <a:spcPct val="0"/>
              </a:spcBef>
              <a:spcAft>
                <a:spcPct val="0"/>
              </a:spcAft>
              <a:buClr>
                <a:srgbClr val="000000"/>
              </a:buClr>
              <a:buSzPct val="100000"/>
              <a:buFont typeface="Times New Roman" pitchFamily="16" charset="0"/>
              <a:tabLst>
                <a:tab pos="457200" algn="l"/>
                <a:tab pos="914400" algn="l"/>
                <a:tab pos="1371600" algn="l"/>
                <a:tab pos="1828800" algn="l"/>
                <a:tab pos="2286000" algn="l"/>
                <a:tab pos="2743200" algn="l"/>
              </a:tabLst>
              <a:defRPr sz="2400">
                <a:solidFill>
                  <a:schemeClr val="bg1"/>
                </a:solidFill>
                <a:latin typeface="Arial" charset="0"/>
                <a:ea typeface="ＭＳ Ｐゴシック" charset="-128"/>
              </a:defRPr>
            </a:lvl9pPr>
          </a:lstStyle>
          <a:p>
            <a:pPr eaLnBrk="1" hangingPunct="1"/>
            <a:fld id="{8BD82F34-4BA0-4055-AE75-AF0E6D839DEE}" type="slidenum">
              <a:rPr lang="en-AU" sz="1200">
                <a:solidFill>
                  <a:srgbClr val="000000"/>
                </a:solidFill>
                <a:latin typeface="Times New Roman" pitchFamily="16" charset="0"/>
              </a:rPr>
              <a:pPr eaLnBrk="1" hangingPunct="1"/>
              <a:t>15</a:t>
            </a:fld>
            <a:endParaRPr lang="en-AU" sz="1200">
              <a:solidFill>
                <a:srgbClr val="000000"/>
              </a:solidFill>
              <a:latin typeface="Times New Roman" pitchFamily="16" charset="0"/>
            </a:endParaRPr>
          </a:p>
        </p:txBody>
      </p:sp>
      <p:sp>
        <p:nvSpPr>
          <p:cNvPr id="62467" name="Rectangle 1"/>
          <p:cNvSpPr txBox="1">
            <a:spLocks noGrp="1" noRot="1" noChangeAspect="1" noChangeArrowheads="1" noTextEdit="1"/>
          </p:cNvSpPr>
          <p:nvPr>
            <p:ph type="sldImg"/>
          </p:nvPr>
        </p:nvSpPr>
        <p:spPr>
          <a:xfrm>
            <a:off x="1143000" y="685800"/>
            <a:ext cx="4572000" cy="342900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62468" name="Text Box 2"/>
          <p:cNvSpPr txBox="1">
            <a:spLocks noChangeArrowheads="1"/>
          </p:cNvSpPr>
          <p:nvPr/>
        </p:nvSpPr>
        <p:spPr bwMode="auto">
          <a:xfrm>
            <a:off x="685800" y="4343400"/>
            <a:ext cx="5486400" cy="43418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charset="0"/>
                <a:ea typeface="ＭＳ Ｐゴシック" charset="-128"/>
              </a:defRPr>
            </a:lvl1pPr>
            <a:lvl2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charset="0"/>
                <a:ea typeface="ＭＳ Ｐゴシック" charset="-128"/>
              </a:defRPr>
            </a:lvl2pPr>
            <a:lvl3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charset="0"/>
                <a:ea typeface="ＭＳ Ｐゴシック" charset="-128"/>
              </a:defRPr>
            </a:lvl3pPr>
            <a:lvl4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charset="0"/>
                <a:ea typeface="ＭＳ Ｐゴシック" charset="-128"/>
              </a:defRPr>
            </a:lvl4pPr>
            <a:lvl5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charset="0"/>
                <a:ea typeface="ＭＳ Ｐゴシック" charset="-128"/>
              </a:defRPr>
            </a:lvl5pPr>
            <a:lvl6pPr marL="2514600" indent="-228600" defTabSz="457200" eaLnBrk="0" fontAlgn="base" hangingPunct="0">
              <a:spcBef>
                <a:spcPct val="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charset="0"/>
                <a:ea typeface="ＭＳ Ｐゴシック" charset="-128"/>
              </a:defRPr>
            </a:lvl6pPr>
            <a:lvl7pPr marL="2971800" indent="-228600" defTabSz="457200" eaLnBrk="0" fontAlgn="base" hangingPunct="0">
              <a:spcBef>
                <a:spcPct val="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charset="0"/>
                <a:ea typeface="ＭＳ Ｐゴシック" charset="-128"/>
              </a:defRPr>
            </a:lvl7pPr>
            <a:lvl8pPr marL="3429000" indent="-228600" defTabSz="457200" eaLnBrk="0" fontAlgn="base" hangingPunct="0">
              <a:spcBef>
                <a:spcPct val="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charset="0"/>
                <a:ea typeface="ＭＳ Ｐゴシック" charset="-128"/>
              </a:defRPr>
            </a:lvl8pPr>
            <a:lvl9pPr marL="3886200" indent="-228600" defTabSz="457200" eaLnBrk="0" fontAlgn="base" hangingPunct="0">
              <a:spcBef>
                <a:spcPct val="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charset="0"/>
                <a:ea typeface="ＭＳ Ｐゴシック" charset="-128"/>
              </a:defRPr>
            </a:lvl9pPr>
          </a:lstStyle>
          <a:p>
            <a:pPr eaLnBrk="1" hangingPunct="1">
              <a:lnSpc>
                <a:spcPct val="90000"/>
              </a:lnSpc>
              <a:spcBef>
                <a:spcPts val="413"/>
              </a:spcBef>
              <a:buClrTx/>
              <a:buFontTx/>
              <a:buNone/>
            </a:pPr>
            <a:r>
              <a:rPr lang="en-US" sz="1100">
                <a:solidFill>
                  <a:srgbClr val="000000"/>
                </a:solidFill>
              </a:rPr>
              <a:t>The protocol described on the previous slide is insecure against a man-in-the-middle attack. Suppose Alice and Bob wish to exchange keys, and Darth is the adversary. The attack proceeds as follows:   </a:t>
            </a:r>
          </a:p>
          <a:p>
            <a:pPr eaLnBrk="1" hangingPunct="1">
              <a:lnSpc>
                <a:spcPct val="90000"/>
              </a:lnSpc>
              <a:spcBef>
                <a:spcPts val="413"/>
              </a:spcBef>
              <a:buFont typeface="Times New Roman" pitchFamily="16" charset="0"/>
              <a:buAutoNum type="arabicPeriod"/>
            </a:pPr>
            <a:r>
              <a:rPr lang="en-US" sz="1100">
                <a:solidFill>
                  <a:srgbClr val="000000"/>
                </a:solidFill>
              </a:rPr>
              <a:t>Darth prepares for the attack by generating two random private keys X</a:t>
            </a:r>
            <a:r>
              <a:rPr lang="en-US" sz="1100" baseline="-25000">
                <a:solidFill>
                  <a:srgbClr val="000000"/>
                </a:solidFill>
              </a:rPr>
              <a:t>D1</a:t>
            </a:r>
            <a:r>
              <a:rPr lang="en-US" sz="1100">
                <a:solidFill>
                  <a:srgbClr val="000000"/>
                </a:solidFill>
              </a:rPr>
              <a:t> and X</a:t>
            </a:r>
            <a:r>
              <a:rPr lang="en-US" sz="1100" baseline="-25000">
                <a:solidFill>
                  <a:srgbClr val="000000"/>
                </a:solidFill>
              </a:rPr>
              <a:t>D2</a:t>
            </a:r>
            <a:r>
              <a:rPr lang="en-US" sz="1100">
                <a:solidFill>
                  <a:srgbClr val="000000"/>
                </a:solidFill>
              </a:rPr>
              <a:t> and then computing the corresponding public keys Y</a:t>
            </a:r>
            <a:r>
              <a:rPr lang="en-US" sz="1100" baseline="-25000">
                <a:solidFill>
                  <a:srgbClr val="000000"/>
                </a:solidFill>
              </a:rPr>
              <a:t>D1</a:t>
            </a:r>
            <a:r>
              <a:rPr lang="en-US" sz="1100">
                <a:solidFill>
                  <a:srgbClr val="000000"/>
                </a:solidFill>
              </a:rPr>
              <a:t> and Y</a:t>
            </a:r>
            <a:r>
              <a:rPr lang="en-US" sz="1100" baseline="-25000">
                <a:solidFill>
                  <a:srgbClr val="000000"/>
                </a:solidFill>
              </a:rPr>
              <a:t>D2</a:t>
            </a:r>
          </a:p>
          <a:p>
            <a:pPr eaLnBrk="1" hangingPunct="1">
              <a:lnSpc>
                <a:spcPct val="90000"/>
              </a:lnSpc>
              <a:spcBef>
                <a:spcPts val="413"/>
              </a:spcBef>
              <a:buFont typeface="Times New Roman" pitchFamily="16" charset="0"/>
              <a:buAutoNum type="arabicPeriod"/>
            </a:pPr>
            <a:r>
              <a:rPr lang="en-US" sz="1100">
                <a:solidFill>
                  <a:srgbClr val="000000"/>
                </a:solidFill>
              </a:rPr>
              <a:t> Alice transmits Y</a:t>
            </a:r>
            <a:r>
              <a:rPr lang="en-US" sz="1100" baseline="-25000">
                <a:solidFill>
                  <a:srgbClr val="000000"/>
                </a:solidFill>
              </a:rPr>
              <a:t>A</a:t>
            </a:r>
            <a:r>
              <a:rPr lang="en-US" sz="1100">
                <a:solidFill>
                  <a:srgbClr val="000000"/>
                </a:solidFill>
              </a:rPr>
              <a:t> to Bob. </a:t>
            </a:r>
          </a:p>
          <a:p>
            <a:pPr eaLnBrk="1" hangingPunct="1">
              <a:lnSpc>
                <a:spcPct val="90000"/>
              </a:lnSpc>
              <a:spcBef>
                <a:spcPts val="413"/>
              </a:spcBef>
              <a:buFont typeface="Times New Roman" pitchFamily="16" charset="0"/>
              <a:buAutoNum type="arabicPeriod"/>
            </a:pPr>
            <a:r>
              <a:rPr lang="en-US" sz="1100">
                <a:solidFill>
                  <a:srgbClr val="000000"/>
                </a:solidFill>
              </a:rPr>
              <a:t> Darth intercepts Y</a:t>
            </a:r>
            <a:r>
              <a:rPr lang="en-US" sz="1100" baseline="-25000">
                <a:solidFill>
                  <a:srgbClr val="000000"/>
                </a:solidFill>
              </a:rPr>
              <a:t>A</a:t>
            </a:r>
            <a:r>
              <a:rPr lang="en-US" sz="1100">
                <a:solidFill>
                  <a:srgbClr val="000000"/>
                </a:solidFill>
              </a:rPr>
              <a:t> and transmits Y</a:t>
            </a:r>
            <a:r>
              <a:rPr lang="en-US" sz="1100" baseline="-25000">
                <a:solidFill>
                  <a:srgbClr val="000000"/>
                </a:solidFill>
              </a:rPr>
              <a:t>D1</a:t>
            </a:r>
            <a:r>
              <a:rPr lang="en-US" sz="1100">
                <a:solidFill>
                  <a:srgbClr val="000000"/>
                </a:solidFill>
              </a:rPr>
              <a:t> to Bob. Darth also calculates K2 = (Y</a:t>
            </a:r>
            <a:r>
              <a:rPr lang="en-US" sz="1100" baseline="-25000">
                <a:solidFill>
                  <a:srgbClr val="000000"/>
                </a:solidFill>
              </a:rPr>
              <a:t>A</a:t>
            </a:r>
            <a:r>
              <a:rPr lang="en-US" sz="1100">
                <a:solidFill>
                  <a:srgbClr val="000000"/>
                </a:solidFill>
              </a:rPr>
              <a:t>  )^ X</a:t>
            </a:r>
            <a:r>
              <a:rPr lang="en-US" sz="1100" baseline="-25000">
                <a:solidFill>
                  <a:srgbClr val="000000"/>
                </a:solidFill>
              </a:rPr>
              <a:t>D2 </a:t>
            </a:r>
            <a:r>
              <a:rPr lang="en-US" sz="1100">
                <a:solidFill>
                  <a:srgbClr val="000000"/>
                </a:solidFill>
              </a:rPr>
              <a:t>mod q  </a:t>
            </a:r>
          </a:p>
          <a:p>
            <a:pPr eaLnBrk="1" hangingPunct="1">
              <a:lnSpc>
                <a:spcPct val="90000"/>
              </a:lnSpc>
              <a:spcBef>
                <a:spcPts val="413"/>
              </a:spcBef>
              <a:buFont typeface="Times New Roman" pitchFamily="16" charset="0"/>
              <a:buAutoNum type="arabicPeriod"/>
            </a:pPr>
            <a:r>
              <a:rPr lang="en-US" sz="1100">
                <a:solidFill>
                  <a:srgbClr val="000000"/>
                </a:solidFill>
              </a:rPr>
              <a:t>Bob receives Y</a:t>
            </a:r>
            <a:r>
              <a:rPr lang="en-US" sz="1100" baseline="-25000">
                <a:solidFill>
                  <a:srgbClr val="000000"/>
                </a:solidFill>
              </a:rPr>
              <a:t>D1 </a:t>
            </a:r>
            <a:r>
              <a:rPr lang="en-US" sz="1100">
                <a:solidFill>
                  <a:srgbClr val="000000"/>
                </a:solidFill>
              </a:rPr>
              <a:t>and calculates K1=(Y</a:t>
            </a:r>
            <a:r>
              <a:rPr lang="en-US" sz="1100" baseline="-25000">
                <a:solidFill>
                  <a:srgbClr val="000000"/>
                </a:solidFill>
              </a:rPr>
              <a:t>D1 </a:t>
            </a:r>
            <a:r>
              <a:rPr lang="en-US" sz="1100">
                <a:solidFill>
                  <a:srgbClr val="000000"/>
                </a:solidFill>
              </a:rPr>
              <a:t>)^ X</a:t>
            </a:r>
            <a:r>
              <a:rPr lang="en-US" sz="1100" baseline="-25000">
                <a:solidFill>
                  <a:srgbClr val="000000"/>
                </a:solidFill>
              </a:rPr>
              <a:t>B</a:t>
            </a:r>
            <a:r>
              <a:rPr lang="en-US" sz="1100">
                <a:solidFill>
                  <a:srgbClr val="000000"/>
                </a:solidFill>
              </a:rPr>
              <a:t> mod q</a:t>
            </a:r>
          </a:p>
          <a:p>
            <a:pPr eaLnBrk="1" hangingPunct="1">
              <a:lnSpc>
                <a:spcPct val="90000"/>
              </a:lnSpc>
              <a:spcBef>
                <a:spcPts val="413"/>
              </a:spcBef>
              <a:buFont typeface="Times New Roman" pitchFamily="16" charset="0"/>
              <a:buAutoNum type="arabicPeriod"/>
            </a:pPr>
            <a:r>
              <a:rPr lang="en-US" sz="1100">
                <a:solidFill>
                  <a:srgbClr val="000000"/>
                </a:solidFill>
              </a:rPr>
              <a:t>Bob transmits Y</a:t>
            </a:r>
            <a:r>
              <a:rPr lang="en-US" sz="1100" baseline="-25000">
                <a:solidFill>
                  <a:srgbClr val="000000"/>
                </a:solidFill>
              </a:rPr>
              <a:t>B</a:t>
            </a:r>
            <a:r>
              <a:rPr lang="en-US" sz="1100">
                <a:solidFill>
                  <a:srgbClr val="000000"/>
                </a:solidFill>
              </a:rPr>
              <a:t> to Alice.  </a:t>
            </a:r>
          </a:p>
          <a:p>
            <a:pPr eaLnBrk="1" hangingPunct="1">
              <a:lnSpc>
                <a:spcPct val="90000"/>
              </a:lnSpc>
              <a:spcBef>
                <a:spcPts val="413"/>
              </a:spcBef>
              <a:buFont typeface="Times New Roman" pitchFamily="16" charset="0"/>
              <a:buAutoNum type="arabicPeriod"/>
            </a:pPr>
            <a:r>
              <a:rPr lang="en-US" sz="1100">
                <a:solidFill>
                  <a:srgbClr val="000000"/>
                </a:solidFill>
              </a:rPr>
              <a:t>Darth intercepts Y</a:t>
            </a:r>
            <a:r>
              <a:rPr lang="en-US" sz="1100" baseline="-25000">
                <a:solidFill>
                  <a:srgbClr val="000000"/>
                </a:solidFill>
              </a:rPr>
              <a:t>B </a:t>
            </a:r>
            <a:r>
              <a:rPr lang="en-US" sz="1100">
                <a:solidFill>
                  <a:srgbClr val="000000"/>
                </a:solidFill>
              </a:rPr>
              <a:t>and transmits Y</a:t>
            </a:r>
            <a:r>
              <a:rPr lang="en-US" sz="1100" baseline="-25000">
                <a:solidFill>
                  <a:srgbClr val="000000"/>
                </a:solidFill>
              </a:rPr>
              <a:t>D2 </a:t>
            </a:r>
            <a:r>
              <a:rPr lang="en-US" sz="1100">
                <a:solidFill>
                  <a:srgbClr val="000000"/>
                </a:solidFill>
              </a:rPr>
              <a:t>to Alice. Darth calculates K1=(Y</a:t>
            </a:r>
            <a:r>
              <a:rPr lang="en-US" sz="1100" baseline="-25000">
                <a:solidFill>
                  <a:srgbClr val="000000"/>
                </a:solidFill>
              </a:rPr>
              <a:t>B</a:t>
            </a:r>
            <a:r>
              <a:rPr lang="en-US" sz="1100">
                <a:solidFill>
                  <a:srgbClr val="000000"/>
                </a:solidFill>
              </a:rPr>
              <a:t> )^ X</a:t>
            </a:r>
            <a:r>
              <a:rPr lang="en-US" sz="1100" baseline="-25000">
                <a:solidFill>
                  <a:srgbClr val="000000"/>
                </a:solidFill>
              </a:rPr>
              <a:t>D1</a:t>
            </a:r>
            <a:r>
              <a:rPr lang="en-US" sz="1100">
                <a:solidFill>
                  <a:srgbClr val="000000"/>
                </a:solidFill>
              </a:rPr>
              <a:t>  mod q</a:t>
            </a:r>
          </a:p>
          <a:p>
            <a:pPr eaLnBrk="1" hangingPunct="1">
              <a:lnSpc>
                <a:spcPct val="90000"/>
              </a:lnSpc>
              <a:spcBef>
                <a:spcPts val="413"/>
              </a:spcBef>
              <a:buFont typeface="Times New Roman" pitchFamily="16" charset="0"/>
              <a:buAutoNum type="arabicPeriod"/>
            </a:pPr>
            <a:r>
              <a:rPr lang="en-US" sz="1100">
                <a:solidFill>
                  <a:srgbClr val="000000"/>
                </a:solidFill>
              </a:rPr>
              <a:t>Alice receives Y</a:t>
            </a:r>
            <a:r>
              <a:rPr lang="en-US" sz="1100" baseline="-25000">
                <a:solidFill>
                  <a:srgbClr val="000000"/>
                </a:solidFill>
              </a:rPr>
              <a:t>D2 </a:t>
            </a:r>
            <a:r>
              <a:rPr lang="en-US" sz="1100">
                <a:solidFill>
                  <a:srgbClr val="000000"/>
                </a:solidFill>
              </a:rPr>
              <a:t>and calculates K2=(Y</a:t>
            </a:r>
            <a:r>
              <a:rPr lang="en-US" sz="1100" baseline="-25000">
                <a:solidFill>
                  <a:srgbClr val="000000"/>
                </a:solidFill>
              </a:rPr>
              <a:t>D2 </a:t>
            </a:r>
            <a:r>
              <a:rPr lang="en-US" sz="1100">
                <a:solidFill>
                  <a:srgbClr val="000000"/>
                </a:solidFill>
              </a:rPr>
              <a:t>)^ X</a:t>
            </a:r>
            <a:r>
              <a:rPr lang="en-US" sz="1100" baseline="-25000">
                <a:solidFill>
                  <a:srgbClr val="000000"/>
                </a:solidFill>
              </a:rPr>
              <a:t>A</a:t>
            </a:r>
            <a:r>
              <a:rPr lang="en-US" sz="1100">
                <a:solidFill>
                  <a:srgbClr val="000000"/>
                </a:solidFill>
              </a:rPr>
              <a:t> mod q .   </a:t>
            </a:r>
          </a:p>
          <a:p>
            <a:pPr eaLnBrk="1" hangingPunct="1">
              <a:lnSpc>
                <a:spcPct val="90000"/>
              </a:lnSpc>
              <a:spcBef>
                <a:spcPts val="413"/>
              </a:spcBef>
              <a:buClrTx/>
              <a:buFontTx/>
              <a:buNone/>
            </a:pPr>
            <a:r>
              <a:rPr lang="en-US" sz="1100">
                <a:solidFill>
                  <a:srgbClr val="000000"/>
                </a:solidFill>
              </a:rPr>
              <a:t>At this point, Bob and Alice think that they share a secret key, but instead Bob and Darth share secret key K1 and Alice and Darth share secret key K2. All future communication between Bob and Alice is compromised in the following way:   </a:t>
            </a:r>
          </a:p>
          <a:p>
            <a:pPr eaLnBrk="1" hangingPunct="1">
              <a:lnSpc>
                <a:spcPct val="90000"/>
              </a:lnSpc>
              <a:spcBef>
                <a:spcPts val="413"/>
              </a:spcBef>
              <a:buFont typeface="Times New Roman" pitchFamily="16" charset="0"/>
              <a:buAutoNum type="arabicPeriod"/>
            </a:pPr>
            <a:r>
              <a:rPr lang="en-US" sz="1100">
                <a:solidFill>
                  <a:srgbClr val="000000"/>
                </a:solidFill>
              </a:rPr>
              <a:t>Alice sends an encrypted message M: E(K2, M).  </a:t>
            </a:r>
          </a:p>
          <a:p>
            <a:pPr eaLnBrk="1" hangingPunct="1">
              <a:lnSpc>
                <a:spcPct val="90000"/>
              </a:lnSpc>
              <a:spcBef>
                <a:spcPts val="413"/>
              </a:spcBef>
              <a:buFont typeface="Times New Roman" pitchFamily="16" charset="0"/>
              <a:buAutoNum type="arabicPeriod"/>
            </a:pPr>
            <a:r>
              <a:rPr lang="en-US" sz="1100">
                <a:solidFill>
                  <a:srgbClr val="000000"/>
                </a:solidFill>
              </a:rPr>
              <a:t>Darth intercepts the encrypted message and decrypts it, to recover M.  </a:t>
            </a:r>
          </a:p>
          <a:p>
            <a:pPr eaLnBrk="1" hangingPunct="1">
              <a:lnSpc>
                <a:spcPct val="90000"/>
              </a:lnSpc>
              <a:spcBef>
                <a:spcPts val="413"/>
              </a:spcBef>
              <a:buFont typeface="Times New Roman" pitchFamily="16" charset="0"/>
              <a:buAutoNum type="arabicPeriod"/>
            </a:pPr>
            <a:r>
              <a:rPr lang="en-US" sz="1100">
                <a:solidFill>
                  <a:srgbClr val="000000"/>
                </a:solidFill>
              </a:rPr>
              <a:t>Darth sends Bob E(K1, M) or E(K1, M'), where M' is any message. In the first case, Darth simply wants to eavesdrop on the communication without altering it. In the second case, Darth wants to modify the message going to Bob.   The key exchange protocol is vulnerable to such an attack because it does not authenticate the participants. This vulnerability can be overcome with the use of digital signatures and public- key certificates.</a:t>
            </a:r>
          </a:p>
        </p:txBody>
      </p:sp>
      <p:sp>
        <p:nvSpPr>
          <p:cNvPr id="62469" name="Text Box 3"/>
          <p:cNvSpPr txBox="1">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charset="0"/>
                <a:ea typeface="ＭＳ Ｐゴシック" charset="-128"/>
              </a:defRPr>
            </a:lvl1pPr>
            <a:lvl2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charset="0"/>
                <a:ea typeface="ＭＳ Ｐゴシック" charset="-128"/>
              </a:defRPr>
            </a:lvl2pPr>
            <a:lvl3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charset="0"/>
                <a:ea typeface="ＭＳ Ｐゴシック" charset="-128"/>
              </a:defRPr>
            </a:lvl3pPr>
            <a:lvl4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charset="0"/>
                <a:ea typeface="ＭＳ Ｐゴシック" charset="-128"/>
              </a:defRPr>
            </a:lvl4pPr>
            <a:lvl5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charset="0"/>
                <a:ea typeface="ＭＳ Ｐゴシック" charset="-128"/>
              </a:defRPr>
            </a:lvl5pPr>
            <a:lvl6pPr marL="2514600" indent="-228600" defTabSz="457200" eaLnBrk="0" fontAlgn="base" hangingPunct="0">
              <a:spcBef>
                <a:spcPct val="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charset="0"/>
                <a:ea typeface="ＭＳ Ｐゴシック" charset="-128"/>
              </a:defRPr>
            </a:lvl6pPr>
            <a:lvl7pPr marL="2971800" indent="-228600" defTabSz="457200" eaLnBrk="0" fontAlgn="base" hangingPunct="0">
              <a:spcBef>
                <a:spcPct val="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charset="0"/>
                <a:ea typeface="ＭＳ Ｐゴシック" charset="-128"/>
              </a:defRPr>
            </a:lvl7pPr>
            <a:lvl8pPr marL="3429000" indent="-228600" defTabSz="457200" eaLnBrk="0" fontAlgn="base" hangingPunct="0">
              <a:spcBef>
                <a:spcPct val="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charset="0"/>
                <a:ea typeface="ＭＳ Ｐゴシック" charset="-128"/>
              </a:defRPr>
            </a:lvl8pPr>
            <a:lvl9pPr marL="3886200" indent="-228600" defTabSz="457200" eaLnBrk="0" fontAlgn="base" hangingPunct="0">
              <a:spcBef>
                <a:spcPct val="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charset="0"/>
                <a:ea typeface="ＭＳ Ｐゴシック" charset="-128"/>
              </a:defRPr>
            </a:lvl9pPr>
          </a:lstStyle>
          <a:p>
            <a:pPr algn="r" eaLnBrk="1" hangingPunct="1">
              <a:buClrTx/>
              <a:buFontTx/>
              <a:buNone/>
            </a:pPr>
            <a:fld id="{B9CD11D5-6DB9-491B-9ADD-F601CBC6614E}" type="slidenum">
              <a:rPr lang="en-AU" sz="1200">
                <a:solidFill>
                  <a:srgbClr val="FFFFFF"/>
                </a:solidFill>
              </a:rPr>
              <a:pPr algn="r" eaLnBrk="1" hangingPunct="1">
                <a:buClrTx/>
                <a:buFontTx/>
                <a:buNone/>
              </a:pPr>
              <a:t>15</a:t>
            </a:fld>
            <a:endParaRPr lang="en-AU" sz="1200">
              <a:solidFill>
                <a:srgbClr val="FFFFFF"/>
              </a:solidFill>
            </a:endParaRPr>
          </a:p>
        </p:txBody>
      </p:sp>
    </p:spTree>
    <p:extLst>
      <p:ext uri="{BB962C8B-B14F-4D97-AF65-F5344CB8AC3E}">
        <p14:creationId xmlns:p14="http://schemas.microsoft.com/office/powerpoint/2010/main" val="253821930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936452C2-D0AE-463C-9C1E-B361F75B6E19}" type="datetimeFigureOut">
              <a:rPr lang="en-US" smtClean="0"/>
              <a:pPr/>
              <a:t>2/19/2024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69B0ED4-5FF4-41C1-BCAA-5BE214D05512}"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936452C2-D0AE-463C-9C1E-B361F75B6E19}" type="datetimeFigureOut">
              <a:rPr lang="en-US" smtClean="0"/>
              <a:pPr/>
              <a:t>2/19/2024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69B0ED4-5FF4-41C1-BCAA-5BE214D05512}"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936452C2-D0AE-463C-9C1E-B361F75B6E19}" type="datetimeFigureOut">
              <a:rPr lang="en-US" smtClean="0"/>
              <a:pPr/>
              <a:t>2/19/2024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69B0ED4-5FF4-41C1-BCAA-5BE214D05512}"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936452C2-D0AE-463C-9C1E-B361F75B6E19}" type="datetimeFigureOut">
              <a:rPr lang="en-US" smtClean="0"/>
              <a:pPr/>
              <a:t>2/19/2024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69B0ED4-5FF4-41C1-BCAA-5BE214D05512}"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936452C2-D0AE-463C-9C1E-B361F75B6E19}" type="datetimeFigureOut">
              <a:rPr lang="en-US" smtClean="0"/>
              <a:pPr/>
              <a:t>2/19/2024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69B0ED4-5FF4-41C1-BCAA-5BE214D05512}"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936452C2-D0AE-463C-9C1E-B361F75B6E19}" type="datetimeFigureOut">
              <a:rPr lang="en-US" smtClean="0"/>
              <a:pPr/>
              <a:t>2/19/2024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69B0ED4-5FF4-41C1-BCAA-5BE214D05512}"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36452C2-D0AE-463C-9C1E-B361F75B6E19}" type="datetimeFigureOut">
              <a:rPr lang="en-US" smtClean="0"/>
              <a:pPr/>
              <a:t>2/19/2024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69B0ED4-5FF4-41C1-BCAA-5BE214D05512}"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936452C2-D0AE-463C-9C1E-B361F75B6E19}" type="datetimeFigureOut">
              <a:rPr lang="en-US" smtClean="0"/>
              <a:pPr/>
              <a:t>2/19/2024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69B0ED4-5FF4-41C1-BCAA-5BE214D05512}"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936452C2-D0AE-463C-9C1E-B361F75B6E19}" type="datetimeFigureOut">
              <a:rPr lang="en-US" smtClean="0"/>
              <a:pPr/>
              <a:t>2/19/2024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69B0ED4-5FF4-41C1-BCAA-5BE214D05512}"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936452C2-D0AE-463C-9C1E-B361F75B6E19}" type="datetimeFigureOut">
              <a:rPr lang="en-US" smtClean="0"/>
              <a:pPr/>
              <a:t>2/19/2024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69B0ED4-5FF4-41C1-BCAA-5BE214D05512}"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936452C2-D0AE-463C-9C1E-B361F75B6E19}" type="datetimeFigureOut">
              <a:rPr lang="en-US" smtClean="0"/>
              <a:pPr/>
              <a:t>2/19/2024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69B0ED4-5FF4-41C1-BCAA-5BE214D05512}"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36452C2-D0AE-463C-9C1E-B361F75B6E19}" type="datetimeFigureOut">
              <a:rPr lang="en-US" smtClean="0"/>
              <a:pPr/>
              <a:t>2/19/2024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69B0ED4-5FF4-41C1-BCAA-5BE214D05512}"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Title 1"/>
          <p:cNvSpPr>
            <a:spLocks noGrp="1"/>
          </p:cNvSpPr>
          <p:nvPr>
            <p:ph type="title"/>
          </p:nvPr>
        </p:nvSpPr>
        <p:spPr>
          <a:xfrm>
            <a:off x="457200" y="274638"/>
            <a:ext cx="8229600" cy="563562"/>
          </a:xfrm>
        </p:spPr>
        <p:txBody>
          <a:bodyPr>
            <a:normAutofit fontScale="90000"/>
          </a:bodyPr>
          <a:lstStyle/>
          <a:p>
            <a:pPr eaLnBrk="1" hangingPunct="1"/>
            <a:endParaRPr lang="en-US" sz="3200" b="1" dirty="0" smtClean="0">
              <a:solidFill>
                <a:srgbClr val="7030A0"/>
              </a:solidFill>
            </a:endParaRPr>
          </a:p>
        </p:txBody>
      </p:sp>
      <p:sp>
        <p:nvSpPr>
          <p:cNvPr id="2051" name="Content Placeholder 2"/>
          <p:cNvSpPr>
            <a:spLocks noGrp="1"/>
          </p:cNvSpPr>
          <p:nvPr>
            <p:ph idx="1"/>
          </p:nvPr>
        </p:nvSpPr>
        <p:spPr>
          <a:xfrm>
            <a:off x="457200" y="1066800"/>
            <a:ext cx="8458200" cy="5059363"/>
          </a:xfrm>
        </p:spPr>
        <p:txBody>
          <a:bodyPr/>
          <a:lstStyle/>
          <a:p>
            <a:pPr algn="ctr" eaLnBrk="1" hangingPunct="1">
              <a:buFont typeface="Arial" charset="0"/>
              <a:buNone/>
            </a:pPr>
            <a:r>
              <a:rPr lang="en-US" b="1" dirty="0" smtClean="0">
                <a:solidFill>
                  <a:srgbClr val="7030A0"/>
                </a:solidFill>
              </a:rPr>
              <a:t>Module </a:t>
            </a:r>
            <a:r>
              <a:rPr lang="en-US" b="1" dirty="0" smtClean="0">
                <a:solidFill>
                  <a:srgbClr val="7030A0"/>
                </a:solidFill>
              </a:rPr>
              <a:t>3</a:t>
            </a:r>
            <a:endParaRPr lang="en-US" b="1" dirty="0" smtClean="0">
              <a:solidFill>
                <a:srgbClr val="7030A0"/>
              </a:solidFill>
            </a:endParaRPr>
          </a:p>
          <a:p>
            <a:pPr algn="ctr">
              <a:buFont typeface="Arial" charset="0"/>
              <a:buNone/>
            </a:pPr>
            <a:r>
              <a:rPr lang="en-US" b="1" dirty="0">
                <a:solidFill>
                  <a:srgbClr val="C00000"/>
                </a:solidFill>
              </a:rPr>
              <a:t>Asymmetric Encryption Algorithm and Key Exchange	</a:t>
            </a:r>
          </a:p>
          <a:p>
            <a:pPr algn="ctr" eaLnBrk="1" hangingPunct="1">
              <a:buFont typeface="Arial" charset="0"/>
              <a:buNone/>
            </a:pPr>
            <a:endParaRPr lang="en-US" b="1" dirty="0" smtClean="0">
              <a:solidFill>
                <a:srgbClr val="7030A0"/>
              </a:solidFill>
            </a:endParaRPr>
          </a:p>
          <a:p>
            <a:pPr algn="ctr" eaLnBrk="1" hangingPunct="1">
              <a:buFont typeface="Arial" charset="0"/>
              <a:buNone/>
            </a:pPr>
            <a:r>
              <a:rPr lang="en-US" b="1" dirty="0" smtClean="0">
                <a:solidFill>
                  <a:srgbClr val="7030A0"/>
                </a:solidFill>
              </a:rPr>
              <a:t>Topic:</a:t>
            </a:r>
          </a:p>
          <a:p>
            <a:pPr algn="ctr">
              <a:buNone/>
            </a:pPr>
            <a:r>
              <a:rPr lang="en-US" b="1" dirty="0" smtClean="0">
                <a:solidFill>
                  <a:srgbClr val="C00000"/>
                </a:solidFill>
              </a:rPr>
              <a:t>    Key </a:t>
            </a:r>
            <a:r>
              <a:rPr lang="en-US" b="1" dirty="0">
                <a:solidFill>
                  <a:srgbClr val="C00000"/>
                </a:solidFill>
              </a:rPr>
              <a:t>distribution and Key exchange </a:t>
            </a:r>
            <a:r>
              <a:rPr lang="en-US" b="1" dirty="0" smtClean="0">
                <a:solidFill>
                  <a:srgbClr val="C00000"/>
                </a:solidFill>
              </a:rPr>
              <a:t>protocols: </a:t>
            </a:r>
            <a:r>
              <a:rPr lang="en-US" dirty="0"/>
              <a:t>	</a:t>
            </a:r>
          </a:p>
          <a:p>
            <a:pPr algn="ctr">
              <a:buClrTx/>
              <a:buFontTx/>
              <a:buNone/>
              <a:defRPr/>
            </a:pPr>
            <a:r>
              <a:rPr lang="en-AU" b="1" dirty="0" err="1" smtClean="0">
                <a:solidFill>
                  <a:srgbClr val="C00000"/>
                </a:solidFill>
              </a:rPr>
              <a:t>Diffie</a:t>
            </a:r>
            <a:r>
              <a:rPr lang="en-AU" b="1" dirty="0" smtClean="0">
                <a:solidFill>
                  <a:srgbClr val="C00000"/>
                </a:solidFill>
              </a:rPr>
              <a:t>-Hellman </a:t>
            </a:r>
            <a:r>
              <a:rPr lang="en-AU" b="1" dirty="0">
                <a:solidFill>
                  <a:srgbClr val="C00000"/>
                </a:solidFill>
              </a:rPr>
              <a:t>Key </a:t>
            </a:r>
            <a:r>
              <a:rPr lang="en-AU" b="1" dirty="0" smtClean="0">
                <a:solidFill>
                  <a:srgbClr val="C00000"/>
                </a:solidFill>
              </a:rPr>
              <a:t>Exchange, </a:t>
            </a:r>
          </a:p>
          <a:p>
            <a:pPr algn="ctr">
              <a:buClrTx/>
              <a:buFontTx/>
              <a:buNone/>
              <a:defRPr/>
            </a:pPr>
            <a:r>
              <a:rPr lang="en-AU" b="1" dirty="0" smtClean="0">
                <a:solidFill>
                  <a:srgbClr val="C00000"/>
                </a:solidFill>
              </a:rPr>
              <a:t>Man-in-the-Middle Attack</a:t>
            </a:r>
            <a:endParaRPr lang="en-AU" b="1" dirty="0">
              <a:solidFill>
                <a:srgbClr val="C00000"/>
              </a:solidFill>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9" name="Text Box 1"/>
          <p:cNvSpPr txBox="1">
            <a:spLocks noChangeArrowheads="1"/>
          </p:cNvSpPr>
          <p:nvPr/>
        </p:nvSpPr>
        <p:spPr bwMode="auto">
          <a:xfrm>
            <a:off x="457200" y="277813"/>
            <a:ext cx="8229600" cy="11398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nchorCtr="1"/>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charset="0"/>
                <a:ea typeface="ＭＳ Ｐゴシック" charset="-128"/>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charset="0"/>
                <a:ea typeface="ＭＳ Ｐゴシック" charset="-128"/>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charset="0"/>
                <a:ea typeface="ＭＳ Ｐゴシック" charset="-128"/>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charset="0"/>
                <a:ea typeface="ＭＳ Ｐゴシック" charset="-128"/>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charset="0"/>
                <a:ea typeface="ＭＳ Ｐゴシック" charset="-128"/>
              </a:defRPr>
            </a:lvl5pPr>
            <a:lvl6pPr marL="2514600" indent="-228600" defTabSz="457200" fontAlgn="base">
              <a:spcBef>
                <a:spcPct val="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charset="0"/>
                <a:ea typeface="ＭＳ Ｐゴシック" charset="-128"/>
              </a:defRPr>
            </a:lvl6pPr>
            <a:lvl7pPr marL="2971800" indent="-228600" defTabSz="457200" fontAlgn="base">
              <a:spcBef>
                <a:spcPct val="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charset="0"/>
                <a:ea typeface="ＭＳ Ｐゴシック" charset="-128"/>
              </a:defRPr>
            </a:lvl7pPr>
            <a:lvl8pPr marL="3429000" indent="-228600" defTabSz="457200" fontAlgn="base">
              <a:spcBef>
                <a:spcPct val="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charset="0"/>
                <a:ea typeface="ＭＳ Ｐゴシック" charset="-128"/>
              </a:defRPr>
            </a:lvl8pPr>
            <a:lvl9pPr marL="3886200" indent="-228600" defTabSz="457200" fontAlgn="base">
              <a:spcBef>
                <a:spcPct val="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charset="0"/>
                <a:ea typeface="ＭＳ Ｐゴシック" charset="-128"/>
              </a:defRPr>
            </a:lvl9pPr>
          </a:lstStyle>
          <a:p>
            <a:pPr algn="ctr">
              <a:buClrTx/>
              <a:buFontTx/>
              <a:buNone/>
              <a:defRPr/>
            </a:pPr>
            <a:r>
              <a:rPr lang="en-US" sz="3200" b="1" dirty="0" smtClean="0">
                <a:solidFill>
                  <a:srgbClr val="C00000"/>
                </a:solidFill>
                <a:latin typeface="+mn-lt"/>
              </a:rPr>
              <a:t>Key distribution and Key exchange protocols:</a:t>
            </a:r>
            <a:endParaRPr lang="en-AU" sz="3200" b="1" dirty="0" smtClean="0">
              <a:solidFill>
                <a:srgbClr val="C00000"/>
              </a:solidFill>
              <a:latin typeface="+mn-lt"/>
            </a:endParaRPr>
          </a:p>
          <a:p>
            <a:pPr algn="ctr">
              <a:buClrTx/>
              <a:buFontTx/>
              <a:buNone/>
              <a:defRPr/>
            </a:pPr>
            <a:r>
              <a:rPr lang="en-AU" sz="3200" b="1" dirty="0" err="1" smtClean="0">
                <a:solidFill>
                  <a:srgbClr val="C00000"/>
                </a:solidFill>
                <a:latin typeface="+mn-lt"/>
              </a:rPr>
              <a:t>Diffie</a:t>
            </a:r>
            <a:r>
              <a:rPr lang="en-AU" sz="3200" b="1" dirty="0" smtClean="0">
                <a:solidFill>
                  <a:srgbClr val="C00000"/>
                </a:solidFill>
                <a:latin typeface="+mn-lt"/>
              </a:rPr>
              <a:t>-Hellman Key Exchange</a:t>
            </a:r>
          </a:p>
        </p:txBody>
      </p:sp>
      <p:sp>
        <p:nvSpPr>
          <p:cNvPr id="7170" name="Text Box 2"/>
          <p:cNvSpPr txBox="1">
            <a:spLocks noChangeArrowheads="1"/>
          </p:cNvSpPr>
          <p:nvPr/>
        </p:nvSpPr>
        <p:spPr bwMode="auto">
          <a:xfrm>
            <a:off x="457200" y="1524000"/>
            <a:ext cx="8229600" cy="5029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marL="338138" indent="-338138">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charset="0"/>
                <a:ea typeface="ＭＳ Ｐゴシック" charset="-128"/>
              </a:defRPr>
            </a:lvl1pPr>
            <a:lvl2pPr>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charset="0"/>
                <a:ea typeface="ＭＳ Ｐゴシック" charset="-128"/>
              </a:defRPr>
            </a:lvl2pPr>
            <a:lvl3pPr>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charset="0"/>
                <a:ea typeface="ＭＳ Ｐゴシック" charset="-128"/>
              </a:defRPr>
            </a:lvl3pPr>
            <a:lvl4pPr>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charset="0"/>
                <a:ea typeface="ＭＳ Ｐゴシック" charset="-128"/>
              </a:defRPr>
            </a:lvl4pPr>
            <a:lvl5pPr>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charset="0"/>
                <a:ea typeface="ＭＳ Ｐゴシック" charset="-128"/>
              </a:defRPr>
            </a:lvl5pPr>
            <a:lvl6pPr marL="2514600" indent="-228600" defTabSz="457200" fontAlgn="base">
              <a:spcBef>
                <a:spcPct val="0"/>
              </a:spcBef>
              <a:spcAft>
                <a:spcPct val="0"/>
              </a:spcAft>
              <a:buClr>
                <a:srgbClr val="000000"/>
              </a:buClr>
              <a:buSzPct val="100000"/>
              <a:buFont typeface="Times New Roman" pitchFamily="16" charset="0"/>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charset="0"/>
                <a:ea typeface="ＭＳ Ｐゴシック" charset="-128"/>
              </a:defRPr>
            </a:lvl6pPr>
            <a:lvl7pPr marL="2971800" indent="-228600" defTabSz="457200" fontAlgn="base">
              <a:spcBef>
                <a:spcPct val="0"/>
              </a:spcBef>
              <a:spcAft>
                <a:spcPct val="0"/>
              </a:spcAft>
              <a:buClr>
                <a:srgbClr val="000000"/>
              </a:buClr>
              <a:buSzPct val="100000"/>
              <a:buFont typeface="Times New Roman" pitchFamily="16" charset="0"/>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charset="0"/>
                <a:ea typeface="ＭＳ Ｐゴシック" charset="-128"/>
              </a:defRPr>
            </a:lvl7pPr>
            <a:lvl8pPr marL="3429000" indent="-228600" defTabSz="457200" fontAlgn="base">
              <a:spcBef>
                <a:spcPct val="0"/>
              </a:spcBef>
              <a:spcAft>
                <a:spcPct val="0"/>
              </a:spcAft>
              <a:buClr>
                <a:srgbClr val="000000"/>
              </a:buClr>
              <a:buSzPct val="100000"/>
              <a:buFont typeface="Times New Roman" pitchFamily="16" charset="0"/>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charset="0"/>
                <a:ea typeface="ＭＳ Ｐゴシック" charset="-128"/>
              </a:defRPr>
            </a:lvl8pPr>
            <a:lvl9pPr marL="3886200" indent="-228600" defTabSz="457200" fontAlgn="base">
              <a:spcBef>
                <a:spcPct val="0"/>
              </a:spcBef>
              <a:spcAft>
                <a:spcPct val="0"/>
              </a:spcAft>
              <a:buClr>
                <a:srgbClr val="000000"/>
              </a:buClr>
              <a:buSzPct val="100000"/>
              <a:buFont typeface="Times New Roman" pitchFamily="16" charset="0"/>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charset="0"/>
                <a:ea typeface="ＭＳ Ｐゴシック" charset="-128"/>
              </a:defRPr>
            </a:lvl9pPr>
          </a:lstStyle>
          <a:p>
            <a:pPr marL="457200" indent="-457200" algn="just">
              <a:lnSpc>
                <a:spcPct val="150000"/>
              </a:lnSpc>
              <a:spcBef>
                <a:spcPts val="800"/>
              </a:spcBef>
              <a:buSzPct val="80000"/>
              <a:buFont typeface="Arial" pitchFamily="34" charset="0"/>
              <a:buChar char="•"/>
              <a:defRPr/>
            </a:pPr>
            <a:r>
              <a:rPr lang="en-AU" sz="2800" dirty="0" smtClean="0">
                <a:solidFill>
                  <a:srgbClr val="FF0000"/>
                </a:solidFill>
                <a:latin typeface="Palatino Linotype" pitchFamily="18" charset="0"/>
              </a:rPr>
              <a:t>First public-key type scheme proposed.</a:t>
            </a:r>
          </a:p>
          <a:p>
            <a:pPr marL="457200" indent="-457200" algn="just">
              <a:lnSpc>
                <a:spcPct val="150000"/>
              </a:lnSpc>
              <a:spcBef>
                <a:spcPts val="800"/>
              </a:spcBef>
              <a:buSzPct val="80000"/>
              <a:buFont typeface="Arial" pitchFamily="34" charset="0"/>
              <a:buChar char="•"/>
              <a:defRPr/>
            </a:pPr>
            <a:r>
              <a:rPr lang="en-US" sz="2800" dirty="0" smtClean="0">
                <a:solidFill>
                  <a:schemeClr val="tx1"/>
                </a:solidFill>
                <a:latin typeface="Palatino Linotype" pitchFamily="18" charset="0"/>
              </a:rPr>
              <a:t>Astounding concept that two parties can carry on a public conversation, and still end up with a secret that only the two of them know!</a:t>
            </a:r>
          </a:p>
          <a:p>
            <a:pPr marL="457200" indent="-457200" algn="just">
              <a:lnSpc>
                <a:spcPct val="150000"/>
              </a:lnSpc>
              <a:spcBef>
                <a:spcPts val="800"/>
              </a:spcBef>
              <a:buSzPct val="80000"/>
              <a:buFont typeface="Arial" pitchFamily="34" charset="0"/>
              <a:buChar char="•"/>
              <a:defRPr/>
            </a:pPr>
            <a:r>
              <a:rPr lang="en-AU" sz="2800" dirty="0" smtClean="0">
                <a:solidFill>
                  <a:srgbClr val="FF0000"/>
                </a:solidFill>
                <a:latin typeface="Palatino Linotype" pitchFamily="18" charset="0"/>
              </a:rPr>
              <a:t>Public secret sharing.</a:t>
            </a:r>
          </a:p>
          <a:p>
            <a:pPr marL="457200" indent="-457200" algn="just">
              <a:lnSpc>
                <a:spcPct val="150000"/>
              </a:lnSpc>
              <a:spcBef>
                <a:spcPts val="800"/>
              </a:spcBef>
              <a:buSzPct val="80000"/>
              <a:buFont typeface="Arial" pitchFamily="34" charset="0"/>
              <a:buChar char="•"/>
              <a:defRPr/>
            </a:pPr>
            <a:r>
              <a:rPr lang="en-AU" sz="2800" dirty="0" smtClean="0">
                <a:solidFill>
                  <a:schemeClr val="tx1"/>
                </a:solidFill>
                <a:latin typeface="Palatino Linotype" pitchFamily="18" charset="0"/>
              </a:rPr>
              <a:t>Shared secret is derived from private secrets and publically shared information.</a:t>
            </a:r>
          </a:p>
        </p:txBody>
      </p:sp>
    </p:spTree>
    <p:extLst>
      <p:ext uri="{BB962C8B-B14F-4D97-AF65-F5344CB8AC3E}">
        <p14:creationId xmlns:p14="http://schemas.microsoft.com/office/powerpoint/2010/main" val="375599554"/>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81000" y="838200"/>
            <a:ext cx="8727582" cy="5632311"/>
          </a:xfrm>
          <a:prstGeom prst="rect">
            <a:avLst/>
          </a:prstGeom>
          <a:noFill/>
        </p:spPr>
        <p:txBody>
          <a:bodyPr wrap="none" rtlCol="0">
            <a:spAutoFit/>
          </a:bodyPr>
          <a:lstStyle/>
          <a:p>
            <a:pPr algn="just">
              <a:buFont typeface="Arial" pitchFamily="34" charset="0"/>
              <a:buChar char="•"/>
            </a:pPr>
            <a:r>
              <a:rPr lang="en-US" sz="2400" dirty="0" smtClean="0"/>
              <a:t>  The </a:t>
            </a:r>
            <a:r>
              <a:rPr lang="en-US" sz="2400" dirty="0" err="1"/>
              <a:t>Diffie</a:t>
            </a:r>
            <a:r>
              <a:rPr lang="en-US" sz="2400" dirty="0"/>
              <a:t>–Hellman algorithm depends for its </a:t>
            </a:r>
            <a:r>
              <a:rPr lang="en-US" sz="2400" dirty="0">
                <a:solidFill>
                  <a:srgbClr val="FF0000"/>
                </a:solidFill>
              </a:rPr>
              <a:t>effectiveness </a:t>
            </a:r>
            <a:endParaRPr lang="en-US" sz="2400" dirty="0" smtClean="0">
              <a:solidFill>
                <a:srgbClr val="FF0000"/>
              </a:solidFill>
            </a:endParaRPr>
          </a:p>
          <a:p>
            <a:pPr algn="just"/>
            <a:r>
              <a:rPr lang="en-US" sz="2400" dirty="0" smtClean="0">
                <a:solidFill>
                  <a:srgbClr val="FF0000"/>
                </a:solidFill>
              </a:rPr>
              <a:t>    on </a:t>
            </a:r>
            <a:r>
              <a:rPr lang="en-US" sz="2400" dirty="0">
                <a:solidFill>
                  <a:srgbClr val="FF0000"/>
                </a:solidFill>
              </a:rPr>
              <a:t>the </a:t>
            </a:r>
            <a:r>
              <a:rPr lang="en-US" sz="2400" dirty="0" smtClean="0">
                <a:solidFill>
                  <a:srgbClr val="FF0000"/>
                </a:solidFill>
              </a:rPr>
              <a:t>difficulty of </a:t>
            </a:r>
            <a:r>
              <a:rPr lang="en-US" sz="2400" dirty="0">
                <a:solidFill>
                  <a:srgbClr val="FF0000"/>
                </a:solidFill>
              </a:rPr>
              <a:t>computing discrete logarithms. </a:t>
            </a:r>
            <a:endParaRPr lang="en-US" sz="2400" dirty="0" smtClean="0">
              <a:solidFill>
                <a:srgbClr val="FF0000"/>
              </a:solidFill>
            </a:endParaRPr>
          </a:p>
          <a:p>
            <a:pPr algn="just">
              <a:buFont typeface="Arial" pitchFamily="34" charset="0"/>
              <a:buChar char="•"/>
            </a:pPr>
            <a:r>
              <a:rPr lang="en-US" sz="2400" dirty="0" smtClean="0"/>
              <a:t>   “a” </a:t>
            </a:r>
            <a:r>
              <a:rPr lang="en-US" sz="2400" dirty="0"/>
              <a:t>primitive root of a prime number </a:t>
            </a:r>
            <a:r>
              <a:rPr lang="en-US" sz="2400" i="1" dirty="0" smtClean="0"/>
              <a:t>p </a:t>
            </a:r>
            <a:r>
              <a:rPr lang="en-US" sz="2400" dirty="0" smtClean="0"/>
              <a:t>is </a:t>
            </a:r>
            <a:r>
              <a:rPr lang="en-US" sz="2400" dirty="0"/>
              <a:t>one whose powers </a:t>
            </a:r>
            <a:endParaRPr lang="en-US" sz="2400" dirty="0" smtClean="0"/>
          </a:p>
          <a:p>
            <a:pPr algn="just"/>
            <a:r>
              <a:rPr lang="en-US" sz="2400" dirty="0"/>
              <a:t> </a:t>
            </a:r>
            <a:r>
              <a:rPr lang="en-US" sz="2400" dirty="0" smtClean="0"/>
              <a:t>     modulo </a:t>
            </a:r>
            <a:r>
              <a:rPr lang="en-US" sz="2400" i="1" dirty="0" smtClean="0"/>
              <a:t>p generate </a:t>
            </a:r>
            <a:r>
              <a:rPr lang="en-US" sz="2400" i="1" dirty="0"/>
              <a:t>all the integers from 1 to p - 1. </a:t>
            </a:r>
            <a:r>
              <a:rPr lang="en-US" sz="2400" i="1" dirty="0" smtClean="0"/>
              <a:t/>
            </a:r>
            <a:br>
              <a:rPr lang="en-US" sz="2400" i="1" dirty="0" smtClean="0"/>
            </a:br>
            <a:r>
              <a:rPr lang="en-US" sz="2400" i="1" dirty="0" smtClean="0"/>
              <a:t>  </a:t>
            </a:r>
            <a:endParaRPr lang="en-US" sz="2400" i="1" dirty="0"/>
          </a:p>
          <a:p>
            <a:pPr algn="just">
              <a:buFont typeface="Arial" pitchFamily="34" charset="0"/>
              <a:buChar char="•"/>
            </a:pPr>
            <a:r>
              <a:rPr lang="en-US" sz="2400" i="1" dirty="0" smtClean="0"/>
              <a:t>   That is, if a is a primitive root of the prime number p, then the </a:t>
            </a:r>
          </a:p>
          <a:p>
            <a:pPr algn="just"/>
            <a:r>
              <a:rPr lang="en-US" sz="2400" i="1" dirty="0"/>
              <a:t> </a:t>
            </a:r>
            <a:r>
              <a:rPr lang="en-US" sz="2400" i="1" dirty="0" smtClean="0"/>
              <a:t>    numbers </a:t>
            </a:r>
            <a:r>
              <a:rPr lang="da-DK" sz="2400" i="1" dirty="0" smtClean="0">
                <a:solidFill>
                  <a:srgbClr val="FF0000"/>
                </a:solidFill>
              </a:rPr>
              <a:t>a </a:t>
            </a:r>
            <a:r>
              <a:rPr lang="da-DK" sz="2400" i="1" dirty="0">
                <a:solidFill>
                  <a:srgbClr val="FF0000"/>
                </a:solidFill>
              </a:rPr>
              <a:t>mod p, a</a:t>
            </a:r>
            <a:r>
              <a:rPr lang="da-DK" sz="2400" i="1" baseline="30000" dirty="0">
                <a:solidFill>
                  <a:srgbClr val="FF0000"/>
                </a:solidFill>
              </a:rPr>
              <a:t>2</a:t>
            </a:r>
            <a:r>
              <a:rPr lang="da-DK" sz="2400" i="1" dirty="0">
                <a:solidFill>
                  <a:srgbClr val="FF0000"/>
                </a:solidFill>
              </a:rPr>
              <a:t> mod p, </a:t>
            </a:r>
            <a:r>
              <a:rPr lang="da-DK" sz="2400" i="1" dirty="0" smtClean="0">
                <a:solidFill>
                  <a:srgbClr val="FF0000"/>
                </a:solidFill>
              </a:rPr>
              <a:t>......, </a:t>
            </a:r>
            <a:r>
              <a:rPr lang="da-DK" sz="2400" i="1" dirty="0">
                <a:solidFill>
                  <a:srgbClr val="FF0000"/>
                </a:solidFill>
              </a:rPr>
              <a:t>a</a:t>
            </a:r>
            <a:r>
              <a:rPr lang="da-DK" sz="2400" i="1" baseline="30000" dirty="0">
                <a:solidFill>
                  <a:srgbClr val="FF0000"/>
                </a:solidFill>
              </a:rPr>
              <a:t>p-1</a:t>
            </a:r>
            <a:r>
              <a:rPr lang="da-DK" sz="2400" i="1" dirty="0">
                <a:solidFill>
                  <a:srgbClr val="FF0000"/>
                </a:solidFill>
              </a:rPr>
              <a:t> mod p</a:t>
            </a:r>
          </a:p>
          <a:p>
            <a:pPr algn="just"/>
            <a:r>
              <a:rPr lang="en-US" sz="2400" dirty="0" smtClean="0"/>
              <a:t>     are </a:t>
            </a:r>
            <a:r>
              <a:rPr lang="en-US" sz="2400" dirty="0"/>
              <a:t>distinct and consist of the integers from 1 through </a:t>
            </a:r>
            <a:r>
              <a:rPr lang="en-US" sz="2400" i="1" dirty="0"/>
              <a:t>p - 1 in </a:t>
            </a:r>
            <a:endParaRPr lang="en-US" sz="2400" i="1" dirty="0" smtClean="0"/>
          </a:p>
          <a:p>
            <a:pPr algn="just"/>
            <a:r>
              <a:rPr lang="en-US" sz="2400" i="1" dirty="0" smtClean="0"/>
              <a:t>     some </a:t>
            </a:r>
            <a:r>
              <a:rPr lang="en-US" sz="2400" i="1" dirty="0"/>
              <a:t>permutation.</a:t>
            </a:r>
          </a:p>
          <a:p>
            <a:pPr algn="just">
              <a:buFont typeface="Arial" pitchFamily="34" charset="0"/>
              <a:buChar char="•"/>
            </a:pPr>
            <a:r>
              <a:rPr lang="en-US" sz="2400" dirty="0" smtClean="0"/>
              <a:t>    For </a:t>
            </a:r>
            <a:r>
              <a:rPr lang="en-US" sz="2400" dirty="0"/>
              <a:t>any integer </a:t>
            </a:r>
            <a:r>
              <a:rPr lang="en-US" sz="2400" i="1" dirty="0"/>
              <a:t>b and </a:t>
            </a:r>
            <a:r>
              <a:rPr lang="en-US" sz="2400" i="1" dirty="0" smtClean="0"/>
              <a:t>primitive </a:t>
            </a:r>
            <a:r>
              <a:rPr lang="en-US" sz="2400" i="1" dirty="0"/>
              <a:t>root a of prime number p, </a:t>
            </a:r>
            <a:endParaRPr lang="en-US" sz="2400" i="1" dirty="0" smtClean="0"/>
          </a:p>
          <a:p>
            <a:pPr algn="just"/>
            <a:r>
              <a:rPr lang="en-US" sz="2400" i="1" dirty="0" smtClean="0"/>
              <a:t>      we </a:t>
            </a:r>
            <a:r>
              <a:rPr lang="en-US" sz="2400" i="1" dirty="0"/>
              <a:t>can find </a:t>
            </a:r>
            <a:r>
              <a:rPr lang="en-US" sz="2400" i="1" dirty="0" smtClean="0"/>
              <a:t>a </a:t>
            </a:r>
            <a:r>
              <a:rPr lang="en-US" sz="2400" dirty="0" smtClean="0"/>
              <a:t>unique </a:t>
            </a:r>
            <a:r>
              <a:rPr lang="en-US" sz="2400" dirty="0"/>
              <a:t>exponent </a:t>
            </a:r>
            <a:r>
              <a:rPr lang="en-US" sz="2400" i="1" dirty="0" err="1"/>
              <a:t>i</a:t>
            </a:r>
            <a:r>
              <a:rPr lang="en-US" sz="2400" i="1" dirty="0"/>
              <a:t> such that</a:t>
            </a:r>
          </a:p>
          <a:p>
            <a:pPr algn="just"/>
            <a:r>
              <a:rPr lang="da-DK" sz="2400" i="1" dirty="0"/>
              <a:t> </a:t>
            </a:r>
            <a:r>
              <a:rPr lang="da-DK" sz="2400" i="1" dirty="0" smtClean="0"/>
              <a:t>                   </a:t>
            </a:r>
            <a:r>
              <a:rPr lang="da-DK" sz="2400" i="1" dirty="0" smtClean="0">
                <a:solidFill>
                  <a:srgbClr val="FF0000"/>
                </a:solidFill>
              </a:rPr>
              <a:t> b ≡ </a:t>
            </a:r>
            <a:r>
              <a:rPr lang="da-DK" sz="2400" i="1" dirty="0">
                <a:solidFill>
                  <a:srgbClr val="FF0000"/>
                </a:solidFill>
              </a:rPr>
              <a:t>a</a:t>
            </a:r>
            <a:r>
              <a:rPr lang="da-DK" sz="2400" i="1" baseline="30000" dirty="0">
                <a:solidFill>
                  <a:srgbClr val="FF0000"/>
                </a:solidFill>
              </a:rPr>
              <a:t>i</a:t>
            </a:r>
            <a:r>
              <a:rPr lang="da-DK" sz="2400" i="1" dirty="0">
                <a:solidFill>
                  <a:srgbClr val="FF0000"/>
                </a:solidFill>
              </a:rPr>
              <a:t> (mod p) where 0 </a:t>
            </a:r>
            <a:r>
              <a:rPr lang="da-DK" sz="2400" i="1" dirty="0" smtClean="0">
                <a:solidFill>
                  <a:srgbClr val="FF0000"/>
                </a:solidFill>
              </a:rPr>
              <a:t>≤ </a:t>
            </a:r>
            <a:r>
              <a:rPr lang="da-DK" sz="2400" i="1" dirty="0">
                <a:solidFill>
                  <a:srgbClr val="FF0000"/>
                </a:solidFill>
              </a:rPr>
              <a:t>i </a:t>
            </a:r>
            <a:r>
              <a:rPr lang="da-DK" sz="2400" i="1" dirty="0" smtClean="0">
                <a:solidFill>
                  <a:srgbClr val="FF0000"/>
                </a:solidFill>
              </a:rPr>
              <a:t>≤ (</a:t>
            </a:r>
            <a:r>
              <a:rPr lang="da-DK" sz="2400" i="1" dirty="0">
                <a:solidFill>
                  <a:srgbClr val="FF0000"/>
                </a:solidFill>
              </a:rPr>
              <a:t>p - 1</a:t>
            </a:r>
            <a:r>
              <a:rPr lang="da-DK" sz="2400" i="1" dirty="0" smtClean="0">
                <a:solidFill>
                  <a:srgbClr val="FF0000"/>
                </a:solidFill>
              </a:rPr>
              <a:t>).</a:t>
            </a:r>
          </a:p>
          <a:p>
            <a:pPr algn="just">
              <a:buFont typeface="Arial" pitchFamily="34" charset="0"/>
              <a:buChar char="•"/>
            </a:pPr>
            <a:r>
              <a:rPr lang="en-US" sz="2400" dirty="0" smtClean="0"/>
              <a:t>   The </a:t>
            </a:r>
            <a:r>
              <a:rPr lang="en-US" sz="2400" dirty="0"/>
              <a:t>exponent </a:t>
            </a:r>
            <a:r>
              <a:rPr lang="en-US" sz="2400" i="1" dirty="0" err="1"/>
              <a:t>i</a:t>
            </a:r>
            <a:r>
              <a:rPr lang="en-US" sz="2400" i="1" dirty="0"/>
              <a:t> is referred to as the </a:t>
            </a:r>
            <a:r>
              <a:rPr lang="en-US" sz="2400" b="1" i="1" dirty="0"/>
              <a:t>discrete logarithm of b for the </a:t>
            </a:r>
            <a:endParaRPr lang="en-US" sz="2400" b="1" i="1" dirty="0" smtClean="0"/>
          </a:p>
          <a:p>
            <a:pPr algn="just"/>
            <a:r>
              <a:rPr lang="en-US" sz="2400" b="1" i="1" dirty="0" smtClean="0"/>
              <a:t>     base </a:t>
            </a:r>
            <a:r>
              <a:rPr lang="en-US" sz="2400" b="1" i="1" dirty="0"/>
              <a:t>a, mod p. </a:t>
            </a:r>
            <a:endParaRPr lang="en-US" sz="2400" b="1" i="1" dirty="0" smtClean="0"/>
          </a:p>
          <a:p>
            <a:pPr algn="just">
              <a:buFont typeface="Arial" pitchFamily="34" charset="0"/>
              <a:buChar char="•"/>
            </a:pPr>
            <a:r>
              <a:rPr lang="en-US" sz="2400" b="1" i="1" dirty="0" smtClean="0"/>
              <a:t>    </a:t>
            </a:r>
            <a:r>
              <a:rPr lang="en-US" sz="2400" i="1" dirty="0" smtClean="0"/>
              <a:t>We </a:t>
            </a:r>
            <a:r>
              <a:rPr lang="en-US" sz="2400" dirty="0" smtClean="0"/>
              <a:t>express </a:t>
            </a:r>
            <a:r>
              <a:rPr lang="en-US" sz="2400" dirty="0"/>
              <a:t>this value as </a:t>
            </a:r>
            <a:r>
              <a:rPr lang="en-US" sz="2400" dirty="0" err="1" smtClean="0">
                <a:solidFill>
                  <a:srgbClr val="FF0000"/>
                </a:solidFill>
              </a:rPr>
              <a:t>dlog</a:t>
            </a:r>
            <a:r>
              <a:rPr lang="en-US" sz="2400" i="1" baseline="-25000" dirty="0" err="1" smtClean="0">
                <a:solidFill>
                  <a:srgbClr val="FF0000"/>
                </a:solidFill>
              </a:rPr>
              <a:t>a,p</a:t>
            </a:r>
            <a:r>
              <a:rPr lang="en-US" sz="2400" i="1" dirty="0" smtClean="0">
                <a:solidFill>
                  <a:srgbClr val="FF0000"/>
                </a:solidFill>
              </a:rPr>
              <a:t>(b</a:t>
            </a:r>
            <a:r>
              <a:rPr lang="en-US" sz="2400" i="1" dirty="0">
                <a:solidFill>
                  <a:srgbClr val="FF0000"/>
                </a:solidFill>
              </a:rPr>
              <a:t>).</a:t>
            </a:r>
            <a:endParaRPr lang="en-US" sz="2400" dirty="0">
              <a:solidFill>
                <a:srgbClr val="FF0000"/>
              </a:solidFill>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7" name="Text Box 1"/>
          <p:cNvSpPr txBox="1">
            <a:spLocks noChangeArrowheads="1"/>
          </p:cNvSpPr>
          <p:nvPr/>
        </p:nvSpPr>
        <p:spPr bwMode="auto">
          <a:xfrm>
            <a:off x="457200" y="277813"/>
            <a:ext cx="8229600" cy="11398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nchorCtr="1"/>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charset="0"/>
                <a:ea typeface="ＭＳ Ｐゴシック" charset="-128"/>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charset="0"/>
                <a:ea typeface="ＭＳ Ｐゴシック" charset="-128"/>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charset="0"/>
                <a:ea typeface="ＭＳ Ｐゴシック" charset="-128"/>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charset="0"/>
                <a:ea typeface="ＭＳ Ｐゴシック" charset="-128"/>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charset="0"/>
                <a:ea typeface="ＭＳ Ｐゴシック" charset="-128"/>
              </a:defRPr>
            </a:lvl5pPr>
            <a:lvl6pPr marL="2514600" indent="-228600" defTabSz="457200" fontAlgn="base">
              <a:spcBef>
                <a:spcPct val="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charset="0"/>
                <a:ea typeface="ＭＳ Ｐゴシック" charset="-128"/>
              </a:defRPr>
            </a:lvl6pPr>
            <a:lvl7pPr marL="2971800" indent="-228600" defTabSz="457200" fontAlgn="base">
              <a:spcBef>
                <a:spcPct val="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charset="0"/>
                <a:ea typeface="ＭＳ Ｐゴシック" charset="-128"/>
              </a:defRPr>
            </a:lvl7pPr>
            <a:lvl8pPr marL="3429000" indent="-228600" defTabSz="457200" fontAlgn="base">
              <a:spcBef>
                <a:spcPct val="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charset="0"/>
                <a:ea typeface="ＭＳ Ｐゴシック" charset="-128"/>
              </a:defRPr>
            </a:lvl8pPr>
            <a:lvl9pPr marL="3886200" indent="-228600" defTabSz="457200" fontAlgn="base">
              <a:spcBef>
                <a:spcPct val="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charset="0"/>
                <a:ea typeface="ＭＳ Ｐゴシック" charset="-128"/>
              </a:defRPr>
            </a:lvl9pPr>
          </a:lstStyle>
          <a:p>
            <a:pPr algn="ctr">
              <a:buClrTx/>
              <a:buFontTx/>
              <a:buNone/>
              <a:defRPr/>
            </a:pPr>
            <a:r>
              <a:rPr lang="en-AU" sz="4000" b="1" dirty="0" err="1" smtClean="0">
                <a:solidFill>
                  <a:srgbClr val="C00000"/>
                </a:solidFill>
                <a:latin typeface="Palatino Linotype" pitchFamily="18" charset="0"/>
              </a:rPr>
              <a:t>Diffie</a:t>
            </a:r>
            <a:r>
              <a:rPr lang="en-AU" sz="4000" b="1" dirty="0" smtClean="0">
                <a:solidFill>
                  <a:srgbClr val="C00000"/>
                </a:solidFill>
                <a:latin typeface="Palatino Linotype" pitchFamily="18" charset="0"/>
              </a:rPr>
              <a:t>-Hellman Key Exchange</a:t>
            </a:r>
          </a:p>
        </p:txBody>
      </p:sp>
      <p:sp>
        <p:nvSpPr>
          <p:cNvPr id="9218" name="Text Box 2"/>
          <p:cNvSpPr txBox="1">
            <a:spLocks noChangeArrowheads="1"/>
          </p:cNvSpPr>
          <p:nvPr/>
        </p:nvSpPr>
        <p:spPr bwMode="auto">
          <a:xfrm>
            <a:off x="457200" y="1371600"/>
            <a:ext cx="8229600" cy="51355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marL="338138" indent="-338138">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charset="0"/>
                <a:ea typeface="ＭＳ Ｐゴシック" charset="-128"/>
              </a:defRPr>
            </a:lvl1pPr>
            <a:lvl2pPr marL="738188" indent="-280988">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charset="0"/>
                <a:ea typeface="ＭＳ Ｐゴシック" charset="-128"/>
              </a:defRPr>
            </a:lvl2pPr>
            <a:lvl3pPr>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charset="0"/>
                <a:ea typeface="ＭＳ Ｐゴシック" charset="-128"/>
              </a:defRPr>
            </a:lvl3pPr>
            <a:lvl4pPr>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charset="0"/>
                <a:ea typeface="ＭＳ Ｐゴシック" charset="-128"/>
              </a:defRPr>
            </a:lvl4pPr>
            <a:lvl5pPr>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charset="0"/>
                <a:ea typeface="ＭＳ Ｐゴシック" charset="-128"/>
              </a:defRPr>
            </a:lvl5pPr>
            <a:lvl6pPr marL="2514600" indent="-228600" defTabSz="457200" fontAlgn="base">
              <a:spcBef>
                <a:spcPct val="0"/>
              </a:spcBef>
              <a:spcAft>
                <a:spcPct val="0"/>
              </a:spcAft>
              <a:buClr>
                <a:srgbClr val="000000"/>
              </a:buClr>
              <a:buSzPct val="100000"/>
              <a:buFont typeface="Times New Roman" pitchFamily="16" charset="0"/>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charset="0"/>
                <a:ea typeface="ＭＳ Ｐゴシック" charset="-128"/>
              </a:defRPr>
            </a:lvl6pPr>
            <a:lvl7pPr marL="2971800" indent="-228600" defTabSz="457200" fontAlgn="base">
              <a:spcBef>
                <a:spcPct val="0"/>
              </a:spcBef>
              <a:spcAft>
                <a:spcPct val="0"/>
              </a:spcAft>
              <a:buClr>
                <a:srgbClr val="000000"/>
              </a:buClr>
              <a:buSzPct val="100000"/>
              <a:buFont typeface="Times New Roman" pitchFamily="16" charset="0"/>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charset="0"/>
                <a:ea typeface="ＭＳ Ｐゴシック" charset="-128"/>
              </a:defRPr>
            </a:lvl7pPr>
            <a:lvl8pPr marL="3429000" indent="-228600" defTabSz="457200" fontAlgn="base">
              <a:spcBef>
                <a:spcPct val="0"/>
              </a:spcBef>
              <a:spcAft>
                <a:spcPct val="0"/>
              </a:spcAft>
              <a:buClr>
                <a:srgbClr val="000000"/>
              </a:buClr>
              <a:buSzPct val="100000"/>
              <a:buFont typeface="Times New Roman" pitchFamily="16" charset="0"/>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charset="0"/>
                <a:ea typeface="ＭＳ Ｐゴシック" charset="-128"/>
              </a:defRPr>
            </a:lvl8pPr>
            <a:lvl9pPr marL="3886200" indent="-228600" defTabSz="457200" fontAlgn="base">
              <a:spcBef>
                <a:spcPct val="0"/>
              </a:spcBef>
              <a:spcAft>
                <a:spcPct val="0"/>
              </a:spcAft>
              <a:buClr>
                <a:srgbClr val="000000"/>
              </a:buClr>
              <a:buSzPct val="100000"/>
              <a:buFont typeface="Times New Roman" pitchFamily="16" charset="0"/>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charset="0"/>
                <a:ea typeface="ＭＳ Ｐゴシック" charset="-128"/>
              </a:defRPr>
            </a:lvl9pPr>
          </a:lstStyle>
          <a:p>
            <a:pPr marL="457200" indent="-457200" algn="just">
              <a:lnSpc>
                <a:spcPct val="150000"/>
              </a:lnSpc>
              <a:buSzPct val="80000"/>
              <a:buFont typeface="Arial" pitchFamily="34" charset="0"/>
              <a:buChar char="•"/>
              <a:defRPr/>
            </a:pPr>
            <a:r>
              <a:rPr lang="en-AU" sz="2800" dirty="0" smtClean="0">
                <a:solidFill>
                  <a:schemeClr val="tx1"/>
                </a:solidFill>
                <a:latin typeface="Palatino Linotype" pitchFamily="18" charset="0"/>
              </a:rPr>
              <a:t>A public-key distribution scheme: </a:t>
            </a:r>
          </a:p>
          <a:p>
            <a:pPr marL="914400" lvl="1" indent="-457200" algn="just">
              <a:lnSpc>
                <a:spcPct val="150000"/>
              </a:lnSpc>
              <a:buSzPct val="50000"/>
              <a:buFont typeface="Arial" pitchFamily="34" charset="0"/>
              <a:buChar char="•"/>
              <a:defRPr/>
            </a:pPr>
            <a:r>
              <a:rPr lang="en-AU" sz="2600" dirty="0" smtClean="0">
                <a:solidFill>
                  <a:srgbClr val="FF0000"/>
                </a:solidFill>
                <a:latin typeface="Palatino Linotype" pitchFamily="18" charset="0"/>
              </a:rPr>
              <a:t>Cannot be used to exchange an arbitrary message. </a:t>
            </a:r>
          </a:p>
          <a:p>
            <a:pPr marL="914400" lvl="1" indent="-457200" algn="just">
              <a:lnSpc>
                <a:spcPct val="150000"/>
              </a:lnSpc>
              <a:buSzPct val="50000"/>
              <a:buFont typeface="Arial" pitchFamily="34" charset="0"/>
              <a:buChar char="•"/>
              <a:defRPr/>
            </a:pPr>
            <a:r>
              <a:rPr lang="en-AU" sz="2600" dirty="0" smtClean="0">
                <a:solidFill>
                  <a:srgbClr val="FF0000"/>
                </a:solidFill>
                <a:latin typeface="Palatino Linotype" pitchFamily="18" charset="0"/>
              </a:rPr>
              <a:t>Rather it can establish a common key known only to the two participants. </a:t>
            </a:r>
          </a:p>
          <a:p>
            <a:pPr marL="457200" lvl="1" indent="0" algn="just">
              <a:lnSpc>
                <a:spcPct val="150000"/>
              </a:lnSpc>
              <a:buSzPct val="50000"/>
              <a:defRPr/>
            </a:pPr>
            <a:endParaRPr lang="en-AU" sz="2800" dirty="0" smtClean="0">
              <a:solidFill>
                <a:schemeClr val="tx1"/>
              </a:solidFill>
              <a:latin typeface="Palatino Linotype" pitchFamily="18" charset="0"/>
            </a:endParaRPr>
          </a:p>
          <a:p>
            <a:pPr marL="457200" indent="-457200" algn="just">
              <a:lnSpc>
                <a:spcPct val="150000"/>
              </a:lnSpc>
              <a:buSzPct val="80000"/>
              <a:buFont typeface="Arial" pitchFamily="34" charset="0"/>
              <a:buChar char="•"/>
              <a:defRPr/>
            </a:pPr>
            <a:r>
              <a:rPr lang="en-AU" sz="2800" dirty="0" smtClean="0">
                <a:solidFill>
                  <a:schemeClr val="tx1"/>
                </a:solidFill>
                <a:latin typeface="Palatino Linotype" pitchFamily="18" charset="0"/>
              </a:rPr>
              <a:t>Value of key depends on the participants (and their private and public key information).</a:t>
            </a:r>
          </a:p>
        </p:txBody>
      </p:sp>
    </p:spTree>
    <p:extLst>
      <p:ext uri="{BB962C8B-B14F-4D97-AF65-F5344CB8AC3E}">
        <p14:creationId xmlns:p14="http://schemas.microsoft.com/office/powerpoint/2010/main" val="3230373241"/>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1" name="Text Box 1"/>
          <p:cNvSpPr txBox="1">
            <a:spLocks noChangeArrowheads="1"/>
          </p:cNvSpPr>
          <p:nvPr/>
        </p:nvSpPr>
        <p:spPr bwMode="auto">
          <a:xfrm>
            <a:off x="457200" y="277813"/>
            <a:ext cx="8229600" cy="11398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nchorCtr="1"/>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charset="0"/>
                <a:ea typeface="ＭＳ Ｐゴシック" charset="-128"/>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charset="0"/>
                <a:ea typeface="ＭＳ Ｐゴシック" charset="-128"/>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charset="0"/>
                <a:ea typeface="ＭＳ Ｐゴシック" charset="-128"/>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charset="0"/>
                <a:ea typeface="ＭＳ Ｐゴシック" charset="-128"/>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charset="0"/>
                <a:ea typeface="ＭＳ Ｐゴシック" charset="-128"/>
              </a:defRPr>
            </a:lvl5pPr>
            <a:lvl6pPr marL="2514600" indent="-228600" defTabSz="457200" fontAlgn="base">
              <a:spcBef>
                <a:spcPct val="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charset="0"/>
                <a:ea typeface="ＭＳ Ｐゴシック" charset="-128"/>
              </a:defRPr>
            </a:lvl6pPr>
            <a:lvl7pPr marL="2971800" indent="-228600" defTabSz="457200" fontAlgn="base">
              <a:spcBef>
                <a:spcPct val="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charset="0"/>
                <a:ea typeface="ＭＳ Ｐゴシック" charset="-128"/>
              </a:defRPr>
            </a:lvl7pPr>
            <a:lvl8pPr marL="3429000" indent="-228600" defTabSz="457200" fontAlgn="base">
              <a:spcBef>
                <a:spcPct val="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charset="0"/>
                <a:ea typeface="ＭＳ Ｐゴシック" charset="-128"/>
              </a:defRPr>
            </a:lvl8pPr>
            <a:lvl9pPr marL="3886200" indent="-228600" defTabSz="457200" fontAlgn="base">
              <a:spcBef>
                <a:spcPct val="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charset="0"/>
                <a:ea typeface="ＭＳ Ｐゴシック" charset="-128"/>
              </a:defRPr>
            </a:lvl9pPr>
          </a:lstStyle>
          <a:p>
            <a:pPr algn="ctr">
              <a:buClrTx/>
              <a:buFontTx/>
              <a:buNone/>
              <a:defRPr/>
            </a:pPr>
            <a:r>
              <a:rPr lang="en-AU" sz="4000" b="1" smtClean="0">
                <a:solidFill>
                  <a:srgbClr val="C00000"/>
                </a:solidFill>
                <a:latin typeface="Palatino Linotype" pitchFamily="18" charset="0"/>
              </a:rPr>
              <a:t>Diffie-Hellman Key Exchange</a:t>
            </a:r>
          </a:p>
        </p:txBody>
      </p:sp>
      <p:sp>
        <p:nvSpPr>
          <p:cNvPr id="10242" name="Text Box 2"/>
          <p:cNvSpPr txBox="1">
            <a:spLocks noChangeArrowheads="1"/>
          </p:cNvSpPr>
          <p:nvPr/>
        </p:nvSpPr>
        <p:spPr bwMode="auto">
          <a:xfrm>
            <a:off x="457200" y="1417638"/>
            <a:ext cx="8229600" cy="47132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marL="338138" indent="-338138">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charset="0"/>
                <a:ea typeface="ＭＳ Ｐゴシック" charset="-128"/>
              </a:defRPr>
            </a:lvl1pPr>
            <a:lvl2pPr>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charset="0"/>
                <a:ea typeface="ＭＳ Ｐゴシック" charset="-128"/>
              </a:defRPr>
            </a:lvl2pPr>
            <a:lvl3pPr>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charset="0"/>
                <a:ea typeface="ＭＳ Ｐゴシック" charset="-128"/>
              </a:defRPr>
            </a:lvl3pPr>
            <a:lvl4pPr>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charset="0"/>
                <a:ea typeface="ＭＳ Ｐゴシック" charset="-128"/>
              </a:defRPr>
            </a:lvl4pPr>
            <a:lvl5pPr>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charset="0"/>
                <a:ea typeface="ＭＳ Ｐゴシック" charset="-128"/>
              </a:defRPr>
            </a:lvl5pPr>
            <a:lvl6pPr marL="2514600" indent="-228600" defTabSz="457200" fontAlgn="base">
              <a:spcBef>
                <a:spcPct val="0"/>
              </a:spcBef>
              <a:spcAft>
                <a:spcPct val="0"/>
              </a:spcAft>
              <a:buClr>
                <a:srgbClr val="000000"/>
              </a:buClr>
              <a:buSzPct val="100000"/>
              <a:buFont typeface="Times New Roman" pitchFamily="16" charset="0"/>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charset="0"/>
                <a:ea typeface="ＭＳ Ｐゴシック" charset="-128"/>
              </a:defRPr>
            </a:lvl6pPr>
            <a:lvl7pPr marL="2971800" indent="-228600" defTabSz="457200" fontAlgn="base">
              <a:spcBef>
                <a:spcPct val="0"/>
              </a:spcBef>
              <a:spcAft>
                <a:spcPct val="0"/>
              </a:spcAft>
              <a:buClr>
                <a:srgbClr val="000000"/>
              </a:buClr>
              <a:buSzPct val="100000"/>
              <a:buFont typeface="Times New Roman" pitchFamily="16" charset="0"/>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charset="0"/>
                <a:ea typeface="ＭＳ Ｐゴシック" charset="-128"/>
              </a:defRPr>
            </a:lvl7pPr>
            <a:lvl8pPr marL="3429000" indent="-228600" defTabSz="457200" fontAlgn="base">
              <a:spcBef>
                <a:spcPct val="0"/>
              </a:spcBef>
              <a:spcAft>
                <a:spcPct val="0"/>
              </a:spcAft>
              <a:buClr>
                <a:srgbClr val="000000"/>
              </a:buClr>
              <a:buSzPct val="100000"/>
              <a:buFont typeface="Times New Roman" pitchFamily="16" charset="0"/>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charset="0"/>
                <a:ea typeface="ＭＳ Ｐゴシック" charset="-128"/>
              </a:defRPr>
            </a:lvl8pPr>
            <a:lvl9pPr marL="3886200" indent="-228600" defTabSz="457200" fontAlgn="base">
              <a:spcBef>
                <a:spcPct val="0"/>
              </a:spcBef>
              <a:spcAft>
                <a:spcPct val="0"/>
              </a:spcAft>
              <a:buClr>
                <a:srgbClr val="000000"/>
              </a:buClr>
              <a:buSzPct val="100000"/>
              <a:buFont typeface="Times New Roman" pitchFamily="16" charset="0"/>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charset="0"/>
                <a:ea typeface="ＭＳ Ｐゴシック" charset="-128"/>
              </a:defRPr>
            </a:lvl9pPr>
          </a:lstStyle>
          <a:p>
            <a:pPr marL="457200" indent="-457200" algn="just">
              <a:lnSpc>
                <a:spcPct val="150000"/>
              </a:lnSpc>
              <a:buSzPct val="80000"/>
              <a:buFont typeface="Wingdings" pitchFamily="2" charset="2"/>
              <a:buChar char="§"/>
              <a:defRPr/>
            </a:pPr>
            <a:r>
              <a:rPr lang="en-AU" sz="2800" dirty="0" smtClean="0">
                <a:solidFill>
                  <a:schemeClr val="tx1"/>
                </a:solidFill>
                <a:latin typeface="Palatino Linotype" pitchFamily="18" charset="0"/>
              </a:rPr>
              <a:t>Derivation of shared secret is based on exponentiation in a finite field (modulo a prime or a polynomial) – </a:t>
            </a:r>
            <a:r>
              <a:rPr lang="en-AU" dirty="0" smtClean="0">
                <a:solidFill>
                  <a:schemeClr val="tx1"/>
                </a:solidFill>
                <a:latin typeface="Palatino Linotype" pitchFamily="18" charset="0"/>
              </a:rPr>
              <a:t>Easy</a:t>
            </a:r>
          </a:p>
          <a:p>
            <a:pPr marL="457200" indent="-457200" algn="just">
              <a:lnSpc>
                <a:spcPct val="150000"/>
              </a:lnSpc>
              <a:buSzPct val="80000"/>
              <a:buFont typeface="Wingdings" pitchFamily="2" charset="2"/>
              <a:buChar char="§"/>
              <a:defRPr/>
            </a:pPr>
            <a:endParaRPr lang="en-AU" dirty="0" smtClean="0">
              <a:solidFill>
                <a:schemeClr val="tx1"/>
              </a:solidFill>
              <a:latin typeface="Palatino Linotype" pitchFamily="18" charset="0"/>
            </a:endParaRPr>
          </a:p>
          <a:p>
            <a:pPr marL="457200" indent="-457200" algn="just">
              <a:lnSpc>
                <a:spcPct val="150000"/>
              </a:lnSpc>
              <a:buSzPct val="80000"/>
              <a:buFont typeface="Wingdings" pitchFamily="2" charset="2"/>
              <a:buChar char="§"/>
              <a:defRPr/>
            </a:pPr>
            <a:r>
              <a:rPr lang="en-AU" sz="2800" dirty="0" smtClean="0">
                <a:solidFill>
                  <a:schemeClr val="tx1"/>
                </a:solidFill>
                <a:latin typeface="Palatino Linotype" pitchFamily="18" charset="0"/>
              </a:rPr>
              <a:t>Security relies on the difficulty of working backward to get secrets by computing discrete logarithms (similar to factoring) – </a:t>
            </a:r>
            <a:r>
              <a:rPr lang="en-AU" dirty="0" smtClean="0">
                <a:solidFill>
                  <a:schemeClr val="tx1"/>
                </a:solidFill>
                <a:latin typeface="Palatino Linotype" pitchFamily="18" charset="0"/>
              </a:rPr>
              <a:t>Hard</a:t>
            </a:r>
          </a:p>
          <a:p>
            <a:pPr marL="0" indent="0" algn="just">
              <a:lnSpc>
                <a:spcPct val="150000"/>
              </a:lnSpc>
              <a:buSzPct val="80000"/>
              <a:defRPr/>
            </a:pPr>
            <a:endParaRPr lang="en-AU" dirty="0" smtClean="0">
              <a:solidFill>
                <a:schemeClr val="tx1"/>
              </a:solidFill>
              <a:latin typeface="Palatino Linotype" pitchFamily="18" charset="0"/>
            </a:endParaRPr>
          </a:p>
          <a:p>
            <a:pPr marL="0" indent="0" algn="just">
              <a:lnSpc>
                <a:spcPct val="150000"/>
              </a:lnSpc>
              <a:buSzPct val="80000"/>
              <a:defRPr/>
            </a:pPr>
            <a:endParaRPr lang="en-AU" dirty="0" smtClean="0">
              <a:solidFill>
                <a:schemeClr val="tx1"/>
              </a:solidFill>
              <a:latin typeface="Palatino Linotype" pitchFamily="18" charset="0"/>
            </a:endParaRPr>
          </a:p>
          <a:p>
            <a:pPr marL="1033462" lvl="2" indent="-457200" algn="just">
              <a:lnSpc>
                <a:spcPct val="90000"/>
              </a:lnSpc>
              <a:spcBef>
                <a:spcPts val="700"/>
              </a:spcBef>
              <a:buSzPct val="80000"/>
              <a:buFont typeface="Wingdings" pitchFamily="2" charset="2"/>
              <a:buChar char="§"/>
              <a:defRPr/>
            </a:pPr>
            <a:endParaRPr lang="en-AU" sz="3200" dirty="0" smtClean="0">
              <a:solidFill>
                <a:schemeClr val="tx1"/>
              </a:solidFill>
              <a:latin typeface="Palatino Linotype" pitchFamily="18" charset="0"/>
            </a:endParaRPr>
          </a:p>
        </p:txBody>
      </p:sp>
    </p:spTree>
    <p:extLst>
      <p:ext uri="{BB962C8B-B14F-4D97-AF65-F5344CB8AC3E}">
        <p14:creationId xmlns:p14="http://schemas.microsoft.com/office/powerpoint/2010/main" val="1600225120"/>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5" name="Text Box 1"/>
          <p:cNvSpPr txBox="1">
            <a:spLocks noChangeArrowheads="1"/>
          </p:cNvSpPr>
          <p:nvPr/>
        </p:nvSpPr>
        <p:spPr bwMode="auto">
          <a:xfrm>
            <a:off x="457200" y="277813"/>
            <a:ext cx="8229600" cy="11398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nchorCtr="1"/>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charset="0"/>
                <a:ea typeface="ＭＳ Ｐゴシック" charset="-128"/>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charset="0"/>
                <a:ea typeface="ＭＳ Ｐゴシック" charset="-128"/>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charset="0"/>
                <a:ea typeface="ＭＳ Ｐゴシック" charset="-128"/>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charset="0"/>
                <a:ea typeface="ＭＳ Ｐゴシック" charset="-128"/>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charset="0"/>
                <a:ea typeface="ＭＳ Ｐゴシック" charset="-128"/>
              </a:defRPr>
            </a:lvl5pPr>
            <a:lvl6pPr marL="2514600" indent="-228600" defTabSz="457200" fontAlgn="base">
              <a:spcBef>
                <a:spcPct val="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charset="0"/>
                <a:ea typeface="ＭＳ Ｐゴシック" charset="-128"/>
              </a:defRPr>
            </a:lvl6pPr>
            <a:lvl7pPr marL="2971800" indent="-228600" defTabSz="457200" fontAlgn="base">
              <a:spcBef>
                <a:spcPct val="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charset="0"/>
                <a:ea typeface="ＭＳ Ｐゴシック" charset="-128"/>
              </a:defRPr>
            </a:lvl7pPr>
            <a:lvl8pPr marL="3429000" indent="-228600" defTabSz="457200" fontAlgn="base">
              <a:spcBef>
                <a:spcPct val="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charset="0"/>
                <a:ea typeface="ＭＳ Ｐゴシック" charset="-128"/>
              </a:defRPr>
            </a:lvl8pPr>
            <a:lvl9pPr marL="3886200" indent="-228600" defTabSz="457200" fontAlgn="base">
              <a:spcBef>
                <a:spcPct val="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charset="0"/>
                <a:ea typeface="ＭＳ Ｐゴシック" charset="-128"/>
              </a:defRPr>
            </a:lvl9pPr>
          </a:lstStyle>
          <a:p>
            <a:pPr algn="ctr">
              <a:buClrTx/>
              <a:buFontTx/>
              <a:buNone/>
              <a:defRPr/>
            </a:pPr>
            <a:r>
              <a:rPr lang="en-AU" sz="4400" b="1" smtClean="0">
                <a:solidFill>
                  <a:srgbClr val="C00000"/>
                </a:solidFill>
                <a:latin typeface="Palatino Linotype" pitchFamily="18" charset="0"/>
              </a:rPr>
              <a:t>Diffie-Hellman Setup</a:t>
            </a:r>
          </a:p>
        </p:txBody>
      </p:sp>
      <p:sp>
        <p:nvSpPr>
          <p:cNvPr id="11266" name="Text Box 2"/>
          <p:cNvSpPr txBox="1">
            <a:spLocks noChangeArrowheads="1"/>
          </p:cNvSpPr>
          <p:nvPr/>
        </p:nvSpPr>
        <p:spPr bwMode="auto">
          <a:xfrm>
            <a:off x="457200" y="1424895"/>
            <a:ext cx="8229600" cy="4800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marL="338138" indent="-338138">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charset="0"/>
                <a:ea typeface="ＭＳ Ｐゴシック" charset="-128"/>
              </a:defRPr>
            </a:lvl1pPr>
            <a:lvl2pPr marL="738188" indent="-280988">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charset="0"/>
                <a:ea typeface="ＭＳ Ｐゴシック" charset="-128"/>
              </a:defRPr>
            </a:lvl2pPr>
            <a:lvl3pPr>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charset="0"/>
                <a:ea typeface="ＭＳ Ｐゴシック" charset="-128"/>
              </a:defRPr>
            </a:lvl3pPr>
            <a:lvl4pPr>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charset="0"/>
                <a:ea typeface="ＭＳ Ｐゴシック" charset="-128"/>
              </a:defRPr>
            </a:lvl4pPr>
            <a:lvl5pPr>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charset="0"/>
                <a:ea typeface="ＭＳ Ｐゴシック" charset="-128"/>
              </a:defRPr>
            </a:lvl5pPr>
            <a:lvl6pPr marL="2514600" indent="-228600" defTabSz="457200" fontAlgn="base">
              <a:spcBef>
                <a:spcPct val="0"/>
              </a:spcBef>
              <a:spcAft>
                <a:spcPct val="0"/>
              </a:spcAft>
              <a:buClr>
                <a:srgbClr val="000000"/>
              </a:buClr>
              <a:buSzPct val="100000"/>
              <a:buFont typeface="Times New Roman" pitchFamily="16" charset="0"/>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charset="0"/>
                <a:ea typeface="ＭＳ Ｐゴシック" charset="-128"/>
              </a:defRPr>
            </a:lvl6pPr>
            <a:lvl7pPr marL="2971800" indent="-228600" defTabSz="457200" fontAlgn="base">
              <a:spcBef>
                <a:spcPct val="0"/>
              </a:spcBef>
              <a:spcAft>
                <a:spcPct val="0"/>
              </a:spcAft>
              <a:buClr>
                <a:srgbClr val="000000"/>
              </a:buClr>
              <a:buSzPct val="100000"/>
              <a:buFont typeface="Times New Roman" pitchFamily="16" charset="0"/>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charset="0"/>
                <a:ea typeface="ＭＳ Ｐゴシック" charset="-128"/>
              </a:defRPr>
            </a:lvl7pPr>
            <a:lvl8pPr marL="3429000" indent="-228600" defTabSz="457200" fontAlgn="base">
              <a:spcBef>
                <a:spcPct val="0"/>
              </a:spcBef>
              <a:spcAft>
                <a:spcPct val="0"/>
              </a:spcAft>
              <a:buClr>
                <a:srgbClr val="000000"/>
              </a:buClr>
              <a:buSzPct val="100000"/>
              <a:buFont typeface="Times New Roman" pitchFamily="16" charset="0"/>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charset="0"/>
                <a:ea typeface="ＭＳ Ｐゴシック" charset="-128"/>
              </a:defRPr>
            </a:lvl8pPr>
            <a:lvl9pPr marL="3886200" indent="-228600" defTabSz="457200" fontAlgn="base">
              <a:spcBef>
                <a:spcPct val="0"/>
              </a:spcBef>
              <a:spcAft>
                <a:spcPct val="0"/>
              </a:spcAft>
              <a:buClr>
                <a:srgbClr val="000000"/>
              </a:buClr>
              <a:buSzPct val="100000"/>
              <a:buFont typeface="Times New Roman" pitchFamily="16" charset="0"/>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charset="0"/>
                <a:ea typeface="ＭＳ Ｐゴシック" charset="-128"/>
              </a:defRPr>
            </a:lvl9pPr>
          </a:lstStyle>
          <a:p>
            <a:pPr marL="457200" indent="-457200" algn="just">
              <a:spcBef>
                <a:spcPts val="800"/>
              </a:spcBef>
              <a:buSzPct val="80000"/>
              <a:buFont typeface="Arial" pitchFamily="34" charset="0"/>
              <a:buChar char="•"/>
              <a:defRPr/>
            </a:pPr>
            <a:r>
              <a:rPr lang="en-US" dirty="0">
                <a:solidFill>
                  <a:srgbClr val="FF0000"/>
                </a:solidFill>
                <a:latin typeface="Palatino Linotype" pitchFamily="18" charset="0"/>
              </a:rPr>
              <a:t>A</a:t>
            </a:r>
            <a:r>
              <a:rPr lang="en-US" dirty="0" smtClean="0">
                <a:solidFill>
                  <a:srgbClr val="FF0000"/>
                </a:solidFill>
                <a:latin typeface="Palatino Linotype" pitchFamily="18" charset="0"/>
              </a:rPr>
              <a:t>ll users agree on global parameters:</a:t>
            </a:r>
          </a:p>
          <a:p>
            <a:pPr marL="914400" lvl="1" indent="-457200" algn="just">
              <a:spcBef>
                <a:spcPts val="700"/>
              </a:spcBef>
              <a:buSzPct val="50000"/>
              <a:buFont typeface="Arial" pitchFamily="34" charset="0"/>
              <a:buChar char="•"/>
              <a:defRPr/>
            </a:pPr>
            <a:r>
              <a:rPr lang="en-AU" dirty="0" smtClean="0">
                <a:solidFill>
                  <a:srgbClr val="000099"/>
                </a:solidFill>
                <a:latin typeface="Palatino Linotype" pitchFamily="18" charset="0"/>
              </a:rPr>
              <a:t>Large prime integer or polynomial </a:t>
            </a:r>
            <a:r>
              <a:rPr lang="en-AU" b="1" dirty="0" smtClean="0">
                <a:solidFill>
                  <a:srgbClr val="000099"/>
                </a:solidFill>
                <a:latin typeface="Palatino Linotype" pitchFamily="18" charset="0"/>
              </a:rPr>
              <a:t>q</a:t>
            </a:r>
          </a:p>
          <a:p>
            <a:pPr marL="914400" lvl="1" indent="-457200" algn="just">
              <a:spcBef>
                <a:spcPts val="700"/>
              </a:spcBef>
              <a:buSzPct val="50000"/>
              <a:buFont typeface="Arial" pitchFamily="34" charset="0"/>
              <a:buChar char="•"/>
              <a:defRPr/>
            </a:pPr>
            <a:r>
              <a:rPr lang="el-GR" b="1" dirty="0">
                <a:solidFill>
                  <a:srgbClr val="000099"/>
                </a:solidFill>
                <a:latin typeface="Palatino Linotype" pitchFamily="18" charset="0"/>
              </a:rPr>
              <a:t>α</a:t>
            </a:r>
            <a:r>
              <a:rPr lang="en-AU" b="1" dirty="0" smtClean="0">
                <a:solidFill>
                  <a:srgbClr val="000099"/>
                </a:solidFill>
                <a:latin typeface="Palatino Linotype" pitchFamily="18" charset="0"/>
              </a:rPr>
              <a:t>,</a:t>
            </a:r>
            <a:r>
              <a:rPr lang="en-AU" dirty="0" smtClean="0">
                <a:solidFill>
                  <a:srgbClr val="000099"/>
                </a:solidFill>
                <a:latin typeface="Palatino Linotype" pitchFamily="18" charset="0"/>
              </a:rPr>
              <a:t> which is a primitive root mod </a:t>
            </a:r>
            <a:r>
              <a:rPr lang="en-AU" b="1" dirty="0" smtClean="0">
                <a:solidFill>
                  <a:srgbClr val="000099"/>
                </a:solidFill>
                <a:latin typeface="Palatino Linotype" pitchFamily="18" charset="0"/>
              </a:rPr>
              <a:t>q</a:t>
            </a:r>
          </a:p>
          <a:p>
            <a:pPr marL="914400" lvl="1" indent="-457200" algn="just">
              <a:spcBef>
                <a:spcPts val="700"/>
              </a:spcBef>
              <a:buSzPct val="50000"/>
              <a:buFont typeface="Arial" pitchFamily="34" charset="0"/>
              <a:buChar char="•"/>
              <a:defRPr/>
            </a:pPr>
            <a:endParaRPr lang="en-AU" b="1" dirty="0" smtClean="0">
              <a:solidFill>
                <a:schemeClr val="tx1"/>
              </a:solidFill>
              <a:latin typeface="Palatino Linotype" pitchFamily="18" charset="0"/>
            </a:endParaRPr>
          </a:p>
          <a:p>
            <a:pPr marL="457200" indent="-457200" algn="just">
              <a:spcBef>
                <a:spcPts val="800"/>
              </a:spcBef>
              <a:buSzPct val="80000"/>
              <a:buFont typeface="Arial" pitchFamily="34" charset="0"/>
              <a:buChar char="•"/>
              <a:defRPr/>
            </a:pPr>
            <a:r>
              <a:rPr lang="en-US" dirty="0" smtClean="0">
                <a:solidFill>
                  <a:srgbClr val="FF0000"/>
                </a:solidFill>
                <a:latin typeface="Palatino Linotype" pitchFamily="18" charset="0"/>
              </a:rPr>
              <a:t>Each user (e.g. A) generates their key</a:t>
            </a:r>
          </a:p>
          <a:p>
            <a:pPr marL="914400" lvl="1" indent="-457200" algn="just">
              <a:spcBef>
                <a:spcPts val="700"/>
              </a:spcBef>
              <a:buSzPct val="50000"/>
              <a:buFont typeface="Arial" pitchFamily="34" charset="0"/>
              <a:buChar char="•"/>
              <a:defRPr/>
            </a:pPr>
            <a:r>
              <a:rPr lang="en-AU" dirty="0">
                <a:solidFill>
                  <a:srgbClr val="000099"/>
                </a:solidFill>
                <a:latin typeface="Palatino Linotype" pitchFamily="18" charset="0"/>
              </a:rPr>
              <a:t>C</a:t>
            </a:r>
            <a:r>
              <a:rPr lang="en-AU" dirty="0" smtClean="0">
                <a:solidFill>
                  <a:srgbClr val="000099"/>
                </a:solidFill>
                <a:latin typeface="Palatino Linotype" pitchFamily="18" charset="0"/>
              </a:rPr>
              <a:t>hooses a private key (number): </a:t>
            </a:r>
            <a:r>
              <a:rPr lang="en-AU" b="1" dirty="0" err="1" smtClean="0">
                <a:solidFill>
                  <a:srgbClr val="000099"/>
                </a:solidFill>
                <a:latin typeface="Palatino Linotype" pitchFamily="18" charset="0"/>
              </a:rPr>
              <a:t>x</a:t>
            </a:r>
            <a:r>
              <a:rPr lang="en-AU" b="1" baseline="-25000" dirty="0" err="1" smtClean="0">
                <a:solidFill>
                  <a:srgbClr val="000099"/>
                </a:solidFill>
                <a:latin typeface="Palatino Linotype" pitchFamily="18" charset="0"/>
              </a:rPr>
              <a:t>A</a:t>
            </a:r>
            <a:r>
              <a:rPr lang="en-AU" b="1" dirty="0" smtClean="0">
                <a:solidFill>
                  <a:srgbClr val="000099"/>
                </a:solidFill>
                <a:latin typeface="Palatino Linotype" pitchFamily="18" charset="0"/>
              </a:rPr>
              <a:t> &lt; q</a:t>
            </a:r>
            <a:r>
              <a:rPr lang="en-AU" dirty="0" smtClean="0">
                <a:solidFill>
                  <a:srgbClr val="000099"/>
                </a:solidFill>
                <a:latin typeface="Palatino Linotype" pitchFamily="18" charset="0"/>
              </a:rPr>
              <a:t> </a:t>
            </a:r>
          </a:p>
          <a:p>
            <a:pPr marL="914400" lvl="1" indent="-457200" algn="just">
              <a:spcBef>
                <a:spcPts val="700"/>
              </a:spcBef>
              <a:buSzPct val="50000"/>
              <a:buFont typeface="Arial" pitchFamily="34" charset="0"/>
              <a:buChar char="•"/>
              <a:defRPr/>
            </a:pPr>
            <a:r>
              <a:rPr lang="en-AU" dirty="0">
                <a:solidFill>
                  <a:srgbClr val="000099"/>
                </a:solidFill>
                <a:latin typeface="Palatino Linotype" pitchFamily="18" charset="0"/>
              </a:rPr>
              <a:t>C</a:t>
            </a:r>
            <a:r>
              <a:rPr lang="en-AU" dirty="0" smtClean="0">
                <a:solidFill>
                  <a:srgbClr val="000099"/>
                </a:solidFill>
                <a:latin typeface="Palatino Linotype" pitchFamily="18" charset="0"/>
              </a:rPr>
              <a:t>omputes their </a:t>
            </a:r>
            <a:r>
              <a:rPr lang="en-AU" b="1" dirty="0" smtClean="0">
                <a:solidFill>
                  <a:srgbClr val="000099"/>
                </a:solidFill>
                <a:latin typeface="Palatino Linotype" pitchFamily="18" charset="0"/>
              </a:rPr>
              <a:t>public key</a:t>
            </a:r>
            <a:r>
              <a:rPr lang="en-AU" dirty="0" smtClean="0">
                <a:solidFill>
                  <a:srgbClr val="000099"/>
                </a:solidFill>
                <a:latin typeface="Palatino Linotype" pitchFamily="18" charset="0"/>
              </a:rPr>
              <a:t>: </a:t>
            </a:r>
            <a:r>
              <a:rPr lang="en-AU" b="1" dirty="0" err="1" smtClean="0">
                <a:solidFill>
                  <a:srgbClr val="000099"/>
                </a:solidFill>
                <a:latin typeface="Palatino Linotype" pitchFamily="18" charset="0"/>
              </a:rPr>
              <a:t>y</a:t>
            </a:r>
            <a:r>
              <a:rPr lang="en-AU" b="1" baseline="-25000" dirty="0" err="1" smtClean="0">
                <a:solidFill>
                  <a:srgbClr val="000099"/>
                </a:solidFill>
                <a:latin typeface="Palatino Linotype" pitchFamily="18" charset="0"/>
              </a:rPr>
              <a:t>A</a:t>
            </a:r>
            <a:r>
              <a:rPr lang="en-AU" b="1" dirty="0" smtClean="0">
                <a:solidFill>
                  <a:srgbClr val="000099"/>
                </a:solidFill>
                <a:latin typeface="Palatino Linotype" pitchFamily="18" charset="0"/>
              </a:rPr>
              <a:t> = </a:t>
            </a:r>
            <a:r>
              <a:rPr lang="el-GR" b="1" dirty="0" smtClean="0">
                <a:solidFill>
                  <a:srgbClr val="000099"/>
                </a:solidFill>
                <a:latin typeface="Palatino Linotype" pitchFamily="18" charset="0"/>
              </a:rPr>
              <a:t>α</a:t>
            </a:r>
            <a:r>
              <a:rPr lang="en-AU" b="1" dirty="0" smtClean="0">
                <a:solidFill>
                  <a:srgbClr val="000099"/>
                </a:solidFill>
                <a:latin typeface="Palatino Linotype" pitchFamily="18" charset="0"/>
              </a:rPr>
              <a:t> </a:t>
            </a:r>
            <a:r>
              <a:rPr lang="en-AU" b="1" baseline="60000" dirty="0" err="1" smtClean="0">
                <a:solidFill>
                  <a:srgbClr val="000099"/>
                </a:solidFill>
                <a:latin typeface="Palatino Linotype" pitchFamily="18" charset="0"/>
              </a:rPr>
              <a:t>x</a:t>
            </a:r>
            <a:r>
              <a:rPr lang="en-AU" b="1" baseline="40000" dirty="0" err="1" smtClean="0">
                <a:solidFill>
                  <a:srgbClr val="000099"/>
                </a:solidFill>
                <a:latin typeface="Palatino Linotype" pitchFamily="18" charset="0"/>
              </a:rPr>
              <a:t>A</a:t>
            </a:r>
            <a:r>
              <a:rPr lang="en-AU" b="1" dirty="0" smtClean="0">
                <a:solidFill>
                  <a:srgbClr val="000099"/>
                </a:solidFill>
                <a:latin typeface="Palatino Linotype" pitchFamily="18" charset="0"/>
              </a:rPr>
              <a:t> mod q</a:t>
            </a:r>
          </a:p>
          <a:p>
            <a:pPr marL="457200" lvl="1" indent="0" algn="just">
              <a:spcBef>
                <a:spcPts val="700"/>
              </a:spcBef>
              <a:buSzPct val="50000"/>
              <a:defRPr/>
            </a:pPr>
            <a:endParaRPr lang="en-AU" b="1" dirty="0" smtClean="0">
              <a:solidFill>
                <a:schemeClr val="tx1"/>
              </a:solidFill>
              <a:latin typeface="Palatino Linotype" pitchFamily="18" charset="0"/>
            </a:endParaRPr>
          </a:p>
          <a:p>
            <a:pPr marL="457200" indent="-457200" algn="just">
              <a:spcBef>
                <a:spcPts val="800"/>
              </a:spcBef>
              <a:buSzPct val="80000"/>
              <a:buFont typeface="Arial" pitchFamily="34" charset="0"/>
              <a:buChar char="•"/>
              <a:defRPr/>
            </a:pPr>
            <a:r>
              <a:rPr lang="en-AU" dirty="0" smtClean="0">
                <a:solidFill>
                  <a:schemeClr val="tx1"/>
                </a:solidFill>
                <a:latin typeface="Palatino Linotype" pitchFamily="18" charset="0"/>
              </a:rPr>
              <a:t> </a:t>
            </a:r>
            <a:r>
              <a:rPr lang="en-AU" dirty="0" smtClean="0">
                <a:solidFill>
                  <a:srgbClr val="FF0000"/>
                </a:solidFill>
                <a:latin typeface="Palatino Linotype" pitchFamily="18" charset="0"/>
              </a:rPr>
              <a:t>Each user makes public that key, </a:t>
            </a:r>
            <a:r>
              <a:rPr lang="en-AU" b="1" dirty="0" err="1" smtClean="0">
                <a:solidFill>
                  <a:srgbClr val="FF0000"/>
                </a:solidFill>
                <a:latin typeface="Palatino Linotype" pitchFamily="18" charset="0"/>
              </a:rPr>
              <a:t>y</a:t>
            </a:r>
            <a:r>
              <a:rPr lang="en-AU" b="1" baseline="-25000" dirty="0" err="1" smtClean="0">
                <a:solidFill>
                  <a:srgbClr val="FF0000"/>
                </a:solidFill>
                <a:latin typeface="Palatino Linotype" pitchFamily="18" charset="0"/>
              </a:rPr>
              <a:t>A</a:t>
            </a:r>
            <a:endParaRPr lang="en-AU" b="1" baseline="-25000" dirty="0" smtClean="0">
              <a:solidFill>
                <a:srgbClr val="FF0000"/>
              </a:solidFill>
              <a:latin typeface="Palatino Linotype" pitchFamily="18" charset="0"/>
            </a:endParaRPr>
          </a:p>
        </p:txBody>
      </p:sp>
    </p:spTree>
    <p:extLst>
      <p:ext uri="{BB962C8B-B14F-4D97-AF65-F5344CB8AC3E}">
        <p14:creationId xmlns:p14="http://schemas.microsoft.com/office/powerpoint/2010/main" val="3881793393"/>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Text Box 1"/>
          <p:cNvSpPr txBox="1">
            <a:spLocks noChangeArrowheads="1"/>
          </p:cNvSpPr>
          <p:nvPr/>
        </p:nvSpPr>
        <p:spPr bwMode="auto">
          <a:xfrm>
            <a:off x="431800" y="1"/>
            <a:ext cx="8229600" cy="914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nchorCtr="1"/>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charset="0"/>
                <a:ea typeface="ＭＳ Ｐゴシック" charset="-128"/>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charset="0"/>
                <a:ea typeface="ＭＳ Ｐゴシック" charset="-128"/>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charset="0"/>
                <a:ea typeface="ＭＳ Ｐゴシック" charset="-128"/>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charset="0"/>
                <a:ea typeface="ＭＳ Ｐゴシック" charset="-128"/>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charset="0"/>
                <a:ea typeface="ＭＳ Ｐゴシック" charset="-128"/>
              </a:defRPr>
            </a:lvl5pPr>
            <a:lvl6pPr marL="2514600" indent="-228600" defTabSz="457200" fontAlgn="base">
              <a:spcBef>
                <a:spcPct val="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charset="0"/>
                <a:ea typeface="ＭＳ Ｐゴシック" charset="-128"/>
              </a:defRPr>
            </a:lvl6pPr>
            <a:lvl7pPr marL="2971800" indent="-228600" defTabSz="457200" fontAlgn="base">
              <a:spcBef>
                <a:spcPct val="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charset="0"/>
                <a:ea typeface="ＭＳ Ｐゴシック" charset="-128"/>
              </a:defRPr>
            </a:lvl7pPr>
            <a:lvl8pPr marL="3429000" indent="-228600" defTabSz="457200" fontAlgn="base">
              <a:spcBef>
                <a:spcPct val="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charset="0"/>
                <a:ea typeface="ＭＳ Ｐゴシック" charset="-128"/>
              </a:defRPr>
            </a:lvl8pPr>
            <a:lvl9pPr marL="3886200" indent="-228600" defTabSz="457200" fontAlgn="base">
              <a:spcBef>
                <a:spcPct val="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charset="0"/>
                <a:ea typeface="ＭＳ Ｐゴシック" charset="-128"/>
              </a:defRPr>
            </a:lvl9pPr>
          </a:lstStyle>
          <a:p>
            <a:pPr algn="ctr">
              <a:buClrTx/>
              <a:buFontTx/>
              <a:buNone/>
              <a:defRPr/>
            </a:pPr>
            <a:r>
              <a:rPr lang="en-AU" sz="4000" b="1" dirty="0" err="1" smtClean="0">
                <a:solidFill>
                  <a:srgbClr val="C00000"/>
                </a:solidFill>
                <a:latin typeface="Palatino Linotype" pitchFamily="18" charset="0"/>
              </a:rPr>
              <a:t>Diffie</a:t>
            </a:r>
            <a:r>
              <a:rPr lang="en-AU" sz="4000" b="1" dirty="0" smtClean="0">
                <a:solidFill>
                  <a:srgbClr val="C00000"/>
                </a:solidFill>
                <a:latin typeface="Palatino Linotype" pitchFamily="18" charset="0"/>
              </a:rPr>
              <a:t>-Hellman Key Exchange</a:t>
            </a:r>
          </a:p>
        </p:txBody>
      </p:sp>
      <p:sp>
        <p:nvSpPr>
          <p:cNvPr id="12290" name="Text Box 2"/>
          <p:cNvSpPr txBox="1">
            <a:spLocks noChangeArrowheads="1"/>
          </p:cNvSpPr>
          <p:nvPr/>
        </p:nvSpPr>
        <p:spPr bwMode="auto">
          <a:xfrm>
            <a:off x="431799" y="762000"/>
            <a:ext cx="8594725" cy="46497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marL="338138" indent="-338138">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charset="0"/>
                <a:ea typeface="ＭＳ Ｐゴシック" charset="-128"/>
              </a:defRPr>
            </a:lvl1pPr>
            <a:lvl2pPr indent="-280988">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charset="0"/>
                <a:ea typeface="ＭＳ Ｐゴシック" charset="-128"/>
              </a:defRPr>
            </a:lvl2pPr>
            <a:lvl3pPr>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charset="0"/>
                <a:ea typeface="ＭＳ Ｐゴシック" charset="-128"/>
              </a:defRPr>
            </a:lvl3pPr>
            <a:lvl4pPr>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charset="0"/>
                <a:ea typeface="ＭＳ Ｐゴシック" charset="-128"/>
              </a:defRPr>
            </a:lvl4pPr>
            <a:lvl5pPr>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charset="0"/>
                <a:ea typeface="ＭＳ Ｐゴシック" charset="-128"/>
              </a:defRPr>
            </a:lvl5pPr>
            <a:lvl6pPr marL="2514600" indent="-228600" defTabSz="457200" fontAlgn="base">
              <a:spcBef>
                <a:spcPct val="0"/>
              </a:spcBef>
              <a:spcAft>
                <a:spcPct val="0"/>
              </a:spcAft>
              <a:buClr>
                <a:srgbClr val="000000"/>
              </a:buClr>
              <a:buSzPct val="100000"/>
              <a:buFont typeface="Times New Roman" pitchFamily="16" charset="0"/>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charset="0"/>
                <a:ea typeface="ＭＳ Ｐゴシック" charset="-128"/>
              </a:defRPr>
            </a:lvl6pPr>
            <a:lvl7pPr marL="2971800" indent="-228600" defTabSz="457200" fontAlgn="base">
              <a:spcBef>
                <a:spcPct val="0"/>
              </a:spcBef>
              <a:spcAft>
                <a:spcPct val="0"/>
              </a:spcAft>
              <a:buClr>
                <a:srgbClr val="000000"/>
              </a:buClr>
              <a:buSzPct val="100000"/>
              <a:buFont typeface="Times New Roman" pitchFamily="16" charset="0"/>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charset="0"/>
                <a:ea typeface="ＭＳ Ｐゴシック" charset="-128"/>
              </a:defRPr>
            </a:lvl7pPr>
            <a:lvl8pPr marL="3429000" indent="-228600" defTabSz="457200" fontAlgn="base">
              <a:spcBef>
                <a:spcPct val="0"/>
              </a:spcBef>
              <a:spcAft>
                <a:spcPct val="0"/>
              </a:spcAft>
              <a:buClr>
                <a:srgbClr val="000000"/>
              </a:buClr>
              <a:buSzPct val="100000"/>
              <a:buFont typeface="Times New Roman" pitchFamily="16" charset="0"/>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charset="0"/>
                <a:ea typeface="ＭＳ Ｐゴシック" charset="-128"/>
              </a:defRPr>
            </a:lvl8pPr>
            <a:lvl9pPr marL="3886200" indent="-228600" defTabSz="457200" fontAlgn="base">
              <a:spcBef>
                <a:spcPct val="0"/>
              </a:spcBef>
              <a:spcAft>
                <a:spcPct val="0"/>
              </a:spcAft>
              <a:buClr>
                <a:srgbClr val="000000"/>
              </a:buClr>
              <a:buSzPct val="100000"/>
              <a:buFont typeface="Times New Roman" pitchFamily="16" charset="0"/>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charset="0"/>
                <a:ea typeface="ＭＳ Ｐゴシック" charset="-128"/>
              </a:defRPr>
            </a:lvl9pPr>
          </a:lstStyle>
          <a:p>
            <a:pPr marL="457200" indent="-457200" algn="just">
              <a:lnSpc>
                <a:spcPct val="90000"/>
              </a:lnSpc>
              <a:spcBef>
                <a:spcPts val="700"/>
              </a:spcBef>
              <a:buSzPct val="80000"/>
              <a:buFont typeface="Arial" pitchFamily="34" charset="0"/>
              <a:buChar char="•"/>
              <a:defRPr/>
            </a:pPr>
            <a:r>
              <a:rPr lang="en-AU" sz="2800" dirty="0">
                <a:solidFill>
                  <a:srgbClr val="FF0000"/>
                </a:solidFill>
                <a:latin typeface="Palatino Linotype" pitchFamily="18" charset="0"/>
              </a:rPr>
              <a:t>S</a:t>
            </a:r>
            <a:r>
              <a:rPr lang="en-AU" sz="2800" dirty="0" smtClean="0">
                <a:solidFill>
                  <a:srgbClr val="FF0000"/>
                </a:solidFill>
                <a:latin typeface="Palatino Linotype" pitchFamily="18" charset="0"/>
              </a:rPr>
              <a:t>hared session key for users A &amp; B is: </a:t>
            </a:r>
          </a:p>
          <a:p>
            <a:pPr lvl="1" algn="just">
              <a:lnSpc>
                <a:spcPct val="90000"/>
              </a:lnSpc>
              <a:spcBef>
                <a:spcPts val="600"/>
              </a:spcBef>
              <a:buClrTx/>
              <a:buSzPct val="50000"/>
              <a:buFontTx/>
              <a:buNone/>
              <a:defRPr/>
            </a:pPr>
            <a:r>
              <a:rPr lang="en-AU" dirty="0" smtClean="0">
                <a:solidFill>
                  <a:srgbClr val="000099"/>
                </a:solidFill>
                <a:latin typeface="Palatino Linotype" pitchFamily="18" charset="0"/>
              </a:rPr>
              <a:t>		</a:t>
            </a:r>
            <a:r>
              <a:rPr lang="en-AU" sz="2000" dirty="0" smtClean="0">
                <a:solidFill>
                  <a:srgbClr val="FF0000"/>
                </a:solidFill>
                <a:latin typeface="Palatino Linotype" pitchFamily="18" charset="0"/>
              </a:rPr>
              <a:t>session key for user A (K)</a:t>
            </a:r>
            <a:r>
              <a:rPr lang="en-AU" sz="2000" dirty="0" smtClean="0">
                <a:solidFill>
                  <a:srgbClr val="000099"/>
                </a:solidFill>
                <a:latin typeface="Palatino Linotype" pitchFamily="18" charset="0"/>
              </a:rPr>
              <a:t>	=</a:t>
            </a:r>
            <a:r>
              <a:rPr lang="en-AU" sz="2000" dirty="0" err="1" smtClean="0">
                <a:solidFill>
                  <a:srgbClr val="000099"/>
                </a:solidFill>
                <a:latin typeface="Palatino Linotype" pitchFamily="18" charset="0"/>
              </a:rPr>
              <a:t>y</a:t>
            </a:r>
            <a:r>
              <a:rPr lang="en-AU" sz="2000" baseline="-25000" dirty="0" err="1" smtClean="0">
                <a:solidFill>
                  <a:srgbClr val="000099"/>
                </a:solidFill>
                <a:latin typeface="Palatino Linotype" pitchFamily="18" charset="0"/>
              </a:rPr>
              <a:t>B</a:t>
            </a:r>
            <a:r>
              <a:rPr lang="en-AU" sz="2000" baseline="60000" dirty="0" err="1" smtClean="0">
                <a:solidFill>
                  <a:srgbClr val="000099"/>
                </a:solidFill>
                <a:latin typeface="Palatino Linotype" pitchFamily="18" charset="0"/>
              </a:rPr>
              <a:t>x</a:t>
            </a:r>
            <a:r>
              <a:rPr lang="en-AU" sz="2000" baseline="40000" dirty="0" err="1" smtClean="0">
                <a:solidFill>
                  <a:srgbClr val="000099"/>
                </a:solidFill>
                <a:latin typeface="Palatino Linotype" pitchFamily="18" charset="0"/>
              </a:rPr>
              <a:t>A</a:t>
            </a:r>
            <a:r>
              <a:rPr lang="en-AU" sz="2000" dirty="0" smtClean="0">
                <a:solidFill>
                  <a:srgbClr val="000099"/>
                </a:solidFill>
                <a:latin typeface="Palatino Linotype" pitchFamily="18" charset="0"/>
              </a:rPr>
              <a:t> mod q (which A can compute)</a:t>
            </a:r>
          </a:p>
          <a:p>
            <a:pPr lvl="1" algn="just">
              <a:lnSpc>
                <a:spcPct val="90000"/>
              </a:lnSpc>
              <a:spcBef>
                <a:spcPts val="600"/>
              </a:spcBef>
              <a:buClrTx/>
              <a:buSzPct val="50000"/>
              <a:buFontTx/>
              <a:buNone/>
              <a:defRPr/>
            </a:pPr>
            <a:r>
              <a:rPr lang="en-AU" sz="2000" dirty="0" smtClean="0">
                <a:solidFill>
                  <a:srgbClr val="FF0000"/>
                </a:solidFill>
                <a:latin typeface="Palatino Linotype" pitchFamily="18" charset="0"/>
              </a:rPr>
              <a:t>		session key for user B (K)</a:t>
            </a:r>
            <a:r>
              <a:rPr lang="en-AU" sz="2000" dirty="0" smtClean="0">
                <a:solidFill>
                  <a:srgbClr val="000099"/>
                </a:solidFill>
                <a:latin typeface="Palatino Linotype" pitchFamily="18" charset="0"/>
              </a:rPr>
              <a:t>	=</a:t>
            </a:r>
            <a:r>
              <a:rPr lang="en-AU" sz="2000" dirty="0" err="1" smtClean="0">
                <a:solidFill>
                  <a:srgbClr val="000099"/>
                </a:solidFill>
                <a:latin typeface="Palatino Linotype" pitchFamily="18" charset="0"/>
              </a:rPr>
              <a:t>y</a:t>
            </a:r>
            <a:r>
              <a:rPr lang="en-AU" sz="2000" baseline="-25000" dirty="0" err="1" smtClean="0">
                <a:solidFill>
                  <a:srgbClr val="000099"/>
                </a:solidFill>
                <a:latin typeface="Palatino Linotype" pitchFamily="18" charset="0"/>
              </a:rPr>
              <a:t>A</a:t>
            </a:r>
            <a:r>
              <a:rPr lang="en-AU" sz="2000" baseline="60000" dirty="0" err="1" smtClean="0">
                <a:solidFill>
                  <a:srgbClr val="000099"/>
                </a:solidFill>
                <a:latin typeface="Palatino Linotype" pitchFamily="18" charset="0"/>
              </a:rPr>
              <a:t>x</a:t>
            </a:r>
            <a:r>
              <a:rPr lang="en-AU" sz="2000" baseline="40000" dirty="0" err="1" smtClean="0">
                <a:solidFill>
                  <a:srgbClr val="000099"/>
                </a:solidFill>
                <a:latin typeface="Palatino Linotype" pitchFamily="18" charset="0"/>
              </a:rPr>
              <a:t>B</a:t>
            </a:r>
            <a:r>
              <a:rPr lang="en-AU" sz="2000" dirty="0" smtClean="0">
                <a:solidFill>
                  <a:srgbClr val="000099"/>
                </a:solidFill>
                <a:latin typeface="Palatino Linotype" pitchFamily="18" charset="0"/>
              </a:rPr>
              <a:t> mod q (which B can compute)</a:t>
            </a:r>
          </a:p>
          <a:p>
            <a:pPr lvl="1" algn="just">
              <a:lnSpc>
                <a:spcPct val="90000"/>
              </a:lnSpc>
              <a:spcBef>
                <a:spcPts val="600"/>
              </a:spcBef>
              <a:buClrTx/>
              <a:buSzPct val="50000"/>
              <a:buFontTx/>
              <a:buNone/>
              <a:defRPr/>
            </a:pPr>
            <a:endParaRPr lang="en-AU" sz="2000" dirty="0" smtClean="0">
              <a:solidFill>
                <a:srgbClr val="000099"/>
              </a:solidFill>
              <a:latin typeface="Palatino Linotype" pitchFamily="18" charset="0"/>
            </a:endParaRPr>
          </a:p>
          <a:p>
            <a:pPr marL="0" indent="0" algn="ctr">
              <a:lnSpc>
                <a:spcPct val="90000"/>
              </a:lnSpc>
              <a:spcBef>
                <a:spcPts val="600"/>
              </a:spcBef>
              <a:buClrTx/>
              <a:buSzTx/>
              <a:buFont typeface="Arial" pitchFamily="34" charset="0"/>
              <a:buChar char="•"/>
              <a:tabLst>
                <a:tab pos="338138" algn="l"/>
                <a:tab pos="50958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a:pPr>
            <a:r>
              <a:rPr lang="en-AU" dirty="0" smtClean="0">
                <a:solidFill>
                  <a:schemeClr val="tx1"/>
                </a:solidFill>
                <a:latin typeface="Palatino Linotype" pitchFamily="18" charset="0"/>
              </a:rPr>
              <a:t>    Each principal has the other's public key and their own secret, along with </a:t>
            </a:r>
            <a:r>
              <a:rPr lang="el-GR" b="1" dirty="0">
                <a:solidFill>
                  <a:srgbClr val="000099"/>
                </a:solidFill>
                <a:latin typeface="Palatino Linotype" pitchFamily="18" charset="0"/>
              </a:rPr>
              <a:t>α</a:t>
            </a:r>
            <a:r>
              <a:rPr lang="en-AU" dirty="0" smtClean="0">
                <a:solidFill>
                  <a:schemeClr val="tx1"/>
                </a:solidFill>
                <a:latin typeface="Palatino Linotype" pitchFamily="18" charset="0"/>
              </a:rPr>
              <a:t> and </a:t>
            </a:r>
            <a:r>
              <a:rPr lang="en-AU" b="1" dirty="0" smtClean="0">
                <a:solidFill>
                  <a:srgbClr val="000099"/>
                </a:solidFill>
                <a:latin typeface="Palatino Linotype" pitchFamily="18" charset="0"/>
              </a:rPr>
              <a:t>q</a:t>
            </a:r>
            <a:r>
              <a:rPr lang="en-AU" dirty="0" smtClean="0">
                <a:solidFill>
                  <a:schemeClr val="tx1"/>
                </a:solidFill>
                <a:latin typeface="Palatino Linotype" pitchFamily="18" charset="0"/>
              </a:rPr>
              <a:t>. </a:t>
            </a:r>
            <a:r>
              <a:rPr lang="en-AU" sz="2800" b="1" dirty="0" smtClean="0">
                <a:solidFill>
                  <a:schemeClr val="tx1"/>
                </a:solidFill>
                <a:latin typeface="Palatino Linotype" pitchFamily="18" charset="0"/>
              </a:rPr>
              <a:t> </a:t>
            </a:r>
          </a:p>
          <a:p>
            <a:pPr marL="0" indent="0" algn="ctr">
              <a:lnSpc>
                <a:spcPct val="90000"/>
              </a:lnSpc>
              <a:spcBef>
                <a:spcPts val="600"/>
              </a:spcBef>
              <a:buClrTx/>
              <a:buSzTx/>
              <a:buFontTx/>
              <a:buNone/>
              <a:defRPr/>
            </a:pPr>
            <a:endParaRPr lang="en-AU" sz="2800" b="1" dirty="0" smtClean="0">
              <a:solidFill>
                <a:srgbClr val="FF0000"/>
              </a:solidFill>
              <a:latin typeface="Palatino Linotype" pitchFamily="18" charset="0"/>
            </a:endParaRPr>
          </a:p>
          <a:p>
            <a:pPr marL="342900" indent="-342900" algn="just">
              <a:buFont typeface="Arial" pitchFamily="34" charset="0"/>
              <a:buChar char="•"/>
            </a:pPr>
            <a:r>
              <a:rPr lang="en-US" dirty="0" smtClean="0">
                <a:solidFill>
                  <a:srgbClr val="FF0000"/>
                </a:solidFill>
                <a:latin typeface="Palatino Linotype" pitchFamily="18" charset="0"/>
              </a:rPr>
              <a:t>These two calculations produce identical </a:t>
            </a:r>
            <a:r>
              <a:rPr lang="en-US" dirty="0">
                <a:solidFill>
                  <a:srgbClr val="FF0000"/>
                </a:solidFill>
                <a:latin typeface="Palatino Linotype" pitchFamily="18" charset="0"/>
              </a:rPr>
              <a:t>results:</a:t>
            </a:r>
          </a:p>
          <a:p>
            <a:pPr algn="just">
              <a:lnSpc>
                <a:spcPct val="90000"/>
              </a:lnSpc>
              <a:spcBef>
                <a:spcPts val="700"/>
              </a:spcBef>
              <a:buClr>
                <a:srgbClr val="5FAFFF"/>
              </a:buClr>
              <a:buSzPct val="80000"/>
              <a:buFont typeface="Wingdings" charset="2"/>
              <a:buNone/>
              <a:defRPr/>
            </a:pPr>
            <a:endParaRPr lang="en-US" sz="2800" dirty="0" smtClean="0">
              <a:solidFill>
                <a:schemeClr val="tx1"/>
              </a:solidFill>
              <a:latin typeface="Palatino Linotype" pitchFamily="18" charset="0"/>
            </a:endParaRPr>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76400" y="4038600"/>
            <a:ext cx="6019800" cy="2514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976568697"/>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26769" y="228600"/>
            <a:ext cx="8617231" cy="5632311"/>
          </a:xfrm>
          <a:prstGeom prst="rect">
            <a:avLst/>
          </a:prstGeom>
          <a:noFill/>
        </p:spPr>
        <p:txBody>
          <a:bodyPr wrap="square" rtlCol="0">
            <a:spAutoFit/>
          </a:bodyPr>
          <a:lstStyle/>
          <a:p>
            <a:pPr algn="just">
              <a:lnSpc>
                <a:spcPct val="150000"/>
              </a:lnSpc>
              <a:buFont typeface="Arial" pitchFamily="34" charset="0"/>
              <a:buChar char="•"/>
            </a:pPr>
            <a:r>
              <a:rPr lang="en-US" sz="2400" dirty="0" smtClean="0"/>
              <a:t>  The </a:t>
            </a:r>
            <a:r>
              <a:rPr lang="en-US" sz="2400" dirty="0"/>
              <a:t>result is that the </a:t>
            </a:r>
            <a:r>
              <a:rPr lang="en-US" sz="2400" dirty="0">
                <a:solidFill>
                  <a:srgbClr val="FF0000"/>
                </a:solidFill>
              </a:rPr>
              <a:t>two sides have exchanged a secret value. </a:t>
            </a:r>
            <a:endParaRPr lang="en-US" sz="2400" dirty="0" smtClean="0">
              <a:solidFill>
                <a:srgbClr val="FF0000"/>
              </a:solidFill>
            </a:endParaRPr>
          </a:p>
          <a:p>
            <a:pPr algn="just">
              <a:lnSpc>
                <a:spcPct val="150000"/>
              </a:lnSpc>
              <a:buFont typeface="Arial" pitchFamily="34" charset="0"/>
              <a:buChar char="•"/>
            </a:pPr>
            <a:r>
              <a:rPr lang="en-US" sz="2400" dirty="0" smtClean="0"/>
              <a:t>  Now </a:t>
            </a:r>
            <a:r>
              <a:rPr lang="en-US" sz="2400" dirty="0"/>
              <a:t>consider an adversary </a:t>
            </a:r>
            <a:r>
              <a:rPr lang="en-US" sz="2400" dirty="0" smtClean="0"/>
              <a:t>who can </a:t>
            </a:r>
            <a:r>
              <a:rPr lang="en-US" sz="2400" dirty="0"/>
              <a:t>observe the key exchange </a:t>
            </a:r>
            <a:endParaRPr lang="en-US" sz="2400" dirty="0" smtClean="0"/>
          </a:p>
          <a:p>
            <a:pPr algn="just">
              <a:lnSpc>
                <a:spcPct val="150000"/>
              </a:lnSpc>
            </a:pPr>
            <a:r>
              <a:rPr lang="en-US" sz="2400" dirty="0" smtClean="0"/>
              <a:t>    and </a:t>
            </a:r>
            <a:r>
              <a:rPr lang="en-US" sz="2400" dirty="0"/>
              <a:t>wishes </a:t>
            </a:r>
            <a:r>
              <a:rPr lang="en-US" sz="2400" dirty="0" smtClean="0"/>
              <a:t>to determine </a:t>
            </a:r>
            <a:r>
              <a:rPr lang="en-US" sz="2400" dirty="0"/>
              <a:t>the secret key </a:t>
            </a:r>
            <a:r>
              <a:rPr lang="en-US" sz="2400" i="1" dirty="0"/>
              <a:t>K. </a:t>
            </a:r>
            <a:endParaRPr lang="en-US" sz="2400" i="1" dirty="0" smtClean="0"/>
          </a:p>
          <a:p>
            <a:pPr algn="just">
              <a:lnSpc>
                <a:spcPct val="150000"/>
              </a:lnSpc>
              <a:buFont typeface="Arial" pitchFamily="34" charset="0"/>
              <a:buChar char="•"/>
            </a:pPr>
            <a:r>
              <a:rPr lang="en-US" sz="2400" i="1" dirty="0" smtClean="0"/>
              <a:t>   Because X</a:t>
            </a:r>
            <a:r>
              <a:rPr lang="en-US" sz="2400" i="1" baseline="-25000" dirty="0" smtClean="0"/>
              <a:t>A</a:t>
            </a:r>
            <a:r>
              <a:rPr lang="en-US" sz="2400" i="1" dirty="0" smtClean="0"/>
              <a:t> </a:t>
            </a:r>
            <a:r>
              <a:rPr lang="en-US" sz="2400" i="1" dirty="0"/>
              <a:t>and X</a:t>
            </a:r>
            <a:r>
              <a:rPr lang="en-US" sz="2400" i="1" baseline="-25000" dirty="0"/>
              <a:t>B</a:t>
            </a:r>
            <a:r>
              <a:rPr lang="en-US" sz="2400" i="1" dirty="0"/>
              <a:t> are private, </a:t>
            </a:r>
            <a:r>
              <a:rPr lang="en-US" sz="2400" i="1" dirty="0">
                <a:solidFill>
                  <a:srgbClr val="FF0000"/>
                </a:solidFill>
              </a:rPr>
              <a:t>an adversary only has the </a:t>
            </a:r>
            <a:r>
              <a:rPr lang="en-US" sz="2400" i="1" dirty="0" smtClean="0">
                <a:solidFill>
                  <a:srgbClr val="FF0000"/>
                </a:solidFill>
              </a:rPr>
              <a:t>     following Ingredients to </a:t>
            </a:r>
            <a:r>
              <a:rPr lang="en-US" sz="2400" i="1" dirty="0">
                <a:solidFill>
                  <a:srgbClr val="FF0000"/>
                </a:solidFill>
              </a:rPr>
              <a:t>work with</a:t>
            </a:r>
            <a:r>
              <a:rPr lang="en-US" sz="2400" i="1" dirty="0" smtClean="0">
                <a:solidFill>
                  <a:srgbClr val="FF0000"/>
                </a:solidFill>
              </a:rPr>
              <a:t>: q</a:t>
            </a:r>
            <a:r>
              <a:rPr lang="en-US" sz="2400" i="1" dirty="0">
                <a:solidFill>
                  <a:srgbClr val="FF0000"/>
                </a:solidFill>
              </a:rPr>
              <a:t>, a, YA, and YB. </a:t>
            </a:r>
            <a:endParaRPr lang="en-US" sz="2400" i="1" dirty="0" smtClean="0">
              <a:solidFill>
                <a:srgbClr val="FF0000"/>
              </a:solidFill>
            </a:endParaRPr>
          </a:p>
          <a:p>
            <a:pPr algn="just">
              <a:lnSpc>
                <a:spcPct val="150000"/>
              </a:lnSpc>
              <a:buFont typeface="Arial" pitchFamily="34" charset="0"/>
              <a:buChar char="•"/>
            </a:pPr>
            <a:r>
              <a:rPr lang="en-US" sz="2400" i="1" dirty="0" smtClean="0"/>
              <a:t>   Thus</a:t>
            </a:r>
            <a:r>
              <a:rPr lang="en-US" sz="2400" i="1" dirty="0"/>
              <a:t>, the adversary is forced to take a </a:t>
            </a:r>
            <a:r>
              <a:rPr lang="en-US" sz="2400" i="1" dirty="0">
                <a:solidFill>
                  <a:srgbClr val="FF0000"/>
                </a:solidFill>
              </a:rPr>
              <a:t>discrete logarithm </a:t>
            </a:r>
            <a:r>
              <a:rPr lang="en-US" sz="2400" i="1" dirty="0"/>
              <a:t>to </a:t>
            </a:r>
            <a:endParaRPr lang="en-US" sz="2400" i="1" dirty="0" smtClean="0"/>
          </a:p>
          <a:p>
            <a:pPr algn="just">
              <a:lnSpc>
                <a:spcPct val="150000"/>
              </a:lnSpc>
            </a:pPr>
            <a:r>
              <a:rPr lang="en-US" sz="2400" i="1" dirty="0" smtClean="0"/>
              <a:t>     determine </a:t>
            </a:r>
            <a:r>
              <a:rPr lang="en-US" sz="2400" dirty="0" smtClean="0"/>
              <a:t>the </a:t>
            </a:r>
            <a:r>
              <a:rPr lang="en-US" sz="2400" dirty="0"/>
              <a:t>key. </a:t>
            </a:r>
            <a:endParaRPr lang="en-US" sz="2400" dirty="0" smtClean="0"/>
          </a:p>
          <a:p>
            <a:pPr algn="just">
              <a:lnSpc>
                <a:spcPct val="150000"/>
              </a:lnSpc>
              <a:buFont typeface="Arial" pitchFamily="34" charset="0"/>
              <a:buChar char="•"/>
            </a:pPr>
            <a:r>
              <a:rPr lang="en-US" sz="2400" dirty="0" smtClean="0"/>
              <a:t>   For </a:t>
            </a:r>
            <a:r>
              <a:rPr lang="en-US" sz="2400" dirty="0"/>
              <a:t>example, to determine the private key of user B, an adversary</a:t>
            </a:r>
          </a:p>
          <a:p>
            <a:pPr algn="just">
              <a:lnSpc>
                <a:spcPct val="150000"/>
              </a:lnSpc>
            </a:pPr>
            <a:r>
              <a:rPr lang="en-US" sz="2400" dirty="0" smtClean="0"/>
              <a:t>     must compute</a:t>
            </a:r>
          </a:p>
          <a:p>
            <a:pPr algn="just">
              <a:lnSpc>
                <a:spcPct val="150000"/>
              </a:lnSpc>
            </a:pPr>
            <a:r>
              <a:rPr lang="en-US" sz="2400" i="1" dirty="0" smtClean="0"/>
              <a:t>			</a:t>
            </a:r>
            <a:r>
              <a:rPr lang="en-US" sz="2400" i="1" dirty="0" smtClean="0">
                <a:solidFill>
                  <a:srgbClr val="FF0000"/>
                </a:solidFill>
              </a:rPr>
              <a:t>XB = </a:t>
            </a:r>
            <a:r>
              <a:rPr lang="en-US" sz="2400" i="1" dirty="0" err="1" smtClean="0">
                <a:solidFill>
                  <a:srgbClr val="FF0000"/>
                </a:solidFill>
              </a:rPr>
              <a:t>dlog</a:t>
            </a:r>
            <a:r>
              <a:rPr lang="en-US" sz="2400" i="1" baseline="-25000" dirty="0" err="1" smtClean="0">
                <a:solidFill>
                  <a:srgbClr val="FF0000"/>
                </a:solidFill>
              </a:rPr>
              <a:t>a,q</a:t>
            </a:r>
            <a:r>
              <a:rPr lang="en-US" sz="2400" i="1" dirty="0" smtClean="0">
                <a:solidFill>
                  <a:srgbClr val="FF0000"/>
                </a:solidFill>
              </a:rPr>
              <a:t>(YB)     </a:t>
            </a:r>
            <a:r>
              <a:rPr lang="en-US" sz="2400" i="1" dirty="0" smtClean="0">
                <a:solidFill>
                  <a:srgbClr val="0070C0"/>
                </a:solidFill>
              </a:rPr>
              <a:t>(</a:t>
            </a:r>
            <a:r>
              <a:rPr lang="en-US" sz="2400" b="1" i="1" dirty="0" smtClean="0">
                <a:solidFill>
                  <a:srgbClr val="0070C0"/>
                </a:solidFill>
              </a:rPr>
              <a:t>Because </a:t>
            </a:r>
            <a:r>
              <a:rPr lang="en-AU" sz="2400" b="1" dirty="0" err="1" smtClean="0">
                <a:solidFill>
                  <a:srgbClr val="0070C0"/>
                </a:solidFill>
                <a:latin typeface="Palatino Linotype" pitchFamily="18" charset="0"/>
              </a:rPr>
              <a:t>y</a:t>
            </a:r>
            <a:r>
              <a:rPr lang="en-AU" sz="2400" b="1" baseline="-25000" dirty="0" err="1" smtClean="0">
                <a:solidFill>
                  <a:srgbClr val="0070C0"/>
                </a:solidFill>
                <a:latin typeface="Palatino Linotype" pitchFamily="18" charset="0"/>
              </a:rPr>
              <a:t>B</a:t>
            </a:r>
            <a:r>
              <a:rPr lang="en-AU" sz="2400" b="1" dirty="0" smtClean="0">
                <a:solidFill>
                  <a:srgbClr val="0070C0"/>
                </a:solidFill>
                <a:latin typeface="Palatino Linotype" pitchFamily="18" charset="0"/>
              </a:rPr>
              <a:t> = </a:t>
            </a:r>
            <a:r>
              <a:rPr lang="el-GR" sz="2400" b="1" dirty="0" smtClean="0">
                <a:solidFill>
                  <a:srgbClr val="0070C0"/>
                </a:solidFill>
                <a:latin typeface="Palatino Linotype" pitchFamily="18" charset="0"/>
              </a:rPr>
              <a:t>α</a:t>
            </a:r>
            <a:r>
              <a:rPr lang="en-AU" sz="2400" b="1" dirty="0" smtClean="0">
                <a:solidFill>
                  <a:srgbClr val="0070C0"/>
                </a:solidFill>
                <a:latin typeface="Palatino Linotype" pitchFamily="18" charset="0"/>
              </a:rPr>
              <a:t> </a:t>
            </a:r>
            <a:r>
              <a:rPr lang="en-AU" sz="2400" b="1" baseline="60000" dirty="0" err="1" smtClean="0">
                <a:solidFill>
                  <a:srgbClr val="0070C0"/>
                </a:solidFill>
                <a:latin typeface="Palatino Linotype" pitchFamily="18" charset="0"/>
              </a:rPr>
              <a:t>x</a:t>
            </a:r>
            <a:r>
              <a:rPr lang="en-AU" sz="2400" b="1" baseline="40000" dirty="0" err="1" smtClean="0">
                <a:solidFill>
                  <a:srgbClr val="0070C0"/>
                </a:solidFill>
                <a:latin typeface="Palatino Linotype" pitchFamily="18" charset="0"/>
              </a:rPr>
              <a:t>B</a:t>
            </a:r>
            <a:r>
              <a:rPr lang="en-AU" sz="2400" b="1" dirty="0" smtClean="0">
                <a:solidFill>
                  <a:srgbClr val="0070C0"/>
                </a:solidFill>
                <a:latin typeface="Palatino Linotype" pitchFamily="18" charset="0"/>
              </a:rPr>
              <a:t> mod q)</a:t>
            </a:r>
            <a:endParaRPr lang="en-US" sz="2400" b="1" dirty="0">
              <a:solidFill>
                <a:srgbClr val="0070C0"/>
              </a:solidFill>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7" name="Text Box 1"/>
          <p:cNvSpPr txBox="1">
            <a:spLocks noChangeArrowheads="1"/>
          </p:cNvSpPr>
          <p:nvPr/>
        </p:nvSpPr>
        <p:spPr bwMode="auto">
          <a:xfrm>
            <a:off x="475343" y="9753"/>
            <a:ext cx="8229600" cy="105704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nchorCtr="1"/>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charset="0"/>
                <a:ea typeface="ＭＳ Ｐゴシック" charset="-128"/>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charset="0"/>
                <a:ea typeface="ＭＳ Ｐゴシック" charset="-128"/>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charset="0"/>
                <a:ea typeface="ＭＳ Ｐゴシック" charset="-128"/>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charset="0"/>
                <a:ea typeface="ＭＳ Ｐゴシック" charset="-128"/>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charset="0"/>
                <a:ea typeface="ＭＳ Ｐゴシック" charset="-128"/>
              </a:defRPr>
            </a:lvl5pPr>
            <a:lvl6pPr marL="2514600" indent="-228600" defTabSz="457200" fontAlgn="base">
              <a:spcBef>
                <a:spcPct val="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charset="0"/>
                <a:ea typeface="ＭＳ Ｐゴシック" charset="-128"/>
              </a:defRPr>
            </a:lvl6pPr>
            <a:lvl7pPr marL="2971800" indent="-228600" defTabSz="457200" fontAlgn="base">
              <a:spcBef>
                <a:spcPct val="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charset="0"/>
                <a:ea typeface="ＭＳ Ｐゴシック" charset="-128"/>
              </a:defRPr>
            </a:lvl7pPr>
            <a:lvl8pPr marL="3429000" indent="-228600" defTabSz="457200" fontAlgn="base">
              <a:spcBef>
                <a:spcPct val="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charset="0"/>
                <a:ea typeface="ＭＳ Ｐゴシック" charset="-128"/>
              </a:defRPr>
            </a:lvl8pPr>
            <a:lvl9pPr marL="3886200" indent="-228600" defTabSz="457200" fontAlgn="base">
              <a:spcBef>
                <a:spcPct val="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charset="0"/>
                <a:ea typeface="ＭＳ Ｐゴシック" charset="-128"/>
              </a:defRPr>
            </a:lvl9pPr>
          </a:lstStyle>
          <a:p>
            <a:pPr algn="ctr">
              <a:buClrTx/>
              <a:buFontTx/>
              <a:buNone/>
              <a:defRPr/>
            </a:pPr>
            <a:r>
              <a:rPr lang="en-AU" sz="4000" b="1" dirty="0" err="1" smtClean="0">
                <a:solidFill>
                  <a:srgbClr val="C00000"/>
                </a:solidFill>
                <a:latin typeface="Palatino Linotype" pitchFamily="18" charset="0"/>
              </a:rPr>
              <a:t>Diffie</a:t>
            </a:r>
            <a:r>
              <a:rPr lang="en-AU" sz="4000" b="1" dirty="0" smtClean="0">
                <a:solidFill>
                  <a:srgbClr val="C00000"/>
                </a:solidFill>
                <a:latin typeface="Palatino Linotype" pitchFamily="18" charset="0"/>
              </a:rPr>
              <a:t>-Hellman Key Exchange (1)</a:t>
            </a:r>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2000" y="914400"/>
            <a:ext cx="7467599" cy="5791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395362755"/>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7" name="Text Box 1"/>
          <p:cNvSpPr txBox="1">
            <a:spLocks noChangeArrowheads="1"/>
          </p:cNvSpPr>
          <p:nvPr/>
        </p:nvSpPr>
        <p:spPr bwMode="auto">
          <a:xfrm>
            <a:off x="457200" y="76200"/>
            <a:ext cx="8229600" cy="11398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nchorCtr="1"/>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charset="0"/>
                <a:ea typeface="ＭＳ Ｐゴシック" charset="-128"/>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charset="0"/>
                <a:ea typeface="ＭＳ Ｐゴシック" charset="-128"/>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charset="0"/>
                <a:ea typeface="ＭＳ Ｐゴシック" charset="-128"/>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charset="0"/>
                <a:ea typeface="ＭＳ Ｐゴシック" charset="-128"/>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charset="0"/>
                <a:ea typeface="ＭＳ Ｐゴシック" charset="-128"/>
              </a:defRPr>
            </a:lvl5pPr>
            <a:lvl6pPr marL="2514600" indent="-228600" defTabSz="457200" fontAlgn="base">
              <a:spcBef>
                <a:spcPct val="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charset="0"/>
                <a:ea typeface="ＭＳ Ｐゴシック" charset="-128"/>
              </a:defRPr>
            </a:lvl6pPr>
            <a:lvl7pPr marL="2971800" indent="-228600" defTabSz="457200" fontAlgn="base">
              <a:spcBef>
                <a:spcPct val="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charset="0"/>
                <a:ea typeface="ＭＳ Ｐゴシック" charset="-128"/>
              </a:defRPr>
            </a:lvl7pPr>
            <a:lvl8pPr marL="3429000" indent="-228600" defTabSz="457200" fontAlgn="base">
              <a:spcBef>
                <a:spcPct val="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charset="0"/>
                <a:ea typeface="ＭＳ Ｐゴシック" charset="-128"/>
              </a:defRPr>
            </a:lvl8pPr>
            <a:lvl9pPr marL="3886200" indent="-228600" defTabSz="457200" fontAlgn="base">
              <a:spcBef>
                <a:spcPct val="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charset="0"/>
                <a:ea typeface="ＭＳ Ｐゴシック" charset="-128"/>
              </a:defRPr>
            </a:lvl9pPr>
          </a:lstStyle>
          <a:p>
            <a:pPr algn="ctr">
              <a:buClrTx/>
              <a:buFontTx/>
              <a:buNone/>
              <a:defRPr/>
            </a:pPr>
            <a:r>
              <a:rPr lang="en-AU" sz="4000" b="1" dirty="0" err="1" smtClean="0">
                <a:solidFill>
                  <a:srgbClr val="C00000"/>
                </a:solidFill>
                <a:latin typeface="Palatino Linotype" pitchFamily="18" charset="0"/>
              </a:rPr>
              <a:t>Diffie</a:t>
            </a:r>
            <a:r>
              <a:rPr lang="en-AU" sz="4000" b="1" dirty="0" smtClean="0">
                <a:solidFill>
                  <a:srgbClr val="C00000"/>
                </a:solidFill>
                <a:latin typeface="Palatino Linotype" pitchFamily="18" charset="0"/>
              </a:rPr>
              <a:t>-Hellman Key Exchange (2)</a:t>
            </a:r>
          </a:p>
        </p:txBody>
      </p:sp>
      <p:sp>
        <p:nvSpPr>
          <p:cNvPr id="14338" name="Text Box 2"/>
          <p:cNvSpPr txBox="1">
            <a:spLocks noChangeArrowheads="1"/>
          </p:cNvSpPr>
          <p:nvPr/>
        </p:nvSpPr>
        <p:spPr bwMode="auto">
          <a:xfrm>
            <a:off x="457200" y="1216025"/>
            <a:ext cx="8229600" cy="46497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marL="338138" indent="-338138">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charset="0"/>
                <a:ea typeface="ＭＳ Ｐゴシック" charset="-128"/>
              </a:defRPr>
            </a:lvl1pPr>
            <a:lvl2pPr>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charset="0"/>
                <a:ea typeface="ＭＳ Ｐゴシック" charset="-128"/>
              </a:defRPr>
            </a:lvl2pPr>
            <a:lvl3pPr>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charset="0"/>
                <a:ea typeface="ＭＳ Ｐゴシック" charset="-128"/>
              </a:defRPr>
            </a:lvl3pPr>
            <a:lvl4pPr>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charset="0"/>
                <a:ea typeface="ＭＳ Ｐゴシック" charset="-128"/>
              </a:defRPr>
            </a:lvl4pPr>
            <a:lvl5pPr>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charset="0"/>
                <a:ea typeface="ＭＳ Ｐゴシック" charset="-128"/>
              </a:defRPr>
            </a:lvl5pPr>
            <a:lvl6pPr marL="2514600" indent="-228600" defTabSz="457200" fontAlgn="base">
              <a:spcBef>
                <a:spcPct val="0"/>
              </a:spcBef>
              <a:spcAft>
                <a:spcPct val="0"/>
              </a:spcAft>
              <a:buClr>
                <a:srgbClr val="000000"/>
              </a:buClr>
              <a:buSzPct val="100000"/>
              <a:buFont typeface="Times New Roman" pitchFamily="16" charset="0"/>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charset="0"/>
                <a:ea typeface="ＭＳ Ｐゴシック" charset="-128"/>
              </a:defRPr>
            </a:lvl6pPr>
            <a:lvl7pPr marL="2971800" indent="-228600" defTabSz="457200" fontAlgn="base">
              <a:spcBef>
                <a:spcPct val="0"/>
              </a:spcBef>
              <a:spcAft>
                <a:spcPct val="0"/>
              </a:spcAft>
              <a:buClr>
                <a:srgbClr val="000000"/>
              </a:buClr>
              <a:buSzPct val="100000"/>
              <a:buFont typeface="Times New Roman" pitchFamily="16" charset="0"/>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charset="0"/>
                <a:ea typeface="ＭＳ Ｐゴシック" charset="-128"/>
              </a:defRPr>
            </a:lvl7pPr>
            <a:lvl8pPr marL="3429000" indent="-228600" defTabSz="457200" fontAlgn="base">
              <a:spcBef>
                <a:spcPct val="0"/>
              </a:spcBef>
              <a:spcAft>
                <a:spcPct val="0"/>
              </a:spcAft>
              <a:buClr>
                <a:srgbClr val="000000"/>
              </a:buClr>
              <a:buSzPct val="100000"/>
              <a:buFont typeface="Times New Roman" pitchFamily="16" charset="0"/>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charset="0"/>
                <a:ea typeface="ＭＳ Ｐゴシック" charset="-128"/>
              </a:defRPr>
            </a:lvl8pPr>
            <a:lvl9pPr marL="3886200" indent="-228600" defTabSz="457200" fontAlgn="base">
              <a:spcBef>
                <a:spcPct val="0"/>
              </a:spcBef>
              <a:spcAft>
                <a:spcPct val="0"/>
              </a:spcAft>
              <a:buClr>
                <a:srgbClr val="000000"/>
              </a:buClr>
              <a:buSzPct val="100000"/>
              <a:buFont typeface="Times New Roman" pitchFamily="16" charset="0"/>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charset="0"/>
                <a:ea typeface="ＭＳ Ｐゴシック" charset="-128"/>
              </a:defRPr>
            </a:lvl9pPr>
          </a:lstStyle>
          <a:p>
            <a:pPr marL="457200" indent="-457200" algn="just">
              <a:lnSpc>
                <a:spcPct val="150000"/>
              </a:lnSpc>
              <a:spcBef>
                <a:spcPts val="700"/>
              </a:spcBef>
              <a:buSzPct val="80000"/>
              <a:buFont typeface="Arial" pitchFamily="34" charset="0"/>
              <a:buChar char="•"/>
              <a:defRPr/>
            </a:pPr>
            <a:r>
              <a:rPr lang="en-AU" sz="2800" dirty="0" smtClean="0">
                <a:solidFill>
                  <a:srgbClr val="FF0000"/>
                </a:solidFill>
                <a:latin typeface="Palatino Linotype" pitchFamily="18" charset="0"/>
              </a:rPr>
              <a:t>K</a:t>
            </a:r>
            <a:r>
              <a:rPr lang="en-AU" sz="2800" baseline="-25000" dirty="0" smtClean="0">
                <a:solidFill>
                  <a:srgbClr val="FF0000"/>
                </a:solidFill>
                <a:latin typeface="Palatino Linotype" pitchFamily="18" charset="0"/>
              </a:rPr>
              <a:t>AB</a:t>
            </a:r>
            <a:r>
              <a:rPr lang="en-AU" sz="2800" dirty="0" smtClean="0">
                <a:solidFill>
                  <a:srgbClr val="FF0000"/>
                </a:solidFill>
                <a:latin typeface="Palatino Linotype" pitchFamily="18" charset="0"/>
              </a:rPr>
              <a:t> is used as session key (or pre-key) between Alice and Bob</a:t>
            </a:r>
          </a:p>
          <a:p>
            <a:pPr marL="457200" indent="-457200" algn="just">
              <a:lnSpc>
                <a:spcPct val="150000"/>
              </a:lnSpc>
              <a:spcBef>
                <a:spcPts val="700"/>
              </a:spcBef>
              <a:buSzPct val="80000"/>
              <a:buFont typeface="Arial" pitchFamily="34" charset="0"/>
              <a:buChar char="•"/>
              <a:defRPr/>
            </a:pPr>
            <a:r>
              <a:rPr lang="en-AU" sz="2800" dirty="0" smtClean="0">
                <a:solidFill>
                  <a:srgbClr val="FF0000"/>
                </a:solidFill>
                <a:latin typeface="Palatino Linotype" pitchFamily="18" charset="0"/>
              </a:rPr>
              <a:t>If Alice and Bob subsequently communicate, they will have the </a:t>
            </a:r>
            <a:r>
              <a:rPr lang="en-AU" sz="2800" b="1" dirty="0" smtClean="0">
                <a:solidFill>
                  <a:srgbClr val="FF0000"/>
                </a:solidFill>
                <a:latin typeface="Palatino Linotype" pitchFamily="18" charset="0"/>
              </a:rPr>
              <a:t>same</a:t>
            </a:r>
            <a:r>
              <a:rPr lang="en-AU" sz="2800" dirty="0" smtClean="0">
                <a:solidFill>
                  <a:srgbClr val="FF0000"/>
                </a:solidFill>
                <a:latin typeface="Palatino Linotype" pitchFamily="18" charset="0"/>
              </a:rPr>
              <a:t> key as before, unless they choose new public-keys  </a:t>
            </a:r>
          </a:p>
          <a:p>
            <a:pPr marL="457200" indent="-457200" algn="just">
              <a:lnSpc>
                <a:spcPct val="150000"/>
              </a:lnSpc>
              <a:spcBef>
                <a:spcPts val="700"/>
              </a:spcBef>
              <a:buSzPct val="80000"/>
              <a:buFont typeface="Arial" pitchFamily="34" charset="0"/>
              <a:buChar char="•"/>
              <a:defRPr/>
            </a:pPr>
            <a:r>
              <a:rPr lang="en-US" sz="2800" dirty="0" smtClean="0">
                <a:solidFill>
                  <a:srgbClr val="FF0000"/>
                </a:solidFill>
                <a:latin typeface="Palatino Linotype" pitchFamily="18" charset="0"/>
              </a:rPr>
              <a:t>Attacker needs a private key </a:t>
            </a:r>
            <a:r>
              <a:rPr lang="en-US" sz="2800" b="1" dirty="0" smtClean="0">
                <a:solidFill>
                  <a:srgbClr val="FF0000"/>
                </a:solidFill>
                <a:latin typeface="Palatino Linotype" pitchFamily="18" charset="0"/>
              </a:rPr>
              <a:t>X</a:t>
            </a:r>
            <a:r>
              <a:rPr lang="en-US" sz="2800" dirty="0" smtClean="0">
                <a:solidFill>
                  <a:srgbClr val="FF0000"/>
                </a:solidFill>
                <a:latin typeface="Palatino Linotype" pitchFamily="18" charset="0"/>
              </a:rPr>
              <a:t>, must solve discrete log base </a:t>
            </a:r>
            <a:r>
              <a:rPr lang="en-US" sz="2800" b="1" dirty="0" smtClean="0">
                <a:solidFill>
                  <a:srgbClr val="FF0000"/>
                </a:solidFill>
                <a:latin typeface="Palatino Linotype" pitchFamily="18" charset="0"/>
              </a:rPr>
              <a:t>a</a:t>
            </a:r>
            <a:r>
              <a:rPr lang="en-US" sz="2800" dirty="0" smtClean="0">
                <a:solidFill>
                  <a:srgbClr val="FF0000"/>
                </a:solidFill>
                <a:latin typeface="Palatino Linotype" pitchFamily="18" charset="0"/>
              </a:rPr>
              <a:t> modulo </a:t>
            </a:r>
            <a:r>
              <a:rPr lang="en-US" sz="2800" b="1" dirty="0" smtClean="0">
                <a:solidFill>
                  <a:srgbClr val="FF0000"/>
                </a:solidFill>
                <a:latin typeface="Palatino Linotype" pitchFamily="18" charset="0"/>
              </a:rPr>
              <a:t>q</a:t>
            </a:r>
            <a:r>
              <a:rPr lang="en-US" sz="2800" dirty="0" smtClean="0">
                <a:solidFill>
                  <a:srgbClr val="FF0000"/>
                </a:solidFill>
                <a:latin typeface="Palatino Linotype" pitchFamily="18" charset="0"/>
              </a:rPr>
              <a:t> to get it</a:t>
            </a:r>
          </a:p>
        </p:txBody>
      </p:sp>
    </p:spTree>
    <p:extLst>
      <p:ext uri="{BB962C8B-B14F-4D97-AF65-F5344CB8AC3E}">
        <p14:creationId xmlns:p14="http://schemas.microsoft.com/office/powerpoint/2010/main" val="2241701492"/>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Text Box 1"/>
          <p:cNvSpPr txBox="1">
            <a:spLocks noChangeArrowheads="1"/>
          </p:cNvSpPr>
          <p:nvPr/>
        </p:nvSpPr>
        <p:spPr bwMode="auto">
          <a:xfrm>
            <a:off x="457200" y="277813"/>
            <a:ext cx="8229600" cy="11398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nchorCtr="1"/>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charset="0"/>
                <a:ea typeface="ＭＳ Ｐゴシック" charset="-128"/>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charset="0"/>
                <a:ea typeface="ＭＳ Ｐゴシック" charset="-128"/>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charset="0"/>
                <a:ea typeface="ＭＳ Ｐゴシック" charset="-128"/>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charset="0"/>
                <a:ea typeface="ＭＳ Ｐゴシック" charset="-128"/>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charset="0"/>
                <a:ea typeface="ＭＳ Ｐゴシック" charset="-128"/>
              </a:defRPr>
            </a:lvl5pPr>
            <a:lvl6pPr marL="2514600" indent="-228600" defTabSz="457200" fontAlgn="base">
              <a:spcBef>
                <a:spcPct val="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charset="0"/>
                <a:ea typeface="ＭＳ Ｐゴシック" charset="-128"/>
              </a:defRPr>
            </a:lvl6pPr>
            <a:lvl7pPr marL="2971800" indent="-228600" defTabSz="457200" fontAlgn="base">
              <a:spcBef>
                <a:spcPct val="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charset="0"/>
                <a:ea typeface="ＭＳ Ｐゴシック" charset="-128"/>
              </a:defRPr>
            </a:lvl7pPr>
            <a:lvl8pPr marL="3429000" indent="-228600" defTabSz="457200" fontAlgn="base">
              <a:spcBef>
                <a:spcPct val="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charset="0"/>
                <a:ea typeface="ＭＳ Ｐゴシック" charset="-128"/>
              </a:defRPr>
            </a:lvl8pPr>
            <a:lvl9pPr marL="3886200" indent="-228600" defTabSz="457200" fontAlgn="base">
              <a:spcBef>
                <a:spcPct val="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charset="0"/>
                <a:ea typeface="ＭＳ Ｐゴシック" charset="-128"/>
              </a:defRPr>
            </a:lvl9pPr>
          </a:lstStyle>
          <a:p>
            <a:pPr algn="ctr">
              <a:buClrTx/>
              <a:buFontTx/>
              <a:buNone/>
              <a:defRPr/>
            </a:pPr>
            <a:r>
              <a:rPr lang="en-AU" sz="4000" b="1" dirty="0" err="1" smtClean="0">
                <a:solidFill>
                  <a:srgbClr val="C00000"/>
                </a:solidFill>
                <a:latin typeface="Palatino Linotype" pitchFamily="18" charset="0"/>
              </a:rPr>
              <a:t>Diffie</a:t>
            </a:r>
            <a:r>
              <a:rPr lang="en-AU" sz="4000" b="1" dirty="0" smtClean="0">
                <a:solidFill>
                  <a:srgbClr val="C00000"/>
                </a:solidFill>
                <a:latin typeface="Palatino Linotype" pitchFamily="18" charset="0"/>
              </a:rPr>
              <a:t>-Hellman Example </a:t>
            </a:r>
          </a:p>
        </p:txBody>
      </p:sp>
      <p:sp>
        <p:nvSpPr>
          <p:cNvPr id="15362" name="Text Box 2"/>
          <p:cNvSpPr txBox="1">
            <a:spLocks noChangeArrowheads="1"/>
          </p:cNvSpPr>
          <p:nvPr/>
        </p:nvSpPr>
        <p:spPr bwMode="auto">
          <a:xfrm>
            <a:off x="457200" y="1389063"/>
            <a:ext cx="8229600" cy="5219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marL="338138" indent="-338138">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charset="0"/>
                <a:ea typeface="ＭＳ Ｐゴシック" charset="-128"/>
              </a:defRPr>
            </a:lvl1pPr>
            <a:lvl2pPr marL="738188" indent="-280988">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charset="0"/>
                <a:ea typeface="ＭＳ Ｐゴシック" charset="-128"/>
              </a:defRPr>
            </a:lvl2pPr>
            <a:lvl3pPr>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charset="0"/>
                <a:ea typeface="ＭＳ Ｐゴシック" charset="-128"/>
              </a:defRPr>
            </a:lvl3pPr>
            <a:lvl4pPr>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charset="0"/>
                <a:ea typeface="ＭＳ Ｐゴシック" charset="-128"/>
              </a:defRPr>
            </a:lvl4pPr>
            <a:lvl5pPr>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charset="0"/>
                <a:ea typeface="ＭＳ Ｐゴシック" charset="-128"/>
              </a:defRPr>
            </a:lvl5pPr>
            <a:lvl6pPr marL="2514600" indent="-228600" defTabSz="457200" fontAlgn="base">
              <a:spcBef>
                <a:spcPct val="0"/>
              </a:spcBef>
              <a:spcAft>
                <a:spcPct val="0"/>
              </a:spcAft>
              <a:buClr>
                <a:srgbClr val="000000"/>
              </a:buClr>
              <a:buSzPct val="100000"/>
              <a:buFont typeface="Times New Roman" pitchFamily="16" charset="0"/>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charset="0"/>
                <a:ea typeface="ＭＳ Ｐゴシック" charset="-128"/>
              </a:defRPr>
            </a:lvl6pPr>
            <a:lvl7pPr marL="2971800" indent="-228600" defTabSz="457200" fontAlgn="base">
              <a:spcBef>
                <a:spcPct val="0"/>
              </a:spcBef>
              <a:spcAft>
                <a:spcPct val="0"/>
              </a:spcAft>
              <a:buClr>
                <a:srgbClr val="000000"/>
              </a:buClr>
              <a:buSzPct val="100000"/>
              <a:buFont typeface="Times New Roman" pitchFamily="16" charset="0"/>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charset="0"/>
                <a:ea typeface="ＭＳ Ｐゴシック" charset="-128"/>
              </a:defRPr>
            </a:lvl7pPr>
            <a:lvl8pPr marL="3429000" indent="-228600" defTabSz="457200" fontAlgn="base">
              <a:spcBef>
                <a:spcPct val="0"/>
              </a:spcBef>
              <a:spcAft>
                <a:spcPct val="0"/>
              </a:spcAft>
              <a:buClr>
                <a:srgbClr val="000000"/>
              </a:buClr>
              <a:buSzPct val="100000"/>
              <a:buFont typeface="Times New Roman" pitchFamily="16" charset="0"/>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charset="0"/>
                <a:ea typeface="ＭＳ Ｐゴシック" charset="-128"/>
              </a:defRPr>
            </a:lvl8pPr>
            <a:lvl9pPr marL="3886200" indent="-228600" defTabSz="457200" fontAlgn="base">
              <a:spcBef>
                <a:spcPct val="0"/>
              </a:spcBef>
              <a:spcAft>
                <a:spcPct val="0"/>
              </a:spcAft>
              <a:buClr>
                <a:srgbClr val="000000"/>
              </a:buClr>
              <a:buSzPct val="100000"/>
              <a:buFont typeface="Times New Roman" pitchFamily="16" charset="0"/>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charset="0"/>
                <a:ea typeface="ＭＳ Ｐゴシック" charset="-128"/>
              </a:defRPr>
            </a:lvl9pPr>
          </a:lstStyle>
          <a:p>
            <a:pPr marL="457200" indent="-457200">
              <a:lnSpc>
                <a:spcPct val="90000"/>
              </a:lnSpc>
              <a:spcBef>
                <a:spcPts val="700"/>
              </a:spcBef>
              <a:buSzPct val="80000"/>
              <a:buFont typeface="Arial" pitchFamily="34" charset="0"/>
              <a:buChar char="•"/>
              <a:defRPr/>
            </a:pPr>
            <a:r>
              <a:rPr lang="en-US" sz="2800" dirty="0" smtClean="0">
                <a:solidFill>
                  <a:schemeClr val="tx1"/>
                </a:solidFill>
                <a:latin typeface="Palatino Linotype" pitchFamily="18" charset="0"/>
              </a:rPr>
              <a:t>Users </a:t>
            </a:r>
            <a:r>
              <a:rPr lang="en-US" sz="2800" dirty="0" smtClean="0">
                <a:solidFill>
                  <a:srgbClr val="FF0000"/>
                </a:solidFill>
                <a:latin typeface="Palatino Linotype" pitchFamily="18" charset="0"/>
              </a:rPr>
              <a:t>Alice</a:t>
            </a:r>
            <a:r>
              <a:rPr lang="en-US" sz="2800" dirty="0" smtClean="0">
                <a:solidFill>
                  <a:schemeClr val="tx1"/>
                </a:solidFill>
                <a:latin typeface="Palatino Linotype" pitchFamily="18" charset="0"/>
              </a:rPr>
              <a:t> &amp; </a:t>
            </a:r>
            <a:r>
              <a:rPr lang="en-US" sz="2800" dirty="0" smtClean="0">
                <a:solidFill>
                  <a:srgbClr val="000099"/>
                </a:solidFill>
                <a:latin typeface="Palatino Linotype" pitchFamily="18" charset="0"/>
              </a:rPr>
              <a:t>Bob</a:t>
            </a:r>
            <a:r>
              <a:rPr lang="en-US" sz="2800" dirty="0" smtClean="0">
                <a:solidFill>
                  <a:schemeClr val="tx1"/>
                </a:solidFill>
                <a:latin typeface="Palatino Linotype" pitchFamily="18" charset="0"/>
              </a:rPr>
              <a:t> who wish to swap keys:</a:t>
            </a:r>
          </a:p>
          <a:p>
            <a:pPr marL="457200" indent="-457200">
              <a:lnSpc>
                <a:spcPct val="90000"/>
              </a:lnSpc>
              <a:spcBef>
                <a:spcPts val="700"/>
              </a:spcBef>
              <a:buSzPct val="80000"/>
              <a:buFont typeface="Arial" pitchFamily="34" charset="0"/>
              <a:buChar char="•"/>
              <a:defRPr/>
            </a:pPr>
            <a:r>
              <a:rPr lang="en-US" sz="2800" dirty="0">
                <a:solidFill>
                  <a:schemeClr val="tx1"/>
                </a:solidFill>
                <a:latin typeface="Palatino Linotype" pitchFamily="18" charset="0"/>
              </a:rPr>
              <a:t>A</a:t>
            </a:r>
            <a:r>
              <a:rPr lang="en-US" sz="2800" dirty="0" smtClean="0">
                <a:solidFill>
                  <a:schemeClr val="tx1"/>
                </a:solidFill>
                <a:latin typeface="Palatino Linotype" pitchFamily="18" charset="0"/>
              </a:rPr>
              <a:t>gree on prime </a:t>
            </a:r>
            <a:r>
              <a:rPr lang="en-US" sz="2800" b="1" dirty="0" smtClean="0">
                <a:solidFill>
                  <a:schemeClr val="tx1"/>
                </a:solidFill>
                <a:latin typeface="Palatino Linotype" pitchFamily="18" charset="0"/>
              </a:rPr>
              <a:t>q = 353</a:t>
            </a:r>
            <a:r>
              <a:rPr lang="en-US" sz="2800" dirty="0" smtClean="0">
                <a:solidFill>
                  <a:schemeClr val="tx1"/>
                </a:solidFill>
                <a:latin typeface="Palatino Linotype" pitchFamily="18" charset="0"/>
              </a:rPr>
              <a:t> and </a:t>
            </a:r>
            <a:r>
              <a:rPr lang="el-GR" sz="2800" b="1" dirty="0" smtClean="0">
                <a:solidFill>
                  <a:schemeClr val="tx1"/>
                </a:solidFill>
                <a:latin typeface="Palatino Linotype" pitchFamily="18" charset="0"/>
                <a:cs typeface="Arial" charset="0"/>
              </a:rPr>
              <a:t>α</a:t>
            </a:r>
            <a:r>
              <a:rPr lang="en-US" sz="2800" b="1" dirty="0" smtClean="0">
                <a:solidFill>
                  <a:schemeClr val="tx1"/>
                </a:solidFill>
                <a:latin typeface="Palatino Linotype" pitchFamily="18" charset="0"/>
                <a:cs typeface="Arial" charset="0"/>
              </a:rPr>
              <a:t> = 3</a:t>
            </a:r>
          </a:p>
          <a:p>
            <a:pPr marL="457200" indent="-457200">
              <a:lnSpc>
                <a:spcPct val="90000"/>
              </a:lnSpc>
              <a:spcBef>
                <a:spcPts val="700"/>
              </a:spcBef>
              <a:buSzPct val="80000"/>
              <a:buFont typeface="Arial" pitchFamily="34" charset="0"/>
              <a:buChar char="•"/>
              <a:defRPr/>
            </a:pPr>
            <a:r>
              <a:rPr lang="en-US" sz="2800" dirty="0">
                <a:solidFill>
                  <a:schemeClr val="tx1"/>
                </a:solidFill>
                <a:latin typeface="Palatino Linotype" pitchFamily="18" charset="0"/>
              </a:rPr>
              <a:t>S</a:t>
            </a:r>
            <a:r>
              <a:rPr lang="en-US" sz="2800" dirty="0" smtClean="0">
                <a:solidFill>
                  <a:schemeClr val="tx1"/>
                </a:solidFill>
                <a:latin typeface="Palatino Linotype" pitchFamily="18" charset="0"/>
              </a:rPr>
              <a:t>elect random private keys:</a:t>
            </a:r>
          </a:p>
          <a:p>
            <a:pPr marL="800100" lvl="1" indent="-342900">
              <a:lnSpc>
                <a:spcPct val="90000"/>
              </a:lnSpc>
              <a:spcBef>
                <a:spcPts val="600"/>
              </a:spcBef>
              <a:buSzPct val="50000"/>
              <a:buFont typeface="Arial" pitchFamily="34" charset="0"/>
              <a:buChar char="•"/>
              <a:defRPr/>
            </a:pPr>
            <a:r>
              <a:rPr lang="en-AU" dirty="0" smtClean="0">
                <a:solidFill>
                  <a:srgbClr val="FF0000"/>
                </a:solidFill>
                <a:latin typeface="Palatino Linotype" pitchFamily="18" charset="0"/>
              </a:rPr>
              <a:t>Alice</a:t>
            </a:r>
            <a:r>
              <a:rPr lang="en-AU" dirty="0" smtClean="0">
                <a:solidFill>
                  <a:schemeClr val="tx1"/>
                </a:solidFill>
                <a:latin typeface="Palatino Linotype" pitchFamily="18" charset="0"/>
              </a:rPr>
              <a:t> chooses X</a:t>
            </a:r>
            <a:r>
              <a:rPr lang="en-AU" b="1" baseline="-25000" dirty="0" smtClean="0">
                <a:solidFill>
                  <a:schemeClr val="tx1"/>
                </a:solidFill>
                <a:latin typeface="Palatino Linotype" pitchFamily="18" charset="0"/>
              </a:rPr>
              <a:t>A</a:t>
            </a:r>
            <a:r>
              <a:rPr lang="en-AU" b="1" dirty="0" smtClean="0">
                <a:solidFill>
                  <a:schemeClr val="tx1"/>
                </a:solidFill>
                <a:latin typeface="Palatino Linotype" pitchFamily="18" charset="0"/>
              </a:rPr>
              <a:t>= 97</a:t>
            </a:r>
            <a:r>
              <a:rPr lang="en-AU" dirty="0" smtClean="0">
                <a:solidFill>
                  <a:schemeClr val="tx1"/>
                </a:solidFill>
                <a:latin typeface="Palatino Linotype" pitchFamily="18" charset="0"/>
              </a:rPr>
              <a:t>, </a:t>
            </a:r>
            <a:r>
              <a:rPr lang="en-AU" dirty="0" smtClean="0">
                <a:solidFill>
                  <a:srgbClr val="000099"/>
                </a:solidFill>
                <a:latin typeface="Palatino Linotype" pitchFamily="18" charset="0"/>
              </a:rPr>
              <a:t>Bob</a:t>
            </a:r>
            <a:r>
              <a:rPr lang="en-AU" dirty="0" smtClean="0">
                <a:solidFill>
                  <a:schemeClr val="tx1"/>
                </a:solidFill>
                <a:latin typeface="Palatino Linotype" pitchFamily="18" charset="0"/>
              </a:rPr>
              <a:t> chooses </a:t>
            </a:r>
            <a:r>
              <a:rPr lang="en-AU" b="1" dirty="0" smtClean="0">
                <a:solidFill>
                  <a:schemeClr val="tx1"/>
                </a:solidFill>
                <a:latin typeface="Palatino Linotype" pitchFamily="18" charset="0"/>
              </a:rPr>
              <a:t>X</a:t>
            </a:r>
            <a:r>
              <a:rPr lang="en-AU" b="1" baseline="-25000" dirty="0" smtClean="0">
                <a:solidFill>
                  <a:schemeClr val="tx1"/>
                </a:solidFill>
                <a:latin typeface="Palatino Linotype" pitchFamily="18" charset="0"/>
              </a:rPr>
              <a:t>B </a:t>
            </a:r>
            <a:r>
              <a:rPr lang="en-AU" b="1" dirty="0" smtClean="0">
                <a:solidFill>
                  <a:schemeClr val="tx1"/>
                </a:solidFill>
                <a:latin typeface="Palatino Linotype" pitchFamily="18" charset="0"/>
              </a:rPr>
              <a:t>= 233</a:t>
            </a:r>
          </a:p>
          <a:p>
            <a:pPr marL="800100" lvl="1" indent="-342900">
              <a:lnSpc>
                <a:spcPct val="90000"/>
              </a:lnSpc>
              <a:spcBef>
                <a:spcPts val="600"/>
              </a:spcBef>
              <a:buSzPct val="50000"/>
              <a:buFont typeface="Arial" pitchFamily="34" charset="0"/>
              <a:buChar char="•"/>
              <a:defRPr/>
            </a:pPr>
            <a:endParaRPr lang="en-AU" b="1" dirty="0" smtClean="0">
              <a:solidFill>
                <a:schemeClr val="tx1"/>
              </a:solidFill>
              <a:latin typeface="Palatino Linotype" pitchFamily="18" charset="0"/>
            </a:endParaRPr>
          </a:p>
          <a:p>
            <a:pPr marL="457200" indent="-457200">
              <a:lnSpc>
                <a:spcPct val="90000"/>
              </a:lnSpc>
              <a:spcBef>
                <a:spcPts val="700"/>
              </a:spcBef>
              <a:buSzPct val="80000"/>
              <a:buFont typeface="Arial" pitchFamily="34" charset="0"/>
              <a:buChar char="•"/>
              <a:defRPr/>
            </a:pPr>
            <a:r>
              <a:rPr lang="en-US" sz="2800" dirty="0">
                <a:solidFill>
                  <a:schemeClr val="tx1"/>
                </a:solidFill>
                <a:latin typeface="Palatino Linotype" pitchFamily="18" charset="0"/>
              </a:rPr>
              <a:t>C</a:t>
            </a:r>
            <a:r>
              <a:rPr lang="en-US" sz="2800" dirty="0" smtClean="0">
                <a:solidFill>
                  <a:schemeClr val="tx1"/>
                </a:solidFill>
                <a:latin typeface="Palatino Linotype" pitchFamily="18" charset="0"/>
              </a:rPr>
              <a:t>ompute respective public keys:</a:t>
            </a:r>
          </a:p>
          <a:p>
            <a:pPr marL="800100" lvl="1" indent="-342900">
              <a:lnSpc>
                <a:spcPct val="90000"/>
              </a:lnSpc>
              <a:spcBef>
                <a:spcPts val="600"/>
              </a:spcBef>
              <a:buSzPct val="50000"/>
              <a:buFont typeface="Arial" pitchFamily="34" charset="0"/>
              <a:buChar char="•"/>
              <a:defRPr/>
            </a:pPr>
            <a:r>
              <a:rPr lang="en-AU" b="1" dirty="0" smtClean="0">
                <a:solidFill>
                  <a:schemeClr val="tx1"/>
                </a:solidFill>
                <a:latin typeface="Palatino Linotype" pitchFamily="18" charset="0"/>
              </a:rPr>
              <a:t>Y</a:t>
            </a:r>
            <a:r>
              <a:rPr lang="en-AU" b="1" baseline="-25000" dirty="0" smtClean="0">
                <a:solidFill>
                  <a:schemeClr val="tx1"/>
                </a:solidFill>
                <a:latin typeface="Palatino Linotype" pitchFamily="18" charset="0"/>
              </a:rPr>
              <a:t>A </a:t>
            </a:r>
            <a:r>
              <a:rPr lang="en-AU" b="1" dirty="0" smtClean="0">
                <a:solidFill>
                  <a:schemeClr val="tx1"/>
                </a:solidFill>
                <a:latin typeface="Palatino Linotype" pitchFamily="18" charset="0"/>
              </a:rPr>
              <a:t>= </a:t>
            </a:r>
            <a:r>
              <a:rPr lang="en-US" b="1" dirty="0" smtClean="0">
                <a:solidFill>
                  <a:schemeClr val="tx1"/>
                </a:solidFill>
                <a:latin typeface="Palatino Linotype" pitchFamily="18" charset="0"/>
                <a:cs typeface="Arial" charset="0"/>
              </a:rPr>
              <a:t>3</a:t>
            </a:r>
            <a:r>
              <a:rPr lang="en-AU" b="1" baseline="60000" dirty="0" smtClean="0">
                <a:solidFill>
                  <a:schemeClr val="tx1"/>
                </a:solidFill>
                <a:latin typeface="Palatino Linotype" pitchFamily="18" charset="0"/>
              </a:rPr>
              <a:t>97 </a:t>
            </a:r>
            <a:r>
              <a:rPr lang="en-AU" b="1" dirty="0" smtClean="0">
                <a:solidFill>
                  <a:schemeClr val="tx1"/>
                </a:solidFill>
                <a:latin typeface="Palatino Linotype" pitchFamily="18" charset="0"/>
              </a:rPr>
              <a:t> mod 353 = 40 </a:t>
            </a:r>
            <a:r>
              <a:rPr lang="en-AU" dirty="0" smtClean="0">
                <a:solidFill>
                  <a:schemeClr val="tx1"/>
                </a:solidFill>
                <a:latin typeface="Palatino Linotype" pitchFamily="18" charset="0"/>
              </a:rPr>
              <a:t>	(</a:t>
            </a:r>
            <a:r>
              <a:rPr lang="en-AU" dirty="0" smtClean="0">
                <a:solidFill>
                  <a:srgbClr val="FF0000"/>
                </a:solidFill>
                <a:latin typeface="Palatino Linotype" pitchFamily="18" charset="0"/>
              </a:rPr>
              <a:t>Alice</a:t>
            </a:r>
            <a:r>
              <a:rPr lang="en-AU" dirty="0" smtClean="0">
                <a:solidFill>
                  <a:schemeClr val="tx1"/>
                </a:solidFill>
                <a:latin typeface="Palatino Linotype" pitchFamily="18" charset="0"/>
              </a:rPr>
              <a:t>)</a:t>
            </a:r>
          </a:p>
          <a:p>
            <a:pPr marL="800100" lvl="1" indent="-342900">
              <a:lnSpc>
                <a:spcPct val="90000"/>
              </a:lnSpc>
              <a:spcBef>
                <a:spcPts val="600"/>
              </a:spcBef>
              <a:buSzPct val="50000"/>
              <a:buFont typeface="Arial" pitchFamily="34" charset="0"/>
              <a:buChar char="•"/>
              <a:defRPr/>
            </a:pPr>
            <a:r>
              <a:rPr lang="en-AU" b="1" dirty="0" smtClean="0">
                <a:solidFill>
                  <a:schemeClr val="tx1"/>
                </a:solidFill>
                <a:latin typeface="Palatino Linotype" pitchFamily="18" charset="0"/>
              </a:rPr>
              <a:t>Y</a:t>
            </a:r>
            <a:r>
              <a:rPr lang="en-AU" b="1" baseline="-25000" dirty="0" smtClean="0">
                <a:solidFill>
                  <a:schemeClr val="tx1"/>
                </a:solidFill>
                <a:latin typeface="Palatino Linotype" pitchFamily="18" charset="0"/>
              </a:rPr>
              <a:t>B </a:t>
            </a:r>
            <a:r>
              <a:rPr lang="en-AU" b="1" dirty="0" smtClean="0">
                <a:solidFill>
                  <a:schemeClr val="tx1"/>
                </a:solidFill>
                <a:latin typeface="Palatino Linotype" pitchFamily="18" charset="0"/>
              </a:rPr>
              <a:t>= </a:t>
            </a:r>
            <a:r>
              <a:rPr lang="en-US" b="1" dirty="0" smtClean="0">
                <a:solidFill>
                  <a:schemeClr val="tx1"/>
                </a:solidFill>
                <a:latin typeface="Palatino Linotype" pitchFamily="18" charset="0"/>
                <a:cs typeface="Arial" charset="0"/>
              </a:rPr>
              <a:t>3</a:t>
            </a:r>
            <a:r>
              <a:rPr lang="en-AU" b="1" baseline="60000" dirty="0" smtClean="0">
                <a:solidFill>
                  <a:schemeClr val="tx1"/>
                </a:solidFill>
                <a:latin typeface="Palatino Linotype" pitchFamily="18" charset="0"/>
              </a:rPr>
              <a:t>233</a:t>
            </a:r>
            <a:r>
              <a:rPr lang="en-AU" b="1" dirty="0" smtClean="0">
                <a:solidFill>
                  <a:schemeClr val="tx1"/>
                </a:solidFill>
                <a:latin typeface="Palatino Linotype" pitchFamily="18" charset="0"/>
              </a:rPr>
              <a:t> mod 353 = 248</a:t>
            </a:r>
            <a:r>
              <a:rPr lang="en-AU" dirty="0" smtClean="0">
                <a:solidFill>
                  <a:schemeClr val="tx1"/>
                </a:solidFill>
                <a:latin typeface="Palatino Linotype" pitchFamily="18" charset="0"/>
              </a:rPr>
              <a:t>	(</a:t>
            </a:r>
            <a:r>
              <a:rPr lang="en-AU" dirty="0" smtClean="0">
                <a:solidFill>
                  <a:srgbClr val="000099"/>
                </a:solidFill>
                <a:latin typeface="Palatino Linotype" pitchFamily="18" charset="0"/>
              </a:rPr>
              <a:t>Bob</a:t>
            </a:r>
            <a:r>
              <a:rPr lang="en-AU" dirty="0" smtClean="0">
                <a:solidFill>
                  <a:schemeClr val="tx1"/>
                </a:solidFill>
                <a:latin typeface="Palatino Linotype" pitchFamily="18" charset="0"/>
              </a:rPr>
              <a:t>)</a:t>
            </a:r>
          </a:p>
          <a:p>
            <a:pPr marL="800100" lvl="1" indent="-342900">
              <a:lnSpc>
                <a:spcPct val="90000"/>
              </a:lnSpc>
              <a:spcBef>
                <a:spcPts val="600"/>
              </a:spcBef>
              <a:buSzPct val="50000"/>
              <a:buFont typeface="Arial" pitchFamily="34" charset="0"/>
              <a:buChar char="•"/>
              <a:defRPr/>
            </a:pPr>
            <a:endParaRPr lang="en-AU" dirty="0" smtClean="0">
              <a:solidFill>
                <a:schemeClr val="tx1"/>
              </a:solidFill>
              <a:latin typeface="Palatino Linotype" pitchFamily="18" charset="0"/>
            </a:endParaRPr>
          </a:p>
          <a:p>
            <a:pPr marL="457200" indent="-457200">
              <a:lnSpc>
                <a:spcPct val="90000"/>
              </a:lnSpc>
              <a:spcBef>
                <a:spcPts val="700"/>
              </a:spcBef>
              <a:buSzPct val="80000"/>
              <a:buFont typeface="Arial" pitchFamily="34" charset="0"/>
              <a:buChar char="•"/>
              <a:defRPr/>
            </a:pPr>
            <a:r>
              <a:rPr lang="en-US" sz="2800" dirty="0">
                <a:solidFill>
                  <a:schemeClr val="tx1"/>
                </a:solidFill>
                <a:latin typeface="Palatino Linotype" pitchFamily="18" charset="0"/>
              </a:rPr>
              <a:t>C</a:t>
            </a:r>
            <a:r>
              <a:rPr lang="en-US" sz="2800" dirty="0" smtClean="0">
                <a:solidFill>
                  <a:schemeClr val="tx1"/>
                </a:solidFill>
                <a:latin typeface="Palatino Linotype" pitchFamily="18" charset="0"/>
              </a:rPr>
              <a:t>ompute shared session key as:</a:t>
            </a:r>
          </a:p>
          <a:p>
            <a:pPr marL="800100" lvl="1" indent="-342900">
              <a:lnSpc>
                <a:spcPct val="90000"/>
              </a:lnSpc>
              <a:spcBef>
                <a:spcPts val="600"/>
              </a:spcBef>
              <a:buSzPct val="50000"/>
              <a:buFont typeface="Arial" pitchFamily="34" charset="0"/>
              <a:buChar char="•"/>
              <a:defRPr/>
            </a:pPr>
            <a:r>
              <a:rPr lang="en-AU" b="1" dirty="0" smtClean="0">
                <a:solidFill>
                  <a:schemeClr val="tx1"/>
                </a:solidFill>
                <a:latin typeface="Palatino Linotype" pitchFamily="18" charset="0"/>
              </a:rPr>
              <a:t>K</a:t>
            </a:r>
            <a:r>
              <a:rPr lang="en-AU" b="1" baseline="-25000" dirty="0" smtClean="0">
                <a:solidFill>
                  <a:schemeClr val="tx1"/>
                </a:solidFill>
                <a:latin typeface="Palatino Linotype" pitchFamily="18" charset="0"/>
              </a:rPr>
              <a:t> </a:t>
            </a:r>
            <a:r>
              <a:rPr lang="en-AU" b="1" dirty="0" smtClean="0">
                <a:solidFill>
                  <a:schemeClr val="tx1"/>
                </a:solidFill>
                <a:latin typeface="Palatino Linotype" pitchFamily="18" charset="0"/>
              </a:rPr>
              <a:t>= </a:t>
            </a:r>
            <a:r>
              <a:rPr lang="en-AU" b="1" dirty="0" err="1" smtClean="0">
                <a:solidFill>
                  <a:schemeClr val="tx1"/>
                </a:solidFill>
                <a:latin typeface="Palatino Linotype" pitchFamily="18" charset="0"/>
              </a:rPr>
              <a:t>y</a:t>
            </a:r>
            <a:r>
              <a:rPr lang="en-AU" b="1" baseline="-25000" dirty="0" err="1" smtClean="0">
                <a:solidFill>
                  <a:schemeClr val="tx1"/>
                </a:solidFill>
                <a:latin typeface="Palatino Linotype" pitchFamily="18" charset="0"/>
              </a:rPr>
              <a:t>B</a:t>
            </a:r>
            <a:r>
              <a:rPr lang="en-AU" b="1" baseline="60000" dirty="0" err="1" smtClean="0">
                <a:solidFill>
                  <a:schemeClr val="tx1"/>
                </a:solidFill>
                <a:latin typeface="Palatino Linotype" pitchFamily="18" charset="0"/>
              </a:rPr>
              <a:t>x</a:t>
            </a:r>
            <a:r>
              <a:rPr lang="en-AU" b="1" baseline="40000" dirty="0" err="1" smtClean="0">
                <a:solidFill>
                  <a:schemeClr val="tx1"/>
                </a:solidFill>
                <a:latin typeface="Palatino Linotype" pitchFamily="18" charset="0"/>
              </a:rPr>
              <a:t>A</a:t>
            </a:r>
            <a:r>
              <a:rPr lang="en-AU" b="1" dirty="0" smtClean="0">
                <a:solidFill>
                  <a:schemeClr val="tx1"/>
                </a:solidFill>
                <a:latin typeface="Palatino Linotype" pitchFamily="18" charset="0"/>
              </a:rPr>
              <a:t> mod 353 = </a:t>
            </a:r>
            <a:r>
              <a:rPr lang="en-US" b="1" dirty="0" smtClean="0">
                <a:solidFill>
                  <a:schemeClr val="tx1"/>
                </a:solidFill>
                <a:latin typeface="Palatino Linotype" pitchFamily="18" charset="0"/>
                <a:cs typeface="Arial" charset="0"/>
              </a:rPr>
              <a:t>248</a:t>
            </a:r>
            <a:r>
              <a:rPr lang="en-AU" b="1" baseline="60000" dirty="0" smtClean="0">
                <a:solidFill>
                  <a:schemeClr val="tx1"/>
                </a:solidFill>
                <a:latin typeface="Palatino Linotype" pitchFamily="18" charset="0"/>
                <a:cs typeface="Courier New" charset="0"/>
              </a:rPr>
              <a:t>97</a:t>
            </a:r>
            <a:r>
              <a:rPr lang="en-AU" b="1" dirty="0" smtClean="0">
                <a:solidFill>
                  <a:schemeClr val="tx1"/>
                </a:solidFill>
                <a:latin typeface="Palatino Linotype" pitchFamily="18" charset="0"/>
                <a:cs typeface="Courier New" charset="0"/>
              </a:rPr>
              <a:t> mod 353 </a:t>
            </a:r>
            <a:r>
              <a:rPr lang="en-AU" b="1" dirty="0" smtClean="0">
                <a:solidFill>
                  <a:schemeClr val="tx1"/>
                </a:solidFill>
                <a:latin typeface="Palatino Linotype" pitchFamily="18" charset="0"/>
              </a:rPr>
              <a:t>= 160</a:t>
            </a:r>
            <a:r>
              <a:rPr lang="en-AU" dirty="0" smtClean="0">
                <a:solidFill>
                  <a:schemeClr val="tx1"/>
                </a:solidFill>
                <a:latin typeface="Palatino Linotype" pitchFamily="18" charset="0"/>
              </a:rPr>
              <a:t>	(</a:t>
            </a:r>
            <a:r>
              <a:rPr lang="en-AU" dirty="0" smtClean="0">
                <a:solidFill>
                  <a:srgbClr val="FF0000"/>
                </a:solidFill>
                <a:latin typeface="Palatino Linotype" pitchFamily="18" charset="0"/>
              </a:rPr>
              <a:t>Alice</a:t>
            </a:r>
            <a:r>
              <a:rPr lang="en-AU" dirty="0" smtClean="0">
                <a:solidFill>
                  <a:schemeClr val="tx1"/>
                </a:solidFill>
                <a:latin typeface="Palatino Linotype" pitchFamily="18" charset="0"/>
              </a:rPr>
              <a:t>)</a:t>
            </a:r>
          </a:p>
          <a:p>
            <a:pPr marL="800100" lvl="1" indent="-342900">
              <a:lnSpc>
                <a:spcPct val="90000"/>
              </a:lnSpc>
              <a:spcBef>
                <a:spcPts val="600"/>
              </a:spcBef>
              <a:buSzPct val="50000"/>
              <a:buFont typeface="Arial" pitchFamily="34" charset="0"/>
              <a:buChar char="•"/>
              <a:defRPr/>
            </a:pPr>
            <a:r>
              <a:rPr lang="en-AU" b="1" dirty="0" smtClean="0">
                <a:solidFill>
                  <a:schemeClr val="tx1"/>
                </a:solidFill>
                <a:latin typeface="Palatino Linotype" pitchFamily="18" charset="0"/>
              </a:rPr>
              <a:t>K</a:t>
            </a:r>
            <a:r>
              <a:rPr lang="en-AU" b="1" baseline="-25000" dirty="0" smtClean="0">
                <a:solidFill>
                  <a:schemeClr val="tx1"/>
                </a:solidFill>
                <a:latin typeface="Palatino Linotype" pitchFamily="18" charset="0"/>
              </a:rPr>
              <a:t> </a:t>
            </a:r>
            <a:r>
              <a:rPr lang="en-AU" b="1" dirty="0" smtClean="0">
                <a:solidFill>
                  <a:schemeClr val="tx1"/>
                </a:solidFill>
                <a:latin typeface="Palatino Linotype" pitchFamily="18" charset="0"/>
              </a:rPr>
              <a:t>= </a:t>
            </a:r>
            <a:r>
              <a:rPr lang="en-AU" b="1" dirty="0" err="1" smtClean="0">
                <a:solidFill>
                  <a:schemeClr val="tx1"/>
                </a:solidFill>
                <a:latin typeface="Palatino Linotype" pitchFamily="18" charset="0"/>
              </a:rPr>
              <a:t>y</a:t>
            </a:r>
            <a:r>
              <a:rPr lang="en-AU" b="1" baseline="-25000" dirty="0" err="1" smtClean="0">
                <a:solidFill>
                  <a:schemeClr val="tx1"/>
                </a:solidFill>
                <a:latin typeface="Palatino Linotype" pitchFamily="18" charset="0"/>
              </a:rPr>
              <a:t>A</a:t>
            </a:r>
            <a:r>
              <a:rPr lang="en-AU" b="1" baseline="60000" dirty="0" err="1" smtClean="0">
                <a:solidFill>
                  <a:schemeClr val="tx1"/>
                </a:solidFill>
                <a:latin typeface="Palatino Linotype" pitchFamily="18" charset="0"/>
              </a:rPr>
              <a:t>x</a:t>
            </a:r>
            <a:r>
              <a:rPr lang="en-AU" b="1" baseline="40000" dirty="0" err="1" smtClean="0">
                <a:solidFill>
                  <a:schemeClr val="tx1"/>
                </a:solidFill>
                <a:latin typeface="Palatino Linotype" pitchFamily="18" charset="0"/>
              </a:rPr>
              <a:t>B</a:t>
            </a:r>
            <a:r>
              <a:rPr lang="en-AU" b="1" dirty="0" smtClean="0">
                <a:solidFill>
                  <a:schemeClr val="tx1"/>
                </a:solidFill>
                <a:latin typeface="Palatino Linotype" pitchFamily="18" charset="0"/>
              </a:rPr>
              <a:t> mod 353 = </a:t>
            </a:r>
            <a:r>
              <a:rPr lang="en-US" b="1" dirty="0" smtClean="0">
                <a:solidFill>
                  <a:schemeClr val="tx1"/>
                </a:solidFill>
                <a:latin typeface="Palatino Linotype" pitchFamily="18" charset="0"/>
                <a:cs typeface="Arial" charset="0"/>
              </a:rPr>
              <a:t>40</a:t>
            </a:r>
            <a:r>
              <a:rPr lang="en-AU" b="1" baseline="60000" dirty="0" smtClean="0">
                <a:solidFill>
                  <a:schemeClr val="tx1"/>
                </a:solidFill>
                <a:latin typeface="Palatino Linotype" pitchFamily="18" charset="0"/>
              </a:rPr>
              <a:t>233</a:t>
            </a:r>
            <a:r>
              <a:rPr lang="en-AU" b="1" dirty="0" smtClean="0">
                <a:solidFill>
                  <a:schemeClr val="tx1"/>
                </a:solidFill>
                <a:latin typeface="Palatino Linotype" pitchFamily="18" charset="0"/>
              </a:rPr>
              <a:t> mod 353 = 160	</a:t>
            </a:r>
            <a:r>
              <a:rPr lang="en-AU" dirty="0" smtClean="0">
                <a:solidFill>
                  <a:schemeClr val="tx1"/>
                </a:solidFill>
                <a:latin typeface="Palatino Linotype" pitchFamily="18" charset="0"/>
              </a:rPr>
              <a:t>(</a:t>
            </a:r>
            <a:r>
              <a:rPr lang="en-AU" dirty="0" smtClean="0">
                <a:solidFill>
                  <a:srgbClr val="000099"/>
                </a:solidFill>
                <a:latin typeface="Palatino Linotype" pitchFamily="18" charset="0"/>
              </a:rPr>
              <a:t>Bob</a:t>
            </a:r>
            <a:r>
              <a:rPr lang="en-AU" dirty="0" smtClean="0">
                <a:solidFill>
                  <a:schemeClr val="tx1"/>
                </a:solidFill>
                <a:latin typeface="Palatino Linotype" pitchFamily="18" charset="0"/>
              </a:rPr>
              <a:t>)</a:t>
            </a:r>
          </a:p>
          <a:p>
            <a:pPr marL="801687" lvl="1" indent="-342900">
              <a:lnSpc>
                <a:spcPct val="90000"/>
              </a:lnSpc>
              <a:spcBef>
                <a:spcPts val="600"/>
              </a:spcBef>
              <a:buSzPct val="50000"/>
              <a:buFont typeface="Arial" pitchFamily="34" charset="0"/>
              <a:buChar char="•"/>
              <a:defRPr/>
            </a:pPr>
            <a:endParaRPr lang="en-AU" dirty="0" smtClean="0">
              <a:solidFill>
                <a:schemeClr val="tx1"/>
              </a:solidFill>
              <a:latin typeface="Palatino Linotype" pitchFamily="18" charset="0"/>
            </a:endParaRPr>
          </a:p>
        </p:txBody>
      </p:sp>
    </p:spTree>
    <p:extLst>
      <p:ext uri="{BB962C8B-B14F-4D97-AF65-F5344CB8AC3E}">
        <p14:creationId xmlns:p14="http://schemas.microsoft.com/office/powerpoint/2010/main" val="3806231885"/>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Text Box 1"/>
          <p:cNvSpPr txBox="1">
            <a:spLocks noChangeArrowheads="1"/>
          </p:cNvSpPr>
          <p:nvPr/>
        </p:nvSpPr>
        <p:spPr bwMode="auto">
          <a:xfrm>
            <a:off x="457200" y="152400"/>
            <a:ext cx="8229600" cy="914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nchorCtr="1"/>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charset="0"/>
                <a:ea typeface="ＭＳ Ｐゴシック" charset="-128"/>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charset="0"/>
                <a:ea typeface="ＭＳ Ｐゴシック" charset="-128"/>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charset="0"/>
                <a:ea typeface="ＭＳ Ｐゴシック" charset="-128"/>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charset="0"/>
                <a:ea typeface="ＭＳ Ｐゴシック" charset="-128"/>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charset="0"/>
                <a:ea typeface="ＭＳ Ｐゴシック" charset="-128"/>
              </a:defRPr>
            </a:lvl5pPr>
            <a:lvl6pPr marL="2514600" indent="-228600" defTabSz="457200" fontAlgn="base">
              <a:spcBef>
                <a:spcPct val="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charset="0"/>
                <a:ea typeface="ＭＳ Ｐゴシック" charset="-128"/>
              </a:defRPr>
            </a:lvl6pPr>
            <a:lvl7pPr marL="2971800" indent="-228600" defTabSz="457200" fontAlgn="base">
              <a:spcBef>
                <a:spcPct val="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charset="0"/>
                <a:ea typeface="ＭＳ Ｐゴシック" charset="-128"/>
              </a:defRPr>
            </a:lvl7pPr>
            <a:lvl8pPr marL="3429000" indent="-228600" defTabSz="457200" fontAlgn="base">
              <a:spcBef>
                <a:spcPct val="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charset="0"/>
                <a:ea typeface="ＭＳ Ｐゴシック" charset="-128"/>
              </a:defRPr>
            </a:lvl8pPr>
            <a:lvl9pPr marL="3886200" indent="-228600" defTabSz="457200" fontAlgn="base">
              <a:spcBef>
                <a:spcPct val="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charset="0"/>
                <a:ea typeface="ＭＳ Ｐゴシック" charset="-128"/>
              </a:defRPr>
            </a:lvl9pPr>
          </a:lstStyle>
          <a:p>
            <a:pPr algn="ctr">
              <a:buClrTx/>
              <a:buFontTx/>
              <a:buNone/>
              <a:defRPr/>
            </a:pPr>
            <a:r>
              <a:rPr lang="en-US" sz="4000" b="1" dirty="0" smtClean="0">
                <a:solidFill>
                  <a:srgbClr val="C00000"/>
                </a:solidFill>
                <a:latin typeface="Palatino Linotype" pitchFamily="18" charset="0"/>
              </a:rPr>
              <a:t>Key Exchange Protocols</a:t>
            </a:r>
          </a:p>
        </p:txBody>
      </p:sp>
      <p:sp>
        <p:nvSpPr>
          <p:cNvPr id="16386" name="Text Box 2"/>
          <p:cNvSpPr txBox="1">
            <a:spLocks noChangeArrowheads="1"/>
          </p:cNvSpPr>
          <p:nvPr/>
        </p:nvSpPr>
        <p:spPr bwMode="auto">
          <a:xfrm>
            <a:off x="457200" y="1066800"/>
            <a:ext cx="8229600" cy="4953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marL="338138" indent="-338138">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charset="0"/>
                <a:ea typeface="ＭＳ Ｐゴシック" charset="-128"/>
              </a:defRPr>
            </a:lvl1pPr>
            <a:lvl2pPr>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charset="0"/>
                <a:ea typeface="ＭＳ Ｐゴシック" charset="-128"/>
              </a:defRPr>
            </a:lvl2pPr>
            <a:lvl3pPr>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charset="0"/>
                <a:ea typeface="ＭＳ Ｐゴシック" charset="-128"/>
              </a:defRPr>
            </a:lvl3pPr>
            <a:lvl4pPr>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charset="0"/>
                <a:ea typeface="ＭＳ Ｐゴシック" charset="-128"/>
              </a:defRPr>
            </a:lvl4pPr>
            <a:lvl5pPr>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charset="0"/>
                <a:ea typeface="ＭＳ Ｐゴシック" charset="-128"/>
              </a:defRPr>
            </a:lvl5pPr>
            <a:lvl6pPr marL="2514600" indent="-228600" defTabSz="457200" fontAlgn="base">
              <a:spcBef>
                <a:spcPct val="0"/>
              </a:spcBef>
              <a:spcAft>
                <a:spcPct val="0"/>
              </a:spcAft>
              <a:buClr>
                <a:srgbClr val="000000"/>
              </a:buClr>
              <a:buSzPct val="100000"/>
              <a:buFont typeface="Times New Roman" pitchFamily="16" charset="0"/>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charset="0"/>
                <a:ea typeface="ＭＳ Ｐゴシック" charset="-128"/>
              </a:defRPr>
            </a:lvl6pPr>
            <a:lvl7pPr marL="2971800" indent="-228600" defTabSz="457200" fontAlgn="base">
              <a:spcBef>
                <a:spcPct val="0"/>
              </a:spcBef>
              <a:spcAft>
                <a:spcPct val="0"/>
              </a:spcAft>
              <a:buClr>
                <a:srgbClr val="000000"/>
              </a:buClr>
              <a:buSzPct val="100000"/>
              <a:buFont typeface="Times New Roman" pitchFamily="16" charset="0"/>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charset="0"/>
                <a:ea typeface="ＭＳ Ｐゴシック" charset="-128"/>
              </a:defRPr>
            </a:lvl7pPr>
            <a:lvl8pPr marL="3429000" indent="-228600" defTabSz="457200" fontAlgn="base">
              <a:spcBef>
                <a:spcPct val="0"/>
              </a:spcBef>
              <a:spcAft>
                <a:spcPct val="0"/>
              </a:spcAft>
              <a:buClr>
                <a:srgbClr val="000000"/>
              </a:buClr>
              <a:buSzPct val="100000"/>
              <a:buFont typeface="Times New Roman" pitchFamily="16" charset="0"/>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charset="0"/>
                <a:ea typeface="ＭＳ Ｐゴシック" charset="-128"/>
              </a:defRPr>
            </a:lvl8pPr>
            <a:lvl9pPr marL="3886200" indent="-228600" defTabSz="457200" fontAlgn="base">
              <a:spcBef>
                <a:spcPct val="0"/>
              </a:spcBef>
              <a:spcAft>
                <a:spcPct val="0"/>
              </a:spcAft>
              <a:buClr>
                <a:srgbClr val="000000"/>
              </a:buClr>
              <a:buSzPct val="100000"/>
              <a:buFont typeface="Times New Roman" pitchFamily="16" charset="0"/>
              <a:tabLst>
                <a:tab pos="338138" algn="l"/>
                <a:tab pos="795338" algn="l"/>
                <a:tab pos="1252538" algn="l"/>
                <a:tab pos="1709738" algn="l"/>
                <a:tab pos="2166938" algn="l"/>
                <a:tab pos="2624138" algn="l"/>
                <a:tab pos="3081338" algn="l"/>
                <a:tab pos="3538538" algn="l"/>
                <a:tab pos="3995738" algn="l"/>
                <a:tab pos="4452938" algn="l"/>
                <a:tab pos="4910138" algn="l"/>
                <a:tab pos="5367338" algn="l"/>
                <a:tab pos="5824538" algn="l"/>
                <a:tab pos="6281738" algn="l"/>
                <a:tab pos="6738938" algn="l"/>
                <a:tab pos="7196138" algn="l"/>
                <a:tab pos="7653338" algn="l"/>
                <a:tab pos="8110538" algn="l"/>
                <a:tab pos="8567738" algn="l"/>
                <a:tab pos="9024938" algn="l"/>
                <a:tab pos="9482138" algn="l"/>
              </a:tabLst>
              <a:defRPr sz="2400">
                <a:solidFill>
                  <a:srgbClr val="FFFFFF"/>
                </a:solidFill>
                <a:latin typeface="Arial" charset="0"/>
                <a:ea typeface="ＭＳ Ｐゴシック" charset="-128"/>
              </a:defRPr>
            </a:lvl9pPr>
          </a:lstStyle>
          <a:p>
            <a:pPr marL="514350" indent="-514350" algn="just">
              <a:lnSpc>
                <a:spcPct val="150000"/>
              </a:lnSpc>
              <a:spcBef>
                <a:spcPts val="800"/>
              </a:spcBef>
              <a:buSzPct val="80000"/>
              <a:buFont typeface="+mj-lt"/>
              <a:buAutoNum type="arabicPeriod"/>
              <a:defRPr/>
            </a:pPr>
            <a:r>
              <a:rPr lang="en-AU" sz="2800" dirty="0" smtClean="0">
                <a:solidFill>
                  <a:srgbClr val="000099"/>
                </a:solidFill>
                <a:latin typeface="Palatino Linotype" pitchFamily="18" charset="0"/>
              </a:rPr>
              <a:t>Users could create random private/public D-H keys each time they communicate.</a:t>
            </a:r>
          </a:p>
          <a:p>
            <a:pPr marL="514350" indent="-514350" algn="just">
              <a:lnSpc>
                <a:spcPct val="150000"/>
              </a:lnSpc>
              <a:spcBef>
                <a:spcPts val="800"/>
              </a:spcBef>
              <a:buSzPct val="80000"/>
              <a:buFont typeface="+mj-lt"/>
              <a:buAutoNum type="arabicPeriod"/>
              <a:defRPr/>
            </a:pPr>
            <a:r>
              <a:rPr lang="en-AU" sz="2800" dirty="0">
                <a:solidFill>
                  <a:srgbClr val="000099"/>
                </a:solidFill>
                <a:latin typeface="Palatino Linotype" pitchFamily="18" charset="0"/>
              </a:rPr>
              <a:t>U</a:t>
            </a:r>
            <a:r>
              <a:rPr lang="en-AU" sz="2800" dirty="0" smtClean="0">
                <a:solidFill>
                  <a:srgbClr val="000099"/>
                </a:solidFill>
                <a:latin typeface="Palatino Linotype" pitchFamily="18" charset="0"/>
              </a:rPr>
              <a:t>sers could create a known private/public D-H key and publish in a directory, then consult and use them to securely communicate with them.</a:t>
            </a:r>
          </a:p>
          <a:p>
            <a:pPr marL="1033462" lvl="2" indent="-457200" algn="just">
              <a:lnSpc>
                <a:spcPct val="150000"/>
              </a:lnSpc>
              <a:spcBef>
                <a:spcPts val="800"/>
              </a:spcBef>
              <a:buSzPct val="80000"/>
              <a:buFont typeface="Arial" pitchFamily="34" charset="0"/>
              <a:buChar char="•"/>
              <a:defRPr/>
            </a:pPr>
            <a:r>
              <a:rPr lang="en-AU" dirty="0">
                <a:solidFill>
                  <a:srgbClr val="FF0000"/>
                </a:solidFill>
                <a:latin typeface="Palatino Linotype" pitchFamily="18" charset="0"/>
              </a:rPr>
              <a:t>B</a:t>
            </a:r>
            <a:r>
              <a:rPr lang="en-AU" dirty="0" smtClean="0">
                <a:solidFill>
                  <a:srgbClr val="FF0000"/>
                </a:solidFill>
                <a:latin typeface="Palatino Linotype" pitchFamily="18" charset="0"/>
              </a:rPr>
              <a:t>oth of these are vulnerable to a Man-in-the-Middle Attack</a:t>
            </a:r>
          </a:p>
          <a:p>
            <a:pPr marL="1033462" lvl="2" indent="-457200" algn="just">
              <a:lnSpc>
                <a:spcPct val="150000"/>
              </a:lnSpc>
              <a:spcBef>
                <a:spcPts val="800"/>
              </a:spcBef>
              <a:buSzPct val="80000"/>
              <a:buFont typeface="Arial" pitchFamily="34" charset="0"/>
              <a:buChar char="•"/>
              <a:defRPr/>
            </a:pPr>
            <a:r>
              <a:rPr lang="en-AU" dirty="0">
                <a:solidFill>
                  <a:schemeClr val="tx1"/>
                </a:solidFill>
                <a:latin typeface="Palatino Linotype" pitchFamily="18" charset="0"/>
              </a:rPr>
              <a:t>A</a:t>
            </a:r>
            <a:r>
              <a:rPr lang="en-AU" dirty="0" smtClean="0">
                <a:solidFill>
                  <a:schemeClr val="tx1"/>
                </a:solidFill>
                <a:latin typeface="Palatino Linotype" pitchFamily="18" charset="0"/>
              </a:rPr>
              <a:t>uthentication of the keys is needed</a:t>
            </a:r>
          </a:p>
          <a:p>
            <a:pPr marL="458787" indent="-457200" algn="just">
              <a:lnSpc>
                <a:spcPct val="150000"/>
              </a:lnSpc>
              <a:spcBef>
                <a:spcPts val="800"/>
              </a:spcBef>
              <a:buSzPct val="80000"/>
              <a:buFont typeface="Arial" pitchFamily="34" charset="0"/>
              <a:buChar char="•"/>
              <a:defRPr/>
            </a:pPr>
            <a:endParaRPr lang="en-AU" sz="2800" dirty="0" smtClean="0">
              <a:solidFill>
                <a:schemeClr val="tx1"/>
              </a:solidFill>
              <a:latin typeface="Palatino Linotype" pitchFamily="18" charset="0"/>
            </a:endParaRPr>
          </a:p>
        </p:txBody>
      </p:sp>
    </p:spTree>
    <p:extLst>
      <p:ext uri="{BB962C8B-B14F-4D97-AF65-F5344CB8AC3E}">
        <p14:creationId xmlns:p14="http://schemas.microsoft.com/office/powerpoint/2010/main" val="2563680284"/>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Text Box 1"/>
          <p:cNvSpPr txBox="1">
            <a:spLocks noChangeArrowheads="1"/>
          </p:cNvSpPr>
          <p:nvPr/>
        </p:nvSpPr>
        <p:spPr bwMode="auto">
          <a:xfrm>
            <a:off x="457200" y="0"/>
            <a:ext cx="8229600" cy="11398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nchorCtr="1"/>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charset="0"/>
                <a:ea typeface="ＭＳ Ｐゴシック" charset="-128"/>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charset="0"/>
                <a:ea typeface="ＭＳ Ｐゴシック" charset="-128"/>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charset="0"/>
                <a:ea typeface="ＭＳ Ｐゴシック" charset="-128"/>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charset="0"/>
                <a:ea typeface="ＭＳ Ｐゴシック" charset="-128"/>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charset="0"/>
                <a:ea typeface="ＭＳ Ｐゴシック" charset="-128"/>
              </a:defRPr>
            </a:lvl5pPr>
            <a:lvl6pPr marL="2514600" indent="-228600" defTabSz="457200" fontAlgn="base">
              <a:spcBef>
                <a:spcPct val="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charset="0"/>
                <a:ea typeface="ＭＳ Ｐゴシック" charset="-128"/>
              </a:defRPr>
            </a:lvl6pPr>
            <a:lvl7pPr marL="2971800" indent="-228600" defTabSz="457200" fontAlgn="base">
              <a:spcBef>
                <a:spcPct val="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charset="0"/>
                <a:ea typeface="ＭＳ Ｐゴシック" charset="-128"/>
              </a:defRPr>
            </a:lvl7pPr>
            <a:lvl8pPr marL="3429000" indent="-228600" defTabSz="457200" fontAlgn="base">
              <a:spcBef>
                <a:spcPct val="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charset="0"/>
                <a:ea typeface="ＭＳ Ｐゴシック" charset="-128"/>
              </a:defRPr>
            </a:lvl8pPr>
            <a:lvl9pPr marL="3886200" indent="-228600" defTabSz="457200" fontAlgn="base">
              <a:spcBef>
                <a:spcPct val="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charset="0"/>
                <a:ea typeface="ＭＳ Ｐゴシック" charset="-128"/>
              </a:defRPr>
            </a:lvl9pPr>
          </a:lstStyle>
          <a:p>
            <a:pPr algn="ctr">
              <a:buClrTx/>
              <a:buFontTx/>
              <a:buNone/>
              <a:defRPr/>
            </a:pPr>
            <a:r>
              <a:rPr lang="en-AU" sz="4000" b="1" dirty="0" smtClean="0">
                <a:solidFill>
                  <a:srgbClr val="C00000"/>
                </a:solidFill>
                <a:latin typeface="Palatino Linotype" pitchFamily="18" charset="0"/>
              </a:rPr>
              <a:t>Man-in-the-Middle Attack</a:t>
            </a:r>
          </a:p>
        </p:txBody>
      </p:sp>
      <p:sp>
        <p:nvSpPr>
          <p:cNvPr id="17410" name="Text Box 2"/>
          <p:cNvSpPr txBox="1">
            <a:spLocks noChangeArrowheads="1"/>
          </p:cNvSpPr>
          <p:nvPr/>
        </p:nvSpPr>
        <p:spPr bwMode="auto">
          <a:xfrm>
            <a:off x="457200" y="1139825"/>
            <a:ext cx="8382000" cy="53784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marL="509588" indent="-509588">
              <a:tabLst>
                <a:tab pos="509588" algn="l"/>
                <a:tab pos="966788" algn="l"/>
                <a:tab pos="1423988" algn="l"/>
                <a:tab pos="1881188" algn="l"/>
                <a:tab pos="2338388" algn="l"/>
                <a:tab pos="2795588" algn="l"/>
                <a:tab pos="3252788" algn="l"/>
                <a:tab pos="3709988" algn="l"/>
                <a:tab pos="4167188" algn="l"/>
                <a:tab pos="4624388" algn="l"/>
                <a:tab pos="5081588" algn="l"/>
                <a:tab pos="5538788" algn="l"/>
                <a:tab pos="5995988" algn="l"/>
                <a:tab pos="6453188" algn="l"/>
                <a:tab pos="6910388" algn="l"/>
                <a:tab pos="7367588" algn="l"/>
                <a:tab pos="7824788" algn="l"/>
                <a:tab pos="8281988" algn="l"/>
                <a:tab pos="8739188" algn="l"/>
                <a:tab pos="9196388" algn="l"/>
                <a:tab pos="9653588" algn="l"/>
              </a:tabLst>
              <a:defRPr sz="2400">
                <a:solidFill>
                  <a:srgbClr val="FFFFFF"/>
                </a:solidFill>
                <a:latin typeface="Arial" charset="0"/>
                <a:ea typeface="ＭＳ Ｐゴシック" charset="-128"/>
              </a:defRPr>
            </a:lvl1pPr>
            <a:lvl2pPr>
              <a:tabLst>
                <a:tab pos="509588" algn="l"/>
                <a:tab pos="966788" algn="l"/>
                <a:tab pos="1423988" algn="l"/>
                <a:tab pos="1881188" algn="l"/>
                <a:tab pos="2338388" algn="l"/>
                <a:tab pos="2795588" algn="l"/>
                <a:tab pos="3252788" algn="l"/>
                <a:tab pos="3709988" algn="l"/>
                <a:tab pos="4167188" algn="l"/>
                <a:tab pos="4624388" algn="l"/>
                <a:tab pos="5081588" algn="l"/>
                <a:tab pos="5538788" algn="l"/>
                <a:tab pos="5995988" algn="l"/>
                <a:tab pos="6453188" algn="l"/>
                <a:tab pos="6910388" algn="l"/>
                <a:tab pos="7367588" algn="l"/>
                <a:tab pos="7824788" algn="l"/>
                <a:tab pos="8281988" algn="l"/>
                <a:tab pos="8739188" algn="l"/>
                <a:tab pos="9196388" algn="l"/>
                <a:tab pos="9653588" algn="l"/>
              </a:tabLst>
              <a:defRPr sz="2400">
                <a:solidFill>
                  <a:srgbClr val="FFFFFF"/>
                </a:solidFill>
                <a:latin typeface="Arial" charset="0"/>
                <a:ea typeface="ＭＳ Ｐゴシック" charset="-128"/>
              </a:defRPr>
            </a:lvl2pPr>
            <a:lvl3pPr>
              <a:tabLst>
                <a:tab pos="509588" algn="l"/>
                <a:tab pos="966788" algn="l"/>
                <a:tab pos="1423988" algn="l"/>
                <a:tab pos="1881188" algn="l"/>
                <a:tab pos="2338388" algn="l"/>
                <a:tab pos="2795588" algn="l"/>
                <a:tab pos="3252788" algn="l"/>
                <a:tab pos="3709988" algn="l"/>
                <a:tab pos="4167188" algn="l"/>
                <a:tab pos="4624388" algn="l"/>
                <a:tab pos="5081588" algn="l"/>
                <a:tab pos="5538788" algn="l"/>
                <a:tab pos="5995988" algn="l"/>
                <a:tab pos="6453188" algn="l"/>
                <a:tab pos="6910388" algn="l"/>
                <a:tab pos="7367588" algn="l"/>
                <a:tab pos="7824788" algn="l"/>
                <a:tab pos="8281988" algn="l"/>
                <a:tab pos="8739188" algn="l"/>
                <a:tab pos="9196388" algn="l"/>
                <a:tab pos="9653588" algn="l"/>
              </a:tabLst>
              <a:defRPr sz="2400">
                <a:solidFill>
                  <a:srgbClr val="FFFFFF"/>
                </a:solidFill>
                <a:latin typeface="Arial" charset="0"/>
                <a:ea typeface="ＭＳ Ｐゴシック" charset="-128"/>
              </a:defRPr>
            </a:lvl3pPr>
            <a:lvl4pPr>
              <a:tabLst>
                <a:tab pos="509588" algn="l"/>
                <a:tab pos="966788" algn="l"/>
                <a:tab pos="1423988" algn="l"/>
                <a:tab pos="1881188" algn="l"/>
                <a:tab pos="2338388" algn="l"/>
                <a:tab pos="2795588" algn="l"/>
                <a:tab pos="3252788" algn="l"/>
                <a:tab pos="3709988" algn="l"/>
                <a:tab pos="4167188" algn="l"/>
                <a:tab pos="4624388" algn="l"/>
                <a:tab pos="5081588" algn="l"/>
                <a:tab pos="5538788" algn="l"/>
                <a:tab pos="5995988" algn="l"/>
                <a:tab pos="6453188" algn="l"/>
                <a:tab pos="6910388" algn="l"/>
                <a:tab pos="7367588" algn="l"/>
                <a:tab pos="7824788" algn="l"/>
                <a:tab pos="8281988" algn="l"/>
                <a:tab pos="8739188" algn="l"/>
                <a:tab pos="9196388" algn="l"/>
                <a:tab pos="9653588" algn="l"/>
              </a:tabLst>
              <a:defRPr sz="2400">
                <a:solidFill>
                  <a:srgbClr val="FFFFFF"/>
                </a:solidFill>
                <a:latin typeface="Arial" charset="0"/>
                <a:ea typeface="ＭＳ Ｐゴシック" charset="-128"/>
              </a:defRPr>
            </a:lvl4pPr>
            <a:lvl5pPr>
              <a:tabLst>
                <a:tab pos="509588" algn="l"/>
                <a:tab pos="966788" algn="l"/>
                <a:tab pos="1423988" algn="l"/>
                <a:tab pos="1881188" algn="l"/>
                <a:tab pos="2338388" algn="l"/>
                <a:tab pos="2795588" algn="l"/>
                <a:tab pos="3252788" algn="l"/>
                <a:tab pos="3709988" algn="l"/>
                <a:tab pos="4167188" algn="l"/>
                <a:tab pos="4624388" algn="l"/>
                <a:tab pos="5081588" algn="l"/>
                <a:tab pos="5538788" algn="l"/>
                <a:tab pos="5995988" algn="l"/>
                <a:tab pos="6453188" algn="l"/>
                <a:tab pos="6910388" algn="l"/>
                <a:tab pos="7367588" algn="l"/>
                <a:tab pos="7824788" algn="l"/>
                <a:tab pos="8281988" algn="l"/>
                <a:tab pos="8739188" algn="l"/>
                <a:tab pos="9196388" algn="l"/>
                <a:tab pos="9653588" algn="l"/>
              </a:tabLst>
              <a:defRPr sz="2400">
                <a:solidFill>
                  <a:srgbClr val="FFFFFF"/>
                </a:solidFill>
                <a:latin typeface="Arial" charset="0"/>
                <a:ea typeface="ＭＳ Ｐゴシック" charset="-128"/>
              </a:defRPr>
            </a:lvl5pPr>
            <a:lvl6pPr marL="2514600" indent="-228600" defTabSz="457200" fontAlgn="base">
              <a:spcBef>
                <a:spcPct val="0"/>
              </a:spcBef>
              <a:spcAft>
                <a:spcPct val="0"/>
              </a:spcAft>
              <a:buClr>
                <a:srgbClr val="000000"/>
              </a:buClr>
              <a:buSzPct val="100000"/>
              <a:buFont typeface="Times New Roman" pitchFamily="16" charset="0"/>
              <a:tabLst>
                <a:tab pos="509588" algn="l"/>
                <a:tab pos="966788" algn="l"/>
                <a:tab pos="1423988" algn="l"/>
                <a:tab pos="1881188" algn="l"/>
                <a:tab pos="2338388" algn="l"/>
                <a:tab pos="2795588" algn="l"/>
                <a:tab pos="3252788" algn="l"/>
                <a:tab pos="3709988" algn="l"/>
                <a:tab pos="4167188" algn="l"/>
                <a:tab pos="4624388" algn="l"/>
                <a:tab pos="5081588" algn="l"/>
                <a:tab pos="5538788" algn="l"/>
                <a:tab pos="5995988" algn="l"/>
                <a:tab pos="6453188" algn="l"/>
                <a:tab pos="6910388" algn="l"/>
                <a:tab pos="7367588" algn="l"/>
                <a:tab pos="7824788" algn="l"/>
                <a:tab pos="8281988" algn="l"/>
                <a:tab pos="8739188" algn="l"/>
                <a:tab pos="9196388" algn="l"/>
                <a:tab pos="9653588" algn="l"/>
              </a:tabLst>
              <a:defRPr sz="2400">
                <a:solidFill>
                  <a:srgbClr val="FFFFFF"/>
                </a:solidFill>
                <a:latin typeface="Arial" charset="0"/>
                <a:ea typeface="ＭＳ Ｐゴシック" charset="-128"/>
              </a:defRPr>
            </a:lvl6pPr>
            <a:lvl7pPr marL="2971800" indent="-228600" defTabSz="457200" fontAlgn="base">
              <a:spcBef>
                <a:spcPct val="0"/>
              </a:spcBef>
              <a:spcAft>
                <a:spcPct val="0"/>
              </a:spcAft>
              <a:buClr>
                <a:srgbClr val="000000"/>
              </a:buClr>
              <a:buSzPct val="100000"/>
              <a:buFont typeface="Times New Roman" pitchFamily="16" charset="0"/>
              <a:tabLst>
                <a:tab pos="509588" algn="l"/>
                <a:tab pos="966788" algn="l"/>
                <a:tab pos="1423988" algn="l"/>
                <a:tab pos="1881188" algn="l"/>
                <a:tab pos="2338388" algn="l"/>
                <a:tab pos="2795588" algn="l"/>
                <a:tab pos="3252788" algn="l"/>
                <a:tab pos="3709988" algn="l"/>
                <a:tab pos="4167188" algn="l"/>
                <a:tab pos="4624388" algn="l"/>
                <a:tab pos="5081588" algn="l"/>
                <a:tab pos="5538788" algn="l"/>
                <a:tab pos="5995988" algn="l"/>
                <a:tab pos="6453188" algn="l"/>
                <a:tab pos="6910388" algn="l"/>
                <a:tab pos="7367588" algn="l"/>
                <a:tab pos="7824788" algn="l"/>
                <a:tab pos="8281988" algn="l"/>
                <a:tab pos="8739188" algn="l"/>
                <a:tab pos="9196388" algn="l"/>
                <a:tab pos="9653588" algn="l"/>
              </a:tabLst>
              <a:defRPr sz="2400">
                <a:solidFill>
                  <a:srgbClr val="FFFFFF"/>
                </a:solidFill>
                <a:latin typeface="Arial" charset="0"/>
                <a:ea typeface="ＭＳ Ｐゴシック" charset="-128"/>
              </a:defRPr>
            </a:lvl7pPr>
            <a:lvl8pPr marL="3429000" indent="-228600" defTabSz="457200" fontAlgn="base">
              <a:spcBef>
                <a:spcPct val="0"/>
              </a:spcBef>
              <a:spcAft>
                <a:spcPct val="0"/>
              </a:spcAft>
              <a:buClr>
                <a:srgbClr val="000000"/>
              </a:buClr>
              <a:buSzPct val="100000"/>
              <a:buFont typeface="Times New Roman" pitchFamily="16" charset="0"/>
              <a:tabLst>
                <a:tab pos="509588" algn="l"/>
                <a:tab pos="966788" algn="l"/>
                <a:tab pos="1423988" algn="l"/>
                <a:tab pos="1881188" algn="l"/>
                <a:tab pos="2338388" algn="l"/>
                <a:tab pos="2795588" algn="l"/>
                <a:tab pos="3252788" algn="l"/>
                <a:tab pos="3709988" algn="l"/>
                <a:tab pos="4167188" algn="l"/>
                <a:tab pos="4624388" algn="l"/>
                <a:tab pos="5081588" algn="l"/>
                <a:tab pos="5538788" algn="l"/>
                <a:tab pos="5995988" algn="l"/>
                <a:tab pos="6453188" algn="l"/>
                <a:tab pos="6910388" algn="l"/>
                <a:tab pos="7367588" algn="l"/>
                <a:tab pos="7824788" algn="l"/>
                <a:tab pos="8281988" algn="l"/>
                <a:tab pos="8739188" algn="l"/>
                <a:tab pos="9196388" algn="l"/>
                <a:tab pos="9653588" algn="l"/>
              </a:tabLst>
              <a:defRPr sz="2400">
                <a:solidFill>
                  <a:srgbClr val="FFFFFF"/>
                </a:solidFill>
                <a:latin typeface="Arial" charset="0"/>
                <a:ea typeface="ＭＳ Ｐゴシック" charset="-128"/>
              </a:defRPr>
            </a:lvl8pPr>
            <a:lvl9pPr marL="3886200" indent="-228600" defTabSz="457200" fontAlgn="base">
              <a:spcBef>
                <a:spcPct val="0"/>
              </a:spcBef>
              <a:spcAft>
                <a:spcPct val="0"/>
              </a:spcAft>
              <a:buClr>
                <a:srgbClr val="000000"/>
              </a:buClr>
              <a:buSzPct val="100000"/>
              <a:buFont typeface="Times New Roman" pitchFamily="16" charset="0"/>
              <a:tabLst>
                <a:tab pos="509588" algn="l"/>
                <a:tab pos="966788" algn="l"/>
                <a:tab pos="1423988" algn="l"/>
                <a:tab pos="1881188" algn="l"/>
                <a:tab pos="2338388" algn="l"/>
                <a:tab pos="2795588" algn="l"/>
                <a:tab pos="3252788" algn="l"/>
                <a:tab pos="3709988" algn="l"/>
                <a:tab pos="4167188" algn="l"/>
                <a:tab pos="4624388" algn="l"/>
                <a:tab pos="5081588" algn="l"/>
                <a:tab pos="5538788" algn="l"/>
                <a:tab pos="5995988" algn="l"/>
                <a:tab pos="6453188" algn="l"/>
                <a:tab pos="6910388" algn="l"/>
                <a:tab pos="7367588" algn="l"/>
                <a:tab pos="7824788" algn="l"/>
                <a:tab pos="8281988" algn="l"/>
                <a:tab pos="8739188" algn="l"/>
                <a:tab pos="9196388" algn="l"/>
                <a:tab pos="9653588" algn="l"/>
              </a:tabLst>
              <a:defRPr sz="2400">
                <a:solidFill>
                  <a:srgbClr val="FFFFFF"/>
                </a:solidFill>
                <a:latin typeface="Arial" charset="0"/>
                <a:ea typeface="ＭＳ Ｐゴシック" charset="-128"/>
              </a:defRPr>
            </a:lvl9pPr>
          </a:lstStyle>
          <a:p>
            <a:pPr marL="457200" indent="-457200" algn="just">
              <a:spcBef>
                <a:spcPts val="600"/>
              </a:spcBef>
              <a:buSzPct val="80000"/>
              <a:buFont typeface="+mj-lt"/>
              <a:buAutoNum type="arabicPeriod"/>
              <a:defRPr/>
            </a:pPr>
            <a:r>
              <a:rPr lang="en-US" dirty="0" smtClean="0">
                <a:solidFill>
                  <a:schemeClr val="tx1"/>
                </a:solidFill>
                <a:latin typeface="Palatino Linotype" pitchFamily="18" charset="0"/>
              </a:rPr>
              <a:t>Darth prepares by creating two private / public  keys. </a:t>
            </a:r>
          </a:p>
          <a:p>
            <a:pPr marL="457200" indent="-457200" algn="just">
              <a:spcBef>
                <a:spcPts val="600"/>
              </a:spcBef>
              <a:buSzPct val="80000"/>
              <a:buFont typeface="+mj-lt"/>
              <a:buAutoNum type="arabicPeriod"/>
              <a:defRPr/>
            </a:pPr>
            <a:r>
              <a:rPr lang="en-US" dirty="0" smtClean="0">
                <a:solidFill>
                  <a:schemeClr val="tx1"/>
                </a:solidFill>
                <a:latin typeface="Palatino Linotype" pitchFamily="18" charset="0"/>
              </a:rPr>
              <a:t>Alice transmits her public key to Bob.</a:t>
            </a:r>
          </a:p>
          <a:p>
            <a:pPr marL="457200" indent="-457200" algn="just">
              <a:spcBef>
                <a:spcPts val="600"/>
              </a:spcBef>
              <a:buSzPct val="80000"/>
              <a:buFont typeface="+mj-lt"/>
              <a:buAutoNum type="arabicPeriod"/>
              <a:defRPr/>
            </a:pPr>
            <a:r>
              <a:rPr lang="en-US" dirty="0" smtClean="0">
                <a:solidFill>
                  <a:schemeClr val="tx1"/>
                </a:solidFill>
                <a:latin typeface="Palatino Linotype" pitchFamily="18" charset="0"/>
              </a:rPr>
              <a:t>Darth intercepts this and transmits his first public key to Bob. Darth also calculates a shared key with Alice.</a:t>
            </a:r>
          </a:p>
          <a:p>
            <a:pPr marL="457200" indent="-457200" algn="just">
              <a:spcBef>
                <a:spcPts val="600"/>
              </a:spcBef>
              <a:buSzPct val="80000"/>
              <a:buFont typeface="+mj-lt"/>
              <a:buAutoNum type="arabicPeriod"/>
              <a:defRPr/>
            </a:pPr>
            <a:r>
              <a:rPr lang="en-US" dirty="0" smtClean="0">
                <a:solidFill>
                  <a:schemeClr val="tx1"/>
                </a:solidFill>
                <a:latin typeface="Palatino Linotype" pitchFamily="18" charset="0"/>
              </a:rPr>
              <a:t>Bob receives the public key and calculates the shared key (with Darth instead of Alice) </a:t>
            </a:r>
          </a:p>
          <a:p>
            <a:pPr marL="457200" indent="-457200" algn="just">
              <a:spcBef>
                <a:spcPts val="600"/>
              </a:spcBef>
              <a:buSzPct val="80000"/>
              <a:buFont typeface="+mj-lt"/>
              <a:buAutoNum type="arabicPeriod"/>
              <a:defRPr/>
            </a:pPr>
            <a:r>
              <a:rPr lang="en-US" dirty="0" smtClean="0">
                <a:solidFill>
                  <a:schemeClr val="tx1"/>
                </a:solidFill>
                <a:latin typeface="Palatino Linotype" pitchFamily="18" charset="0"/>
              </a:rPr>
              <a:t>Bob transmits his public key to Alice.  </a:t>
            </a:r>
          </a:p>
          <a:p>
            <a:pPr marL="457200" indent="-457200" algn="just">
              <a:spcBef>
                <a:spcPts val="600"/>
              </a:spcBef>
              <a:buSzPct val="80000"/>
              <a:buFont typeface="+mj-lt"/>
              <a:buAutoNum type="arabicPeriod"/>
              <a:defRPr/>
            </a:pPr>
            <a:r>
              <a:rPr lang="en-US" dirty="0" smtClean="0">
                <a:solidFill>
                  <a:schemeClr val="tx1"/>
                </a:solidFill>
                <a:latin typeface="Palatino Linotype" pitchFamily="18" charset="0"/>
              </a:rPr>
              <a:t>Darth intercepts this and transmits his second public key to Alice. Darth calculates a shared key with Bob.</a:t>
            </a:r>
          </a:p>
          <a:p>
            <a:pPr marL="457200" indent="-457200" algn="just">
              <a:spcBef>
                <a:spcPts val="600"/>
              </a:spcBef>
              <a:buSzPct val="80000"/>
              <a:buFont typeface="+mj-lt"/>
              <a:buAutoNum type="arabicPeriod"/>
              <a:defRPr/>
            </a:pPr>
            <a:r>
              <a:rPr lang="en-US" dirty="0" smtClean="0">
                <a:solidFill>
                  <a:schemeClr val="tx1"/>
                </a:solidFill>
                <a:latin typeface="Palatino Linotype" pitchFamily="18" charset="0"/>
              </a:rPr>
              <a:t>Alice receives the key and calculates the shared key (with Darth instead of Bob).</a:t>
            </a:r>
          </a:p>
          <a:p>
            <a:pPr marL="457200" indent="-457200" algn="just">
              <a:spcBef>
                <a:spcPts val="600"/>
              </a:spcBef>
              <a:buSzPct val="80000"/>
              <a:buFont typeface="+mj-lt"/>
              <a:buAutoNum type="arabicPeriod"/>
              <a:defRPr/>
            </a:pPr>
            <a:r>
              <a:rPr lang="en-US" dirty="0" smtClean="0">
                <a:solidFill>
                  <a:schemeClr val="tx1"/>
                </a:solidFill>
                <a:latin typeface="Palatino Linotype" pitchFamily="18" charset="0"/>
              </a:rPr>
              <a:t>Darth can then intercept, decrypt, re-encrypt, forward all messages between Alice &amp; Bob</a:t>
            </a:r>
          </a:p>
        </p:txBody>
      </p:sp>
    </p:spTree>
    <p:extLst>
      <p:ext uri="{BB962C8B-B14F-4D97-AF65-F5344CB8AC3E}">
        <p14:creationId xmlns:p14="http://schemas.microsoft.com/office/powerpoint/2010/main" val="2551685771"/>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38200"/>
          </a:xfrm>
        </p:spPr>
        <p:txBody>
          <a:bodyPr>
            <a:normAutofit/>
          </a:bodyPr>
          <a:lstStyle/>
          <a:p>
            <a:r>
              <a:rPr lang="en-AU" dirty="0"/>
              <a:t>Man-in-the-Middle </a:t>
            </a:r>
            <a:r>
              <a:rPr lang="en-AU" dirty="0" smtClean="0"/>
              <a:t>Attack</a:t>
            </a:r>
            <a:endParaRPr lang="en-US" dirty="0"/>
          </a:p>
        </p:txBody>
      </p:sp>
      <p:pic>
        <p:nvPicPr>
          <p:cNvPr id="2051" name="Picture 3"/>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524000" y="914400"/>
            <a:ext cx="6096000" cy="5791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314830499"/>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Text Box 1"/>
          <p:cNvSpPr txBox="1">
            <a:spLocks noChangeArrowheads="1"/>
          </p:cNvSpPr>
          <p:nvPr/>
        </p:nvSpPr>
        <p:spPr bwMode="auto">
          <a:xfrm>
            <a:off x="457200" y="277813"/>
            <a:ext cx="8229600" cy="11398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nchorCtr="1"/>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charset="0"/>
                <a:ea typeface="ＭＳ Ｐゴシック" charset="-128"/>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charset="0"/>
                <a:ea typeface="ＭＳ Ｐゴシック" charset="-128"/>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charset="0"/>
                <a:ea typeface="ＭＳ Ｐゴシック" charset="-128"/>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charset="0"/>
                <a:ea typeface="ＭＳ Ｐゴシック" charset="-128"/>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charset="0"/>
                <a:ea typeface="ＭＳ Ｐゴシック" charset="-128"/>
              </a:defRPr>
            </a:lvl5pPr>
            <a:lvl6pPr marL="2514600" indent="-228600" defTabSz="457200" fontAlgn="base">
              <a:spcBef>
                <a:spcPct val="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charset="0"/>
                <a:ea typeface="ＭＳ Ｐゴシック" charset="-128"/>
              </a:defRPr>
            </a:lvl6pPr>
            <a:lvl7pPr marL="2971800" indent="-228600" defTabSz="457200" fontAlgn="base">
              <a:spcBef>
                <a:spcPct val="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charset="0"/>
                <a:ea typeface="ＭＳ Ｐゴシック" charset="-128"/>
              </a:defRPr>
            </a:lvl7pPr>
            <a:lvl8pPr marL="3429000" indent="-228600" defTabSz="457200" fontAlgn="base">
              <a:spcBef>
                <a:spcPct val="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charset="0"/>
                <a:ea typeface="ＭＳ Ｐゴシック" charset="-128"/>
              </a:defRPr>
            </a:lvl8pPr>
            <a:lvl9pPr marL="3886200" indent="-228600" defTabSz="457200" fontAlgn="base">
              <a:spcBef>
                <a:spcPct val="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FFFFFF"/>
                </a:solidFill>
                <a:latin typeface="Arial" charset="0"/>
                <a:ea typeface="ＭＳ Ｐゴシック" charset="-128"/>
              </a:defRPr>
            </a:lvl9pPr>
          </a:lstStyle>
          <a:p>
            <a:pPr algn="ctr">
              <a:buClrTx/>
              <a:buFontTx/>
              <a:buNone/>
              <a:defRPr/>
            </a:pPr>
            <a:r>
              <a:rPr lang="en-AU" sz="4400" b="1" dirty="0" smtClean="0">
                <a:solidFill>
                  <a:srgbClr val="C00000"/>
                </a:solidFill>
                <a:latin typeface="Palatino Linotype" pitchFamily="18" charset="0"/>
              </a:rPr>
              <a:t>Man-in-the-Middle Attack</a:t>
            </a:r>
          </a:p>
        </p:txBody>
      </p:sp>
      <p:sp>
        <p:nvSpPr>
          <p:cNvPr id="19458" name="Text Box 2"/>
          <p:cNvSpPr txBox="1">
            <a:spLocks noChangeArrowheads="1"/>
          </p:cNvSpPr>
          <p:nvPr/>
        </p:nvSpPr>
        <p:spPr bwMode="auto">
          <a:xfrm>
            <a:off x="258763" y="1387475"/>
            <a:ext cx="8610600" cy="50133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marL="509588" indent="-509588">
              <a:tabLst>
                <a:tab pos="509588" algn="l"/>
                <a:tab pos="966788" algn="l"/>
                <a:tab pos="1423988" algn="l"/>
                <a:tab pos="1881188" algn="l"/>
                <a:tab pos="2338388" algn="l"/>
                <a:tab pos="2795588" algn="l"/>
                <a:tab pos="3252788" algn="l"/>
                <a:tab pos="3709988" algn="l"/>
                <a:tab pos="4167188" algn="l"/>
                <a:tab pos="4624388" algn="l"/>
                <a:tab pos="5081588" algn="l"/>
                <a:tab pos="5538788" algn="l"/>
                <a:tab pos="5995988" algn="l"/>
                <a:tab pos="6453188" algn="l"/>
                <a:tab pos="6910388" algn="l"/>
                <a:tab pos="7367588" algn="l"/>
                <a:tab pos="7824788" algn="l"/>
                <a:tab pos="8281988" algn="l"/>
                <a:tab pos="8739188" algn="l"/>
                <a:tab pos="9196388" algn="l"/>
                <a:tab pos="9653588" algn="l"/>
              </a:tabLst>
              <a:defRPr sz="2400">
                <a:solidFill>
                  <a:srgbClr val="FFFFFF"/>
                </a:solidFill>
                <a:latin typeface="Arial" charset="0"/>
                <a:ea typeface="ＭＳ Ｐゴシック" charset="-128"/>
              </a:defRPr>
            </a:lvl1pPr>
            <a:lvl2pPr>
              <a:tabLst>
                <a:tab pos="509588" algn="l"/>
                <a:tab pos="966788" algn="l"/>
                <a:tab pos="1423988" algn="l"/>
                <a:tab pos="1881188" algn="l"/>
                <a:tab pos="2338388" algn="l"/>
                <a:tab pos="2795588" algn="l"/>
                <a:tab pos="3252788" algn="l"/>
                <a:tab pos="3709988" algn="l"/>
                <a:tab pos="4167188" algn="l"/>
                <a:tab pos="4624388" algn="l"/>
                <a:tab pos="5081588" algn="l"/>
                <a:tab pos="5538788" algn="l"/>
                <a:tab pos="5995988" algn="l"/>
                <a:tab pos="6453188" algn="l"/>
                <a:tab pos="6910388" algn="l"/>
                <a:tab pos="7367588" algn="l"/>
                <a:tab pos="7824788" algn="l"/>
                <a:tab pos="8281988" algn="l"/>
                <a:tab pos="8739188" algn="l"/>
                <a:tab pos="9196388" algn="l"/>
                <a:tab pos="9653588" algn="l"/>
              </a:tabLst>
              <a:defRPr sz="2400">
                <a:solidFill>
                  <a:srgbClr val="FFFFFF"/>
                </a:solidFill>
                <a:latin typeface="Arial" charset="0"/>
                <a:ea typeface="ＭＳ Ｐゴシック" charset="-128"/>
              </a:defRPr>
            </a:lvl2pPr>
            <a:lvl3pPr>
              <a:tabLst>
                <a:tab pos="509588" algn="l"/>
                <a:tab pos="966788" algn="l"/>
                <a:tab pos="1423988" algn="l"/>
                <a:tab pos="1881188" algn="l"/>
                <a:tab pos="2338388" algn="l"/>
                <a:tab pos="2795588" algn="l"/>
                <a:tab pos="3252788" algn="l"/>
                <a:tab pos="3709988" algn="l"/>
                <a:tab pos="4167188" algn="l"/>
                <a:tab pos="4624388" algn="l"/>
                <a:tab pos="5081588" algn="l"/>
                <a:tab pos="5538788" algn="l"/>
                <a:tab pos="5995988" algn="l"/>
                <a:tab pos="6453188" algn="l"/>
                <a:tab pos="6910388" algn="l"/>
                <a:tab pos="7367588" algn="l"/>
                <a:tab pos="7824788" algn="l"/>
                <a:tab pos="8281988" algn="l"/>
                <a:tab pos="8739188" algn="l"/>
                <a:tab pos="9196388" algn="l"/>
                <a:tab pos="9653588" algn="l"/>
              </a:tabLst>
              <a:defRPr sz="2400">
                <a:solidFill>
                  <a:srgbClr val="FFFFFF"/>
                </a:solidFill>
                <a:latin typeface="Arial" charset="0"/>
                <a:ea typeface="ＭＳ Ｐゴシック" charset="-128"/>
              </a:defRPr>
            </a:lvl3pPr>
            <a:lvl4pPr>
              <a:tabLst>
                <a:tab pos="509588" algn="l"/>
                <a:tab pos="966788" algn="l"/>
                <a:tab pos="1423988" algn="l"/>
                <a:tab pos="1881188" algn="l"/>
                <a:tab pos="2338388" algn="l"/>
                <a:tab pos="2795588" algn="l"/>
                <a:tab pos="3252788" algn="l"/>
                <a:tab pos="3709988" algn="l"/>
                <a:tab pos="4167188" algn="l"/>
                <a:tab pos="4624388" algn="l"/>
                <a:tab pos="5081588" algn="l"/>
                <a:tab pos="5538788" algn="l"/>
                <a:tab pos="5995988" algn="l"/>
                <a:tab pos="6453188" algn="l"/>
                <a:tab pos="6910388" algn="l"/>
                <a:tab pos="7367588" algn="l"/>
                <a:tab pos="7824788" algn="l"/>
                <a:tab pos="8281988" algn="l"/>
                <a:tab pos="8739188" algn="l"/>
                <a:tab pos="9196388" algn="l"/>
                <a:tab pos="9653588" algn="l"/>
              </a:tabLst>
              <a:defRPr sz="2400">
                <a:solidFill>
                  <a:srgbClr val="FFFFFF"/>
                </a:solidFill>
                <a:latin typeface="Arial" charset="0"/>
                <a:ea typeface="ＭＳ Ｐゴシック" charset="-128"/>
              </a:defRPr>
            </a:lvl4pPr>
            <a:lvl5pPr>
              <a:tabLst>
                <a:tab pos="509588" algn="l"/>
                <a:tab pos="966788" algn="l"/>
                <a:tab pos="1423988" algn="l"/>
                <a:tab pos="1881188" algn="l"/>
                <a:tab pos="2338388" algn="l"/>
                <a:tab pos="2795588" algn="l"/>
                <a:tab pos="3252788" algn="l"/>
                <a:tab pos="3709988" algn="l"/>
                <a:tab pos="4167188" algn="l"/>
                <a:tab pos="4624388" algn="l"/>
                <a:tab pos="5081588" algn="l"/>
                <a:tab pos="5538788" algn="l"/>
                <a:tab pos="5995988" algn="l"/>
                <a:tab pos="6453188" algn="l"/>
                <a:tab pos="6910388" algn="l"/>
                <a:tab pos="7367588" algn="l"/>
                <a:tab pos="7824788" algn="l"/>
                <a:tab pos="8281988" algn="l"/>
                <a:tab pos="8739188" algn="l"/>
                <a:tab pos="9196388" algn="l"/>
                <a:tab pos="9653588" algn="l"/>
              </a:tabLst>
              <a:defRPr sz="2400">
                <a:solidFill>
                  <a:srgbClr val="FFFFFF"/>
                </a:solidFill>
                <a:latin typeface="Arial" charset="0"/>
                <a:ea typeface="ＭＳ Ｐゴシック" charset="-128"/>
              </a:defRPr>
            </a:lvl5pPr>
            <a:lvl6pPr marL="2514600" indent="-228600" defTabSz="457200" fontAlgn="base">
              <a:spcBef>
                <a:spcPct val="0"/>
              </a:spcBef>
              <a:spcAft>
                <a:spcPct val="0"/>
              </a:spcAft>
              <a:buClr>
                <a:srgbClr val="000000"/>
              </a:buClr>
              <a:buSzPct val="100000"/>
              <a:buFont typeface="Times New Roman" pitchFamily="16" charset="0"/>
              <a:tabLst>
                <a:tab pos="509588" algn="l"/>
                <a:tab pos="966788" algn="l"/>
                <a:tab pos="1423988" algn="l"/>
                <a:tab pos="1881188" algn="l"/>
                <a:tab pos="2338388" algn="l"/>
                <a:tab pos="2795588" algn="l"/>
                <a:tab pos="3252788" algn="l"/>
                <a:tab pos="3709988" algn="l"/>
                <a:tab pos="4167188" algn="l"/>
                <a:tab pos="4624388" algn="l"/>
                <a:tab pos="5081588" algn="l"/>
                <a:tab pos="5538788" algn="l"/>
                <a:tab pos="5995988" algn="l"/>
                <a:tab pos="6453188" algn="l"/>
                <a:tab pos="6910388" algn="l"/>
                <a:tab pos="7367588" algn="l"/>
                <a:tab pos="7824788" algn="l"/>
                <a:tab pos="8281988" algn="l"/>
                <a:tab pos="8739188" algn="l"/>
                <a:tab pos="9196388" algn="l"/>
                <a:tab pos="9653588" algn="l"/>
              </a:tabLst>
              <a:defRPr sz="2400">
                <a:solidFill>
                  <a:srgbClr val="FFFFFF"/>
                </a:solidFill>
                <a:latin typeface="Arial" charset="0"/>
                <a:ea typeface="ＭＳ Ｐゴシック" charset="-128"/>
              </a:defRPr>
            </a:lvl6pPr>
            <a:lvl7pPr marL="2971800" indent="-228600" defTabSz="457200" fontAlgn="base">
              <a:spcBef>
                <a:spcPct val="0"/>
              </a:spcBef>
              <a:spcAft>
                <a:spcPct val="0"/>
              </a:spcAft>
              <a:buClr>
                <a:srgbClr val="000000"/>
              </a:buClr>
              <a:buSzPct val="100000"/>
              <a:buFont typeface="Times New Roman" pitchFamily="16" charset="0"/>
              <a:tabLst>
                <a:tab pos="509588" algn="l"/>
                <a:tab pos="966788" algn="l"/>
                <a:tab pos="1423988" algn="l"/>
                <a:tab pos="1881188" algn="l"/>
                <a:tab pos="2338388" algn="l"/>
                <a:tab pos="2795588" algn="l"/>
                <a:tab pos="3252788" algn="l"/>
                <a:tab pos="3709988" algn="l"/>
                <a:tab pos="4167188" algn="l"/>
                <a:tab pos="4624388" algn="l"/>
                <a:tab pos="5081588" algn="l"/>
                <a:tab pos="5538788" algn="l"/>
                <a:tab pos="5995988" algn="l"/>
                <a:tab pos="6453188" algn="l"/>
                <a:tab pos="6910388" algn="l"/>
                <a:tab pos="7367588" algn="l"/>
                <a:tab pos="7824788" algn="l"/>
                <a:tab pos="8281988" algn="l"/>
                <a:tab pos="8739188" algn="l"/>
                <a:tab pos="9196388" algn="l"/>
                <a:tab pos="9653588" algn="l"/>
              </a:tabLst>
              <a:defRPr sz="2400">
                <a:solidFill>
                  <a:srgbClr val="FFFFFF"/>
                </a:solidFill>
                <a:latin typeface="Arial" charset="0"/>
                <a:ea typeface="ＭＳ Ｐゴシック" charset="-128"/>
              </a:defRPr>
            </a:lvl7pPr>
            <a:lvl8pPr marL="3429000" indent="-228600" defTabSz="457200" fontAlgn="base">
              <a:spcBef>
                <a:spcPct val="0"/>
              </a:spcBef>
              <a:spcAft>
                <a:spcPct val="0"/>
              </a:spcAft>
              <a:buClr>
                <a:srgbClr val="000000"/>
              </a:buClr>
              <a:buSzPct val="100000"/>
              <a:buFont typeface="Times New Roman" pitchFamily="16" charset="0"/>
              <a:tabLst>
                <a:tab pos="509588" algn="l"/>
                <a:tab pos="966788" algn="l"/>
                <a:tab pos="1423988" algn="l"/>
                <a:tab pos="1881188" algn="l"/>
                <a:tab pos="2338388" algn="l"/>
                <a:tab pos="2795588" algn="l"/>
                <a:tab pos="3252788" algn="l"/>
                <a:tab pos="3709988" algn="l"/>
                <a:tab pos="4167188" algn="l"/>
                <a:tab pos="4624388" algn="l"/>
                <a:tab pos="5081588" algn="l"/>
                <a:tab pos="5538788" algn="l"/>
                <a:tab pos="5995988" algn="l"/>
                <a:tab pos="6453188" algn="l"/>
                <a:tab pos="6910388" algn="l"/>
                <a:tab pos="7367588" algn="l"/>
                <a:tab pos="7824788" algn="l"/>
                <a:tab pos="8281988" algn="l"/>
                <a:tab pos="8739188" algn="l"/>
                <a:tab pos="9196388" algn="l"/>
                <a:tab pos="9653588" algn="l"/>
              </a:tabLst>
              <a:defRPr sz="2400">
                <a:solidFill>
                  <a:srgbClr val="FFFFFF"/>
                </a:solidFill>
                <a:latin typeface="Arial" charset="0"/>
                <a:ea typeface="ＭＳ Ｐゴシック" charset="-128"/>
              </a:defRPr>
            </a:lvl8pPr>
            <a:lvl9pPr marL="3886200" indent="-228600" defTabSz="457200" fontAlgn="base">
              <a:spcBef>
                <a:spcPct val="0"/>
              </a:spcBef>
              <a:spcAft>
                <a:spcPct val="0"/>
              </a:spcAft>
              <a:buClr>
                <a:srgbClr val="000000"/>
              </a:buClr>
              <a:buSzPct val="100000"/>
              <a:buFont typeface="Times New Roman" pitchFamily="16" charset="0"/>
              <a:tabLst>
                <a:tab pos="509588" algn="l"/>
                <a:tab pos="966788" algn="l"/>
                <a:tab pos="1423988" algn="l"/>
                <a:tab pos="1881188" algn="l"/>
                <a:tab pos="2338388" algn="l"/>
                <a:tab pos="2795588" algn="l"/>
                <a:tab pos="3252788" algn="l"/>
                <a:tab pos="3709988" algn="l"/>
                <a:tab pos="4167188" algn="l"/>
                <a:tab pos="4624388" algn="l"/>
                <a:tab pos="5081588" algn="l"/>
                <a:tab pos="5538788" algn="l"/>
                <a:tab pos="5995988" algn="l"/>
                <a:tab pos="6453188" algn="l"/>
                <a:tab pos="6910388" algn="l"/>
                <a:tab pos="7367588" algn="l"/>
                <a:tab pos="7824788" algn="l"/>
                <a:tab pos="8281988" algn="l"/>
                <a:tab pos="8739188" algn="l"/>
                <a:tab pos="9196388" algn="l"/>
                <a:tab pos="9653588" algn="l"/>
              </a:tabLst>
              <a:defRPr sz="2400">
                <a:solidFill>
                  <a:srgbClr val="FFFFFF"/>
                </a:solidFill>
                <a:latin typeface="Arial" charset="0"/>
                <a:ea typeface="ＭＳ Ｐゴシック" charset="-128"/>
              </a:defRPr>
            </a:lvl9pPr>
          </a:lstStyle>
          <a:p>
            <a:pPr marL="457200" indent="-457200" algn="just">
              <a:lnSpc>
                <a:spcPct val="150000"/>
              </a:lnSpc>
              <a:spcBef>
                <a:spcPts val="600"/>
              </a:spcBef>
              <a:buSzPct val="75000"/>
              <a:buFont typeface="Wingdings" pitchFamily="2" charset="2"/>
              <a:buChar char="§"/>
              <a:defRPr/>
            </a:pPr>
            <a:r>
              <a:rPr lang="en-US" sz="2800" dirty="0" smtClean="0">
                <a:solidFill>
                  <a:schemeClr val="tx1"/>
                </a:solidFill>
                <a:latin typeface="Palatino Linotype" pitchFamily="18" charset="0"/>
              </a:rPr>
              <a:t>Also known as “Bucket Brigade” Attack</a:t>
            </a:r>
          </a:p>
          <a:p>
            <a:pPr marL="457200" indent="-457200" algn="just">
              <a:lnSpc>
                <a:spcPct val="150000"/>
              </a:lnSpc>
              <a:spcBef>
                <a:spcPts val="600"/>
              </a:spcBef>
              <a:buSzPct val="75000"/>
              <a:buFont typeface="Wingdings" pitchFamily="2" charset="2"/>
              <a:buChar char="§"/>
              <a:defRPr/>
            </a:pPr>
            <a:r>
              <a:rPr lang="en-US" sz="2800" dirty="0" smtClean="0">
                <a:solidFill>
                  <a:schemeClr val="tx1"/>
                </a:solidFill>
                <a:latin typeface="Palatino Linotype" pitchFamily="18" charset="0"/>
              </a:rPr>
              <a:t>Need reliable way to associate public key with principal</a:t>
            </a:r>
          </a:p>
          <a:p>
            <a:pPr marL="457200" indent="-457200" algn="just">
              <a:lnSpc>
                <a:spcPct val="150000"/>
              </a:lnSpc>
              <a:spcBef>
                <a:spcPts val="600"/>
              </a:spcBef>
              <a:buSzPct val="75000"/>
              <a:buFont typeface="Wingdings" pitchFamily="2" charset="2"/>
              <a:buChar char="§"/>
              <a:defRPr/>
            </a:pPr>
            <a:r>
              <a:rPr lang="en-US" sz="2800" dirty="0" smtClean="0">
                <a:solidFill>
                  <a:schemeClr val="tx1"/>
                </a:solidFill>
                <a:latin typeface="Palatino Linotype" pitchFamily="18" charset="0"/>
              </a:rPr>
              <a:t>Public key infrastructure (PKI) is one way</a:t>
            </a:r>
          </a:p>
          <a:p>
            <a:pPr marL="457200" indent="-457200" algn="just">
              <a:lnSpc>
                <a:spcPct val="150000"/>
              </a:lnSpc>
              <a:spcBef>
                <a:spcPts val="600"/>
              </a:spcBef>
              <a:buSzPct val="75000"/>
              <a:buFont typeface="Wingdings" pitchFamily="2" charset="2"/>
              <a:buChar char="§"/>
              <a:defRPr/>
            </a:pPr>
            <a:r>
              <a:rPr lang="en-US" sz="2800" dirty="0" smtClean="0">
                <a:solidFill>
                  <a:schemeClr val="tx1"/>
                </a:solidFill>
                <a:latin typeface="Palatino Linotype" pitchFamily="18" charset="0"/>
              </a:rPr>
              <a:t>PGP web of trust is another</a:t>
            </a:r>
          </a:p>
          <a:p>
            <a:pPr marL="457200" indent="-457200" algn="just">
              <a:lnSpc>
                <a:spcPct val="150000"/>
              </a:lnSpc>
              <a:spcBef>
                <a:spcPts val="600"/>
              </a:spcBef>
              <a:buSzPct val="75000"/>
              <a:buFont typeface="Wingdings" pitchFamily="2" charset="2"/>
              <a:buChar char="§"/>
              <a:defRPr/>
            </a:pPr>
            <a:r>
              <a:rPr lang="en-US" sz="2800" dirty="0" smtClean="0">
                <a:solidFill>
                  <a:schemeClr val="tx1"/>
                </a:solidFill>
                <a:latin typeface="Palatino Linotype" pitchFamily="18" charset="0"/>
              </a:rPr>
              <a:t>In some circumstances, may be possible to use scheduling/timing to prevent MITM</a:t>
            </a:r>
          </a:p>
        </p:txBody>
      </p:sp>
    </p:spTree>
    <p:extLst>
      <p:ext uri="{BB962C8B-B14F-4D97-AF65-F5344CB8AC3E}">
        <p14:creationId xmlns:p14="http://schemas.microsoft.com/office/powerpoint/2010/main" val="954784645"/>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1106</TotalTime>
  <Words>2339</Words>
  <Application>Microsoft Office PowerPoint</Application>
  <PresentationFormat>On-screen Show (4:3)</PresentationFormat>
  <Paragraphs>159</Paragraphs>
  <Slides>15</Slides>
  <Notes>11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15</vt:i4>
      </vt:variant>
    </vt:vector>
  </HeadingPairs>
  <TitlesOfParts>
    <vt:vector size="23" baseType="lpstr">
      <vt:lpstr>MS PGothic</vt:lpstr>
      <vt:lpstr>Arial</vt:lpstr>
      <vt:lpstr>Calibri</vt:lpstr>
      <vt:lpstr>Courier New</vt:lpstr>
      <vt:lpstr>Palatino Linotype</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Man-in-the-Middle Attack</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Class 11_26.07.22</dc:title>
  <dc:creator>ilayaraja</dc:creator>
  <cp:lastModifiedBy>ILAYARAJA</cp:lastModifiedBy>
  <cp:revision>12</cp:revision>
  <dcterms:created xsi:type="dcterms:W3CDTF">2022-08-15T23:49:06Z</dcterms:created>
  <dcterms:modified xsi:type="dcterms:W3CDTF">2024-02-19T04:18:37Z</dcterms:modified>
</cp:coreProperties>
</file>