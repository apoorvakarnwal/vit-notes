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38400" y="2438400"/>
            <a:ext cx="42603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 err="1" smtClean="0"/>
              <a:t>Vigenere</a:t>
            </a:r>
            <a:r>
              <a:rPr lang="en-US" sz="4800" b="1" dirty="0" smtClean="0"/>
              <a:t> Cipher</a:t>
            </a:r>
            <a:endParaRPr lang="en-US" sz="24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cipher was first described by </a:t>
            </a:r>
            <a:r>
              <a:rPr lang="en-US" dirty="0" err="1" smtClean="0"/>
              <a:t>Giovan</a:t>
            </a:r>
            <a:r>
              <a:rPr lang="en-US" dirty="0" smtClean="0"/>
              <a:t> </a:t>
            </a:r>
            <a:r>
              <a:rPr lang="en-US" dirty="0" err="1" smtClean="0"/>
              <a:t>Battisa</a:t>
            </a:r>
            <a:r>
              <a:rPr lang="en-US" dirty="0" smtClean="0"/>
              <a:t> </a:t>
            </a:r>
            <a:r>
              <a:rPr lang="en-US" dirty="0" err="1" smtClean="0"/>
              <a:t>Bellaso</a:t>
            </a:r>
            <a:r>
              <a:rPr lang="en-US" dirty="0" smtClean="0"/>
              <a:t> in 1553 .</a:t>
            </a:r>
          </a:p>
          <a:p>
            <a:r>
              <a:rPr lang="en-US" dirty="0" smtClean="0"/>
              <a:t>This Cipher is easy to understand  and implement.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Vigenere</a:t>
            </a:r>
            <a:r>
              <a:rPr lang="en-US" dirty="0" smtClean="0"/>
              <a:t> Cipher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Step 1:Select a Message to Encrypt</a:t>
            </a:r>
          </a:p>
          <a:p>
            <a:pPr lvl="1">
              <a:buNone/>
            </a:pPr>
            <a:r>
              <a:rPr lang="en-US" dirty="0" smtClean="0"/>
              <a:t>Message –”SATISH”</a:t>
            </a:r>
          </a:p>
          <a:p>
            <a:r>
              <a:rPr lang="en-US" dirty="0" smtClean="0"/>
              <a:t>Step 2:Select a Key</a:t>
            </a:r>
          </a:p>
          <a:p>
            <a:pPr lvl="1">
              <a:buNone/>
            </a:pPr>
            <a:r>
              <a:rPr lang="en-US" dirty="0" smtClean="0"/>
              <a:t>Message –”VIT”</a:t>
            </a:r>
          </a:p>
          <a:p>
            <a:r>
              <a:rPr lang="en-US" dirty="0" smtClean="0"/>
              <a:t>Step 3:Expand the Key</a:t>
            </a:r>
          </a:p>
          <a:p>
            <a:pPr lvl="1">
              <a:buNone/>
            </a:pPr>
            <a:endParaRPr lang="en-US" dirty="0" smtClean="0"/>
          </a:p>
          <a:p>
            <a:pPr lvl="1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95400" y="4800600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Vigenere Ciphe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28600"/>
            <a:ext cx="8305800" cy="662940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457200" y="228600"/>
            <a:ext cx="14601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Method-1</a:t>
            </a:r>
            <a:endParaRPr 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219200" y="2057400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219200" y="1066800"/>
            <a:ext cx="25101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/>
              <a:t>Step 4: Encryption</a:t>
            </a:r>
            <a:endParaRPr lang="en-US" sz="2400" b="1" dirty="0"/>
          </a:p>
        </p:txBody>
      </p:sp>
      <p:sp>
        <p:nvSpPr>
          <p:cNvPr id="6" name="Rectangle 5"/>
          <p:cNvSpPr/>
          <p:nvPr/>
        </p:nvSpPr>
        <p:spPr>
          <a:xfrm>
            <a:off x="1371600" y="3657600"/>
            <a:ext cx="25438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/>
              <a:t>Step 5: Decryption</a:t>
            </a:r>
            <a:endParaRPr lang="en-US" sz="2400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371600" y="4495800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sz="3200" dirty="0" smtClean="0"/>
              <a:t>Method-2</a:t>
            </a:r>
            <a:endParaRPr lang="en-US" dirty="0"/>
          </a:p>
        </p:txBody>
      </p:sp>
      <p:pic>
        <p:nvPicPr>
          <p:cNvPr id="1741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33400" y="1143000"/>
            <a:ext cx="70104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5" name="Group 6"/>
          <p:cNvGrpSpPr>
            <a:grpSpLocks/>
          </p:cNvGrpSpPr>
          <p:nvPr/>
        </p:nvGrpSpPr>
        <p:grpSpPr bwMode="auto">
          <a:xfrm>
            <a:off x="533400" y="3429000"/>
            <a:ext cx="7875587" cy="2922588"/>
            <a:chOff x="582560" y="2552700"/>
            <a:chExt cx="7875639" cy="2922272"/>
          </a:xfrm>
        </p:grpSpPr>
        <p:pic>
          <p:nvPicPr>
            <p:cNvPr id="6" name="Picture 2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609600" y="2552700"/>
              <a:ext cx="6019800" cy="14887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Picture 3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582560" y="4041468"/>
              <a:ext cx="7875639" cy="14335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349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Encryption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90600" y="21336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8436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14400" y="1066800"/>
            <a:ext cx="6629400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447800" y="4191000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Decryption</a:t>
            </a:r>
            <a:endParaRPr lang="en-US" dirty="0"/>
          </a:p>
        </p:txBody>
      </p:sp>
      <p:pic>
        <p:nvPicPr>
          <p:cNvPr id="1945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14400" y="990600"/>
            <a:ext cx="69342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295400" y="4038600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144</Words>
  <Application>Microsoft Office PowerPoint</Application>
  <PresentationFormat>On-screen Show (4:3)</PresentationFormat>
  <Paragraphs>100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Slide 1</vt:lpstr>
      <vt:lpstr>Introduction</vt:lpstr>
      <vt:lpstr>Vigenere Cipher</vt:lpstr>
      <vt:lpstr>Slide 4</vt:lpstr>
      <vt:lpstr>Slide 5</vt:lpstr>
      <vt:lpstr>Method-2</vt:lpstr>
      <vt:lpstr>Encryption</vt:lpstr>
      <vt:lpstr>Decryption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latha</dc:creator>
  <cp:lastModifiedBy>latha</cp:lastModifiedBy>
  <cp:revision>2</cp:revision>
  <dcterms:created xsi:type="dcterms:W3CDTF">2006-08-16T00:00:00Z</dcterms:created>
  <dcterms:modified xsi:type="dcterms:W3CDTF">2024-01-23T14:34:40Z</dcterms:modified>
</cp:coreProperties>
</file>