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7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5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7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2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6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6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6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3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8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55E2B-9D56-4FEF-8C78-EDEE9654404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93C8-4BA3-4D31-B64A-3468C6342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6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Block Cipher Modes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krishnaraj\Desktop\Modes of Operation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8429783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288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krishnaraj\Desktop\Modes of Operation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"/>
            <a:ext cx="7952154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0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krishnaraj\Desktop\Modes of Operation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7429838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8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C:\Users\krishnaraj\Desktop\Modes of Operation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184092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38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krishnaraj\Desktop\Modes of Operation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707652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41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:\Users\krishnaraj\Desktop\Modes of Operation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"/>
            <a:ext cx="8015993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347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:\Users\krishnaraj\Desktop\Modes of Operation\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7613746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47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C:\Users\krishnaraj\Desktop\Modes of Operation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"/>
            <a:ext cx="7435592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43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C:\Users\krishnaraj\Desktop\Modes of Operation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71055"/>
            <a:ext cx="812146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41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C:\Users\krishnaraj\Desktop\Modes of Operation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4800"/>
            <a:ext cx="8109857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057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C:\Users\krishnaraj\Desktop\Modes of Operation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4800"/>
            <a:ext cx="8915400" cy="244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19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C:\Users\krishnaraj\Desktop\Modes of Operation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"/>
            <a:ext cx="7324644" cy="483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055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C:\Users\krishnaraj\Desktop\Modes of Operation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9600"/>
            <a:ext cx="7343775" cy="528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23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C:\Users\krishnaraj\Desktop\Modes of Operation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09600"/>
            <a:ext cx="6700838" cy="490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77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C:\Users\krishnaraj\Desktop\Modes of Operation\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"/>
            <a:ext cx="6899584" cy="476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81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C:\Users\krishnaraj\Desktop\Modes of Operation\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"/>
            <a:ext cx="8089901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100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C:\Users\krishnaraj\Desktop\Modes of Operation\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"/>
            <a:ext cx="6880362" cy="507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43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C:\Users\krishnaraj\Desktop\Modes of Operation\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"/>
            <a:ext cx="7115175" cy="516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341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C:\Users\krishnaraj\Desktop\Modes of Operation\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7167563" cy="536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144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C:\Users\krishnaraj\Desktop\Modes of Operation\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296275" cy="615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612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C:\Users\krishnaraj\Desktop\Modes of Operation\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62000"/>
            <a:ext cx="6949144" cy="53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696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 descr="C:\Users\krishnaraj\Desktop\Modes of Operation\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812134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803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</Words>
  <Application>Microsoft Office PowerPoint</Application>
  <PresentationFormat>On-screen Show (4:3)</PresentationFormat>
  <Paragraphs>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Block Cipher Modes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Cipher Modes</dc:title>
  <dc:creator>krishnaraj</dc:creator>
  <cp:lastModifiedBy>lenovo</cp:lastModifiedBy>
  <cp:revision>4</cp:revision>
  <dcterms:created xsi:type="dcterms:W3CDTF">2022-09-28T10:31:01Z</dcterms:created>
  <dcterms:modified xsi:type="dcterms:W3CDTF">2025-01-21T03:47:00Z</dcterms:modified>
</cp:coreProperties>
</file>