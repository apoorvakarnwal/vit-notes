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4" r:id="rId2"/>
    <p:sldId id="303" r:id="rId3"/>
    <p:sldId id="366" r:id="rId4"/>
    <p:sldId id="373" r:id="rId5"/>
    <p:sldId id="374" r:id="rId6"/>
    <p:sldId id="367" r:id="rId7"/>
    <p:sldId id="368" r:id="rId8"/>
    <p:sldId id="369" r:id="rId9"/>
    <p:sldId id="370" r:id="rId10"/>
    <p:sldId id="371" r:id="rId11"/>
    <p:sldId id="372" r:id="rId12"/>
    <p:sldId id="354" r:id="rId13"/>
    <p:sldId id="302" r:id="rId1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E5A095-82B3-4DE9-97A0-E6E8282F80E4}" v="288" dt="2024-06-26T17:39:22.317"/>
    <p1510:client id="{E23F248B-BACD-4A05-A6CF-C777B57D5F30}" v="381" dt="2024-06-27T15:09:25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howGuides="1">
      <p:cViewPr varScale="1">
        <p:scale>
          <a:sx n="64" d="100"/>
          <a:sy n="64" d="100"/>
        </p:scale>
        <p:origin x="954" y="78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BDE5A095-82B3-4DE9-97A0-E6E8282F80E4}"/>
    <pc:docChg chg="undo custSel addSld delSld modSld sldOrd">
      <pc:chgData name="shilpi gupta" userId="5ce4f23861899b28" providerId="LiveId" clId="{BDE5A095-82B3-4DE9-97A0-E6E8282F80E4}" dt="2024-06-26T17:39:22.317" v="1265" actId="20577"/>
      <pc:docMkLst>
        <pc:docMk/>
      </pc:docMkLst>
      <pc:sldChg chg="del">
        <pc:chgData name="shilpi gupta" userId="5ce4f23861899b28" providerId="LiveId" clId="{BDE5A095-82B3-4DE9-97A0-E6E8282F80E4}" dt="2024-06-26T15:37:40.451" v="965" actId="47"/>
        <pc:sldMkLst>
          <pc:docMk/>
          <pc:sldMk cId="0" sldId="275"/>
        </pc:sldMkLst>
      </pc:sldChg>
      <pc:sldChg chg="del">
        <pc:chgData name="shilpi gupta" userId="5ce4f23861899b28" providerId="LiveId" clId="{BDE5A095-82B3-4DE9-97A0-E6E8282F80E4}" dt="2024-06-26T15:37:40.123" v="964" actId="47"/>
        <pc:sldMkLst>
          <pc:docMk/>
          <pc:sldMk cId="0" sldId="279"/>
        </pc:sldMkLst>
      </pc:sldChg>
      <pc:sldChg chg="modSp add del modAnim">
        <pc:chgData name="shilpi gupta" userId="5ce4f23861899b28" providerId="LiveId" clId="{BDE5A095-82B3-4DE9-97A0-E6E8282F80E4}" dt="2024-06-26T17:39:22.317" v="1265" actId="20577"/>
        <pc:sldMkLst>
          <pc:docMk/>
          <pc:sldMk cId="0" sldId="302"/>
        </pc:sldMkLst>
        <pc:spChg chg="mod">
          <ac:chgData name="shilpi gupta" userId="5ce4f23861899b28" providerId="LiveId" clId="{BDE5A095-82B3-4DE9-97A0-E6E8282F80E4}" dt="2024-06-26T17:39:22.317" v="1265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BDE5A095-82B3-4DE9-97A0-E6E8282F80E4}" dt="2024-06-26T17:32:51.652" v="1216" actId="20577"/>
        <pc:sldMkLst>
          <pc:docMk/>
          <pc:sldMk cId="0" sldId="303"/>
        </pc:sldMkLst>
        <pc:spChg chg="mod">
          <ac:chgData name="shilpi gupta" userId="5ce4f23861899b28" providerId="LiveId" clId="{BDE5A095-82B3-4DE9-97A0-E6E8282F80E4}" dt="2024-06-26T17:32:51.652" v="121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BDE5A095-82B3-4DE9-97A0-E6E8282F80E4}" dt="2024-06-26T15:35:28.690" v="733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BDE5A095-82B3-4DE9-97A0-E6E8282F80E4}" dt="2024-06-26T15:36:19.508" v="852" actId="20577"/>
        <pc:sldMkLst>
          <pc:docMk/>
          <pc:sldMk cId="0" sldId="304"/>
        </pc:sldMkLst>
        <pc:spChg chg="mod">
          <ac:chgData name="shilpi gupta" userId="5ce4f23861899b28" providerId="LiveId" clId="{BDE5A095-82B3-4DE9-97A0-E6E8282F80E4}" dt="2024-06-26T15:36:19.508" v="852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BDE5A095-82B3-4DE9-97A0-E6E8282F80E4}" dt="2024-06-26T15:37:38.591" v="963" actId="47"/>
        <pc:sldMkLst>
          <pc:docMk/>
          <pc:sldMk cId="708743409" sldId="307"/>
        </pc:sldMkLst>
      </pc:sldChg>
      <pc:sldChg chg="del">
        <pc:chgData name="shilpi gupta" userId="5ce4f23861899b28" providerId="LiveId" clId="{BDE5A095-82B3-4DE9-97A0-E6E8282F80E4}" dt="2024-06-26T15:37:40.905" v="967" actId="47"/>
        <pc:sldMkLst>
          <pc:docMk/>
          <pc:sldMk cId="87849002" sldId="308"/>
        </pc:sldMkLst>
      </pc:sldChg>
      <pc:sldChg chg="del">
        <pc:chgData name="shilpi gupta" userId="5ce4f23861899b28" providerId="LiveId" clId="{BDE5A095-82B3-4DE9-97A0-E6E8282F80E4}" dt="2024-06-26T15:37:41.248" v="969" actId="47"/>
        <pc:sldMkLst>
          <pc:docMk/>
          <pc:sldMk cId="234866709" sldId="309"/>
        </pc:sldMkLst>
      </pc:sldChg>
      <pc:sldChg chg="del">
        <pc:chgData name="shilpi gupta" userId="5ce4f23861899b28" providerId="LiveId" clId="{BDE5A095-82B3-4DE9-97A0-E6E8282F80E4}" dt="2024-06-26T15:37:42.389" v="976" actId="47"/>
        <pc:sldMkLst>
          <pc:docMk/>
          <pc:sldMk cId="1348417969" sldId="310"/>
        </pc:sldMkLst>
      </pc:sldChg>
      <pc:sldChg chg="del">
        <pc:chgData name="shilpi gupta" userId="5ce4f23861899b28" providerId="LiveId" clId="{BDE5A095-82B3-4DE9-97A0-E6E8282F80E4}" dt="2024-06-26T15:37:43.545" v="982" actId="47"/>
        <pc:sldMkLst>
          <pc:docMk/>
          <pc:sldMk cId="1901877650" sldId="311"/>
        </pc:sldMkLst>
      </pc:sldChg>
      <pc:sldChg chg="del">
        <pc:chgData name="shilpi gupta" userId="5ce4f23861899b28" providerId="LiveId" clId="{BDE5A095-82B3-4DE9-97A0-E6E8282F80E4}" dt="2024-06-26T15:37:44.717" v="985" actId="47"/>
        <pc:sldMkLst>
          <pc:docMk/>
          <pc:sldMk cId="1505337766" sldId="319"/>
        </pc:sldMkLst>
      </pc:sldChg>
      <pc:sldChg chg="del">
        <pc:chgData name="shilpi gupta" userId="5ce4f23861899b28" providerId="LiveId" clId="{BDE5A095-82B3-4DE9-97A0-E6E8282F80E4}" dt="2024-06-26T15:37:46.373" v="991" actId="47"/>
        <pc:sldMkLst>
          <pc:docMk/>
          <pc:sldMk cId="1395430108" sldId="320"/>
        </pc:sldMkLst>
      </pc:sldChg>
      <pc:sldChg chg="del">
        <pc:chgData name="shilpi gupta" userId="5ce4f23861899b28" providerId="LiveId" clId="{BDE5A095-82B3-4DE9-97A0-E6E8282F80E4}" dt="2024-06-26T15:37:48.139" v="992" actId="47"/>
        <pc:sldMkLst>
          <pc:docMk/>
          <pc:sldMk cId="2548785845" sldId="321"/>
        </pc:sldMkLst>
      </pc:sldChg>
      <pc:sldChg chg="del">
        <pc:chgData name="shilpi gupta" userId="5ce4f23861899b28" providerId="LiveId" clId="{BDE5A095-82B3-4DE9-97A0-E6E8282F80E4}" dt="2024-06-26T15:37:48.858" v="993" actId="47"/>
        <pc:sldMkLst>
          <pc:docMk/>
          <pc:sldMk cId="221513343" sldId="322"/>
        </pc:sldMkLst>
      </pc:sldChg>
      <pc:sldChg chg="del">
        <pc:chgData name="shilpi gupta" userId="5ce4f23861899b28" providerId="LiveId" clId="{BDE5A095-82B3-4DE9-97A0-E6E8282F80E4}" dt="2024-06-26T15:37:45.451" v="986" actId="47"/>
        <pc:sldMkLst>
          <pc:docMk/>
          <pc:sldMk cId="1669534364" sldId="325"/>
        </pc:sldMkLst>
      </pc:sldChg>
      <pc:sldChg chg="del">
        <pc:chgData name="shilpi gupta" userId="5ce4f23861899b28" providerId="LiveId" clId="{BDE5A095-82B3-4DE9-97A0-E6E8282F80E4}" dt="2024-06-26T15:37:41.076" v="968" actId="47"/>
        <pc:sldMkLst>
          <pc:docMk/>
          <pc:sldMk cId="1712939539" sldId="333"/>
        </pc:sldMkLst>
      </pc:sldChg>
      <pc:sldChg chg="del">
        <pc:chgData name="shilpi gupta" userId="5ce4f23861899b28" providerId="LiveId" clId="{BDE5A095-82B3-4DE9-97A0-E6E8282F80E4}" dt="2024-06-26T15:37:41.576" v="971" actId="47"/>
        <pc:sldMkLst>
          <pc:docMk/>
          <pc:sldMk cId="4037977067" sldId="334"/>
        </pc:sldMkLst>
      </pc:sldChg>
      <pc:sldChg chg="del">
        <pc:chgData name="shilpi gupta" userId="5ce4f23861899b28" providerId="LiveId" clId="{BDE5A095-82B3-4DE9-97A0-E6E8282F80E4}" dt="2024-06-26T15:37:41.905" v="973" actId="47"/>
        <pc:sldMkLst>
          <pc:docMk/>
          <pc:sldMk cId="606556862" sldId="335"/>
        </pc:sldMkLst>
      </pc:sldChg>
      <pc:sldChg chg="del">
        <pc:chgData name="shilpi gupta" userId="5ce4f23861899b28" providerId="LiveId" clId="{BDE5A095-82B3-4DE9-97A0-E6E8282F80E4}" dt="2024-06-26T15:37:42.061" v="974" actId="47"/>
        <pc:sldMkLst>
          <pc:docMk/>
          <pc:sldMk cId="22792181" sldId="336"/>
        </pc:sldMkLst>
      </pc:sldChg>
      <pc:sldChg chg="del">
        <pc:chgData name="shilpi gupta" userId="5ce4f23861899b28" providerId="LiveId" clId="{BDE5A095-82B3-4DE9-97A0-E6E8282F80E4}" dt="2024-06-26T15:37:41.420" v="970" actId="47"/>
        <pc:sldMkLst>
          <pc:docMk/>
          <pc:sldMk cId="135979500" sldId="337"/>
        </pc:sldMkLst>
      </pc:sldChg>
      <pc:sldChg chg="del">
        <pc:chgData name="shilpi gupta" userId="5ce4f23861899b28" providerId="LiveId" clId="{BDE5A095-82B3-4DE9-97A0-E6E8282F80E4}" dt="2024-06-26T15:37:42.592" v="977" actId="47"/>
        <pc:sldMkLst>
          <pc:docMk/>
          <pc:sldMk cId="3497618042" sldId="338"/>
        </pc:sldMkLst>
      </pc:sldChg>
      <pc:sldChg chg="del">
        <pc:chgData name="shilpi gupta" userId="5ce4f23861899b28" providerId="LiveId" clId="{BDE5A095-82B3-4DE9-97A0-E6E8282F80E4}" dt="2024-06-26T15:37:42.264" v="975" actId="47"/>
        <pc:sldMkLst>
          <pc:docMk/>
          <pc:sldMk cId="2641425170" sldId="339"/>
        </pc:sldMkLst>
      </pc:sldChg>
      <pc:sldChg chg="del">
        <pc:chgData name="shilpi gupta" userId="5ce4f23861899b28" providerId="LiveId" clId="{BDE5A095-82B3-4DE9-97A0-E6E8282F80E4}" dt="2024-06-26T15:37:42.795" v="978" actId="47"/>
        <pc:sldMkLst>
          <pc:docMk/>
          <pc:sldMk cId="1215620177" sldId="340"/>
        </pc:sldMkLst>
      </pc:sldChg>
      <pc:sldChg chg="del">
        <pc:chgData name="shilpi gupta" userId="5ce4f23861899b28" providerId="LiveId" clId="{BDE5A095-82B3-4DE9-97A0-E6E8282F80E4}" dt="2024-06-26T15:37:42.998" v="979" actId="47"/>
        <pc:sldMkLst>
          <pc:docMk/>
          <pc:sldMk cId="1176877588" sldId="341"/>
        </pc:sldMkLst>
      </pc:sldChg>
      <pc:sldChg chg="del">
        <pc:chgData name="shilpi gupta" userId="5ce4f23861899b28" providerId="LiveId" clId="{BDE5A095-82B3-4DE9-97A0-E6E8282F80E4}" dt="2024-06-26T15:37:43.186" v="980" actId="47"/>
        <pc:sldMkLst>
          <pc:docMk/>
          <pc:sldMk cId="750782383" sldId="342"/>
        </pc:sldMkLst>
      </pc:sldChg>
      <pc:sldChg chg="del">
        <pc:chgData name="shilpi gupta" userId="5ce4f23861899b28" providerId="LiveId" clId="{BDE5A095-82B3-4DE9-97A0-E6E8282F80E4}" dt="2024-06-26T15:37:43.358" v="981" actId="47"/>
        <pc:sldMkLst>
          <pc:docMk/>
          <pc:sldMk cId="2435071444" sldId="343"/>
        </pc:sldMkLst>
      </pc:sldChg>
      <pc:sldChg chg="del">
        <pc:chgData name="shilpi gupta" userId="5ce4f23861899b28" providerId="LiveId" clId="{BDE5A095-82B3-4DE9-97A0-E6E8282F80E4}" dt="2024-06-26T15:37:44.030" v="983" actId="47"/>
        <pc:sldMkLst>
          <pc:docMk/>
          <pc:sldMk cId="2678338694" sldId="344"/>
        </pc:sldMkLst>
      </pc:sldChg>
      <pc:sldChg chg="del">
        <pc:chgData name="shilpi gupta" userId="5ce4f23861899b28" providerId="LiveId" clId="{BDE5A095-82B3-4DE9-97A0-E6E8282F80E4}" dt="2024-06-26T15:37:41.748" v="972" actId="47"/>
        <pc:sldMkLst>
          <pc:docMk/>
          <pc:sldMk cId="2484143763" sldId="345"/>
        </pc:sldMkLst>
      </pc:sldChg>
      <pc:sldChg chg="del">
        <pc:chgData name="shilpi gupta" userId="5ce4f23861899b28" providerId="LiveId" clId="{BDE5A095-82B3-4DE9-97A0-E6E8282F80E4}" dt="2024-06-26T15:37:40.701" v="966" actId="47"/>
        <pc:sldMkLst>
          <pc:docMk/>
          <pc:sldMk cId="1501342414" sldId="346"/>
        </pc:sldMkLst>
      </pc:sldChg>
      <pc:sldChg chg="del">
        <pc:chgData name="shilpi gupta" userId="5ce4f23861899b28" providerId="LiveId" clId="{BDE5A095-82B3-4DE9-97A0-E6E8282F80E4}" dt="2024-06-26T15:37:44.280" v="984" actId="47"/>
        <pc:sldMkLst>
          <pc:docMk/>
          <pc:sldMk cId="3834998318" sldId="347"/>
        </pc:sldMkLst>
      </pc:sldChg>
      <pc:sldChg chg="del">
        <pc:chgData name="shilpi gupta" userId="5ce4f23861899b28" providerId="LiveId" clId="{BDE5A095-82B3-4DE9-97A0-E6E8282F80E4}" dt="2024-06-26T15:37:45.655" v="987" actId="47"/>
        <pc:sldMkLst>
          <pc:docMk/>
          <pc:sldMk cId="2877479272" sldId="348"/>
        </pc:sldMkLst>
      </pc:sldChg>
      <pc:sldChg chg="del">
        <pc:chgData name="shilpi gupta" userId="5ce4f23861899b28" providerId="LiveId" clId="{BDE5A095-82B3-4DE9-97A0-E6E8282F80E4}" dt="2024-06-26T15:37:45.826" v="988" actId="47"/>
        <pc:sldMkLst>
          <pc:docMk/>
          <pc:sldMk cId="1115755604" sldId="349"/>
        </pc:sldMkLst>
      </pc:sldChg>
      <pc:sldChg chg="del">
        <pc:chgData name="shilpi gupta" userId="5ce4f23861899b28" providerId="LiveId" clId="{BDE5A095-82B3-4DE9-97A0-E6E8282F80E4}" dt="2024-06-26T15:37:46.045" v="989" actId="47"/>
        <pc:sldMkLst>
          <pc:docMk/>
          <pc:sldMk cId="285496156" sldId="350"/>
        </pc:sldMkLst>
      </pc:sldChg>
      <pc:sldChg chg="del">
        <pc:chgData name="shilpi gupta" userId="5ce4f23861899b28" providerId="LiveId" clId="{BDE5A095-82B3-4DE9-97A0-E6E8282F80E4}" dt="2024-06-26T15:37:46.217" v="990" actId="47"/>
        <pc:sldMkLst>
          <pc:docMk/>
          <pc:sldMk cId="2907807612" sldId="351"/>
        </pc:sldMkLst>
      </pc:sldChg>
      <pc:sldChg chg="addSp delSp modSp new mod">
        <pc:chgData name="shilpi gupta" userId="5ce4f23861899b28" providerId="LiveId" clId="{BDE5A095-82B3-4DE9-97A0-E6E8282F80E4}" dt="2024-06-26T14:35:32.866" v="146" actId="20577"/>
        <pc:sldMkLst>
          <pc:docMk/>
          <pc:sldMk cId="1281329723" sldId="352"/>
        </pc:sldMkLst>
        <pc:spChg chg="del mod">
          <ac:chgData name="shilpi gupta" userId="5ce4f23861899b28" providerId="LiveId" clId="{BDE5A095-82B3-4DE9-97A0-E6E8282F80E4}" dt="2024-06-26T14:32:58.556" v="42" actId="478"/>
          <ac:spMkLst>
            <pc:docMk/>
            <pc:sldMk cId="1281329723" sldId="352"/>
            <ac:spMk id="2" creationId="{74D287D2-A24C-A15B-52CE-D6CD964F535B}"/>
          </ac:spMkLst>
        </pc:spChg>
        <pc:spChg chg="mod">
          <ac:chgData name="shilpi gupta" userId="5ce4f23861899b28" providerId="LiveId" clId="{BDE5A095-82B3-4DE9-97A0-E6E8282F80E4}" dt="2024-06-26T14:31:44.872" v="34" actId="5793"/>
          <ac:spMkLst>
            <pc:docMk/>
            <pc:sldMk cId="1281329723" sldId="352"/>
            <ac:spMk id="3" creationId="{86B9541D-1343-AD41-9EFB-E361B9F760B3}"/>
          </ac:spMkLst>
        </pc:spChg>
        <pc:spChg chg="add del mod">
          <ac:chgData name="shilpi gupta" userId="5ce4f23861899b28" providerId="LiveId" clId="{BDE5A095-82B3-4DE9-97A0-E6E8282F80E4}" dt="2024-06-26T14:33:03.995" v="43" actId="478"/>
          <ac:spMkLst>
            <pc:docMk/>
            <pc:sldMk cId="1281329723" sldId="352"/>
            <ac:spMk id="5" creationId="{A7EC7711-A2C5-CCCE-65DF-9BF1B2F68E02}"/>
          </ac:spMkLst>
        </pc:spChg>
        <pc:graphicFrameChg chg="add mod modGraphic">
          <ac:chgData name="shilpi gupta" userId="5ce4f23861899b28" providerId="LiveId" clId="{BDE5A095-82B3-4DE9-97A0-E6E8282F80E4}" dt="2024-06-26T14:35:32.866" v="146" actId="20577"/>
          <ac:graphicFrameMkLst>
            <pc:docMk/>
            <pc:sldMk cId="1281329723" sldId="352"/>
            <ac:graphicFrameMk id="4" creationId="{BF4DD936-06E5-8872-9860-DB4E678760D0}"/>
          </ac:graphicFrameMkLst>
        </pc:graphicFrameChg>
      </pc:sldChg>
      <pc:sldChg chg="modSp new mod ord">
        <pc:chgData name="shilpi gupta" userId="5ce4f23861899b28" providerId="LiveId" clId="{BDE5A095-82B3-4DE9-97A0-E6E8282F80E4}" dt="2024-06-26T17:27:50.071" v="1199" actId="20577"/>
        <pc:sldMkLst>
          <pc:docMk/>
          <pc:sldMk cId="1922358814" sldId="353"/>
        </pc:sldMkLst>
        <pc:spChg chg="mod">
          <ac:chgData name="shilpi gupta" userId="5ce4f23861899b28" providerId="LiveId" clId="{BDE5A095-82B3-4DE9-97A0-E6E8282F80E4}" dt="2024-06-26T14:36:35.715" v="160" actId="20577"/>
          <ac:spMkLst>
            <pc:docMk/>
            <pc:sldMk cId="1922358814" sldId="353"/>
            <ac:spMk id="2" creationId="{6AFC78A5-E487-7EC7-AB12-D824BB2F81D4}"/>
          </ac:spMkLst>
        </pc:spChg>
        <pc:spChg chg="mod">
          <ac:chgData name="shilpi gupta" userId="5ce4f23861899b28" providerId="LiveId" clId="{BDE5A095-82B3-4DE9-97A0-E6E8282F80E4}" dt="2024-06-26T17:27:50.071" v="1199" actId="20577"/>
          <ac:spMkLst>
            <pc:docMk/>
            <pc:sldMk cId="1922358814" sldId="353"/>
            <ac:spMk id="3" creationId="{B6675CB7-1901-6F05-1405-4D26EAC2BF8A}"/>
          </ac:spMkLst>
        </pc:spChg>
      </pc:sldChg>
      <pc:sldChg chg="modSp new mod">
        <pc:chgData name="shilpi gupta" userId="5ce4f23861899b28" providerId="LiveId" clId="{BDE5A095-82B3-4DE9-97A0-E6E8282F80E4}" dt="2024-06-26T14:37:51.351" v="191" actId="255"/>
        <pc:sldMkLst>
          <pc:docMk/>
          <pc:sldMk cId="282132447" sldId="354"/>
        </pc:sldMkLst>
        <pc:spChg chg="mod">
          <ac:chgData name="shilpi gupta" userId="5ce4f23861899b28" providerId="LiveId" clId="{BDE5A095-82B3-4DE9-97A0-E6E8282F80E4}" dt="2024-06-26T14:37:44.938" v="190" actId="2711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BDE5A095-82B3-4DE9-97A0-E6E8282F80E4}" dt="2024-06-26T14:37:51.351" v="191" actId="255"/>
          <ac:spMkLst>
            <pc:docMk/>
            <pc:sldMk cId="282132447" sldId="354"/>
            <ac:spMk id="3" creationId="{B2CE57A0-B366-D0EC-BA42-E72673D9B694}"/>
          </ac:spMkLst>
        </pc:spChg>
      </pc:sldChg>
      <pc:sldChg chg="addSp delSp modSp new mod">
        <pc:chgData name="shilpi gupta" userId="5ce4f23861899b28" providerId="LiveId" clId="{BDE5A095-82B3-4DE9-97A0-E6E8282F80E4}" dt="2024-06-26T17:27:58.710" v="1201" actId="20577"/>
        <pc:sldMkLst>
          <pc:docMk/>
          <pc:sldMk cId="3426757888" sldId="355"/>
        </pc:sldMkLst>
        <pc:spChg chg="del">
          <ac:chgData name="shilpi gupta" userId="5ce4f23861899b28" providerId="LiveId" clId="{BDE5A095-82B3-4DE9-97A0-E6E8282F80E4}" dt="2024-06-26T14:41:41.543" v="222" actId="3680"/>
          <ac:spMkLst>
            <pc:docMk/>
            <pc:sldMk cId="3426757888" sldId="355"/>
            <ac:spMk id="2" creationId="{2CE8AF34-EA1B-81EC-E1B2-F998809BCAD0}"/>
          </ac:spMkLst>
        </pc:spChg>
        <pc:spChg chg="mod">
          <ac:chgData name="shilpi gupta" userId="5ce4f23861899b28" providerId="LiveId" clId="{BDE5A095-82B3-4DE9-97A0-E6E8282F80E4}" dt="2024-06-26T17:27:58.710" v="1201" actId="20577"/>
          <ac:spMkLst>
            <pc:docMk/>
            <pc:sldMk cId="3426757888" sldId="355"/>
            <ac:spMk id="3" creationId="{E74CE7EB-E417-51FE-3BDD-0CF784308CBF}"/>
          </ac:spMkLst>
        </pc:spChg>
        <pc:graphicFrameChg chg="add mod ord modGraphic">
          <ac:chgData name="shilpi gupta" userId="5ce4f23861899b28" providerId="LiveId" clId="{BDE5A095-82B3-4DE9-97A0-E6E8282F80E4}" dt="2024-06-26T14:43:43.320" v="342" actId="255"/>
          <ac:graphicFrameMkLst>
            <pc:docMk/>
            <pc:sldMk cId="3426757888" sldId="355"/>
            <ac:graphicFrameMk id="4" creationId="{33218CE1-B716-0579-6C30-1993CA90829B}"/>
          </ac:graphicFrameMkLst>
        </pc:graphicFrameChg>
      </pc:sldChg>
      <pc:sldChg chg="new del">
        <pc:chgData name="shilpi gupta" userId="5ce4f23861899b28" providerId="LiveId" clId="{BDE5A095-82B3-4DE9-97A0-E6E8282F80E4}" dt="2024-06-26T15:19:12.234" v="484" actId="47"/>
        <pc:sldMkLst>
          <pc:docMk/>
          <pc:sldMk cId="2037201424" sldId="356"/>
        </pc:sldMkLst>
      </pc:sldChg>
      <pc:sldChg chg="addSp delSp modSp new mod">
        <pc:chgData name="shilpi gupta" userId="5ce4f23861899b28" providerId="LiveId" clId="{BDE5A095-82B3-4DE9-97A0-E6E8282F80E4}" dt="2024-06-26T15:16:07.071" v="407" actId="20577"/>
        <pc:sldMkLst>
          <pc:docMk/>
          <pc:sldMk cId="2560031399" sldId="357"/>
        </pc:sldMkLst>
        <pc:spChg chg="del">
          <ac:chgData name="shilpi gupta" userId="5ce4f23861899b28" providerId="LiveId" clId="{BDE5A095-82B3-4DE9-97A0-E6E8282F80E4}" dt="2024-06-26T15:15:30.751" v="362" actId="478"/>
          <ac:spMkLst>
            <pc:docMk/>
            <pc:sldMk cId="2560031399" sldId="357"/>
            <ac:spMk id="2" creationId="{F042D30C-AB81-91E1-C0F5-B138E0894839}"/>
          </ac:spMkLst>
        </pc:spChg>
        <pc:spChg chg="mod">
          <ac:chgData name="shilpi gupta" userId="5ce4f23861899b28" providerId="LiveId" clId="{BDE5A095-82B3-4DE9-97A0-E6E8282F80E4}" dt="2024-06-26T15:15:11.140" v="361" actId="20577"/>
          <ac:spMkLst>
            <pc:docMk/>
            <pc:sldMk cId="2560031399" sldId="357"/>
            <ac:spMk id="3" creationId="{CB6A51FF-016A-A145-D13A-B2B579599DAE}"/>
          </ac:spMkLst>
        </pc:spChg>
        <pc:graphicFrameChg chg="add mod modGraphic">
          <ac:chgData name="shilpi gupta" userId="5ce4f23861899b28" providerId="LiveId" clId="{BDE5A095-82B3-4DE9-97A0-E6E8282F80E4}" dt="2024-06-26T15:16:07.071" v="407" actId="20577"/>
          <ac:graphicFrameMkLst>
            <pc:docMk/>
            <pc:sldMk cId="2560031399" sldId="357"/>
            <ac:graphicFrameMk id="4" creationId="{1A557055-BE18-FA7B-6F12-29C0D985008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18:51.971" v="481" actId="20577"/>
        <pc:sldMkLst>
          <pc:docMk/>
          <pc:sldMk cId="766052730" sldId="358"/>
        </pc:sldMkLst>
        <pc:spChg chg="del">
          <ac:chgData name="shilpi gupta" userId="5ce4f23861899b28" providerId="LiveId" clId="{BDE5A095-82B3-4DE9-97A0-E6E8282F80E4}" dt="2024-06-26T15:17:26.745" v="426" actId="478"/>
          <ac:spMkLst>
            <pc:docMk/>
            <pc:sldMk cId="766052730" sldId="358"/>
            <ac:spMk id="2" creationId="{64F10AA1-FF43-8EEF-B3B1-5BBDA84527F8}"/>
          </ac:spMkLst>
        </pc:spChg>
        <pc:spChg chg="mod">
          <ac:chgData name="shilpi gupta" userId="5ce4f23861899b28" providerId="LiveId" clId="{BDE5A095-82B3-4DE9-97A0-E6E8282F80E4}" dt="2024-06-26T15:17:02.619" v="425" actId="20577"/>
          <ac:spMkLst>
            <pc:docMk/>
            <pc:sldMk cId="766052730" sldId="358"/>
            <ac:spMk id="3" creationId="{558DD396-3EC3-384A-A98E-173F24A0C79F}"/>
          </ac:spMkLst>
        </pc:spChg>
        <pc:graphicFrameChg chg="add mod modGraphic">
          <ac:chgData name="shilpi gupta" userId="5ce4f23861899b28" providerId="LiveId" clId="{BDE5A095-82B3-4DE9-97A0-E6E8282F80E4}" dt="2024-06-26T15:18:51.971" v="481" actId="20577"/>
          <ac:graphicFrameMkLst>
            <pc:docMk/>
            <pc:sldMk cId="766052730" sldId="358"/>
            <ac:graphicFrameMk id="4" creationId="{48C6F93B-E9FC-C14F-8B59-3CABCA7F2AA1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29:05.364" v="576" actId="6549"/>
        <pc:sldMkLst>
          <pc:docMk/>
          <pc:sldMk cId="1265315627" sldId="359"/>
        </pc:sldMkLst>
        <pc:spChg chg="del">
          <ac:chgData name="shilpi gupta" userId="5ce4f23861899b28" providerId="LiveId" clId="{BDE5A095-82B3-4DE9-97A0-E6E8282F80E4}" dt="2024-06-26T15:27:56.995" v="488" actId="478"/>
          <ac:spMkLst>
            <pc:docMk/>
            <pc:sldMk cId="1265315627" sldId="359"/>
            <ac:spMk id="2" creationId="{FBD8BE83-5300-8374-A3BC-FC79C91B0211}"/>
          </ac:spMkLst>
        </pc:spChg>
        <pc:spChg chg="mod">
          <ac:chgData name="shilpi gupta" userId="5ce4f23861899b28" providerId="LiveId" clId="{BDE5A095-82B3-4DE9-97A0-E6E8282F80E4}" dt="2024-06-26T15:28:04.646" v="501" actId="27636"/>
          <ac:spMkLst>
            <pc:docMk/>
            <pc:sldMk cId="1265315627" sldId="359"/>
            <ac:spMk id="3" creationId="{B32B1F40-4CA2-46EE-DD99-C1E705808D2C}"/>
          </ac:spMkLst>
        </pc:spChg>
        <pc:graphicFrameChg chg="add mod modGraphic">
          <ac:chgData name="shilpi gupta" userId="5ce4f23861899b28" providerId="LiveId" clId="{BDE5A095-82B3-4DE9-97A0-E6E8282F80E4}" dt="2024-06-26T15:29:05.364" v="576" actId="6549"/>
          <ac:graphicFrameMkLst>
            <pc:docMk/>
            <pc:sldMk cId="1265315627" sldId="359"/>
            <ac:graphicFrameMk id="4" creationId="{ED9FAE85-6796-E76C-B03E-204499E847C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3:07.871" v="653" actId="20577"/>
        <pc:sldMkLst>
          <pc:docMk/>
          <pc:sldMk cId="3708495088" sldId="360"/>
        </pc:sldMkLst>
        <pc:spChg chg="del">
          <ac:chgData name="shilpi gupta" userId="5ce4f23861899b28" providerId="LiveId" clId="{BDE5A095-82B3-4DE9-97A0-E6E8282F80E4}" dt="2024-06-26T15:31:55.703" v="594" actId="478"/>
          <ac:spMkLst>
            <pc:docMk/>
            <pc:sldMk cId="3708495088" sldId="360"/>
            <ac:spMk id="2" creationId="{27B42352-936A-770C-E417-C19FB7C35EC6}"/>
          </ac:spMkLst>
        </pc:spChg>
        <pc:spChg chg="mod">
          <ac:chgData name="shilpi gupta" userId="5ce4f23861899b28" providerId="LiveId" clId="{BDE5A095-82B3-4DE9-97A0-E6E8282F80E4}" dt="2024-06-26T15:31:50.295" v="593" actId="20577"/>
          <ac:spMkLst>
            <pc:docMk/>
            <pc:sldMk cId="3708495088" sldId="360"/>
            <ac:spMk id="3" creationId="{C2E4A613-C46A-5086-5A98-2DBED04C7AA5}"/>
          </ac:spMkLst>
        </pc:spChg>
        <pc:graphicFrameChg chg="add mod modGraphic">
          <ac:chgData name="shilpi gupta" userId="5ce4f23861899b28" providerId="LiveId" clId="{BDE5A095-82B3-4DE9-97A0-E6E8282F80E4}" dt="2024-06-26T15:33:07.871" v="653" actId="20577"/>
          <ac:graphicFrameMkLst>
            <pc:docMk/>
            <pc:sldMk cId="3708495088" sldId="360"/>
            <ac:graphicFrameMk id="4" creationId="{304957F8-EB10-FBC0-7E5F-8E28A3924225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4:49.397" v="709" actId="20577"/>
        <pc:sldMkLst>
          <pc:docMk/>
          <pc:sldMk cId="4054398762" sldId="361"/>
        </pc:sldMkLst>
        <pc:spChg chg="del mod">
          <ac:chgData name="shilpi gupta" userId="5ce4f23861899b28" providerId="LiveId" clId="{BDE5A095-82B3-4DE9-97A0-E6E8282F80E4}" dt="2024-06-26T15:34:14.370" v="668" actId="478"/>
          <ac:spMkLst>
            <pc:docMk/>
            <pc:sldMk cId="4054398762" sldId="361"/>
            <ac:spMk id="2" creationId="{C39EE169-12BD-21BE-D32C-7BD7B9DECE04}"/>
          </ac:spMkLst>
        </pc:spChg>
        <pc:spChg chg="mod">
          <ac:chgData name="shilpi gupta" userId="5ce4f23861899b28" providerId="LiveId" clId="{BDE5A095-82B3-4DE9-97A0-E6E8282F80E4}" dt="2024-06-26T15:33:23.792" v="663" actId="20577"/>
          <ac:spMkLst>
            <pc:docMk/>
            <pc:sldMk cId="4054398762" sldId="361"/>
            <ac:spMk id="3" creationId="{ED9AA1F9-CF91-9A43-F71A-41C7D35E7078}"/>
          </ac:spMkLst>
        </pc:spChg>
        <pc:graphicFrameChg chg="add mod modGraphic">
          <ac:chgData name="shilpi gupta" userId="5ce4f23861899b28" providerId="LiveId" clId="{BDE5A095-82B3-4DE9-97A0-E6E8282F80E4}" dt="2024-06-26T15:34:49.397" v="709" actId="20577"/>
          <ac:graphicFrameMkLst>
            <pc:docMk/>
            <pc:sldMk cId="4054398762" sldId="361"/>
            <ac:graphicFrameMk id="4" creationId="{DCFF4DFE-1BBC-4738-4E2C-34390B08C861}"/>
          </ac:graphicFrameMkLst>
        </pc:graphicFrameChg>
      </pc:sldChg>
      <pc:sldChg chg="modSp new mod">
        <pc:chgData name="shilpi gupta" userId="5ce4f23861899b28" providerId="LiveId" clId="{BDE5A095-82B3-4DE9-97A0-E6E8282F80E4}" dt="2024-06-26T17:21:36.504" v="1145" actId="115"/>
        <pc:sldMkLst>
          <pc:docMk/>
          <pc:sldMk cId="3106306440" sldId="362"/>
        </pc:sldMkLst>
        <pc:spChg chg="mod">
          <ac:chgData name="shilpi gupta" userId="5ce4f23861899b28" providerId="LiveId" clId="{BDE5A095-82B3-4DE9-97A0-E6E8282F80E4}" dt="2024-06-26T17:21:36.504" v="1145" actId="115"/>
          <ac:spMkLst>
            <pc:docMk/>
            <pc:sldMk cId="3106306440" sldId="362"/>
            <ac:spMk id="2" creationId="{E9BCD28F-7169-2B29-6251-8D18D24CD76B}"/>
          </ac:spMkLst>
        </pc:spChg>
        <pc:spChg chg="mod">
          <ac:chgData name="shilpi gupta" userId="5ce4f23861899b28" providerId="LiveId" clId="{BDE5A095-82B3-4DE9-97A0-E6E8282F80E4}" dt="2024-06-26T15:38:45.538" v="1061" actId="33524"/>
          <ac:spMkLst>
            <pc:docMk/>
            <pc:sldMk cId="3106306440" sldId="362"/>
            <ac:spMk id="3" creationId="{796E310C-66AB-DE8B-F7AD-E2A171F845B1}"/>
          </ac:spMkLst>
        </pc:spChg>
      </pc:sldChg>
      <pc:sldChg chg="modSp new mod">
        <pc:chgData name="shilpi gupta" userId="5ce4f23861899b28" providerId="LiveId" clId="{BDE5A095-82B3-4DE9-97A0-E6E8282F80E4}" dt="2024-06-26T17:22:17.861" v="1149" actId="20577"/>
        <pc:sldMkLst>
          <pc:docMk/>
          <pc:sldMk cId="1130626973" sldId="363"/>
        </pc:sldMkLst>
        <pc:spChg chg="mod">
          <ac:chgData name="shilpi gupta" userId="5ce4f23861899b28" providerId="LiveId" clId="{BDE5A095-82B3-4DE9-97A0-E6E8282F80E4}" dt="2024-06-26T17:22:17.861" v="1149" actId="20577"/>
          <ac:spMkLst>
            <pc:docMk/>
            <pc:sldMk cId="1130626973" sldId="363"/>
            <ac:spMk id="2" creationId="{D19DB431-C295-5AAC-ACD5-1601BA02919E}"/>
          </ac:spMkLst>
        </pc:spChg>
        <pc:spChg chg="mod">
          <ac:chgData name="shilpi gupta" userId="5ce4f23861899b28" providerId="LiveId" clId="{BDE5A095-82B3-4DE9-97A0-E6E8282F80E4}" dt="2024-06-26T17:21:02.387" v="1104" actId="20577"/>
          <ac:spMkLst>
            <pc:docMk/>
            <pc:sldMk cId="1130626973" sldId="363"/>
            <ac:spMk id="3" creationId="{13180E42-57DA-7C20-A434-1A77171DFEE8}"/>
          </ac:spMkLst>
        </pc:spChg>
      </pc:sldChg>
      <pc:sldChg chg="modSp new mod">
        <pc:chgData name="shilpi gupta" userId="5ce4f23861899b28" providerId="LiveId" clId="{BDE5A095-82B3-4DE9-97A0-E6E8282F80E4}" dt="2024-06-26T17:27:28.270" v="1198" actId="404"/>
        <pc:sldMkLst>
          <pc:docMk/>
          <pc:sldMk cId="1812263512" sldId="364"/>
        </pc:sldMkLst>
        <pc:spChg chg="mod">
          <ac:chgData name="shilpi gupta" userId="5ce4f23861899b28" providerId="LiveId" clId="{BDE5A095-82B3-4DE9-97A0-E6E8282F80E4}" dt="2024-06-26T17:27:21.052" v="1197" actId="255"/>
          <ac:spMkLst>
            <pc:docMk/>
            <pc:sldMk cId="1812263512" sldId="364"/>
            <ac:spMk id="2" creationId="{49B39B45-ED2D-B94E-3CC1-F0A2096CBEBB}"/>
          </ac:spMkLst>
        </pc:spChg>
        <pc:spChg chg="mod">
          <ac:chgData name="shilpi gupta" userId="5ce4f23861899b28" providerId="LiveId" clId="{BDE5A095-82B3-4DE9-97A0-E6E8282F80E4}" dt="2024-06-26T17:27:28.270" v="1198" actId="404"/>
          <ac:spMkLst>
            <pc:docMk/>
            <pc:sldMk cId="1812263512" sldId="364"/>
            <ac:spMk id="3" creationId="{B71FEA32-63DE-7815-77DC-A0564B76838C}"/>
          </ac:spMkLst>
        </pc:spChg>
      </pc:sldChg>
      <pc:sldChg chg="modSp new mod">
        <pc:chgData name="shilpi gupta" userId="5ce4f23861899b28" providerId="LiveId" clId="{BDE5A095-82B3-4DE9-97A0-E6E8282F80E4}" dt="2024-06-26T17:33:49.266" v="1260" actId="20577"/>
        <pc:sldMkLst>
          <pc:docMk/>
          <pc:sldMk cId="2523046400" sldId="365"/>
        </pc:sldMkLst>
        <pc:spChg chg="mod">
          <ac:chgData name="shilpi gupta" userId="5ce4f23861899b28" providerId="LiveId" clId="{BDE5A095-82B3-4DE9-97A0-E6E8282F80E4}" dt="2024-06-26T17:33:49.266" v="1260" actId="20577"/>
          <ac:spMkLst>
            <pc:docMk/>
            <pc:sldMk cId="2523046400" sldId="365"/>
            <ac:spMk id="2" creationId="{15C53C14-9945-D93A-9514-864721071C53}"/>
          </ac:spMkLst>
        </pc:spChg>
        <pc:spChg chg="mod">
          <ac:chgData name="shilpi gupta" userId="5ce4f23861899b28" providerId="LiveId" clId="{BDE5A095-82B3-4DE9-97A0-E6E8282F80E4}" dt="2024-06-26T17:33:35.108" v="1226" actId="20577"/>
          <ac:spMkLst>
            <pc:docMk/>
            <pc:sldMk cId="2523046400" sldId="365"/>
            <ac:spMk id="3" creationId="{05BBA52A-5F83-E748-9AF6-C61BF2698DB6}"/>
          </ac:spMkLst>
        </pc:spChg>
      </pc:sldChg>
    </pc:docChg>
  </pc:docChgLst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  <pc:spChg chg="mod">
          <ac:chgData name="shilpi gupta" userId="5ce4f23861899b28" providerId="LiveId" clId="{40D7E8D2-96ED-490B-BBBC-13D7568EB809}" dt="2024-04-28T16:43:04.456" v="459" actId="15"/>
          <ac:spMkLst>
            <pc:docMk/>
            <pc:sldMk cId="0" sldId="261"/>
            <ac:spMk id="3" creationId="{00000000-0000-0000-0000-000000000000}"/>
          </ac:spMkLst>
        </pc:spChg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  <pc:spChg chg="del mod">
          <ac:chgData name="shilpi gupta" userId="5ce4f23861899b28" providerId="LiveId" clId="{40D7E8D2-96ED-490B-BBBC-13D7568EB809}" dt="2024-04-28T16:45:11.084" v="636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2:20.209" v="1731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23.277" v="637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42.395" v="638" actId="14100"/>
          <ac:spMkLst>
            <pc:docMk/>
            <pc:sldMk cId="0" sldId="262"/>
            <ac:spMk id="6" creationId="{00000000-0000-0000-0000-000000000000}"/>
          </ac:spMkLst>
        </pc:spChg>
        <pc:grpChg chg="mod">
          <ac:chgData name="shilpi gupta" userId="5ce4f23861899b28" providerId="LiveId" clId="{40D7E8D2-96ED-490B-BBBC-13D7568EB809}" dt="2024-04-28T16:46:11.688" v="648" actId="14100"/>
          <ac:grpSpMkLst>
            <pc:docMk/>
            <pc:sldMk cId="0" sldId="262"/>
            <ac:grpSpMk id="44039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28T16:46:00.027" v="643" actId="1076"/>
          <ac:picMkLst>
            <pc:docMk/>
            <pc:sldMk cId="0" sldId="262"/>
            <ac:picMk id="44038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0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1" creationId="{00000000-0000-0000-0000-000000000000}"/>
          </ac:picMkLst>
        </pc:picChg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  <pc:spChg chg="mod">
          <ac:chgData name="shilpi gupta" userId="5ce4f23861899b28" providerId="LiveId" clId="{40D7E8D2-96ED-490B-BBBC-13D7568EB809}" dt="2024-04-28T16:50:57.315" v="73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50:34.396" v="73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  <pc:spChg chg="mod">
          <ac:chgData name="shilpi gupta" userId="5ce4f23861899b28" providerId="LiveId" clId="{40D7E8D2-96ED-490B-BBBC-13D7568EB809}" dt="2024-04-28T16:52:21.155" v="80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  <pc:spChg chg="mod">
          <ac:chgData name="shilpi gupta" userId="5ce4f23861899b28" providerId="LiveId" clId="{40D7E8D2-96ED-490B-BBBC-13D7568EB809}" dt="2024-04-30T09:12:06.280" v="1033" actId="20577"/>
          <ac:spMkLst>
            <pc:docMk/>
            <pc:sldMk cId="0" sldId="267"/>
            <ac:spMk id="3" creationId="{00000000-0000-0000-0000-000000000000}"/>
          </ac:spMkLst>
        </pc:spChg>
        <pc:picChg chg="mod">
          <ac:chgData name="shilpi gupta" userId="5ce4f23861899b28" providerId="LiveId" clId="{40D7E8D2-96ED-490B-BBBC-13D7568EB809}" dt="2024-04-28T16:54:21.578" v="999" actId="1076"/>
          <ac:picMkLst>
            <pc:docMk/>
            <pc:sldMk cId="0" sldId="267"/>
            <ac:picMk id="24580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  <pc:spChg chg="mod">
          <ac:chgData name="shilpi gupta" userId="5ce4f23861899b28" providerId="LiveId" clId="{40D7E8D2-96ED-490B-BBBC-13D7568EB809}" dt="2024-04-30T09:12:35.908" v="1095" actId="6549"/>
          <ac:spMkLst>
            <pc:docMk/>
            <pc:sldMk cId="0" sldId="268"/>
            <ac:spMk id="5" creationId="{00000000-0000-0000-0000-000000000000}"/>
          </ac:spMkLst>
        </pc:spChg>
        <pc:picChg chg="mod">
          <ac:chgData name="shilpi gupta" userId="5ce4f23861899b28" providerId="LiveId" clId="{40D7E8D2-96ED-490B-BBBC-13D7568EB809}" dt="2024-04-30T09:11:37.851" v="1026" actId="1076"/>
          <ac:picMkLst>
            <pc:docMk/>
            <pc:sldMk cId="0" sldId="268"/>
            <ac:picMk id="26626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  <pc:spChg chg="mod">
          <ac:chgData name="shilpi gupta" userId="5ce4f23861899b28" providerId="LiveId" clId="{40D7E8D2-96ED-490B-BBBC-13D7568EB809}" dt="2024-04-30T09:14:59.345" v="1223" actId="313"/>
          <ac:spMkLst>
            <pc:docMk/>
            <pc:sldMk cId="0" sldId="269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30T09:15:15.348" v="1226" actId="20577"/>
          <ac:spMkLst>
            <pc:docMk/>
            <pc:sldMk cId="0" sldId="269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4:02.605" v="1106" actId="1076"/>
          <ac:grpSpMkLst>
            <pc:docMk/>
            <pc:sldMk cId="0" sldId="269"/>
            <ac:grpSpMk id="28674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7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8" creationId="{00000000-0000-0000-0000-000000000000}"/>
          </ac:picMkLst>
        </pc:picChg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  <pc:spChg chg="mod">
          <ac:chgData name="shilpi gupta" userId="5ce4f23861899b28" providerId="LiveId" clId="{40D7E8D2-96ED-490B-BBBC-13D7568EB809}" dt="2024-04-30T09:16:36.184" v="1228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  <pc:spChg chg="mod">
          <ac:chgData name="shilpi gupta" userId="5ce4f23861899b28" providerId="LiveId" clId="{40D7E8D2-96ED-490B-BBBC-13D7568EB809}" dt="2024-04-30T09:19:39.918" v="1232" actId="14100"/>
          <ac:spMkLst>
            <pc:docMk/>
            <pc:sldMk cId="0" sldId="271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9:36.427" v="1231" actId="1076"/>
          <ac:grpSpMkLst>
            <pc:docMk/>
            <pc:sldMk cId="0" sldId="271"/>
            <ac:grpSpMk id="35842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5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6" creationId="{00000000-0000-0000-0000-000000000000}"/>
          </ac:picMkLst>
        </pc:picChg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  <pc:spChg chg="mod">
          <ac:chgData name="shilpi gupta" userId="5ce4f23861899b28" providerId="LiveId" clId="{40D7E8D2-96ED-490B-BBBC-13D7568EB809}" dt="2024-04-30T09:19:20.285" v="1230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  <pc:spChg chg="mod">
          <ac:chgData name="shilpi gupta" userId="5ce4f23861899b28" providerId="LiveId" clId="{40D7E8D2-96ED-490B-BBBC-13D7568EB809}" dt="2024-05-12T12:16:54.723" v="1778" actId="3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9:09.220" v="1779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  <pc:spChg chg="mod">
          <ac:chgData name="shilpi gupta" userId="5ce4f23861899b28" providerId="LiveId" clId="{40D7E8D2-96ED-490B-BBBC-13D7568EB809}" dt="2024-05-12T12:14:30.196" v="1764" actId="20577"/>
          <ac:spMkLst>
            <pc:docMk/>
            <pc:sldMk cId="0" sldId="279"/>
            <ac:spMk id="18434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  <pc:spChg chg="mod">
          <ac:chgData name="shilpi gupta" userId="5ce4f23861899b28" providerId="LiveId" clId="{40D7E8D2-96ED-490B-BBBC-13D7568EB809}" dt="2024-04-09T09:53:49.408" v="15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shilpi gupta" userId="5ce4f23861899b28" providerId="LiveId" clId="{40D7E8D2-96ED-490B-BBBC-13D7568EB809}" dt="2024-04-09T08:49:34.802" v="11" actId="20577"/>
          <ac:spMkLst>
            <pc:docMk/>
            <pc:sldMk cId="0" sldId="283"/>
            <ac:spMk id="1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  <pc:spChg chg="mod">
          <ac:chgData name="shilpi gupta" userId="5ce4f23861899b28" providerId="LiveId" clId="{40D7E8D2-96ED-490B-BBBC-13D7568EB809}" dt="2024-05-12T12:21:45.186" v="1854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  <pc:spChg chg="mod">
          <ac:chgData name="shilpi gupta" userId="5ce4f23861899b28" providerId="LiveId" clId="{40D7E8D2-96ED-490B-BBBC-13D7568EB809}" dt="2024-05-12T12:11:27.007" v="1720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2:08.933" v="1714" actId="2711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4" creationId="{00000000-0000-0000-0000-000000000000}"/>
          </ac:spMkLst>
        </pc:spChg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  <pc:spChg chg="mod">
          <ac:chgData name="shilpi gupta" userId="5ce4f23861899b28" providerId="LiveId" clId="{40D7E8D2-96ED-490B-BBBC-13D7568EB809}" dt="2024-04-30T09:40:30.814" v="1489" actId="20577"/>
          <ac:spMkLst>
            <pc:docMk/>
            <pc:sldMk cId="2873325748" sldId="305"/>
            <ac:spMk id="2" creationId="{AC674221-BC3B-3D8F-4E9A-CF84B6A2C2B1}"/>
          </ac:spMkLst>
        </pc:spChg>
        <pc:spChg chg="mod">
          <ac:chgData name="shilpi gupta" userId="5ce4f23861899b28" providerId="LiveId" clId="{40D7E8D2-96ED-490B-BBBC-13D7568EB809}" dt="2024-04-30T09:21:49.157" v="1348" actId="20577"/>
          <ac:spMkLst>
            <pc:docMk/>
            <pc:sldMk cId="2873325748" sldId="305"/>
            <ac:spMk id="3" creationId="{CB56A5AA-89EC-AD6A-EF02-F754B2C77919}"/>
          </ac:spMkLst>
        </pc:spChg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  <pc:spChg chg="mod">
          <ac:chgData name="shilpi gupta" userId="5ce4f23861899b28" providerId="LiveId" clId="{40D7E8D2-96ED-490B-BBBC-13D7568EB809}" dt="2024-05-07T09:12:46.263" v="1605" actId="20577"/>
          <ac:spMkLst>
            <pc:docMk/>
            <pc:sldMk cId="3520298897" sldId="306"/>
            <ac:spMk id="2" creationId="{A77FB7A8-EA42-BD93-6321-9F92A06547A0}"/>
          </ac:spMkLst>
        </pc:spChg>
        <pc:spChg chg="mod">
          <ac:chgData name="shilpi gupta" userId="5ce4f23861899b28" providerId="LiveId" clId="{40D7E8D2-96ED-490B-BBBC-13D7568EB809}" dt="2024-05-07T09:14:17.425" v="1624" actId="20577"/>
          <ac:spMkLst>
            <pc:docMk/>
            <pc:sldMk cId="3520298897" sldId="306"/>
            <ac:spMk id="3" creationId="{B61BFD53-B09F-3E1E-B71E-5341ED34F890}"/>
          </ac:spMkLst>
        </pc:spChg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shilpi gupta" userId="5ce4f23861899b28" providerId="LiveId" clId="{7C71A5E1-59A8-4160-A00A-0B38FFE46761}"/>
    <pc:docChg chg="undo custSel addSld delSld modSld sldOrd">
      <pc:chgData name="shilpi gupta" userId="5ce4f23861899b28" providerId="LiveId" clId="{7C71A5E1-59A8-4160-A00A-0B38FFE46761}" dt="2024-06-04T10:39:41.880" v="4504" actId="20577"/>
      <pc:docMkLst>
        <pc:docMk/>
      </pc:docMkLst>
      <pc:sldChg chg="addSp modSp ord modAnim">
        <pc:chgData name="shilpi gupta" userId="5ce4f23861899b28" providerId="LiveId" clId="{7C71A5E1-59A8-4160-A00A-0B38FFE46761}" dt="2024-06-04T10:31:27.026" v="4147" actId="20577"/>
        <pc:sldMkLst>
          <pc:docMk/>
          <pc:sldMk cId="0" sldId="275"/>
        </pc:sldMkLst>
        <pc:spChg chg="mod">
          <ac:chgData name="shilpi gupta" userId="5ce4f23861899b28" providerId="LiveId" clId="{7C71A5E1-59A8-4160-A00A-0B38FFE46761}" dt="2024-06-04T10:31:27.026" v="4147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40:02.413" v="306" actId="20577"/>
          <ac:spMkLst>
            <pc:docMk/>
            <pc:sldMk cId="0" sldId="275"/>
            <ac:spMk id="3" creationId="{00000000-0000-0000-0000-000000000000}"/>
          </ac:spMkLst>
        </pc:spChg>
        <pc:picChg chg="add mod">
          <ac:chgData name="shilpi gupta" userId="5ce4f23861899b28" providerId="LiveId" clId="{7C71A5E1-59A8-4160-A00A-0B38FFE46761}" dt="2024-06-04T04:42:03.452" v="369" actId="14100"/>
          <ac:picMkLst>
            <pc:docMk/>
            <pc:sldMk cId="0" sldId="275"/>
            <ac:picMk id="2050" creationId="{0052B5F7-0777-39A9-B784-94FDF7F61B3B}"/>
          </ac:picMkLst>
        </pc:picChg>
      </pc:sldChg>
      <pc:sldChg chg="addSp delSp modSp ord modAnim">
        <pc:chgData name="shilpi gupta" userId="5ce4f23861899b28" providerId="LiveId" clId="{7C71A5E1-59A8-4160-A00A-0B38FFE46761}" dt="2024-06-04T04:57:04.517" v="763"/>
        <pc:sldMkLst>
          <pc:docMk/>
          <pc:sldMk cId="0" sldId="279"/>
        </pc:sldMkLst>
        <pc:spChg chg="mod">
          <ac:chgData name="shilpi gupta" userId="5ce4f23861899b28" providerId="LiveId" clId="{7C71A5E1-59A8-4160-A00A-0B38FFE46761}" dt="2024-06-04T04:39:51.229" v="300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36:41.033" v="285" actId="20577"/>
          <ac:spMkLst>
            <pc:docMk/>
            <pc:sldMk cId="0" sldId="279"/>
            <ac:spMk id="18434" creationId="{00000000-0000-0000-0000-000000000000}"/>
          </ac:spMkLst>
        </pc:sp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4" creationId="{6D11B0C2-758A-B3F9-E1F9-3F2BB40B6FA7}"/>
          </ac:picMkLst>
        </pc:pic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1026" creationId="{D9056BC3-C037-CF7F-B63C-9587B9ABEA76}"/>
          </ac:picMkLst>
        </pc:picChg>
        <pc:picChg chg="add mod">
          <ac:chgData name="shilpi gupta" userId="5ce4f23861899b28" providerId="LiveId" clId="{7C71A5E1-59A8-4160-A00A-0B38FFE46761}" dt="2024-06-04T04:39:35.706" v="294" actId="14100"/>
          <ac:picMkLst>
            <pc:docMk/>
            <pc:sldMk cId="0" sldId="279"/>
            <ac:picMk id="1028" creationId="{72A41910-6655-810A-231A-55F5E22D2A49}"/>
          </ac:picMkLst>
        </pc:picChg>
      </pc:sldChg>
      <pc:sldChg chg="modSp modAnim">
        <pc:chgData name="shilpi gupta" userId="5ce4f23861899b28" providerId="LiveId" clId="{7C71A5E1-59A8-4160-A00A-0B38FFE46761}" dt="2024-06-04T05:52:54.820" v="3463" actId="20577"/>
        <pc:sldMkLst>
          <pc:docMk/>
          <pc:sldMk cId="0" sldId="302"/>
        </pc:sldMkLst>
        <pc:spChg chg="mod">
          <ac:chgData name="shilpi gupta" userId="5ce4f23861899b28" providerId="LiveId" clId="{7C71A5E1-59A8-4160-A00A-0B38FFE46761}" dt="2024-06-04T05:52:54.820" v="3463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7C71A5E1-59A8-4160-A00A-0B38FFE46761}" dt="2024-06-04T10:39:41.880" v="4504" actId="20577"/>
        <pc:sldMkLst>
          <pc:docMk/>
          <pc:sldMk cId="0" sldId="303"/>
        </pc:sldMkLst>
        <pc:spChg chg="mod">
          <ac:chgData name="shilpi gupta" userId="5ce4f23861899b28" providerId="LiveId" clId="{7C71A5E1-59A8-4160-A00A-0B38FFE46761}" dt="2024-06-04T05:50:52.986" v="3344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10:39:41.880" v="4504" actId="20577"/>
          <ac:spMkLst>
            <pc:docMk/>
            <pc:sldMk cId="0" sldId="303"/>
            <ac:spMk id="3" creationId="{00000000-0000-0000-0000-000000000000}"/>
          </ac:spMkLst>
        </pc:spChg>
      </pc:sldChg>
      <pc:sldChg chg="delSp modSp">
        <pc:chgData name="shilpi gupta" userId="5ce4f23861899b28" providerId="LiveId" clId="{7C71A5E1-59A8-4160-A00A-0B38FFE46761}" dt="2024-06-04T10:39:30.712" v="4490" actId="6549"/>
        <pc:sldMkLst>
          <pc:docMk/>
          <pc:sldMk cId="0" sldId="304"/>
        </pc:sldMkLst>
        <pc:spChg chg="mod">
          <ac:chgData name="shilpi gupta" userId="5ce4f23861899b28" providerId="LiveId" clId="{7C71A5E1-59A8-4160-A00A-0B38FFE46761}" dt="2024-06-04T10:39:30.712" v="4490" actId="6549"/>
          <ac:spMkLst>
            <pc:docMk/>
            <pc:sldMk cId="0" sldId="304"/>
            <ac:spMk id="4" creationId="{00000000-0000-0000-0000-000000000000}"/>
          </ac:spMkLst>
        </pc:spChg>
        <pc:picChg chg="del">
          <ac:chgData name="shilpi gupta" userId="5ce4f23861899b28" providerId="LiveId" clId="{7C71A5E1-59A8-4160-A00A-0B38FFE46761}" dt="2024-06-04T04:32:50.131" v="38" actId="21"/>
          <ac:picMkLst>
            <pc:docMk/>
            <pc:sldMk cId="0" sldId="304"/>
            <ac:picMk id="1026" creationId="{7BA36D8F-A981-D598-3D75-0EE82880BA0F}"/>
          </ac:picMkLst>
        </pc:picChg>
      </pc:sldChg>
      <pc:sldChg chg="addSp delSp modSp mod setBg">
        <pc:chgData name="shilpi gupta" userId="5ce4f23861899b28" providerId="LiveId" clId="{7C71A5E1-59A8-4160-A00A-0B38FFE46761}" dt="2024-06-04T10:30:33.096" v="4098" actId="6549"/>
        <pc:sldMkLst>
          <pc:docMk/>
          <pc:sldMk cId="708743409" sldId="307"/>
        </pc:sldMkLst>
        <pc:spChg chg="add del mod ord">
          <ac:chgData name="shilpi gupta" userId="5ce4f23861899b28" providerId="LiveId" clId="{7C71A5E1-59A8-4160-A00A-0B38FFE46761}" dt="2024-06-04T10:30:33.096" v="4098" actId="6549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7C71A5E1-59A8-4160-A00A-0B38FFE46761}" dt="2024-06-04T04:45:37.169" v="561" actId="26606"/>
          <ac:spMkLst>
            <pc:docMk/>
            <pc:sldMk cId="708743409" sldId="307"/>
            <ac:spMk id="3" creationId="{F9EC34FE-9B94-628C-6382-6CFF5BDCD1CC}"/>
          </ac:spMkLst>
        </pc:spChg>
        <pc:spChg chg="add mod">
          <ac:chgData name="shilpi gupta" userId="5ce4f23861899b28" providerId="LiveId" clId="{7C71A5E1-59A8-4160-A00A-0B38FFE46761}" dt="2024-06-04T04:45:27.857" v="558" actId="21"/>
          <ac:spMkLst>
            <pc:docMk/>
            <pc:sldMk cId="708743409" sldId="307"/>
            <ac:spMk id="4" creationId="{763A4B81-E3FB-9F64-91B4-D717F66100E8}"/>
          </ac:spMkLst>
        </pc:spChg>
        <pc:grpChg chg="add del">
          <ac:chgData name="shilpi gupta" userId="5ce4f23861899b28" providerId="LiveId" clId="{7C71A5E1-59A8-4160-A00A-0B38FFE46761}" dt="2024-06-04T04:45:37.169" v="561" actId="26606"/>
          <ac:grpSpMkLst>
            <pc:docMk/>
            <pc:sldMk cId="708743409" sldId="307"/>
            <ac:grpSpMk id="3079" creationId="{3AFCAD34-1AFC-BC1A-F6B2-C34C63912EAB}"/>
          </ac:grpSpMkLst>
        </pc:grpChg>
        <pc:picChg chg="add del mod">
          <ac:chgData name="shilpi gupta" userId="5ce4f23861899b28" providerId="LiveId" clId="{7C71A5E1-59A8-4160-A00A-0B38FFE46761}" dt="2024-06-04T04:45:45.828" v="565" actId="1076"/>
          <ac:picMkLst>
            <pc:docMk/>
            <pc:sldMk cId="708743409" sldId="307"/>
            <ac:picMk id="3074" creationId="{009FD1C1-063C-CEDE-3680-1409F37DE074}"/>
          </ac:picMkLst>
        </pc:picChg>
      </pc:sldChg>
      <pc:sldChg chg="addSp modSp mod">
        <pc:chgData name="shilpi gupta" userId="5ce4f23861899b28" providerId="LiveId" clId="{7C71A5E1-59A8-4160-A00A-0B38FFE46761}" dt="2024-06-04T06:09:47.375" v="3514" actId="14100"/>
        <pc:sldMkLst>
          <pc:docMk/>
          <pc:sldMk cId="87849002" sldId="308"/>
        </pc:sldMkLst>
        <pc:spChg chg="mod">
          <ac:chgData name="shilpi gupta" userId="5ce4f23861899b28" providerId="LiveId" clId="{7C71A5E1-59A8-4160-A00A-0B38FFE46761}" dt="2024-06-04T04:56:04.676" v="703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7C71A5E1-59A8-4160-A00A-0B38FFE46761}" dt="2024-06-04T04:54:24.405" v="577" actId="20577"/>
          <ac:spMkLst>
            <pc:docMk/>
            <pc:sldMk cId="87849002" sldId="308"/>
            <ac:spMk id="3" creationId="{FA0D1B9E-E50F-DCCC-43BD-4A11A6569274}"/>
          </ac:spMkLst>
        </pc:spChg>
        <pc:picChg chg="add mod">
          <ac:chgData name="shilpi gupta" userId="5ce4f23861899b28" providerId="LiveId" clId="{7C71A5E1-59A8-4160-A00A-0B38FFE46761}" dt="2024-06-04T06:09:47.375" v="3514" actId="14100"/>
          <ac:picMkLst>
            <pc:docMk/>
            <pc:sldMk cId="87849002" sldId="308"/>
            <ac:picMk id="5122" creationId="{D2B720D4-544D-261C-7D5E-B504933AD782}"/>
          </ac:picMkLst>
        </pc:picChg>
      </pc:sldChg>
      <pc:sldChg chg="addSp delSp modSp mod">
        <pc:chgData name="shilpi gupta" userId="5ce4f23861899b28" providerId="LiveId" clId="{7C71A5E1-59A8-4160-A00A-0B38FFE46761}" dt="2024-06-04T06:15:22.782" v="3602" actId="14100"/>
        <pc:sldMkLst>
          <pc:docMk/>
          <pc:sldMk cId="234866709" sldId="309"/>
        </pc:sldMkLst>
        <pc:spChg chg="mod">
          <ac:chgData name="shilpi gupta" userId="5ce4f23861899b28" providerId="LiveId" clId="{7C71A5E1-59A8-4160-A00A-0B38FFE46761}" dt="2024-06-04T04:58:39.575" v="859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7C71A5E1-59A8-4160-A00A-0B38FFE46761}" dt="2024-06-04T04:56:22.246" v="714" actId="20577"/>
          <ac:spMkLst>
            <pc:docMk/>
            <pc:sldMk cId="234866709" sldId="309"/>
            <ac:spMk id="3" creationId="{057F8ED8-3E6E-2556-FA11-4A615E4B6A51}"/>
          </ac:spMkLst>
        </pc:sp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0" creationId="{3CE57C27-F5AB-25F0-D1C1-B48372849DEB}"/>
          </ac:picMkLst>
        </pc:pic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2" creationId="{E9E8D8F7-AD32-7876-C624-34F8CD77A14D}"/>
          </ac:picMkLst>
        </pc:picChg>
        <pc:picChg chg="add mod">
          <ac:chgData name="shilpi gupta" userId="5ce4f23861899b28" providerId="LiveId" clId="{7C71A5E1-59A8-4160-A00A-0B38FFE46761}" dt="2024-06-04T06:15:22.782" v="3602" actId="14100"/>
          <ac:picMkLst>
            <pc:docMk/>
            <pc:sldMk cId="234866709" sldId="309"/>
            <ac:picMk id="7174" creationId="{51D89A67-DD5D-4B08-C38B-E7C73979B539}"/>
          </ac:picMkLst>
        </pc:picChg>
      </pc:sldChg>
      <pc:sldChg chg="addSp modSp mod">
        <pc:chgData name="shilpi gupta" userId="5ce4f23861899b28" providerId="LiveId" clId="{7C71A5E1-59A8-4160-A00A-0B38FFE46761}" dt="2024-06-04T06:48:25.129" v="3977" actId="14100"/>
        <pc:sldMkLst>
          <pc:docMk/>
          <pc:sldMk cId="1348417969" sldId="310"/>
        </pc:sldMkLst>
        <pc:spChg chg="mod">
          <ac:chgData name="shilpi gupta" userId="5ce4f23861899b28" providerId="LiveId" clId="{7C71A5E1-59A8-4160-A00A-0B38FFE46761}" dt="2024-06-04T05:01:31.888" v="1087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7C71A5E1-59A8-4160-A00A-0B38FFE46761}" dt="2024-06-04T04:59:46.945" v="934" actId="6549"/>
          <ac:spMkLst>
            <pc:docMk/>
            <pc:sldMk cId="1348417969" sldId="310"/>
            <ac:spMk id="3" creationId="{69275696-C9CC-14F6-5A69-F5B777B5235E}"/>
          </ac:spMkLst>
        </pc:spChg>
        <pc:picChg chg="add mod">
          <ac:chgData name="shilpi gupta" userId="5ce4f23861899b28" providerId="LiveId" clId="{7C71A5E1-59A8-4160-A00A-0B38FFE46761}" dt="2024-06-04T06:48:25.129" v="3977" actId="14100"/>
          <ac:picMkLst>
            <pc:docMk/>
            <pc:sldMk cId="1348417969" sldId="310"/>
            <ac:picMk id="14338" creationId="{17B0ACE6-5308-0B99-3CAB-D83972C300C5}"/>
          </ac:picMkLst>
        </pc:picChg>
      </pc:sldChg>
      <pc:sldChg chg="addSp modSp mod">
        <pc:chgData name="shilpi gupta" userId="5ce4f23861899b28" providerId="LiveId" clId="{7C71A5E1-59A8-4160-A00A-0B38FFE46761}" dt="2024-06-04T10:34:58.051" v="4369" actId="20577"/>
        <pc:sldMkLst>
          <pc:docMk/>
          <pc:sldMk cId="1901877650" sldId="311"/>
        </pc:sldMkLst>
        <pc:spChg chg="mod">
          <ac:chgData name="shilpi gupta" userId="5ce4f23861899b28" providerId="LiveId" clId="{7C71A5E1-59A8-4160-A00A-0B38FFE46761}" dt="2024-06-04T10:34:58.051" v="4369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7C71A5E1-59A8-4160-A00A-0B38FFE46761}" dt="2024-06-04T05:11:30.466" v="1823" actId="20577"/>
          <ac:spMkLst>
            <pc:docMk/>
            <pc:sldMk cId="1901877650" sldId="311"/>
            <ac:spMk id="3" creationId="{16C3B71B-D392-F5C5-EC07-0CBA638B7C26}"/>
          </ac:spMkLst>
        </pc:spChg>
        <pc:picChg chg="add mod">
          <ac:chgData name="shilpi gupta" userId="5ce4f23861899b28" providerId="LiveId" clId="{7C71A5E1-59A8-4160-A00A-0B38FFE46761}" dt="2024-06-04T07:03:33.487" v="4086" actId="1076"/>
          <ac:picMkLst>
            <pc:docMk/>
            <pc:sldMk cId="1901877650" sldId="311"/>
            <ac:picMk id="20482" creationId="{6AC5DF44-3B5C-48AC-41F1-5B446B446D55}"/>
          </ac:picMkLst>
        </pc:picChg>
        <pc:picChg chg="add mod">
          <ac:chgData name="shilpi gupta" userId="5ce4f23861899b28" providerId="LiveId" clId="{7C71A5E1-59A8-4160-A00A-0B38FFE46761}" dt="2024-06-04T07:03:52.682" v="4090" actId="14100"/>
          <ac:picMkLst>
            <pc:docMk/>
            <pc:sldMk cId="1901877650" sldId="311"/>
            <ac:picMk id="20484" creationId="{6AFFF552-2B06-E675-B5B3-C4A6EA0A92B5}"/>
          </ac:picMkLst>
        </pc:picChg>
      </pc:sldChg>
      <pc:sldChg chg="del">
        <pc:chgData name="shilpi gupta" userId="5ce4f23861899b28" providerId="LiveId" clId="{7C71A5E1-59A8-4160-A00A-0B38FFE46761}" dt="2024-06-04T05:21:39.006" v="2177" actId="47"/>
        <pc:sldMkLst>
          <pc:docMk/>
          <pc:sldMk cId="2624257296" sldId="312"/>
        </pc:sldMkLst>
      </pc:sldChg>
      <pc:sldChg chg="del">
        <pc:chgData name="shilpi gupta" userId="5ce4f23861899b28" providerId="LiveId" clId="{7C71A5E1-59A8-4160-A00A-0B38FFE46761}" dt="2024-06-04T05:21:39.506" v="2178" actId="47"/>
        <pc:sldMkLst>
          <pc:docMk/>
          <pc:sldMk cId="2945510849" sldId="313"/>
        </pc:sldMkLst>
      </pc:sldChg>
      <pc:sldChg chg="del">
        <pc:chgData name="shilpi gupta" userId="5ce4f23861899b28" providerId="LiveId" clId="{7C71A5E1-59A8-4160-A00A-0B38FFE46761}" dt="2024-06-04T05:21:39.913" v="2179" actId="47"/>
        <pc:sldMkLst>
          <pc:docMk/>
          <pc:sldMk cId="3227058457" sldId="314"/>
        </pc:sldMkLst>
      </pc:sldChg>
      <pc:sldChg chg="del">
        <pc:chgData name="shilpi gupta" userId="5ce4f23861899b28" providerId="LiveId" clId="{7C71A5E1-59A8-4160-A00A-0B38FFE46761}" dt="2024-06-04T05:21:40.241" v="2180" actId="47"/>
        <pc:sldMkLst>
          <pc:docMk/>
          <pc:sldMk cId="657843468" sldId="315"/>
        </pc:sldMkLst>
      </pc:sldChg>
      <pc:sldChg chg="del">
        <pc:chgData name="shilpi gupta" userId="5ce4f23861899b28" providerId="LiveId" clId="{7C71A5E1-59A8-4160-A00A-0B38FFE46761}" dt="2024-06-04T05:21:40.523" v="2181" actId="47"/>
        <pc:sldMkLst>
          <pc:docMk/>
          <pc:sldMk cId="586535592" sldId="316"/>
        </pc:sldMkLst>
      </pc:sldChg>
      <pc:sldChg chg="del">
        <pc:chgData name="shilpi gupta" userId="5ce4f23861899b28" providerId="LiveId" clId="{7C71A5E1-59A8-4160-A00A-0B38FFE46761}" dt="2024-06-04T05:21:40.773" v="2182" actId="47"/>
        <pc:sldMkLst>
          <pc:docMk/>
          <pc:sldMk cId="1854470539" sldId="317"/>
        </pc:sldMkLst>
      </pc:sldChg>
      <pc:sldChg chg="del">
        <pc:chgData name="shilpi gupta" userId="5ce4f23861899b28" providerId="LiveId" clId="{7C71A5E1-59A8-4160-A00A-0B38FFE46761}" dt="2024-06-04T05:21:41.788" v="2183" actId="47"/>
        <pc:sldMkLst>
          <pc:docMk/>
          <pc:sldMk cId="4081438048" sldId="318"/>
        </pc:sldMkLst>
      </pc:sldChg>
      <pc:sldChg chg="modSp mod">
        <pc:chgData name="shilpi gupta" userId="5ce4f23861899b28" providerId="LiveId" clId="{7C71A5E1-59A8-4160-A00A-0B38FFE46761}" dt="2024-06-04T05:26:12.173" v="2643" actId="20577"/>
        <pc:sldMkLst>
          <pc:docMk/>
          <pc:sldMk cId="1505337766" sldId="319"/>
        </pc:sldMkLst>
        <pc:spChg chg="mod">
          <ac:chgData name="shilpi gupta" userId="5ce4f23861899b28" providerId="LiveId" clId="{7C71A5E1-59A8-4160-A00A-0B38FFE46761}" dt="2024-06-04T05:26:12.173" v="2643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7C71A5E1-59A8-4160-A00A-0B38FFE46761}" dt="2024-06-04T05:25:44.261" v="262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modSp mod">
        <pc:chgData name="shilpi gupta" userId="5ce4f23861899b28" providerId="LiveId" clId="{7C71A5E1-59A8-4160-A00A-0B38FFE46761}" dt="2024-06-04T05:51:34.368" v="3410" actId="20577"/>
        <pc:sldMkLst>
          <pc:docMk/>
          <pc:sldMk cId="2548785845" sldId="321"/>
        </pc:sldMkLst>
        <pc:spChg chg="mod">
          <ac:chgData name="shilpi gupta" userId="5ce4f23861899b28" providerId="LiveId" clId="{7C71A5E1-59A8-4160-A00A-0B38FFE46761}" dt="2024-06-04T05:51:34.368" v="3410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7C71A5E1-59A8-4160-A00A-0B38FFE46761}" dt="2024-06-04T05:48:24.170" v="3162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mod">
        <pc:chgData name="shilpi gupta" userId="5ce4f23861899b28" providerId="LiveId" clId="{7C71A5E1-59A8-4160-A00A-0B38FFE46761}" dt="2024-06-04T05:51:47.889" v="3422" actId="20577"/>
        <pc:sldMkLst>
          <pc:docMk/>
          <pc:sldMk cId="221513343" sldId="322"/>
        </pc:sldMkLst>
        <pc:spChg chg="mod">
          <ac:chgData name="shilpi gupta" userId="5ce4f23861899b28" providerId="LiveId" clId="{7C71A5E1-59A8-4160-A00A-0B38FFE46761}" dt="2024-06-04T05:51:47.889" v="3422" actId="20577"/>
          <ac:spMkLst>
            <pc:docMk/>
            <pc:sldMk cId="221513343" sldId="322"/>
            <ac:spMk id="2" creationId="{87E62548-71D8-7A8A-7585-969CB13A56AB}"/>
          </ac:spMkLst>
        </pc:spChg>
      </pc:sldChg>
      <pc:sldChg chg="del">
        <pc:chgData name="shilpi gupta" userId="5ce4f23861899b28" providerId="LiveId" clId="{7C71A5E1-59A8-4160-A00A-0B38FFE46761}" dt="2024-06-04T05:51:54.385" v="3423" actId="47"/>
        <pc:sldMkLst>
          <pc:docMk/>
          <pc:sldMk cId="3711207397" sldId="323"/>
        </pc:sldMkLst>
      </pc:sldChg>
      <pc:sldChg chg="del">
        <pc:chgData name="shilpi gupta" userId="5ce4f23861899b28" providerId="LiveId" clId="{7C71A5E1-59A8-4160-A00A-0B38FFE46761}" dt="2024-06-04T05:51:55.682" v="3424" actId="47"/>
        <pc:sldMkLst>
          <pc:docMk/>
          <pc:sldMk cId="546927331" sldId="324"/>
        </pc:sldMkLst>
      </pc:sldChg>
      <pc:sldChg chg="modSp mod">
        <pc:chgData name="shilpi gupta" userId="5ce4f23861899b28" providerId="LiveId" clId="{7C71A5E1-59A8-4160-A00A-0B38FFE46761}" dt="2024-06-04T05:25:31.362" v="2625" actId="20577"/>
        <pc:sldMkLst>
          <pc:docMk/>
          <pc:sldMk cId="1669534364" sldId="325"/>
        </pc:sldMkLst>
        <pc:spChg chg="mod">
          <ac:chgData name="shilpi gupta" userId="5ce4f23861899b28" providerId="LiveId" clId="{7C71A5E1-59A8-4160-A00A-0B38FFE46761}" dt="2024-06-04T05:25:08.265" v="2588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7C71A5E1-59A8-4160-A00A-0B38FFE46761}" dt="2024-06-04T05:25:31.362" v="2625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del">
        <pc:chgData name="shilpi gupta" userId="5ce4f23861899b28" providerId="LiveId" clId="{7C71A5E1-59A8-4160-A00A-0B38FFE46761}" dt="2024-06-04T05:51:56.402" v="3425" actId="47"/>
        <pc:sldMkLst>
          <pc:docMk/>
          <pc:sldMk cId="1666525737" sldId="326"/>
        </pc:sldMkLst>
      </pc:sldChg>
      <pc:sldChg chg="del">
        <pc:chgData name="shilpi gupta" userId="5ce4f23861899b28" providerId="LiveId" clId="{7C71A5E1-59A8-4160-A00A-0B38FFE46761}" dt="2024-06-04T05:51:57.136" v="3426" actId="47"/>
        <pc:sldMkLst>
          <pc:docMk/>
          <pc:sldMk cId="3045406790" sldId="327"/>
        </pc:sldMkLst>
      </pc:sldChg>
      <pc:sldChg chg="del">
        <pc:chgData name="shilpi gupta" userId="5ce4f23861899b28" providerId="LiveId" clId="{7C71A5E1-59A8-4160-A00A-0B38FFE46761}" dt="2024-06-04T05:51:57.497" v="3427" actId="47"/>
        <pc:sldMkLst>
          <pc:docMk/>
          <pc:sldMk cId="1089236490" sldId="328"/>
        </pc:sldMkLst>
      </pc:sldChg>
      <pc:sldChg chg="del">
        <pc:chgData name="shilpi gupta" userId="5ce4f23861899b28" providerId="LiveId" clId="{7C71A5E1-59A8-4160-A00A-0B38FFE46761}" dt="2024-06-04T05:51:58.342" v="3429" actId="47"/>
        <pc:sldMkLst>
          <pc:docMk/>
          <pc:sldMk cId="1375260716" sldId="329"/>
        </pc:sldMkLst>
      </pc:sldChg>
      <pc:sldChg chg="del">
        <pc:chgData name="shilpi gupta" userId="5ce4f23861899b28" providerId="LiveId" clId="{7C71A5E1-59A8-4160-A00A-0B38FFE46761}" dt="2024-06-04T05:51:57.982" v="3428" actId="47"/>
        <pc:sldMkLst>
          <pc:docMk/>
          <pc:sldMk cId="829989937" sldId="330"/>
        </pc:sldMkLst>
      </pc:sldChg>
      <pc:sldChg chg="del">
        <pc:chgData name="shilpi gupta" userId="5ce4f23861899b28" providerId="LiveId" clId="{7C71A5E1-59A8-4160-A00A-0B38FFE46761}" dt="2024-06-04T05:51:58.748" v="3430" actId="47"/>
        <pc:sldMkLst>
          <pc:docMk/>
          <pc:sldMk cId="4201570771" sldId="331"/>
        </pc:sldMkLst>
      </pc:sldChg>
      <pc:sldChg chg="del">
        <pc:chgData name="shilpi gupta" userId="5ce4f23861899b28" providerId="LiveId" clId="{7C71A5E1-59A8-4160-A00A-0B38FFE46761}" dt="2024-06-04T05:51:59.264" v="3431" actId="47"/>
        <pc:sldMkLst>
          <pc:docMk/>
          <pc:sldMk cId="2142973947" sldId="332"/>
        </pc:sldMkLst>
      </pc:sldChg>
      <pc:sldChg chg="addSp modSp new mod">
        <pc:chgData name="shilpi gupta" userId="5ce4f23861899b28" providerId="LiveId" clId="{7C71A5E1-59A8-4160-A00A-0B38FFE46761}" dt="2024-06-04T06:13:10.758" v="3588" actId="14100"/>
        <pc:sldMkLst>
          <pc:docMk/>
          <pc:sldMk cId="1712939539" sldId="333"/>
        </pc:sldMkLst>
        <pc:spChg chg="mod">
          <ac:chgData name="shilpi gupta" userId="5ce4f23861899b28" providerId="LiveId" clId="{7C71A5E1-59A8-4160-A00A-0B38FFE46761}" dt="2024-06-04T06:13:02.815" v="3586" actId="1076"/>
          <ac:spMkLst>
            <pc:docMk/>
            <pc:sldMk cId="1712939539" sldId="333"/>
            <ac:spMk id="2" creationId="{6E36E732-C9CD-2A69-AAF1-82667F5D773F}"/>
          </ac:spMkLst>
        </pc:spChg>
        <pc:spChg chg="mod">
          <ac:chgData name="shilpi gupta" userId="5ce4f23861899b28" providerId="LiveId" clId="{7C71A5E1-59A8-4160-A00A-0B38FFE46761}" dt="2024-06-04T05:02:06.823" v="1100" actId="20577"/>
          <ac:spMkLst>
            <pc:docMk/>
            <pc:sldMk cId="1712939539" sldId="333"/>
            <ac:spMk id="3" creationId="{9B932945-1630-776D-03BA-235A69824254}"/>
          </ac:spMkLst>
        </pc:spChg>
        <pc:picChg chg="add mod">
          <ac:chgData name="shilpi gupta" userId="5ce4f23861899b28" providerId="LiveId" clId="{7C71A5E1-59A8-4160-A00A-0B38FFE46761}" dt="2024-06-04T06:13:10.758" v="3588" actId="14100"/>
          <ac:picMkLst>
            <pc:docMk/>
            <pc:sldMk cId="1712939539" sldId="333"/>
            <ac:picMk id="6146" creationId="{279959C2-72CD-A66F-94D0-973426E6F06B}"/>
          </ac:picMkLst>
        </pc:picChg>
      </pc:sldChg>
      <pc:sldChg chg="addSp modSp new mod">
        <pc:chgData name="shilpi gupta" userId="5ce4f23861899b28" providerId="LiveId" clId="{7C71A5E1-59A8-4160-A00A-0B38FFE46761}" dt="2024-06-04T06:21:28.659" v="3735" actId="14100"/>
        <pc:sldMkLst>
          <pc:docMk/>
          <pc:sldMk cId="4037977067" sldId="334"/>
        </pc:sldMkLst>
        <pc:spChg chg="mod">
          <ac:chgData name="shilpi gupta" userId="5ce4f23861899b28" providerId="LiveId" clId="{7C71A5E1-59A8-4160-A00A-0B38FFE46761}" dt="2024-06-04T06:21:20.550" v="3733" actId="1076"/>
          <ac:spMkLst>
            <pc:docMk/>
            <pc:sldMk cId="4037977067" sldId="334"/>
            <ac:spMk id="2" creationId="{6EAE65DE-A04C-E3F3-8F32-0D880D89ED90}"/>
          </ac:spMkLst>
        </pc:spChg>
        <pc:spChg chg="mod">
          <ac:chgData name="shilpi gupta" userId="5ce4f23861899b28" providerId="LiveId" clId="{7C71A5E1-59A8-4160-A00A-0B38FFE46761}" dt="2024-06-04T05:03:11.728" v="1174" actId="20577"/>
          <ac:spMkLst>
            <pc:docMk/>
            <pc:sldMk cId="4037977067" sldId="334"/>
            <ac:spMk id="3" creationId="{2DE8422E-178A-6004-749A-186EE5DB7831}"/>
          </ac:spMkLst>
        </pc:spChg>
        <pc:picChg chg="add mod">
          <ac:chgData name="shilpi gupta" userId="5ce4f23861899b28" providerId="LiveId" clId="{7C71A5E1-59A8-4160-A00A-0B38FFE46761}" dt="2024-06-04T06:21:28.659" v="3735" actId="14100"/>
          <ac:picMkLst>
            <pc:docMk/>
            <pc:sldMk cId="4037977067" sldId="334"/>
            <ac:picMk id="9218" creationId="{7BE49202-9CD1-D93E-7CDB-89B5B5479156}"/>
          </ac:picMkLst>
        </pc:picChg>
      </pc:sldChg>
      <pc:sldChg chg="addSp modSp new mod">
        <pc:chgData name="shilpi gupta" userId="5ce4f23861899b28" providerId="LiveId" clId="{7C71A5E1-59A8-4160-A00A-0B38FFE46761}" dt="2024-06-04T06:30:42.580" v="3848" actId="5793"/>
        <pc:sldMkLst>
          <pc:docMk/>
          <pc:sldMk cId="606556862" sldId="335"/>
        </pc:sldMkLst>
        <pc:spChg chg="mod">
          <ac:chgData name="shilpi gupta" userId="5ce4f23861899b28" providerId="LiveId" clId="{7C71A5E1-59A8-4160-A00A-0B38FFE46761}" dt="2024-06-04T06:30:42.580" v="3848" actId="5793"/>
          <ac:spMkLst>
            <pc:docMk/>
            <pc:sldMk cId="606556862" sldId="335"/>
            <ac:spMk id="2" creationId="{B22228E9-F7E0-1577-1C79-8919D7E50B0C}"/>
          </ac:spMkLst>
        </pc:spChg>
        <pc:spChg chg="mod">
          <ac:chgData name="shilpi gupta" userId="5ce4f23861899b28" providerId="LiveId" clId="{7C71A5E1-59A8-4160-A00A-0B38FFE46761}" dt="2024-06-04T05:04:27.599" v="1243" actId="20577"/>
          <ac:spMkLst>
            <pc:docMk/>
            <pc:sldMk cId="606556862" sldId="335"/>
            <ac:spMk id="3" creationId="{570F8C1F-9044-E591-AD15-93476D8FB102}"/>
          </ac:spMkLst>
        </pc:spChg>
        <pc:picChg chg="add mod">
          <ac:chgData name="shilpi gupta" userId="5ce4f23861899b28" providerId="LiveId" clId="{7C71A5E1-59A8-4160-A00A-0B38FFE46761}" dt="2024-06-04T06:27:55.029" v="3784" actId="14100"/>
          <ac:picMkLst>
            <pc:docMk/>
            <pc:sldMk cId="606556862" sldId="335"/>
            <ac:picMk id="11266" creationId="{13988388-A70D-FF7A-E7A3-0138A4640991}"/>
          </ac:picMkLst>
        </pc:picChg>
      </pc:sldChg>
      <pc:sldChg chg="addSp modSp new mod">
        <pc:chgData name="shilpi gupta" userId="5ce4f23861899b28" providerId="LiveId" clId="{7C71A5E1-59A8-4160-A00A-0B38FFE46761}" dt="2024-06-04T06:33:21.783" v="3910" actId="20577"/>
        <pc:sldMkLst>
          <pc:docMk/>
          <pc:sldMk cId="22792181" sldId="336"/>
        </pc:sldMkLst>
        <pc:spChg chg="mod">
          <ac:chgData name="shilpi gupta" userId="5ce4f23861899b28" providerId="LiveId" clId="{7C71A5E1-59A8-4160-A00A-0B38FFE46761}" dt="2024-06-04T06:33:21.783" v="3910" actId="20577"/>
          <ac:spMkLst>
            <pc:docMk/>
            <pc:sldMk cId="22792181" sldId="336"/>
            <ac:spMk id="2" creationId="{E203108F-378A-83B1-D945-795B00A430E8}"/>
          </ac:spMkLst>
        </pc:spChg>
        <pc:spChg chg="mod">
          <ac:chgData name="shilpi gupta" userId="5ce4f23861899b28" providerId="LiveId" clId="{7C71A5E1-59A8-4160-A00A-0B38FFE46761}" dt="2024-06-04T05:05:06.468" v="1312" actId="20577"/>
          <ac:spMkLst>
            <pc:docMk/>
            <pc:sldMk cId="22792181" sldId="336"/>
            <ac:spMk id="3" creationId="{C81727EA-ADD2-EBFB-5BE9-42E1C3A1F564}"/>
          </ac:spMkLst>
        </pc:spChg>
        <pc:spChg chg="add">
          <ac:chgData name="shilpi gupta" userId="5ce4f23861899b28" providerId="LiveId" clId="{7C71A5E1-59A8-4160-A00A-0B38FFE46761}" dt="2024-06-04T06:31:17.408" v="3849"/>
          <ac:spMkLst>
            <pc:docMk/>
            <pc:sldMk cId="22792181" sldId="336"/>
            <ac:spMk id="4" creationId="{4100A05E-33B1-9771-BBBB-CA95E1873B90}"/>
          </ac:spMkLst>
        </pc:spChg>
        <pc:spChg chg="add mod">
          <ac:chgData name="shilpi gupta" userId="5ce4f23861899b28" providerId="LiveId" clId="{7C71A5E1-59A8-4160-A00A-0B38FFE46761}" dt="2024-06-04T06:31:40.557" v="3852" actId="14100"/>
          <ac:spMkLst>
            <pc:docMk/>
            <pc:sldMk cId="22792181" sldId="336"/>
            <ac:spMk id="5" creationId="{4BBE1A22-9FBE-2C4B-AFC2-99FCB6376A7A}"/>
          </ac:spMkLst>
        </pc:spChg>
        <pc:picChg chg="add mod">
          <ac:chgData name="shilpi gupta" userId="5ce4f23861899b28" providerId="LiveId" clId="{7C71A5E1-59A8-4160-A00A-0B38FFE46761}" dt="2024-06-04T06:32:17.214" v="3856" actId="14100"/>
          <ac:picMkLst>
            <pc:docMk/>
            <pc:sldMk cId="22792181" sldId="336"/>
            <ac:picMk id="12294" creationId="{8D85EB3D-A9ED-4CDD-4B9D-CA0E46FB82B8}"/>
          </ac:picMkLst>
        </pc:picChg>
      </pc:sldChg>
      <pc:sldChg chg="addSp modSp new mod">
        <pc:chgData name="shilpi gupta" userId="5ce4f23861899b28" providerId="LiveId" clId="{7C71A5E1-59A8-4160-A00A-0B38FFE46761}" dt="2024-06-04T06:17:29.030" v="3675" actId="1076"/>
        <pc:sldMkLst>
          <pc:docMk/>
          <pc:sldMk cId="135979500" sldId="337"/>
        </pc:sldMkLst>
        <pc:spChg chg="mod">
          <ac:chgData name="shilpi gupta" userId="5ce4f23861899b28" providerId="LiveId" clId="{7C71A5E1-59A8-4160-A00A-0B38FFE46761}" dt="2024-06-04T06:17:21.881" v="3672" actId="1076"/>
          <ac:spMkLst>
            <pc:docMk/>
            <pc:sldMk cId="135979500" sldId="337"/>
            <ac:spMk id="2" creationId="{1DA09C41-D941-0173-7DF9-7A0F35F4B544}"/>
          </ac:spMkLst>
        </pc:spChg>
        <pc:spChg chg="mod">
          <ac:chgData name="shilpi gupta" userId="5ce4f23861899b28" providerId="LiveId" clId="{7C71A5E1-59A8-4160-A00A-0B38FFE46761}" dt="2024-06-04T05:05:47.779" v="1376" actId="20577"/>
          <ac:spMkLst>
            <pc:docMk/>
            <pc:sldMk cId="135979500" sldId="337"/>
            <ac:spMk id="3" creationId="{E451A7D5-4D00-222F-209E-ABC37782A437}"/>
          </ac:spMkLst>
        </pc:spChg>
        <pc:picChg chg="add mod">
          <ac:chgData name="shilpi gupta" userId="5ce4f23861899b28" providerId="LiveId" clId="{7C71A5E1-59A8-4160-A00A-0B38FFE46761}" dt="2024-06-04T06:17:29.030" v="3675" actId="1076"/>
          <ac:picMkLst>
            <pc:docMk/>
            <pc:sldMk cId="135979500" sldId="337"/>
            <ac:picMk id="8194" creationId="{FEE07D7D-0EA8-4EFD-ACFC-0A3A7C6B7918}"/>
          </ac:picMkLst>
        </pc:picChg>
      </pc:sldChg>
      <pc:sldChg chg="addSp modSp new mod">
        <pc:chgData name="shilpi gupta" userId="5ce4f23861899b28" providerId="LiveId" clId="{7C71A5E1-59A8-4160-A00A-0B38FFE46761}" dt="2024-06-04T07:00:15.380" v="4062" actId="1076"/>
        <pc:sldMkLst>
          <pc:docMk/>
          <pc:sldMk cId="3497618042" sldId="338"/>
        </pc:sldMkLst>
        <pc:spChg chg="mod">
          <ac:chgData name="shilpi gupta" userId="5ce4f23861899b28" providerId="LiveId" clId="{7C71A5E1-59A8-4160-A00A-0B38FFE46761}" dt="2024-06-04T06:49:49.755" v="4057" actId="20577"/>
          <ac:spMkLst>
            <pc:docMk/>
            <pc:sldMk cId="3497618042" sldId="338"/>
            <ac:spMk id="2" creationId="{8D92D16D-C3C5-5834-079D-8524804897BF}"/>
          </ac:spMkLst>
        </pc:spChg>
        <pc:spChg chg="mod">
          <ac:chgData name="shilpi gupta" userId="5ce4f23861899b28" providerId="LiveId" clId="{7C71A5E1-59A8-4160-A00A-0B38FFE46761}" dt="2024-06-04T05:06:35.435" v="1448" actId="20577"/>
          <ac:spMkLst>
            <pc:docMk/>
            <pc:sldMk cId="3497618042" sldId="338"/>
            <ac:spMk id="3" creationId="{B79DEFDB-D577-BFDF-B747-55D4C7B5320A}"/>
          </ac:spMkLst>
        </pc:spChg>
        <pc:picChg chg="add mod">
          <ac:chgData name="shilpi gupta" userId="5ce4f23861899b28" providerId="LiveId" clId="{7C71A5E1-59A8-4160-A00A-0B38FFE46761}" dt="2024-06-04T07:00:15.380" v="4062" actId="1076"/>
          <ac:picMkLst>
            <pc:docMk/>
            <pc:sldMk cId="3497618042" sldId="338"/>
            <ac:picMk id="15362" creationId="{3725E45F-DD77-D154-D0EC-81C3231A5EC5}"/>
          </ac:picMkLst>
        </pc:picChg>
      </pc:sldChg>
      <pc:sldChg chg="addSp modSp new mod">
        <pc:chgData name="shilpi gupta" userId="5ce4f23861899b28" providerId="LiveId" clId="{7C71A5E1-59A8-4160-A00A-0B38FFE46761}" dt="2024-06-04T06:47:42.685" v="3974" actId="14100"/>
        <pc:sldMkLst>
          <pc:docMk/>
          <pc:sldMk cId="2641425170" sldId="339"/>
        </pc:sldMkLst>
        <pc:spChg chg="mod">
          <ac:chgData name="shilpi gupta" userId="5ce4f23861899b28" providerId="LiveId" clId="{7C71A5E1-59A8-4160-A00A-0B38FFE46761}" dt="2024-06-04T06:47:36.105" v="3972" actId="1076"/>
          <ac:spMkLst>
            <pc:docMk/>
            <pc:sldMk cId="2641425170" sldId="339"/>
            <ac:spMk id="2" creationId="{8E190585-A05A-59D9-BF34-08E03B0ECFF5}"/>
          </ac:spMkLst>
        </pc:spChg>
        <pc:spChg chg="mod">
          <ac:chgData name="shilpi gupta" userId="5ce4f23861899b28" providerId="LiveId" clId="{7C71A5E1-59A8-4160-A00A-0B38FFE46761}" dt="2024-06-04T05:07:13.376" v="1500" actId="20577"/>
          <ac:spMkLst>
            <pc:docMk/>
            <pc:sldMk cId="2641425170" sldId="339"/>
            <ac:spMk id="3" creationId="{61B145A2-9352-5928-FE57-26A5A0650B40}"/>
          </ac:spMkLst>
        </pc:spChg>
        <pc:picChg chg="add mod">
          <ac:chgData name="shilpi gupta" userId="5ce4f23861899b28" providerId="LiveId" clId="{7C71A5E1-59A8-4160-A00A-0B38FFE46761}" dt="2024-06-04T06:47:42.685" v="3974" actId="14100"/>
          <ac:picMkLst>
            <pc:docMk/>
            <pc:sldMk cId="2641425170" sldId="339"/>
            <ac:picMk id="13314" creationId="{BC489DB8-5E80-EFAF-E4F5-46F73FE80E15}"/>
          </ac:picMkLst>
        </pc:picChg>
      </pc:sldChg>
      <pc:sldChg chg="addSp modSp new mod">
        <pc:chgData name="shilpi gupta" userId="5ce4f23861899b28" providerId="LiveId" clId="{7C71A5E1-59A8-4160-A00A-0B38FFE46761}" dt="2024-06-04T10:33:43.811" v="4283" actId="20577"/>
        <pc:sldMkLst>
          <pc:docMk/>
          <pc:sldMk cId="1215620177" sldId="340"/>
        </pc:sldMkLst>
        <pc:spChg chg="mod">
          <ac:chgData name="shilpi gupta" userId="5ce4f23861899b28" providerId="LiveId" clId="{7C71A5E1-59A8-4160-A00A-0B38FFE46761}" dt="2024-06-04T10:33:43.811" v="4283" actId="20577"/>
          <ac:spMkLst>
            <pc:docMk/>
            <pc:sldMk cId="1215620177" sldId="340"/>
            <ac:spMk id="2" creationId="{43F3F442-D914-6244-86B8-6013F87C7249}"/>
          </ac:spMkLst>
        </pc:spChg>
        <pc:spChg chg="mod">
          <ac:chgData name="shilpi gupta" userId="5ce4f23861899b28" providerId="LiveId" clId="{7C71A5E1-59A8-4160-A00A-0B38FFE46761}" dt="2024-06-04T05:08:16.803" v="1544" actId="122"/>
          <ac:spMkLst>
            <pc:docMk/>
            <pc:sldMk cId="1215620177" sldId="340"/>
            <ac:spMk id="3" creationId="{3E42849C-8093-B5F1-26D5-EB95713A7E7F}"/>
          </ac:spMkLst>
        </pc:spChg>
        <pc:picChg chg="add mod">
          <ac:chgData name="shilpi gupta" userId="5ce4f23861899b28" providerId="LiveId" clId="{7C71A5E1-59A8-4160-A00A-0B38FFE46761}" dt="2024-06-04T07:01:22.648" v="4067" actId="1076"/>
          <ac:picMkLst>
            <pc:docMk/>
            <pc:sldMk cId="1215620177" sldId="340"/>
            <ac:picMk id="16386" creationId="{CF53E9C0-5BF9-CE4B-AD29-BBED7381FD40}"/>
          </ac:picMkLst>
        </pc:picChg>
      </pc:sldChg>
      <pc:sldChg chg="addSp modSp new mod">
        <pc:chgData name="shilpi gupta" userId="5ce4f23861899b28" providerId="LiveId" clId="{7C71A5E1-59A8-4160-A00A-0B38FFE46761}" dt="2024-06-04T10:32:43.447" v="4198" actId="20577"/>
        <pc:sldMkLst>
          <pc:docMk/>
          <pc:sldMk cId="1176877588" sldId="341"/>
        </pc:sldMkLst>
        <pc:spChg chg="mod">
          <ac:chgData name="shilpi gupta" userId="5ce4f23861899b28" providerId="LiveId" clId="{7C71A5E1-59A8-4160-A00A-0B38FFE46761}" dt="2024-06-04T10:32:43.447" v="4198" actId="20577"/>
          <ac:spMkLst>
            <pc:docMk/>
            <pc:sldMk cId="1176877588" sldId="341"/>
            <ac:spMk id="2" creationId="{95578CE7-9125-BEF6-8970-4B79180DA374}"/>
          </ac:spMkLst>
        </pc:spChg>
        <pc:spChg chg="mod">
          <ac:chgData name="shilpi gupta" userId="5ce4f23861899b28" providerId="LiveId" clId="{7C71A5E1-59A8-4160-A00A-0B38FFE46761}" dt="2024-06-04T05:08:58.005" v="1619" actId="5793"/>
          <ac:spMkLst>
            <pc:docMk/>
            <pc:sldMk cId="1176877588" sldId="341"/>
            <ac:spMk id="3" creationId="{9054C8ED-1261-5C4D-3AFE-913F92BF16BB}"/>
          </ac:spMkLst>
        </pc:spChg>
        <pc:picChg chg="add mod">
          <ac:chgData name="shilpi gupta" userId="5ce4f23861899b28" providerId="LiveId" clId="{7C71A5E1-59A8-4160-A00A-0B38FFE46761}" dt="2024-06-04T07:01:51.156" v="4071" actId="14100"/>
          <ac:picMkLst>
            <pc:docMk/>
            <pc:sldMk cId="1176877588" sldId="341"/>
            <ac:picMk id="17410" creationId="{B24B678D-2562-A280-C5D4-A79A32AFACBB}"/>
          </ac:picMkLst>
        </pc:picChg>
      </pc:sldChg>
      <pc:sldChg chg="addSp modSp new mod">
        <pc:chgData name="shilpi gupta" userId="5ce4f23861899b28" providerId="LiveId" clId="{7C71A5E1-59A8-4160-A00A-0B38FFE46761}" dt="2024-06-04T10:34:31.862" v="4328" actId="20577"/>
        <pc:sldMkLst>
          <pc:docMk/>
          <pc:sldMk cId="750782383" sldId="342"/>
        </pc:sldMkLst>
        <pc:spChg chg="mod">
          <ac:chgData name="shilpi gupta" userId="5ce4f23861899b28" providerId="LiveId" clId="{7C71A5E1-59A8-4160-A00A-0B38FFE46761}" dt="2024-06-04T10:34:31.862" v="4328" actId="20577"/>
          <ac:spMkLst>
            <pc:docMk/>
            <pc:sldMk cId="750782383" sldId="342"/>
            <ac:spMk id="2" creationId="{B995D59A-35E3-615F-7E94-97442378539D}"/>
          </ac:spMkLst>
        </pc:spChg>
        <pc:spChg chg="mod">
          <ac:chgData name="shilpi gupta" userId="5ce4f23861899b28" providerId="LiveId" clId="{7C71A5E1-59A8-4160-A00A-0B38FFE46761}" dt="2024-06-04T05:10:00.230" v="1701" actId="20577"/>
          <ac:spMkLst>
            <pc:docMk/>
            <pc:sldMk cId="750782383" sldId="342"/>
            <ac:spMk id="3" creationId="{969DE6C3-8A94-5290-8687-831FD744CA90}"/>
          </ac:spMkLst>
        </pc:spChg>
        <pc:picChg chg="add mod">
          <ac:chgData name="shilpi gupta" userId="5ce4f23861899b28" providerId="LiveId" clId="{7C71A5E1-59A8-4160-A00A-0B38FFE46761}" dt="2024-06-04T07:02:23.081" v="4074" actId="14100"/>
          <ac:picMkLst>
            <pc:docMk/>
            <pc:sldMk cId="750782383" sldId="342"/>
            <ac:picMk id="18434" creationId="{E05626A3-5B99-2AD5-422F-C7CA5C52388C}"/>
          </ac:picMkLst>
        </pc:picChg>
      </pc:sldChg>
      <pc:sldChg chg="addSp delSp modSp new mod">
        <pc:chgData name="shilpi gupta" userId="5ce4f23861899b28" providerId="LiveId" clId="{7C71A5E1-59A8-4160-A00A-0B38FFE46761}" dt="2024-06-04T10:33:11.931" v="4242" actId="20577"/>
        <pc:sldMkLst>
          <pc:docMk/>
          <pc:sldMk cId="2435071444" sldId="343"/>
        </pc:sldMkLst>
        <pc:spChg chg="mod">
          <ac:chgData name="shilpi gupta" userId="5ce4f23861899b28" providerId="LiveId" clId="{7C71A5E1-59A8-4160-A00A-0B38FFE46761}" dt="2024-06-04T10:33:11.931" v="4242" actId="20577"/>
          <ac:spMkLst>
            <pc:docMk/>
            <pc:sldMk cId="2435071444" sldId="343"/>
            <ac:spMk id="2" creationId="{C53E04F5-C1C7-3FC6-74C6-2B9D0E8D3D05}"/>
          </ac:spMkLst>
        </pc:spChg>
        <pc:spChg chg="mod">
          <ac:chgData name="shilpi gupta" userId="5ce4f23861899b28" providerId="LiveId" clId="{7C71A5E1-59A8-4160-A00A-0B38FFE46761}" dt="2024-06-04T05:10:40.215" v="1769" actId="20577"/>
          <ac:spMkLst>
            <pc:docMk/>
            <pc:sldMk cId="2435071444" sldId="343"/>
            <ac:spMk id="3" creationId="{598A6069-5653-D7DE-8174-4D714E6B8A3D}"/>
          </ac:spMkLst>
        </pc:spChg>
        <pc:picChg chg="add del mod">
          <ac:chgData name="shilpi gupta" userId="5ce4f23861899b28" providerId="LiveId" clId="{7C71A5E1-59A8-4160-A00A-0B38FFE46761}" dt="2024-06-04T07:03:05.498" v="4080" actId="478"/>
          <ac:picMkLst>
            <pc:docMk/>
            <pc:sldMk cId="2435071444" sldId="343"/>
            <ac:picMk id="19458" creationId="{33BD67CD-6348-A8E7-4363-E0F96765A9E5}"/>
          </ac:picMkLst>
        </pc:picChg>
        <pc:picChg chg="add mod">
          <ac:chgData name="shilpi gupta" userId="5ce4f23861899b28" providerId="LiveId" clId="{7C71A5E1-59A8-4160-A00A-0B38FFE46761}" dt="2024-06-04T07:03:08.595" v="4081" actId="1076"/>
          <ac:picMkLst>
            <pc:docMk/>
            <pc:sldMk cId="2435071444" sldId="343"/>
            <ac:picMk id="19460" creationId="{D75F9BCC-49CA-DB3A-2CBE-DF4226040B57}"/>
          </ac:picMkLst>
        </pc:picChg>
      </pc:sldChg>
      <pc:sldChg chg="addSp modSp new mod">
        <pc:chgData name="shilpi gupta" userId="5ce4f23861899b28" providerId="LiveId" clId="{7C71A5E1-59A8-4160-A00A-0B38FFE46761}" dt="2024-06-04T10:35:30.379" v="4412" actId="20577"/>
        <pc:sldMkLst>
          <pc:docMk/>
          <pc:sldMk cId="2678338694" sldId="344"/>
        </pc:sldMkLst>
        <pc:spChg chg="mod">
          <ac:chgData name="shilpi gupta" userId="5ce4f23861899b28" providerId="LiveId" clId="{7C71A5E1-59A8-4160-A00A-0B38FFE46761}" dt="2024-06-04T10:35:30.379" v="4412" actId="20577"/>
          <ac:spMkLst>
            <pc:docMk/>
            <pc:sldMk cId="2678338694" sldId="344"/>
            <ac:spMk id="2" creationId="{E7F8045F-3782-4945-0EB9-B0F816DBAB6D}"/>
          </ac:spMkLst>
        </pc:spChg>
        <pc:spChg chg="mod">
          <ac:chgData name="shilpi gupta" userId="5ce4f23861899b28" providerId="LiveId" clId="{7C71A5E1-59A8-4160-A00A-0B38FFE46761}" dt="2024-06-04T05:17:47.922" v="1959" actId="20577"/>
          <ac:spMkLst>
            <pc:docMk/>
            <pc:sldMk cId="2678338694" sldId="344"/>
            <ac:spMk id="3" creationId="{CAAC859F-F700-636E-3882-D76A826D8BA5}"/>
          </ac:spMkLst>
        </pc:spChg>
        <pc:picChg chg="add mod">
          <ac:chgData name="shilpi gupta" userId="5ce4f23861899b28" providerId="LiveId" clId="{7C71A5E1-59A8-4160-A00A-0B38FFE46761}" dt="2024-06-04T07:04:51.496" v="4092" actId="1076"/>
          <ac:picMkLst>
            <pc:docMk/>
            <pc:sldMk cId="2678338694" sldId="344"/>
            <ac:picMk id="21506" creationId="{F71AF602-4DF4-03A9-6C2C-C311C5DD7718}"/>
          </ac:picMkLst>
        </pc:picChg>
      </pc:sldChg>
      <pc:sldChg chg="addSp modSp new mod">
        <pc:chgData name="shilpi gupta" userId="5ce4f23861899b28" providerId="LiveId" clId="{7C71A5E1-59A8-4160-A00A-0B38FFE46761}" dt="2024-06-04T06:26:21.579" v="3780" actId="20577"/>
        <pc:sldMkLst>
          <pc:docMk/>
          <pc:sldMk cId="2484143763" sldId="345"/>
        </pc:sldMkLst>
        <pc:spChg chg="mod">
          <ac:chgData name="shilpi gupta" userId="5ce4f23861899b28" providerId="LiveId" clId="{7C71A5E1-59A8-4160-A00A-0B38FFE46761}" dt="2024-06-04T06:26:21.579" v="3780" actId="20577"/>
          <ac:spMkLst>
            <pc:docMk/>
            <pc:sldMk cId="2484143763" sldId="345"/>
            <ac:spMk id="2" creationId="{FC512197-0F03-9ABA-9C54-2F764E6ED542}"/>
          </ac:spMkLst>
        </pc:spChg>
        <pc:spChg chg="mod">
          <ac:chgData name="shilpi gupta" userId="5ce4f23861899b28" providerId="LiveId" clId="{7C71A5E1-59A8-4160-A00A-0B38FFE46761}" dt="2024-06-04T05:19:18.889" v="2018" actId="20577"/>
          <ac:spMkLst>
            <pc:docMk/>
            <pc:sldMk cId="2484143763" sldId="345"/>
            <ac:spMk id="3" creationId="{73EF61E1-F134-DCA1-8475-1631F9BAE65B}"/>
          </ac:spMkLst>
        </pc:spChg>
        <pc:picChg chg="add mod">
          <ac:chgData name="shilpi gupta" userId="5ce4f23861899b28" providerId="LiveId" clId="{7C71A5E1-59A8-4160-A00A-0B38FFE46761}" dt="2024-06-04T06:25:24.704" v="3737" actId="1076"/>
          <ac:picMkLst>
            <pc:docMk/>
            <pc:sldMk cId="2484143763" sldId="345"/>
            <ac:picMk id="10242" creationId="{86C00446-C568-B0B2-11EC-E21D282E6583}"/>
          </ac:picMkLst>
        </pc:picChg>
      </pc:sldChg>
      <pc:sldChg chg="addSp modSp new mod">
        <pc:chgData name="shilpi gupta" userId="5ce4f23861899b28" providerId="LiveId" clId="{7C71A5E1-59A8-4160-A00A-0B38FFE46761}" dt="2024-06-04T10:31:43.450" v="4151" actId="15"/>
        <pc:sldMkLst>
          <pc:docMk/>
          <pc:sldMk cId="1501342414" sldId="346"/>
        </pc:sldMkLst>
        <pc:spChg chg="mod">
          <ac:chgData name="shilpi gupta" userId="5ce4f23861899b28" providerId="LiveId" clId="{7C71A5E1-59A8-4160-A00A-0B38FFE46761}" dt="2024-06-04T10:31:43.450" v="4151" actId="15"/>
          <ac:spMkLst>
            <pc:docMk/>
            <pc:sldMk cId="1501342414" sldId="346"/>
            <ac:spMk id="2" creationId="{63FAF45E-95AE-4BD7-FA3D-DA7975C41CA8}"/>
          </ac:spMkLst>
        </pc:spChg>
        <pc:spChg chg="mod">
          <ac:chgData name="shilpi gupta" userId="5ce4f23861899b28" providerId="LiveId" clId="{7C71A5E1-59A8-4160-A00A-0B38FFE46761}" dt="2024-06-04T05:20:03.837" v="2063" actId="20577"/>
          <ac:spMkLst>
            <pc:docMk/>
            <pc:sldMk cId="1501342414" sldId="346"/>
            <ac:spMk id="3" creationId="{35E9BCA0-DC52-3B90-E191-CAF2AA6C0CBB}"/>
          </ac:spMkLst>
        </pc:spChg>
        <pc:picChg chg="add mod">
          <ac:chgData name="shilpi gupta" userId="5ce4f23861899b28" providerId="LiveId" clId="{7C71A5E1-59A8-4160-A00A-0B38FFE46761}" dt="2024-06-04T05:53:36.120" v="3467" actId="1076"/>
          <ac:picMkLst>
            <pc:docMk/>
            <pc:sldMk cId="1501342414" sldId="346"/>
            <ac:picMk id="4098" creationId="{267FE674-1CD8-0894-B6B5-02D2144D95D2}"/>
          </ac:picMkLst>
        </pc:picChg>
      </pc:sldChg>
      <pc:sldChg chg="addSp modSp new mod">
        <pc:chgData name="shilpi gupta" userId="5ce4f23861899b28" providerId="LiveId" clId="{7C71A5E1-59A8-4160-A00A-0B38FFE46761}" dt="2024-06-04T10:35:49.335" v="4444" actId="20577"/>
        <pc:sldMkLst>
          <pc:docMk/>
          <pc:sldMk cId="3834998318" sldId="347"/>
        </pc:sldMkLst>
        <pc:spChg chg="mod">
          <ac:chgData name="shilpi gupta" userId="5ce4f23861899b28" providerId="LiveId" clId="{7C71A5E1-59A8-4160-A00A-0B38FFE46761}" dt="2024-06-04T10:35:49.335" v="4444" actId="20577"/>
          <ac:spMkLst>
            <pc:docMk/>
            <pc:sldMk cId="3834998318" sldId="347"/>
            <ac:spMk id="2" creationId="{926661EF-6F6D-640E-C675-ABE84C1CE5E0}"/>
          </ac:spMkLst>
        </pc:spChg>
        <pc:spChg chg="mod">
          <ac:chgData name="shilpi gupta" userId="5ce4f23861899b28" providerId="LiveId" clId="{7C71A5E1-59A8-4160-A00A-0B38FFE46761}" dt="2024-06-04T05:20:52.042" v="2132" actId="20577"/>
          <ac:spMkLst>
            <pc:docMk/>
            <pc:sldMk cId="3834998318" sldId="347"/>
            <ac:spMk id="3" creationId="{60619CFD-1B97-0C47-6E4E-68D2202418C2}"/>
          </ac:spMkLst>
        </pc:spChg>
        <pc:picChg chg="add mod">
          <ac:chgData name="shilpi gupta" userId="5ce4f23861899b28" providerId="LiveId" clId="{7C71A5E1-59A8-4160-A00A-0B38FFE46761}" dt="2024-06-04T10:30:09.039" v="4095" actId="14100"/>
          <ac:picMkLst>
            <pc:docMk/>
            <pc:sldMk cId="3834998318" sldId="347"/>
            <ac:picMk id="22530" creationId="{7E674AAD-89DE-81CB-9F3F-7874D7D41C92}"/>
          </ac:picMkLst>
        </pc:picChg>
      </pc:sldChg>
      <pc:sldChg chg="modSp new mod">
        <pc:chgData name="shilpi gupta" userId="5ce4f23861899b28" providerId="LiveId" clId="{7C71A5E1-59A8-4160-A00A-0B38FFE46761}" dt="2024-06-04T05:27:11.171" v="2752" actId="20577"/>
        <pc:sldMkLst>
          <pc:docMk/>
          <pc:sldMk cId="2877479272" sldId="348"/>
        </pc:sldMkLst>
        <pc:spChg chg="mod">
          <ac:chgData name="shilpi gupta" userId="5ce4f23861899b28" providerId="LiveId" clId="{7C71A5E1-59A8-4160-A00A-0B38FFE46761}" dt="2024-06-04T05:27:11.171" v="2752" actId="20577"/>
          <ac:spMkLst>
            <pc:docMk/>
            <pc:sldMk cId="2877479272" sldId="348"/>
            <ac:spMk id="2" creationId="{3D7E50FE-A527-AAE6-A758-729C61E9B3A8}"/>
          </ac:spMkLst>
        </pc:spChg>
        <pc:spChg chg="mod">
          <ac:chgData name="shilpi gupta" userId="5ce4f23861899b28" providerId="LiveId" clId="{7C71A5E1-59A8-4160-A00A-0B38FFE46761}" dt="2024-06-04T05:26:25.705" v="2669" actId="20577"/>
          <ac:spMkLst>
            <pc:docMk/>
            <pc:sldMk cId="2877479272" sldId="348"/>
            <ac:spMk id="3" creationId="{CF862DD0-3EE2-0A9B-DA4A-0BF40372905E}"/>
          </ac:spMkLst>
        </pc:spChg>
      </pc:sldChg>
      <pc:sldChg chg="modSp new mod">
        <pc:chgData name="shilpi gupta" userId="5ce4f23861899b28" providerId="LiveId" clId="{7C71A5E1-59A8-4160-A00A-0B38FFE46761}" dt="2024-06-04T05:45:24.869" v="2897" actId="20577"/>
        <pc:sldMkLst>
          <pc:docMk/>
          <pc:sldMk cId="1115755604" sldId="349"/>
        </pc:sldMkLst>
        <pc:spChg chg="mod">
          <ac:chgData name="shilpi gupta" userId="5ce4f23861899b28" providerId="LiveId" clId="{7C71A5E1-59A8-4160-A00A-0B38FFE46761}" dt="2024-06-04T05:45:24.869" v="2897" actId="20577"/>
          <ac:spMkLst>
            <pc:docMk/>
            <pc:sldMk cId="1115755604" sldId="349"/>
            <ac:spMk id="2" creationId="{7F6E13F0-0005-92A7-3B22-290D25A328EE}"/>
          </ac:spMkLst>
        </pc:spChg>
        <pc:spChg chg="mod">
          <ac:chgData name="shilpi gupta" userId="5ce4f23861899b28" providerId="LiveId" clId="{7C71A5E1-59A8-4160-A00A-0B38FFE46761}" dt="2024-06-04T05:27:53.950" v="2781" actId="20577"/>
          <ac:spMkLst>
            <pc:docMk/>
            <pc:sldMk cId="1115755604" sldId="349"/>
            <ac:spMk id="3" creationId="{AC83470F-6980-F88E-7730-B2D42B784210}"/>
          </ac:spMkLst>
        </pc:spChg>
      </pc:sldChg>
      <pc:sldChg chg="modSp new mod">
        <pc:chgData name="shilpi gupta" userId="5ce4f23861899b28" providerId="LiveId" clId="{7C71A5E1-59A8-4160-A00A-0B38FFE46761}" dt="2024-06-04T05:47:51.311" v="3134" actId="20577"/>
        <pc:sldMkLst>
          <pc:docMk/>
          <pc:sldMk cId="285496156" sldId="350"/>
        </pc:sldMkLst>
        <pc:spChg chg="mod">
          <ac:chgData name="shilpi gupta" userId="5ce4f23861899b28" providerId="LiveId" clId="{7C71A5E1-59A8-4160-A00A-0B38FFE46761}" dt="2024-06-04T05:47:51.311" v="3134" actId="20577"/>
          <ac:spMkLst>
            <pc:docMk/>
            <pc:sldMk cId="285496156" sldId="350"/>
            <ac:spMk id="2" creationId="{87A74EB0-20A0-4506-A145-47AEF415A8A9}"/>
          </ac:spMkLst>
        </pc:spChg>
        <pc:spChg chg="mod">
          <ac:chgData name="shilpi gupta" userId="5ce4f23861899b28" providerId="LiveId" clId="{7C71A5E1-59A8-4160-A00A-0B38FFE46761}" dt="2024-06-04T05:45:41.701" v="2926" actId="20577"/>
          <ac:spMkLst>
            <pc:docMk/>
            <pc:sldMk cId="285496156" sldId="350"/>
            <ac:spMk id="3" creationId="{0F404136-2313-DC51-EF39-8FABC4FCEA37}"/>
          </ac:spMkLst>
        </pc:spChg>
      </pc:sldChg>
      <pc:sldChg chg="modSp new mod">
        <pc:chgData name="shilpi gupta" userId="5ce4f23861899b28" providerId="LiveId" clId="{7C71A5E1-59A8-4160-A00A-0B38FFE46761}" dt="2024-06-04T05:49:46.975" v="3256" actId="20577"/>
        <pc:sldMkLst>
          <pc:docMk/>
          <pc:sldMk cId="2907807612" sldId="351"/>
        </pc:sldMkLst>
        <pc:spChg chg="mod">
          <ac:chgData name="shilpi gupta" userId="5ce4f23861899b28" providerId="LiveId" clId="{7C71A5E1-59A8-4160-A00A-0B38FFE46761}" dt="2024-06-04T05:49:46.975" v="3256" actId="20577"/>
          <ac:spMkLst>
            <pc:docMk/>
            <pc:sldMk cId="2907807612" sldId="351"/>
            <ac:spMk id="2" creationId="{02D79CD0-BB1C-22F7-2434-325AB930ED48}"/>
          </ac:spMkLst>
        </pc:spChg>
        <pc:spChg chg="mod">
          <ac:chgData name="shilpi gupta" userId="5ce4f23861899b28" providerId="LiveId" clId="{7C71A5E1-59A8-4160-A00A-0B38FFE46761}" dt="2024-06-04T05:48:44.754" v="3183" actId="20577"/>
          <ac:spMkLst>
            <pc:docMk/>
            <pc:sldMk cId="2907807612" sldId="351"/>
            <ac:spMk id="3" creationId="{A3C10C61-1C75-1567-60B3-1879581E2EAF}"/>
          </ac:spMkLst>
        </pc:spChg>
      </pc:sldChg>
      <pc:sldChg chg="new del">
        <pc:chgData name="shilpi gupta" userId="5ce4f23861899b28" providerId="LiveId" clId="{7C71A5E1-59A8-4160-A00A-0B38FFE46761}" dt="2024-06-04T05:47:56.252" v="3136" actId="47"/>
        <pc:sldMkLst>
          <pc:docMk/>
          <pc:sldMk cId="3800529301" sldId="351"/>
        </pc:sldMkLst>
      </pc:sldChg>
    </pc:docChg>
  </pc:docChgLst>
  <pc:docChgLst>
    <pc:chgData name="shilpi gupta" userId="5ce4f23861899b28" providerId="LiveId" clId="{1825121B-4BFF-4AB0-95D4-6A02902E5A5C}"/>
    <pc:docChg chg="custSel addSld delSld modSld">
      <pc:chgData name="shilpi gupta" userId="5ce4f23861899b28" providerId="LiveId" clId="{1825121B-4BFF-4AB0-95D4-6A02902E5A5C}" dt="2024-06-04T04:31:08.737" v="3364" actId="20577"/>
      <pc:docMkLst>
        <pc:docMk/>
      </pc:docMkLst>
      <pc:sldChg chg="del">
        <pc:chgData name="shilpi gupta" userId="5ce4f23861899b28" providerId="LiveId" clId="{1825121B-4BFF-4AB0-95D4-6A02902E5A5C}" dt="2024-05-23T15:18:09.243" v="2087" actId="47"/>
        <pc:sldMkLst>
          <pc:docMk/>
          <pc:sldMk cId="0" sldId="256"/>
        </pc:sldMkLst>
      </pc:sldChg>
      <pc:sldChg chg="del">
        <pc:chgData name="shilpi gupta" userId="5ce4f23861899b28" providerId="LiveId" clId="{1825121B-4BFF-4AB0-95D4-6A02902E5A5C}" dt="2024-05-23T15:18:10.924" v="2088" actId="47"/>
        <pc:sldMkLst>
          <pc:docMk/>
          <pc:sldMk cId="0" sldId="257"/>
        </pc:sldMkLst>
      </pc:sldChg>
      <pc:sldChg chg="del">
        <pc:chgData name="shilpi gupta" userId="5ce4f23861899b28" providerId="LiveId" clId="{1825121B-4BFF-4AB0-95D4-6A02902E5A5C}" dt="2024-05-23T15:18:12.667" v="2090" actId="47"/>
        <pc:sldMkLst>
          <pc:docMk/>
          <pc:sldMk cId="0" sldId="261"/>
        </pc:sldMkLst>
      </pc:sldChg>
      <pc:sldChg chg="del">
        <pc:chgData name="shilpi gupta" userId="5ce4f23861899b28" providerId="LiveId" clId="{1825121B-4BFF-4AB0-95D4-6A02902E5A5C}" dt="2024-05-23T15:18:13.371" v="2091" actId="47"/>
        <pc:sldMkLst>
          <pc:docMk/>
          <pc:sldMk cId="0" sldId="262"/>
        </pc:sldMkLst>
      </pc:sldChg>
      <pc:sldChg chg="del">
        <pc:chgData name="shilpi gupta" userId="5ce4f23861899b28" providerId="LiveId" clId="{1825121B-4BFF-4AB0-95D4-6A02902E5A5C}" dt="2024-05-23T15:40:54.991" v="2496" actId="47"/>
        <pc:sldMkLst>
          <pc:docMk/>
          <pc:sldMk cId="0" sldId="265"/>
        </pc:sldMkLst>
      </pc:sldChg>
      <pc:sldChg chg="del">
        <pc:chgData name="shilpi gupta" userId="5ce4f23861899b28" providerId="LiveId" clId="{1825121B-4BFF-4AB0-95D4-6A02902E5A5C}" dt="2024-05-23T15:40:56.851" v="2497" actId="47"/>
        <pc:sldMkLst>
          <pc:docMk/>
          <pc:sldMk cId="0" sldId="266"/>
        </pc:sldMkLst>
      </pc:sldChg>
      <pc:sldChg chg="del">
        <pc:chgData name="shilpi gupta" userId="5ce4f23861899b28" providerId="LiveId" clId="{1825121B-4BFF-4AB0-95D4-6A02902E5A5C}" dt="2024-05-23T15:40:58.625" v="2498" actId="47"/>
        <pc:sldMkLst>
          <pc:docMk/>
          <pc:sldMk cId="0" sldId="267"/>
        </pc:sldMkLst>
      </pc:sldChg>
      <pc:sldChg chg="del">
        <pc:chgData name="shilpi gupta" userId="5ce4f23861899b28" providerId="LiveId" clId="{1825121B-4BFF-4AB0-95D4-6A02902E5A5C}" dt="2024-05-23T15:40:59.368" v="2499" actId="47"/>
        <pc:sldMkLst>
          <pc:docMk/>
          <pc:sldMk cId="0" sldId="268"/>
        </pc:sldMkLst>
      </pc:sldChg>
      <pc:sldChg chg="del">
        <pc:chgData name="shilpi gupta" userId="5ce4f23861899b28" providerId="LiveId" clId="{1825121B-4BFF-4AB0-95D4-6A02902E5A5C}" dt="2024-05-23T15:41:00.326" v="2500" actId="47"/>
        <pc:sldMkLst>
          <pc:docMk/>
          <pc:sldMk cId="0" sldId="269"/>
        </pc:sldMkLst>
      </pc:sldChg>
      <pc:sldChg chg="del">
        <pc:chgData name="shilpi gupta" userId="5ce4f23861899b28" providerId="LiveId" clId="{1825121B-4BFF-4AB0-95D4-6A02902E5A5C}" dt="2024-05-23T15:41:01.207" v="2501" actId="47"/>
        <pc:sldMkLst>
          <pc:docMk/>
          <pc:sldMk cId="0" sldId="270"/>
        </pc:sldMkLst>
      </pc:sldChg>
      <pc:sldChg chg="del">
        <pc:chgData name="shilpi gupta" userId="5ce4f23861899b28" providerId="LiveId" clId="{1825121B-4BFF-4AB0-95D4-6A02902E5A5C}" dt="2024-05-23T15:41:03.472" v="2504" actId="47"/>
        <pc:sldMkLst>
          <pc:docMk/>
          <pc:sldMk cId="0" sldId="271"/>
        </pc:sldMkLst>
      </pc:sldChg>
      <pc:sldChg chg="del">
        <pc:chgData name="shilpi gupta" userId="5ce4f23861899b28" providerId="LiveId" clId="{1825121B-4BFF-4AB0-95D4-6A02902E5A5C}" dt="2024-05-23T15:41:02.764" v="2503" actId="47"/>
        <pc:sldMkLst>
          <pc:docMk/>
          <pc:sldMk cId="0" sldId="272"/>
        </pc:sldMkLst>
      </pc:sldChg>
      <pc:sldChg chg="del">
        <pc:chgData name="shilpi gupta" userId="5ce4f23861899b28" providerId="LiveId" clId="{1825121B-4BFF-4AB0-95D4-6A02902E5A5C}" dt="2024-05-23T15:41:04.260" v="2505" actId="47"/>
        <pc:sldMkLst>
          <pc:docMk/>
          <pc:sldMk cId="0" sldId="273"/>
        </pc:sldMkLst>
      </pc:sldChg>
      <pc:sldChg chg="modSp modAnim">
        <pc:chgData name="shilpi gupta" userId="5ce4f23861899b28" providerId="LiveId" clId="{1825121B-4BFF-4AB0-95D4-6A02902E5A5C}" dt="2024-05-23T11:04:57.108" v="455" actId="20577"/>
        <pc:sldMkLst>
          <pc:docMk/>
          <pc:sldMk cId="0" sldId="275"/>
        </pc:sldMkLst>
        <pc:spChg chg="mod">
          <ac:chgData name="shilpi gupta" userId="5ce4f23861899b28" providerId="LiveId" clId="{1825121B-4BFF-4AB0-95D4-6A02902E5A5C}" dt="2024-05-23T11:04:57.108" v="455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4:04.927" v="301" actId="20577"/>
          <ac:spMkLst>
            <pc:docMk/>
            <pc:sldMk cId="0" sldId="275"/>
            <ac:spMk id="3" creationId="{00000000-0000-0000-0000-000000000000}"/>
          </ac:spMkLst>
        </pc:spChg>
      </pc:sldChg>
      <pc:sldChg chg="del">
        <pc:chgData name="shilpi gupta" userId="5ce4f23861899b28" providerId="LiveId" clId="{1825121B-4BFF-4AB0-95D4-6A02902E5A5C}" dt="2024-05-23T15:41:02.043" v="2502" actId="47"/>
        <pc:sldMkLst>
          <pc:docMk/>
          <pc:sldMk cId="0" sldId="278"/>
        </pc:sldMkLst>
      </pc:sldChg>
      <pc:sldChg chg="addSp modSp mod modAnim">
        <pc:chgData name="shilpi gupta" userId="5ce4f23861899b28" providerId="LiveId" clId="{1825121B-4BFF-4AB0-95D4-6A02902E5A5C}" dt="2024-05-24T08:25:55.669" v="3332"/>
        <pc:sldMkLst>
          <pc:docMk/>
          <pc:sldMk cId="0" sldId="279"/>
        </pc:sldMkLst>
        <pc:spChg chg="mod">
          <ac:chgData name="shilpi gupta" userId="5ce4f23861899b28" providerId="LiveId" clId="{1825121B-4BFF-4AB0-95D4-6A02902E5A5C}" dt="2024-05-23T11:02:22.350" v="121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3:49.856" v="277" actId="20577"/>
          <ac:spMkLst>
            <pc:docMk/>
            <pc:sldMk cId="0" sldId="279"/>
            <ac:spMk id="1843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4T08:25:55.669" v="3332"/>
          <ac:picMkLst>
            <pc:docMk/>
            <pc:sldMk cId="0" sldId="279"/>
            <ac:picMk id="4" creationId="{6D11B0C2-758A-B3F9-E1F9-3F2BB40B6FA7}"/>
          </ac:picMkLst>
        </pc:picChg>
      </pc:sldChg>
      <pc:sldChg chg="del">
        <pc:chgData name="shilpi gupta" userId="5ce4f23861899b28" providerId="LiveId" clId="{1825121B-4BFF-4AB0-95D4-6A02902E5A5C}" dt="2024-05-23T15:18:11.789" v="2089" actId="47"/>
        <pc:sldMkLst>
          <pc:docMk/>
          <pc:sldMk cId="0" sldId="283"/>
        </pc:sldMkLst>
      </pc:sldChg>
      <pc:sldChg chg="modSp modAnim">
        <pc:chgData name="shilpi gupta" userId="5ce4f23861899b28" providerId="LiveId" clId="{1825121B-4BFF-4AB0-95D4-6A02902E5A5C}" dt="2024-05-24T08:24:33.808" v="3324" actId="6549"/>
        <pc:sldMkLst>
          <pc:docMk/>
          <pc:sldMk cId="0" sldId="302"/>
        </pc:sldMkLst>
        <pc:spChg chg="mod">
          <ac:chgData name="shilpi gupta" userId="5ce4f23861899b28" providerId="LiveId" clId="{1825121B-4BFF-4AB0-95D4-6A02902E5A5C}" dt="2024-05-24T08:24:33.808" v="3324" actId="6549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1825121B-4BFF-4AB0-95D4-6A02902E5A5C}" dt="2024-05-24T08:23:04.013" v="3227" actId="20577"/>
        <pc:sldMkLst>
          <pc:docMk/>
          <pc:sldMk cId="0" sldId="303"/>
        </pc:sldMkLst>
        <pc:spChg chg="mod">
          <ac:chgData name="shilpi gupta" userId="5ce4f23861899b28" providerId="LiveId" clId="{1825121B-4BFF-4AB0-95D4-6A02902E5A5C}" dt="2024-05-24T08:23:04.013" v="3227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1:29.745" v="35" actId="20577"/>
          <ac:spMkLst>
            <pc:docMk/>
            <pc:sldMk cId="0" sldId="303"/>
            <ac:spMk id="3" creationId="{00000000-0000-0000-0000-000000000000}"/>
          </ac:spMkLst>
        </pc:spChg>
      </pc:sldChg>
      <pc:sldChg chg="addSp modSp">
        <pc:chgData name="shilpi gupta" userId="5ce4f23861899b28" providerId="LiveId" clId="{1825121B-4BFF-4AB0-95D4-6A02902E5A5C}" dt="2024-06-04T04:31:08.737" v="3364" actId="20577"/>
        <pc:sldMkLst>
          <pc:docMk/>
          <pc:sldMk cId="0" sldId="304"/>
        </pc:sldMkLst>
        <pc:spChg chg="mod">
          <ac:chgData name="shilpi gupta" userId="5ce4f23861899b28" providerId="LiveId" clId="{1825121B-4BFF-4AB0-95D4-6A02902E5A5C}" dt="2024-06-04T04:31:08.737" v="3364" actId="20577"/>
          <ac:spMkLst>
            <pc:docMk/>
            <pc:sldMk cId="0" sldId="304"/>
            <ac:spMk id="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3T15:18:00.160" v="2086" actId="14100"/>
          <ac:picMkLst>
            <pc:docMk/>
            <pc:sldMk cId="0" sldId="304"/>
            <ac:picMk id="1026" creationId="{7BA36D8F-A981-D598-3D75-0EE82880BA0F}"/>
          </ac:picMkLst>
        </pc:picChg>
      </pc:sldChg>
      <pc:sldChg chg="del">
        <pc:chgData name="shilpi gupta" userId="5ce4f23861899b28" providerId="LiveId" clId="{1825121B-4BFF-4AB0-95D4-6A02902E5A5C}" dt="2024-05-23T15:41:04.936" v="2506" actId="47"/>
        <pc:sldMkLst>
          <pc:docMk/>
          <pc:sldMk cId="2873325748" sldId="305"/>
        </pc:sldMkLst>
      </pc:sldChg>
      <pc:sldChg chg="del">
        <pc:chgData name="shilpi gupta" userId="5ce4f23861899b28" providerId="LiveId" clId="{1825121B-4BFF-4AB0-95D4-6A02902E5A5C}" dt="2024-05-23T15:41:06.313" v="2507" actId="47"/>
        <pc:sldMkLst>
          <pc:docMk/>
          <pc:sldMk cId="3520298897" sldId="306"/>
        </pc:sldMkLst>
      </pc:sldChg>
      <pc:sldChg chg="modSp new mod">
        <pc:chgData name="shilpi gupta" userId="5ce4f23861899b28" providerId="LiveId" clId="{1825121B-4BFF-4AB0-95D4-6A02902E5A5C}" dt="2024-05-23T11:05:47" v="534" actId="20577"/>
        <pc:sldMkLst>
          <pc:docMk/>
          <pc:sldMk cId="708743409" sldId="307"/>
        </pc:sldMkLst>
        <pc:spChg chg="mod">
          <ac:chgData name="shilpi gupta" userId="5ce4f23861899b28" providerId="LiveId" clId="{1825121B-4BFF-4AB0-95D4-6A02902E5A5C}" dt="2024-05-23T11:05:47" v="534" actId="20577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1825121B-4BFF-4AB0-95D4-6A02902E5A5C}" dt="2024-05-23T11:05:18.549" v="465" actId="122"/>
          <ac:spMkLst>
            <pc:docMk/>
            <pc:sldMk cId="708743409" sldId="307"/>
            <ac:spMk id="3" creationId="{F9EC34FE-9B94-628C-6382-6CFF5BDCD1CC}"/>
          </ac:spMkLst>
        </pc:spChg>
      </pc:sldChg>
      <pc:sldChg chg="modSp new mod">
        <pc:chgData name="shilpi gupta" userId="5ce4f23861899b28" providerId="LiveId" clId="{1825121B-4BFF-4AB0-95D4-6A02902E5A5C}" dt="2024-05-23T11:06:52.441" v="629" actId="20577"/>
        <pc:sldMkLst>
          <pc:docMk/>
          <pc:sldMk cId="87849002" sldId="308"/>
        </pc:sldMkLst>
        <pc:spChg chg="mod">
          <ac:chgData name="shilpi gupta" userId="5ce4f23861899b28" providerId="LiveId" clId="{1825121B-4BFF-4AB0-95D4-6A02902E5A5C}" dt="2024-05-23T11:06:52.441" v="629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1825121B-4BFF-4AB0-95D4-6A02902E5A5C}" dt="2024-05-23T11:06:05.770" v="551" actId="20577"/>
          <ac:spMkLst>
            <pc:docMk/>
            <pc:sldMk cId="87849002" sldId="308"/>
            <ac:spMk id="3" creationId="{FA0D1B9E-E50F-DCCC-43BD-4A11A6569274}"/>
          </ac:spMkLst>
        </pc:spChg>
      </pc:sldChg>
      <pc:sldChg chg="modSp new mod">
        <pc:chgData name="shilpi gupta" userId="5ce4f23861899b28" providerId="LiveId" clId="{1825121B-4BFF-4AB0-95D4-6A02902E5A5C}" dt="2024-05-23T11:07:58.726" v="735" actId="20577"/>
        <pc:sldMkLst>
          <pc:docMk/>
          <pc:sldMk cId="234866709" sldId="309"/>
        </pc:sldMkLst>
        <pc:spChg chg="mod">
          <ac:chgData name="shilpi gupta" userId="5ce4f23861899b28" providerId="LiveId" clId="{1825121B-4BFF-4AB0-95D4-6A02902E5A5C}" dt="2024-05-23T11:07:58.726" v="735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1825121B-4BFF-4AB0-95D4-6A02902E5A5C}" dt="2024-05-23T11:07:08.075" v="639" actId="20577"/>
          <ac:spMkLst>
            <pc:docMk/>
            <pc:sldMk cId="234866709" sldId="309"/>
            <ac:spMk id="3" creationId="{057F8ED8-3E6E-2556-FA11-4A615E4B6A51}"/>
          </ac:spMkLst>
        </pc:spChg>
      </pc:sldChg>
      <pc:sldChg chg="modSp new mod">
        <pc:chgData name="shilpi gupta" userId="5ce4f23861899b28" providerId="LiveId" clId="{1825121B-4BFF-4AB0-95D4-6A02902E5A5C}" dt="2024-05-23T11:09:52.743" v="836" actId="20577"/>
        <pc:sldMkLst>
          <pc:docMk/>
          <pc:sldMk cId="1348417969" sldId="310"/>
        </pc:sldMkLst>
        <pc:spChg chg="mod">
          <ac:chgData name="shilpi gupta" userId="5ce4f23861899b28" providerId="LiveId" clId="{1825121B-4BFF-4AB0-95D4-6A02902E5A5C}" dt="2024-05-23T11:09:52.743" v="836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1825121B-4BFF-4AB0-95D4-6A02902E5A5C}" dt="2024-05-23T11:09:24.105" v="769" actId="20577"/>
          <ac:spMkLst>
            <pc:docMk/>
            <pc:sldMk cId="1348417969" sldId="310"/>
            <ac:spMk id="3" creationId="{69275696-C9CC-14F6-5A69-F5B777B5235E}"/>
          </ac:spMkLst>
        </pc:spChg>
      </pc:sldChg>
      <pc:sldChg chg="modSp new mod">
        <pc:chgData name="shilpi gupta" userId="5ce4f23861899b28" providerId="LiveId" clId="{1825121B-4BFF-4AB0-95D4-6A02902E5A5C}" dt="2024-05-23T11:11:26.639" v="958" actId="20577"/>
        <pc:sldMkLst>
          <pc:docMk/>
          <pc:sldMk cId="1901877650" sldId="311"/>
        </pc:sldMkLst>
        <pc:spChg chg="mod">
          <ac:chgData name="shilpi gupta" userId="5ce4f23861899b28" providerId="LiveId" clId="{1825121B-4BFF-4AB0-95D4-6A02902E5A5C}" dt="2024-05-23T11:11:26.639" v="958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1825121B-4BFF-4AB0-95D4-6A02902E5A5C}" dt="2024-05-23T11:10:42.197" v="874" actId="20577"/>
          <ac:spMkLst>
            <pc:docMk/>
            <pc:sldMk cId="1901877650" sldId="311"/>
            <ac:spMk id="3" creationId="{16C3B71B-D392-F5C5-EC07-0CBA638B7C26}"/>
          </ac:spMkLst>
        </pc:spChg>
      </pc:sldChg>
      <pc:sldChg chg="modSp new mod">
        <pc:chgData name="shilpi gupta" userId="5ce4f23861899b28" providerId="LiveId" clId="{1825121B-4BFF-4AB0-95D4-6A02902E5A5C}" dt="2024-05-23T11:12:29.560" v="1049" actId="5793"/>
        <pc:sldMkLst>
          <pc:docMk/>
          <pc:sldMk cId="2624257296" sldId="312"/>
        </pc:sldMkLst>
        <pc:spChg chg="mod">
          <ac:chgData name="shilpi gupta" userId="5ce4f23861899b28" providerId="LiveId" clId="{1825121B-4BFF-4AB0-95D4-6A02902E5A5C}" dt="2024-05-23T11:12:29.560" v="1049" actId="5793"/>
          <ac:spMkLst>
            <pc:docMk/>
            <pc:sldMk cId="2624257296" sldId="312"/>
            <ac:spMk id="2" creationId="{395F24E0-1843-61F9-3EB8-B0399E6D2294}"/>
          </ac:spMkLst>
        </pc:spChg>
        <pc:spChg chg="mod">
          <ac:chgData name="shilpi gupta" userId="5ce4f23861899b28" providerId="LiveId" clId="{1825121B-4BFF-4AB0-95D4-6A02902E5A5C}" dt="2024-05-23T11:11:50.581" v="974" actId="20577"/>
          <ac:spMkLst>
            <pc:docMk/>
            <pc:sldMk cId="2624257296" sldId="312"/>
            <ac:spMk id="3" creationId="{2E4D50C6-782B-BD51-DC6A-F73612E90B02}"/>
          </ac:spMkLst>
        </pc:spChg>
      </pc:sldChg>
      <pc:sldChg chg="modSp new mod">
        <pc:chgData name="shilpi gupta" userId="5ce4f23861899b28" providerId="LiveId" clId="{1825121B-4BFF-4AB0-95D4-6A02902E5A5C}" dt="2024-05-23T11:17:02.131" v="1172" actId="20577"/>
        <pc:sldMkLst>
          <pc:docMk/>
          <pc:sldMk cId="2945510849" sldId="313"/>
        </pc:sldMkLst>
        <pc:spChg chg="mod">
          <ac:chgData name="shilpi gupta" userId="5ce4f23861899b28" providerId="LiveId" clId="{1825121B-4BFF-4AB0-95D4-6A02902E5A5C}" dt="2024-05-23T11:17:02.131" v="1172" actId="20577"/>
          <ac:spMkLst>
            <pc:docMk/>
            <pc:sldMk cId="2945510849" sldId="313"/>
            <ac:spMk id="2" creationId="{4A62B7AF-B2C1-30B5-4AE1-9C63330B627C}"/>
          </ac:spMkLst>
        </pc:spChg>
        <pc:spChg chg="mod">
          <ac:chgData name="shilpi gupta" userId="5ce4f23861899b28" providerId="LiveId" clId="{1825121B-4BFF-4AB0-95D4-6A02902E5A5C}" dt="2024-05-23T11:16:17.964" v="1081" actId="20577"/>
          <ac:spMkLst>
            <pc:docMk/>
            <pc:sldMk cId="2945510849" sldId="313"/>
            <ac:spMk id="3" creationId="{BF771934-CC31-D511-F74A-78630C067053}"/>
          </ac:spMkLst>
        </pc:spChg>
      </pc:sldChg>
      <pc:sldChg chg="modSp new mod">
        <pc:chgData name="shilpi gupta" userId="5ce4f23861899b28" providerId="LiveId" clId="{1825121B-4BFF-4AB0-95D4-6A02902E5A5C}" dt="2024-05-23T11:18:03.356" v="1250" actId="5793"/>
        <pc:sldMkLst>
          <pc:docMk/>
          <pc:sldMk cId="3227058457" sldId="314"/>
        </pc:sldMkLst>
        <pc:spChg chg="mod">
          <ac:chgData name="shilpi gupta" userId="5ce4f23861899b28" providerId="LiveId" clId="{1825121B-4BFF-4AB0-95D4-6A02902E5A5C}" dt="2024-05-23T11:18:03.356" v="1250" actId="5793"/>
          <ac:spMkLst>
            <pc:docMk/>
            <pc:sldMk cId="3227058457" sldId="314"/>
            <ac:spMk id="2" creationId="{FA21D101-1B95-C66E-2945-539FA992C29B}"/>
          </ac:spMkLst>
        </pc:spChg>
        <pc:spChg chg="mod">
          <ac:chgData name="shilpi gupta" userId="5ce4f23861899b28" providerId="LiveId" clId="{1825121B-4BFF-4AB0-95D4-6A02902E5A5C}" dt="2024-05-23T11:17:17.478" v="1199" actId="122"/>
          <ac:spMkLst>
            <pc:docMk/>
            <pc:sldMk cId="3227058457" sldId="314"/>
            <ac:spMk id="3" creationId="{F394127D-33D0-20AC-6EB4-19698DF131FE}"/>
          </ac:spMkLst>
        </pc:spChg>
      </pc:sldChg>
      <pc:sldChg chg="modSp new mod">
        <pc:chgData name="shilpi gupta" userId="5ce4f23861899b28" providerId="LiveId" clId="{1825121B-4BFF-4AB0-95D4-6A02902E5A5C}" dt="2024-05-23T11:19:03.763" v="1337" actId="20577"/>
        <pc:sldMkLst>
          <pc:docMk/>
          <pc:sldMk cId="657843468" sldId="315"/>
        </pc:sldMkLst>
        <pc:spChg chg="mod">
          <ac:chgData name="shilpi gupta" userId="5ce4f23861899b28" providerId="LiveId" clId="{1825121B-4BFF-4AB0-95D4-6A02902E5A5C}" dt="2024-05-23T11:19:03.763" v="1337" actId="20577"/>
          <ac:spMkLst>
            <pc:docMk/>
            <pc:sldMk cId="657843468" sldId="315"/>
            <ac:spMk id="2" creationId="{7D2B1818-C362-9EBA-5EE9-05D90B7C08C8}"/>
          </ac:spMkLst>
        </pc:spChg>
        <pc:spChg chg="mod">
          <ac:chgData name="shilpi gupta" userId="5ce4f23861899b28" providerId="LiveId" clId="{1825121B-4BFF-4AB0-95D4-6A02902E5A5C}" dt="2024-05-23T11:18:31.236" v="1278" actId="20577"/>
          <ac:spMkLst>
            <pc:docMk/>
            <pc:sldMk cId="657843468" sldId="315"/>
            <ac:spMk id="3" creationId="{9CAA5C6B-4257-11EC-53A9-8A24F08CC65A}"/>
          </ac:spMkLst>
        </pc:spChg>
      </pc:sldChg>
      <pc:sldChg chg="modSp new mod">
        <pc:chgData name="shilpi gupta" userId="5ce4f23861899b28" providerId="LiveId" clId="{1825121B-4BFF-4AB0-95D4-6A02902E5A5C}" dt="2024-05-23T11:19:58.798" v="1426" actId="20577"/>
        <pc:sldMkLst>
          <pc:docMk/>
          <pc:sldMk cId="586535592" sldId="316"/>
        </pc:sldMkLst>
        <pc:spChg chg="mod">
          <ac:chgData name="shilpi gupta" userId="5ce4f23861899b28" providerId="LiveId" clId="{1825121B-4BFF-4AB0-95D4-6A02902E5A5C}" dt="2024-05-23T11:19:58.798" v="1426" actId="20577"/>
          <ac:spMkLst>
            <pc:docMk/>
            <pc:sldMk cId="586535592" sldId="316"/>
            <ac:spMk id="2" creationId="{1F62F921-6457-DE20-CC1B-568D8ACDFCBB}"/>
          </ac:spMkLst>
        </pc:spChg>
        <pc:spChg chg="mod">
          <ac:chgData name="shilpi gupta" userId="5ce4f23861899b28" providerId="LiveId" clId="{1825121B-4BFF-4AB0-95D4-6A02902E5A5C}" dt="2024-05-23T11:19:31.284" v="1355" actId="122"/>
          <ac:spMkLst>
            <pc:docMk/>
            <pc:sldMk cId="586535592" sldId="316"/>
            <ac:spMk id="3" creationId="{9C01B88A-454C-8A54-31C2-3CD081125236}"/>
          </ac:spMkLst>
        </pc:spChg>
      </pc:sldChg>
      <pc:sldChg chg="modSp new mod">
        <pc:chgData name="shilpi gupta" userId="5ce4f23861899b28" providerId="LiveId" clId="{1825121B-4BFF-4AB0-95D4-6A02902E5A5C}" dt="2024-05-23T11:28:22.358" v="1450" actId="20577"/>
        <pc:sldMkLst>
          <pc:docMk/>
          <pc:sldMk cId="1854470539" sldId="317"/>
        </pc:sldMkLst>
        <pc:spChg chg="mod">
          <ac:chgData name="shilpi gupta" userId="5ce4f23861899b28" providerId="LiveId" clId="{1825121B-4BFF-4AB0-95D4-6A02902E5A5C}" dt="2024-05-23T11:28:22.358" v="1450" actId="20577"/>
          <ac:spMkLst>
            <pc:docMk/>
            <pc:sldMk cId="1854470539" sldId="317"/>
            <ac:spMk id="2" creationId="{E0CBBD26-8901-0243-F4DD-2018A12EC894}"/>
          </ac:spMkLst>
        </pc:spChg>
      </pc:sldChg>
      <pc:sldChg chg="modSp new mod">
        <pc:chgData name="shilpi gupta" userId="5ce4f23861899b28" providerId="LiveId" clId="{1825121B-4BFF-4AB0-95D4-6A02902E5A5C}" dt="2024-05-23T15:19:11.985" v="2136" actId="20577"/>
        <pc:sldMkLst>
          <pc:docMk/>
          <pc:sldMk cId="4081438048" sldId="318"/>
        </pc:sldMkLst>
        <pc:spChg chg="mod">
          <ac:chgData name="shilpi gupta" userId="5ce4f23861899b28" providerId="LiveId" clId="{1825121B-4BFF-4AB0-95D4-6A02902E5A5C}" dt="2024-05-23T15:19:11.985" v="2136" actId="20577"/>
          <ac:spMkLst>
            <pc:docMk/>
            <pc:sldMk cId="4081438048" sldId="318"/>
            <ac:spMk id="2" creationId="{D9433FCF-FEEA-2A99-5E01-058D58F5CA98}"/>
          </ac:spMkLst>
        </pc:spChg>
        <pc:spChg chg="mod">
          <ac:chgData name="shilpi gupta" userId="5ce4f23861899b28" providerId="LiveId" clId="{1825121B-4BFF-4AB0-95D4-6A02902E5A5C}" dt="2024-05-23T15:18:59.146" v="2114" actId="20577"/>
          <ac:spMkLst>
            <pc:docMk/>
            <pc:sldMk cId="4081438048" sldId="318"/>
            <ac:spMk id="3" creationId="{FEBB22BA-31CF-539E-E447-20CEB960E581}"/>
          </ac:spMkLst>
        </pc:spChg>
      </pc:sldChg>
      <pc:sldChg chg="modSp new mod">
        <pc:chgData name="shilpi gupta" userId="5ce4f23861899b28" providerId="LiveId" clId="{1825121B-4BFF-4AB0-95D4-6A02902E5A5C}" dt="2024-05-24T08:23:45.722" v="3228" actId="20577"/>
        <pc:sldMkLst>
          <pc:docMk/>
          <pc:sldMk cId="1505337766" sldId="319"/>
        </pc:sldMkLst>
        <pc:spChg chg="mod">
          <ac:chgData name="shilpi gupta" userId="5ce4f23861899b28" providerId="LiveId" clId="{1825121B-4BFF-4AB0-95D4-6A02902E5A5C}" dt="2024-05-24T08:23:45.722" v="3228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1825121B-4BFF-4AB0-95D4-6A02902E5A5C}" dt="2024-05-23T11:30:41.634" v="159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addSp modSp new mod">
        <pc:chgData name="shilpi gupta" userId="5ce4f23861899b28" providerId="LiveId" clId="{1825121B-4BFF-4AB0-95D4-6A02902E5A5C}" dt="2024-05-23T15:21:39.146" v="2185" actId="1076"/>
        <pc:sldMkLst>
          <pc:docMk/>
          <pc:sldMk cId="1395430108" sldId="320"/>
        </pc:sldMkLst>
        <pc:spChg chg="mod">
          <ac:chgData name="shilpi gupta" userId="5ce4f23861899b28" providerId="LiveId" clId="{1825121B-4BFF-4AB0-95D4-6A02902E5A5C}" dt="2024-05-23T15:21:30.338" v="2182" actId="20577"/>
          <ac:spMkLst>
            <pc:docMk/>
            <pc:sldMk cId="1395430108" sldId="320"/>
            <ac:spMk id="2" creationId="{2520483D-FB86-7334-CC53-5837115CACC2}"/>
          </ac:spMkLst>
        </pc:spChg>
        <pc:spChg chg="mod">
          <ac:chgData name="shilpi gupta" userId="5ce4f23861899b28" providerId="LiveId" clId="{1825121B-4BFF-4AB0-95D4-6A02902E5A5C}" dt="2024-05-23T11:34:48.140" v="1781" actId="20577"/>
          <ac:spMkLst>
            <pc:docMk/>
            <pc:sldMk cId="1395430108" sldId="320"/>
            <ac:spMk id="3" creationId="{10495039-9BE2-04DD-FAB4-7782AAF993C7}"/>
          </ac:spMkLst>
        </pc:spChg>
        <pc:picChg chg="add mod">
          <ac:chgData name="shilpi gupta" userId="5ce4f23861899b28" providerId="LiveId" clId="{1825121B-4BFF-4AB0-95D4-6A02902E5A5C}" dt="2024-05-23T15:21:39.146" v="2185" actId="1076"/>
          <ac:picMkLst>
            <pc:docMk/>
            <pc:sldMk cId="1395430108" sldId="320"/>
            <ac:picMk id="2050" creationId="{9801EDE2-E2F1-66AD-EED4-1B9A555777A4}"/>
          </ac:picMkLst>
        </pc:picChg>
      </pc:sldChg>
      <pc:sldChg chg="modSp new mod">
        <pc:chgData name="shilpi gupta" userId="5ce4f23861899b28" providerId="LiveId" clId="{1825121B-4BFF-4AB0-95D4-6A02902E5A5C}" dt="2024-05-23T11:37:05.221" v="1944" actId="20577"/>
        <pc:sldMkLst>
          <pc:docMk/>
          <pc:sldMk cId="2548785845" sldId="321"/>
        </pc:sldMkLst>
        <pc:spChg chg="mod">
          <ac:chgData name="shilpi gupta" userId="5ce4f23861899b28" providerId="LiveId" clId="{1825121B-4BFF-4AB0-95D4-6A02902E5A5C}" dt="2024-05-23T11:36:02.335" v="1893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1825121B-4BFF-4AB0-95D4-6A02902E5A5C}" dt="2024-05-23T11:37:05.221" v="1944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new mod">
        <pc:chgData name="shilpi gupta" userId="5ce4f23861899b28" providerId="LiveId" clId="{1825121B-4BFF-4AB0-95D4-6A02902E5A5C}" dt="2024-05-23T11:36:52.300" v="1938" actId="20577"/>
        <pc:sldMkLst>
          <pc:docMk/>
          <pc:sldMk cId="221513343" sldId="322"/>
        </pc:sldMkLst>
        <pc:spChg chg="mod">
          <ac:chgData name="shilpi gupta" userId="5ce4f23861899b28" providerId="LiveId" clId="{1825121B-4BFF-4AB0-95D4-6A02902E5A5C}" dt="2024-05-23T11:36:52.300" v="1938" actId="20577"/>
          <ac:spMkLst>
            <pc:docMk/>
            <pc:sldMk cId="221513343" sldId="322"/>
            <ac:spMk id="2" creationId="{87E62548-71D8-7A8A-7585-969CB13A56AB}"/>
          </ac:spMkLst>
        </pc:spChg>
        <pc:spChg chg="mod">
          <ac:chgData name="shilpi gupta" userId="5ce4f23861899b28" providerId="LiveId" clId="{1825121B-4BFF-4AB0-95D4-6A02902E5A5C}" dt="2024-05-23T11:36:34.173" v="1922" actId="20577"/>
          <ac:spMkLst>
            <pc:docMk/>
            <pc:sldMk cId="221513343" sldId="322"/>
            <ac:spMk id="3" creationId="{CA9D4BF4-CE37-E31A-9B65-2A949FDC8FB2}"/>
          </ac:spMkLst>
        </pc:spChg>
      </pc:sldChg>
      <pc:sldChg chg="modSp new mod">
        <pc:chgData name="shilpi gupta" userId="5ce4f23861899b28" providerId="LiveId" clId="{1825121B-4BFF-4AB0-95D4-6A02902E5A5C}" dt="2024-05-23T11:38:05.818" v="2042" actId="20577"/>
        <pc:sldMkLst>
          <pc:docMk/>
          <pc:sldMk cId="3711207397" sldId="323"/>
        </pc:sldMkLst>
        <pc:spChg chg="mod">
          <ac:chgData name="shilpi gupta" userId="5ce4f23861899b28" providerId="LiveId" clId="{1825121B-4BFF-4AB0-95D4-6A02902E5A5C}" dt="2024-05-23T11:38:05.818" v="2042" actId="20577"/>
          <ac:spMkLst>
            <pc:docMk/>
            <pc:sldMk cId="3711207397" sldId="323"/>
            <ac:spMk id="2" creationId="{B5F220F6-B858-E847-938D-6D65A72AAF0B}"/>
          </ac:spMkLst>
        </pc:spChg>
        <pc:spChg chg="mod">
          <ac:chgData name="shilpi gupta" userId="5ce4f23861899b28" providerId="LiveId" clId="{1825121B-4BFF-4AB0-95D4-6A02902E5A5C}" dt="2024-05-23T11:37:31.369" v="1986" actId="20577"/>
          <ac:spMkLst>
            <pc:docMk/>
            <pc:sldMk cId="3711207397" sldId="323"/>
            <ac:spMk id="3" creationId="{19CEE922-D12D-48B8-314A-0CCB09B486DB}"/>
          </ac:spMkLst>
        </pc:spChg>
      </pc:sldChg>
      <pc:sldChg chg="modSp new mod">
        <pc:chgData name="shilpi gupta" userId="5ce4f23861899b28" providerId="LiveId" clId="{1825121B-4BFF-4AB0-95D4-6A02902E5A5C}" dt="2024-05-23T11:38:31.339" v="2077" actId="20577"/>
        <pc:sldMkLst>
          <pc:docMk/>
          <pc:sldMk cId="546927331" sldId="324"/>
        </pc:sldMkLst>
        <pc:spChg chg="mod">
          <ac:chgData name="shilpi gupta" userId="5ce4f23861899b28" providerId="LiveId" clId="{1825121B-4BFF-4AB0-95D4-6A02902E5A5C}" dt="2024-05-23T11:38:31.339" v="2077" actId="20577"/>
          <ac:spMkLst>
            <pc:docMk/>
            <pc:sldMk cId="546927331" sldId="324"/>
            <ac:spMk id="2" creationId="{D797E1BE-2454-4665-6106-2C3082E690D2}"/>
          </ac:spMkLst>
        </pc:spChg>
        <pc:spChg chg="mod">
          <ac:chgData name="shilpi gupta" userId="5ce4f23861899b28" providerId="LiveId" clId="{1825121B-4BFF-4AB0-95D4-6A02902E5A5C}" dt="2024-05-23T11:38:23.610" v="2062" actId="20577"/>
          <ac:spMkLst>
            <pc:docMk/>
            <pc:sldMk cId="546927331" sldId="324"/>
            <ac:spMk id="3" creationId="{5A3F7B21-BFE5-963D-6EA3-A360B6358ED5}"/>
          </ac:spMkLst>
        </pc:spChg>
      </pc:sldChg>
      <pc:sldChg chg="modSp new mod">
        <pc:chgData name="shilpi gupta" userId="5ce4f23861899b28" providerId="LiveId" clId="{1825121B-4BFF-4AB0-95D4-6A02902E5A5C}" dt="2024-05-23T15:41:29.186" v="2530" actId="20577"/>
        <pc:sldMkLst>
          <pc:docMk/>
          <pc:sldMk cId="1669534364" sldId="325"/>
        </pc:sldMkLst>
        <pc:spChg chg="mod">
          <ac:chgData name="shilpi gupta" userId="5ce4f23861899b28" providerId="LiveId" clId="{1825121B-4BFF-4AB0-95D4-6A02902E5A5C}" dt="2024-05-23T15:41:29.186" v="2530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1825121B-4BFF-4AB0-95D4-6A02902E5A5C}" dt="2024-05-23T15:22:34.534" v="2224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modSp new mod">
        <pc:chgData name="shilpi gupta" userId="5ce4f23861899b28" providerId="LiveId" clId="{1825121B-4BFF-4AB0-95D4-6A02902E5A5C}" dt="2024-05-24T08:09:21.352" v="2618" actId="20577"/>
        <pc:sldMkLst>
          <pc:docMk/>
          <pc:sldMk cId="1666525737" sldId="326"/>
        </pc:sldMkLst>
        <pc:spChg chg="mod">
          <ac:chgData name="shilpi gupta" userId="5ce4f23861899b28" providerId="LiveId" clId="{1825121B-4BFF-4AB0-95D4-6A02902E5A5C}" dt="2024-05-24T08:09:21.352" v="2618" actId="20577"/>
          <ac:spMkLst>
            <pc:docMk/>
            <pc:sldMk cId="1666525737" sldId="326"/>
            <ac:spMk id="2" creationId="{44723B47-BD6C-6472-760C-A12D9DB7CD0A}"/>
          </ac:spMkLst>
        </pc:spChg>
        <pc:spChg chg="mod">
          <ac:chgData name="shilpi gupta" userId="5ce4f23861899b28" providerId="LiveId" clId="{1825121B-4BFF-4AB0-95D4-6A02902E5A5C}" dt="2024-05-23T15:45:40.756" v="2571" actId="5793"/>
          <ac:spMkLst>
            <pc:docMk/>
            <pc:sldMk cId="1666525737" sldId="326"/>
            <ac:spMk id="3" creationId="{BDEF4C0B-5FE9-9BEC-EBDE-2BB2BE6F4281}"/>
          </ac:spMkLst>
        </pc:spChg>
      </pc:sldChg>
      <pc:sldChg chg="modSp new mod">
        <pc:chgData name="shilpi gupta" userId="5ce4f23861899b28" providerId="LiveId" clId="{1825121B-4BFF-4AB0-95D4-6A02902E5A5C}" dt="2024-05-24T08:10:14.644" v="2654" actId="20577"/>
        <pc:sldMkLst>
          <pc:docMk/>
          <pc:sldMk cId="3045406790" sldId="327"/>
        </pc:sldMkLst>
        <pc:spChg chg="mod">
          <ac:chgData name="shilpi gupta" userId="5ce4f23861899b28" providerId="LiveId" clId="{1825121B-4BFF-4AB0-95D4-6A02902E5A5C}" dt="2024-05-24T08:10:14.644" v="2654" actId="20577"/>
          <ac:spMkLst>
            <pc:docMk/>
            <pc:sldMk cId="3045406790" sldId="327"/>
            <ac:spMk id="2" creationId="{56811FFC-A7D6-5EE2-CC90-8E7701BAC947}"/>
          </ac:spMkLst>
        </pc:spChg>
        <pc:spChg chg="mod">
          <ac:chgData name="shilpi gupta" userId="5ce4f23861899b28" providerId="LiveId" clId="{1825121B-4BFF-4AB0-95D4-6A02902E5A5C}" dt="2024-05-24T08:09:35.084" v="2636" actId="122"/>
          <ac:spMkLst>
            <pc:docMk/>
            <pc:sldMk cId="3045406790" sldId="327"/>
            <ac:spMk id="3" creationId="{2233D903-066E-BD26-14E8-B6F87373BAA2}"/>
          </ac:spMkLst>
        </pc:spChg>
      </pc:sldChg>
      <pc:sldChg chg="addSp delSp modSp new mod">
        <pc:chgData name="shilpi gupta" userId="5ce4f23861899b28" providerId="LiveId" clId="{1825121B-4BFF-4AB0-95D4-6A02902E5A5C}" dt="2024-05-24T08:27:23.419" v="3334" actId="1076"/>
        <pc:sldMkLst>
          <pc:docMk/>
          <pc:sldMk cId="1089236490" sldId="328"/>
        </pc:sldMkLst>
        <pc:spChg chg="del">
          <ac:chgData name="shilpi gupta" userId="5ce4f23861899b28" providerId="LiveId" clId="{1825121B-4BFF-4AB0-95D4-6A02902E5A5C}" dt="2024-05-24T08:12:02.724" v="2656"/>
          <ac:spMkLst>
            <pc:docMk/>
            <pc:sldMk cId="1089236490" sldId="328"/>
            <ac:spMk id="2" creationId="{2AD8D708-46AA-212F-6F13-FD19BC58821F}"/>
          </ac:spMkLst>
        </pc:spChg>
        <pc:spChg chg="mod">
          <ac:chgData name="shilpi gupta" userId="5ce4f23861899b28" providerId="LiveId" clId="{1825121B-4BFF-4AB0-95D4-6A02902E5A5C}" dt="2024-05-24T08:27:18.557" v="3333" actId="122"/>
          <ac:spMkLst>
            <pc:docMk/>
            <pc:sldMk cId="1089236490" sldId="328"/>
            <ac:spMk id="3" creationId="{A746591A-968C-FBA1-5939-B59268789F0C}"/>
          </ac:spMkLst>
        </pc:spChg>
        <pc:spChg chg="add del mod">
          <ac:chgData name="shilpi gupta" userId="5ce4f23861899b28" providerId="LiveId" clId="{1825121B-4BFF-4AB0-95D4-6A02902E5A5C}" dt="2024-05-24T08:12:05.923" v="2657"/>
          <ac:spMkLst>
            <pc:docMk/>
            <pc:sldMk cId="1089236490" sldId="328"/>
            <ac:spMk id="4" creationId="{3B5D013F-B9E9-9357-4765-5BA406511FE5}"/>
          </ac:spMkLst>
        </pc:spChg>
        <pc:spChg chg="add del mod">
          <ac:chgData name="shilpi gupta" userId="5ce4f23861899b28" providerId="LiveId" clId="{1825121B-4BFF-4AB0-95D4-6A02902E5A5C}" dt="2024-05-24T08:12:16.528" v="2658"/>
          <ac:spMkLst>
            <pc:docMk/>
            <pc:sldMk cId="1089236490" sldId="328"/>
            <ac:spMk id="5" creationId="{A6D152FB-12D8-6320-0540-F43E247BFD76}"/>
          </ac:spMkLst>
        </pc:spChg>
        <pc:spChg chg="add del mod">
          <ac:chgData name="shilpi gupta" userId="5ce4f23861899b28" providerId="LiveId" clId="{1825121B-4BFF-4AB0-95D4-6A02902E5A5C}" dt="2024-05-24T08:12:18.377" v="2659"/>
          <ac:spMkLst>
            <pc:docMk/>
            <pc:sldMk cId="1089236490" sldId="328"/>
            <ac:spMk id="6" creationId="{29E606B6-2C14-6D0C-56DD-592F17C6BB7E}"/>
          </ac:spMkLst>
        </pc:spChg>
        <pc:spChg chg="add del mod">
          <ac:chgData name="shilpi gupta" userId="5ce4f23861899b28" providerId="LiveId" clId="{1825121B-4BFF-4AB0-95D4-6A02902E5A5C}" dt="2024-05-24T08:12:37.552" v="2660"/>
          <ac:spMkLst>
            <pc:docMk/>
            <pc:sldMk cId="1089236490" sldId="328"/>
            <ac:spMk id="7" creationId="{CBF26D72-FF1F-99C3-69BC-394E02AF6D10}"/>
          </ac:spMkLst>
        </pc:spChg>
        <pc:spChg chg="add del mod">
          <ac:chgData name="shilpi gupta" userId="5ce4f23861899b28" providerId="LiveId" clId="{1825121B-4BFF-4AB0-95D4-6A02902E5A5C}" dt="2024-05-24T08:13:04.864" v="2661"/>
          <ac:spMkLst>
            <pc:docMk/>
            <pc:sldMk cId="1089236490" sldId="328"/>
            <ac:spMk id="8" creationId="{898DF8FC-CAEB-F0C9-8D08-B7F34DEDB48F}"/>
          </ac:spMkLst>
        </pc:spChg>
        <pc:spChg chg="add del mod">
          <ac:chgData name="shilpi gupta" userId="5ce4f23861899b28" providerId="LiveId" clId="{1825121B-4BFF-4AB0-95D4-6A02902E5A5C}" dt="2024-05-24T08:13:23.297" v="2662"/>
          <ac:spMkLst>
            <pc:docMk/>
            <pc:sldMk cId="1089236490" sldId="328"/>
            <ac:spMk id="9" creationId="{86E7481F-E4B0-5652-E151-A08F4168C3E0}"/>
          </ac:spMkLst>
        </pc:spChg>
        <pc:spChg chg="add del mod">
          <ac:chgData name="shilpi gupta" userId="5ce4f23861899b28" providerId="LiveId" clId="{1825121B-4BFF-4AB0-95D4-6A02902E5A5C}" dt="2024-05-24T08:14:02.364" v="2663"/>
          <ac:spMkLst>
            <pc:docMk/>
            <pc:sldMk cId="1089236490" sldId="328"/>
            <ac:spMk id="10" creationId="{7F3A0C28-11C5-8501-4D33-C9336E665B57}"/>
          </ac:spMkLst>
        </pc:spChg>
        <pc:picChg chg="add mod">
          <ac:chgData name="shilpi gupta" userId="5ce4f23861899b28" providerId="LiveId" clId="{1825121B-4BFF-4AB0-95D4-6A02902E5A5C}" dt="2024-05-24T08:27:23.419" v="3334" actId="1076"/>
          <ac:picMkLst>
            <pc:docMk/>
            <pc:sldMk cId="1089236490" sldId="328"/>
            <ac:picMk id="3088" creationId="{B00EC825-3772-F4AF-EF00-D5CE009F910E}"/>
          </ac:picMkLst>
        </pc:picChg>
      </pc:sldChg>
      <pc:sldChg chg="addSp delSp modSp new mod">
        <pc:chgData name="shilpi gupta" userId="5ce4f23861899b28" providerId="LiveId" clId="{1825121B-4BFF-4AB0-95D4-6A02902E5A5C}" dt="2024-05-24T08:18:03.883" v="2830" actId="1076"/>
        <pc:sldMkLst>
          <pc:docMk/>
          <pc:sldMk cId="1375260716" sldId="329"/>
        </pc:sldMkLst>
        <pc:spChg chg="del">
          <ac:chgData name="shilpi gupta" userId="5ce4f23861899b28" providerId="LiveId" clId="{1825121B-4BFF-4AB0-95D4-6A02902E5A5C}" dt="2024-05-24T08:15:55.324" v="2694"/>
          <ac:spMkLst>
            <pc:docMk/>
            <pc:sldMk cId="1375260716" sldId="329"/>
            <ac:spMk id="2" creationId="{8570737B-7AD4-5FBB-B161-16D31F58D203}"/>
          </ac:spMkLst>
        </pc:spChg>
        <pc:spChg chg="mod">
          <ac:chgData name="shilpi gupta" userId="5ce4f23861899b28" providerId="LiveId" clId="{1825121B-4BFF-4AB0-95D4-6A02902E5A5C}" dt="2024-05-24T08:16:23.472" v="2735" actId="20577"/>
          <ac:spMkLst>
            <pc:docMk/>
            <pc:sldMk cId="1375260716" sldId="329"/>
            <ac:spMk id="3" creationId="{DF071CCF-8800-E243-3126-99534CF5E3D5}"/>
          </ac:spMkLst>
        </pc:spChg>
        <pc:picChg chg="add mod">
          <ac:chgData name="shilpi gupta" userId="5ce4f23861899b28" providerId="LiveId" clId="{1825121B-4BFF-4AB0-95D4-6A02902E5A5C}" dt="2024-05-24T08:18:03.883" v="2830" actId="1076"/>
          <ac:picMkLst>
            <pc:docMk/>
            <pc:sldMk cId="1375260716" sldId="329"/>
            <ac:picMk id="5" creationId="{019FC472-9E8C-B871-5343-05C8A5C5565B}"/>
          </ac:picMkLst>
        </pc:picChg>
      </pc:sldChg>
      <pc:sldChg chg="modSp new mod">
        <pc:chgData name="shilpi gupta" userId="5ce4f23861899b28" providerId="LiveId" clId="{1825121B-4BFF-4AB0-95D4-6A02902E5A5C}" dt="2024-05-24T08:17:55.142" v="2829" actId="5793"/>
        <pc:sldMkLst>
          <pc:docMk/>
          <pc:sldMk cId="829989937" sldId="330"/>
        </pc:sldMkLst>
        <pc:spChg chg="mod">
          <ac:chgData name="shilpi gupta" userId="5ce4f23861899b28" providerId="LiveId" clId="{1825121B-4BFF-4AB0-95D4-6A02902E5A5C}" dt="2024-05-24T08:17:34.827" v="2805" actId="20577"/>
          <ac:spMkLst>
            <pc:docMk/>
            <pc:sldMk cId="829989937" sldId="330"/>
            <ac:spMk id="2" creationId="{4D2C3EBF-427F-8B19-A391-72D42F7599EE}"/>
          </ac:spMkLst>
        </pc:spChg>
        <pc:spChg chg="mod">
          <ac:chgData name="shilpi gupta" userId="5ce4f23861899b28" providerId="LiveId" clId="{1825121B-4BFF-4AB0-95D4-6A02902E5A5C}" dt="2024-05-24T08:17:55.142" v="2829" actId="5793"/>
          <ac:spMkLst>
            <pc:docMk/>
            <pc:sldMk cId="829989937" sldId="330"/>
            <ac:spMk id="3" creationId="{B01680D3-E6BF-E437-232A-C43C864D0E9E}"/>
          </ac:spMkLst>
        </pc:spChg>
      </pc:sldChg>
      <pc:sldChg chg="modSp new mod">
        <pc:chgData name="shilpi gupta" userId="5ce4f23861899b28" providerId="LiveId" clId="{1825121B-4BFF-4AB0-95D4-6A02902E5A5C}" dt="2024-05-24T08:20:30.272" v="3028" actId="20577"/>
        <pc:sldMkLst>
          <pc:docMk/>
          <pc:sldMk cId="4201570771" sldId="331"/>
        </pc:sldMkLst>
        <pc:spChg chg="mod">
          <ac:chgData name="shilpi gupta" userId="5ce4f23861899b28" providerId="LiveId" clId="{1825121B-4BFF-4AB0-95D4-6A02902E5A5C}" dt="2024-05-24T08:20:30.272" v="3028" actId="20577"/>
          <ac:spMkLst>
            <pc:docMk/>
            <pc:sldMk cId="4201570771" sldId="331"/>
            <ac:spMk id="2" creationId="{19C790F4-6775-23A4-5915-A37149CCBCCF}"/>
          </ac:spMkLst>
        </pc:spChg>
        <pc:spChg chg="mod">
          <ac:chgData name="shilpi gupta" userId="5ce4f23861899b28" providerId="LiveId" clId="{1825121B-4BFF-4AB0-95D4-6A02902E5A5C}" dt="2024-05-24T08:18:16.967" v="2848" actId="122"/>
          <ac:spMkLst>
            <pc:docMk/>
            <pc:sldMk cId="4201570771" sldId="331"/>
            <ac:spMk id="3" creationId="{AC6FBB7E-F409-E3ED-CA08-3BB80FDE3A90}"/>
          </ac:spMkLst>
        </pc:spChg>
      </pc:sldChg>
      <pc:sldChg chg="modSp new mod">
        <pc:chgData name="shilpi gupta" userId="5ce4f23861899b28" providerId="LiveId" clId="{1825121B-4BFF-4AB0-95D4-6A02902E5A5C}" dt="2024-05-24T08:21:20.334" v="3114" actId="20577"/>
        <pc:sldMkLst>
          <pc:docMk/>
          <pc:sldMk cId="2142973947" sldId="332"/>
        </pc:sldMkLst>
        <pc:spChg chg="mod">
          <ac:chgData name="shilpi gupta" userId="5ce4f23861899b28" providerId="LiveId" clId="{1825121B-4BFF-4AB0-95D4-6A02902E5A5C}" dt="2024-05-24T08:21:20.334" v="3114" actId="20577"/>
          <ac:spMkLst>
            <pc:docMk/>
            <pc:sldMk cId="2142973947" sldId="332"/>
            <ac:spMk id="2" creationId="{CB4CB417-2B16-CB22-A5DF-99AEEEF93417}"/>
          </ac:spMkLst>
        </pc:spChg>
        <pc:spChg chg="mod">
          <ac:chgData name="shilpi gupta" userId="5ce4f23861899b28" providerId="LiveId" clId="{1825121B-4BFF-4AB0-95D4-6A02902E5A5C}" dt="2024-05-24T08:20:57.102" v="3069" actId="20577"/>
          <ac:spMkLst>
            <pc:docMk/>
            <pc:sldMk cId="2142973947" sldId="332"/>
            <ac:spMk id="3" creationId="{6CB22A13-91D5-D063-C49F-B831491EDC76}"/>
          </ac:spMkLst>
        </pc:spChg>
      </pc:sldChg>
    </pc:docChg>
  </pc:docChgLst>
  <pc:docChgLst>
    <pc:chgData name="shilpi gupta" userId="5ce4f23861899b28" providerId="LiveId" clId="{E23F248B-BACD-4A05-A6CF-C777B57D5F30}"/>
    <pc:docChg chg="undo custSel addSld delSld modSld sldOrd">
      <pc:chgData name="shilpi gupta" userId="5ce4f23861899b28" providerId="LiveId" clId="{E23F248B-BACD-4A05-A6CF-C777B57D5F30}" dt="2024-06-27T15:10:37.389" v="1638" actId="20577"/>
      <pc:docMkLst>
        <pc:docMk/>
      </pc:docMkLst>
      <pc:sldChg chg="modSp add del modAnim">
        <pc:chgData name="shilpi gupta" userId="5ce4f23861899b28" providerId="LiveId" clId="{E23F248B-BACD-4A05-A6CF-C777B57D5F30}" dt="2024-06-27T14:56:04.017" v="1073"/>
        <pc:sldMkLst>
          <pc:docMk/>
          <pc:sldMk cId="0" sldId="302"/>
        </pc:sldMkLst>
        <pc:spChg chg="mod">
          <ac:chgData name="shilpi gupta" userId="5ce4f23861899b28" providerId="LiveId" clId="{E23F248B-BACD-4A05-A6CF-C777B57D5F30}" dt="2024-06-27T14:56:04.017" v="1073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E23F248B-BACD-4A05-A6CF-C777B57D5F30}" dt="2024-06-27T14:56:28.573" v="1077" actId="20577"/>
        <pc:sldMkLst>
          <pc:docMk/>
          <pc:sldMk cId="0" sldId="303"/>
        </pc:sldMkLst>
        <pc:spChg chg="mod">
          <ac:chgData name="shilpi gupta" userId="5ce4f23861899b28" providerId="LiveId" clId="{E23F248B-BACD-4A05-A6CF-C777B57D5F30}" dt="2024-06-27T14:53:51.888" v="97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E23F248B-BACD-4A05-A6CF-C777B57D5F30}" dt="2024-06-27T14:56:28.573" v="1077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E23F248B-BACD-4A05-A6CF-C777B57D5F30}" dt="2024-06-27T14:56:24.186" v="1076" actId="20577"/>
        <pc:sldMkLst>
          <pc:docMk/>
          <pc:sldMk cId="0" sldId="304"/>
        </pc:sldMkLst>
        <pc:spChg chg="mod">
          <ac:chgData name="shilpi gupta" userId="5ce4f23861899b28" providerId="LiveId" clId="{E23F248B-BACD-4A05-A6CF-C777B57D5F30}" dt="2024-06-27T14:56:24.186" v="1076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E23F248B-BACD-4A05-A6CF-C777B57D5F30}" dt="2024-06-27T14:55:06.489" v="1020" actId="47"/>
        <pc:sldMkLst>
          <pc:docMk/>
          <pc:sldMk cId="1281329723" sldId="352"/>
        </pc:sldMkLst>
      </pc:sldChg>
      <pc:sldChg chg="del">
        <pc:chgData name="shilpi gupta" userId="5ce4f23861899b28" providerId="LiveId" clId="{E23F248B-BACD-4A05-A6CF-C777B57D5F30}" dt="2024-06-27T14:55:06.772" v="1021" actId="47"/>
        <pc:sldMkLst>
          <pc:docMk/>
          <pc:sldMk cId="1922358814" sldId="353"/>
        </pc:sldMkLst>
      </pc:sldChg>
      <pc:sldChg chg="modSp mod">
        <pc:chgData name="shilpi gupta" userId="5ce4f23861899b28" providerId="LiveId" clId="{E23F248B-BACD-4A05-A6CF-C777B57D5F30}" dt="2024-06-27T14:47:39.856" v="690" actId="20577"/>
        <pc:sldMkLst>
          <pc:docMk/>
          <pc:sldMk cId="282132447" sldId="354"/>
        </pc:sldMkLst>
        <pc:spChg chg="mod">
          <ac:chgData name="shilpi gupta" userId="5ce4f23861899b28" providerId="LiveId" clId="{E23F248B-BACD-4A05-A6CF-C777B57D5F30}" dt="2024-06-27T14:47:39.856" v="690" actId="20577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E23F248B-BACD-4A05-A6CF-C777B57D5F30}" dt="2024-06-27T13:56:07.250" v="89" actId="20577"/>
          <ac:spMkLst>
            <pc:docMk/>
            <pc:sldMk cId="282132447" sldId="354"/>
            <ac:spMk id="3" creationId="{B2CE57A0-B366-D0EC-BA42-E72673D9B694}"/>
          </ac:spMkLst>
        </pc:spChg>
      </pc:sldChg>
      <pc:sldChg chg="del">
        <pc:chgData name="shilpi gupta" userId="5ce4f23861899b28" providerId="LiveId" clId="{E23F248B-BACD-4A05-A6CF-C777B57D5F30}" dt="2024-06-27T14:55:07.465" v="1022" actId="47"/>
        <pc:sldMkLst>
          <pc:docMk/>
          <pc:sldMk cId="3426757888" sldId="355"/>
        </pc:sldMkLst>
      </pc:sldChg>
      <pc:sldChg chg="del">
        <pc:chgData name="shilpi gupta" userId="5ce4f23861899b28" providerId="LiveId" clId="{E23F248B-BACD-4A05-A6CF-C777B57D5F30}" dt="2024-06-27T14:55:07.718" v="1023" actId="47"/>
        <pc:sldMkLst>
          <pc:docMk/>
          <pc:sldMk cId="2560031399" sldId="357"/>
        </pc:sldMkLst>
      </pc:sldChg>
      <pc:sldChg chg="del">
        <pc:chgData name="shilpi gupta" userId="5ce4f23861899b28" providerId="LiveId" clId="{E23F248B-BACD-4A05-A6CF-C777B57D5F30}" dt="2024-06-27T14:55:07.893" v="1024" actId="47"/>
        <pc:sldMkLst>
          <pc:docMk/>
          <pc:sldMk cId="766052730" sldId="358"/>
        </pc:sldMkLst>
      </pc:sldChg>
      <pc:sldChg chg="del">
        <pc:chgData name="shilpi gupta" userId="5ce4f23861899b28" providerId="LiveId" clId="{E23F248B-BACD-4A05-A6CF-C777B57D5F30}" dt="2024-06-27T14:55:08.146" v="1025" actId="47"/>
        <pc:sldMkLst>
          <pc:docMk/>
          <pc:sldMk cId="1265315627" sldId="359"/>
        </pc:sldMkLst>
      </pc:sldChg>
      <pc:sldChg chg="del">
        <pc:chgData name="shilpi gupta" userId="5ce4f23861899b28" providerId="LiveId" clId="{E23F248B-BACD-4A05-A6CF-C777B57D5F30}" dt="2024-06-27T14:55:08.304" v="1026" actId="47"/>
        <pc:sldMkLst>
          <pc:docMk/>
          <pc:sldMk cId="3708495088" sldId="360"/>
        </pc:sldMkLst>
      </pc:sldChg>
      <pc:sldChg chg="del">
        <pc:chgData name="shilpi gupta" userId="5ce4f23861899b28" providerId="LiveId" clId="{E23F248B-BACD-4A05-A6CF-C777B57D5F30}" dt="2024-06-27T14:55:08.526" v="1027" actId="47"/>
        <pc:sldMkLst>
          <pc:docMk/>
          <pc:sldMk cId="4054398762" sldId="361"/>
        </pc:sldMkLst>
      </pc:sldChg>
      <pc:sldChg chg="del">
        <pc:chgData name="shilpi gupta" userId="5ce4f23861899b28" providerId="LiveId" clId="{E23F248B-BACD-4A05-A6CF-C777B57D5F30}" dt="2024-06-27T14:55:08.936" v="1029" actId="47"/>
        <pc:sldMkLst>
          <pc:docMk/>
          <pc:sldMk cId="3106306440" sldId="362"/>
        </pc:sldMkLst>
      </pc:sldChg>
      <pc:sldChg chg="del">
        <pc:chgData name="shilpi gupta" userId="5ce4f23861899b28" providerId="LiveId" clId="{E23F248B-BACD-4A05-A6CF-C777B57D5F30}" dt="2024-06-27T14:55:09.614" v="1030" actId="47"/>
        <pc:sldMkLst>
          <pc:docMk/>
          <pc:sldMk cId="1130626973" sldId="363"/>
        </pc:sldMkLst>
      </pc:sldChg>
      <pc:sldChg chg="del">
        <pc:chgData name="shilpi gupta" userId="5ce4f23861899b28" providerId="LiveId" clId="{E23F248B-BACD-4A05-A6CF-C777B57D5F30}" dt="2024-06-27T14:55:09.747" v="1031" actId="47"/>
        <pc:sldMkLst>
          <pc:docMk/>
          <pc:sldMk cId="1812263512" sldId="364"/>
        </pc:sldMkLst>
      </pc:sldChg>
      <pc:sldChg chg="del">
        <pc:chgData name="shilpi gupta" userId="5ce4f23861899b28" providerId="LiveId" clId="{E23F248B-BACD-4A05-A6CF-C777B57D5F30}" dt="2024-06-27T14:55:08.718" v="1028" actId="47"/>
        <pc:sldMkLst>
          <pc:docMk/>
          <pc:sldMk cId="2523046400" sldId="365"/>
        </pc:sldMkLst>
      </pc:sldChg>
      <pc:sldChg chg="modSp new mod">
        <pc:chgData name="shilpi gupta" userId="5ce4f23861899b28" providerId="LiveId" clId="{E23F248B-BACD-4A05-A6CF-C777B57D5F30}" dt="2024-06-27T14:00:29.151" v="332" actId="20577"/>
        <pc:sldMkLst>
          <pc:docMk/>
          <pc:sldMk cId="1021873558" sldId="366"/>
        </pc:sldMkLst>
        <pc:spChg chg="mod">
          <ac:chgData name="shilpi gupta" userId="5ce4f23861899b28" providerId="LiveId" clId="{E23F248B-BACD-4A05-A6CF-C777B57D5F30}" dt="2024-06-27T14:00:29.151" v="332" actId="20577"/>
          <ac:spMkLst>
            <pc:docMk/>
            <pc:sldMk cId="1021873558" sldId="366"/>
            <ac:spMk id="2" creationId="{E38590E0-EADB-AF93-4029-2D95B3DBB13C}"/>
          </ac:spMkLst>
        </pc:spChg>
        <pc:spChg chg="mod">
          <ac:chgData name="shilpi gupta" userId="5ce4f23861899b28" providerId="LiveId" clId="{E23F248B-BACD-4A05-A6CF-C777B57D5F30}" dt="2024-06-27T13:59:36.713" v="245" actId="20577"/>
          <ac:spMkLst>
            <pc:docMk/>
            <pc:sldMk cId="1021873558" sldId="366"/>
            <ac:spMk id="3" creationId="{51045FB1-F5CB-A933-750F-A5F5E05DDFD9}"/>
          </ac:spMkLst>
        </pc:spChg>
      </pc:sldChg>
      <pc:sldChg chg="modSp new mod">
        <pc:chgData name="shilpi gupta" userId="5ce4f23861899b28" providerId="LiveId" clId="{E23F248B-BACD-4A05-A6CF-C777B57D5F30}" dt="2024-06-27T14:42:56.047" v="430" actId="5793"/>
        <pc:sldMkLst>
          <pc:docMk/>
          <pc:sldMk cId="1170904624" sldId="367"/>
        </pc:sldMkLst>
        <pc:spChg chg="mod">
          <ac:chgData name="shilpi gupta" userId="5ce4f23861899b28" providerId="LiveId" clId="{E23F248B-BACD-4A05-A6CF-C777B57D5F30}" dt="2024-06-27T14:42:56.047" v="430" actId="5793"/>
          <ac:spMkLst>
            <pc:docMk/>
            <pc:sldMk cId="1170904624" sldId="367"/>
            <ac:spMk id="2" creationId="{FF81002E-3EA5-B0A1-E369-5F488724AD9E}"/>
          </ac:spMkLst>
        </pc:spChg>
        <pc:spChg chg="mod">
          <ac:chgData name="shilpi gupta" userId="5ce4f23861899b28" providerId="LiveId" clId="{E23F248B-BACD-4A05-A6CF-C777B57D5F30}" dt="2024-06-27T14:00:49.571" v="355" actId="20577"/>
          <ac:spMkLst>
            <pc:docMk/>
            <pc:sldMk cId="1170904624" sldId="367"/>
            <ac:spMk id="3" creationId="{50534D12-33AF-3949-C2B5-BB749E53D6A7}"/>
          </ac:spMkLst>
        </pc:spChg>
      </pc:sldChg>
      <pc:sldChg chg="modSp new mod">
        <pc:chgData name="shilpi gupta" userId="5ce4f23861899b28" providerId="LiveId" clId="{E23F248B-BACD-4A05-A6CF-C777B57D5F30}" dt="2024-06-27T14:43:14.445" v="468" actId="20577"/>
        <pc:sldMkLst>
          <pc:docMk/>
          <pc:sldMk cId="3110117687" sldId="368"/>
        </pc:sldMkLst>
        <pc:spChg chg="mod">
          <ac:chgData name="shilpi gupta" userId="5ce4f23861899b28" providerId="LiveId" clId="{E23F248B-BACD-4A05-A6CF-C777B57D5F30}" dt="2024-06-27T14:43:14.445" v="468" actId="20577"/>
          <ac:spMkLst>
            <pc:docMk/>
            <pc:sldMk cId="3110117687" sldId="368"/>
            <ac:spMk id="2" creationId="{EE685D78-C7AE-9C04-03E3-71498EE0AF2A}"/>
          </ac:spMkLst>
        </pc:spChg>
        <pc:spChg chg="mod">
          <ac:chgData name="shilpi gupta" userId="5ce4f23861899b28" providerId="LiveId" clId="{E23F248B-BACD-4A05-A6CF-C777B57D5F30}" dt="2024-06-27T14:01:11.419" v="387" actId="20577"/>
          <ac:spMkLst>
            <pc:docMk/>
            <pc:sldMk cId="3110117687" sldId="368"/>
            <ac:spMk id="3" creationId="{75B14F85-6EA5-DBCD-7417-1B6F6817836C}"/>
          </ac:spMkLst>
        </pc:spChg>
      </pc:sldChg>
      <pc:sldChg chg="modSp new mod">
        <pc:chgData name="shilpi gupta" userId="5ce4f23861899b28" providerId="LiveId" clId="{E23F248B-BACD-4A05-A6CF-C777B57D5F30}" dt="2024-06-27T14:45:02.841" v="551" actId="20577"/>
        <pc:sldMkLst>
          <pc:docMk/>
          <pc:sldMk cId="2932615907" sldId="369"/>
        </pc:sldMkLst>
        <pc:spChg chg="mod">
          <ac:chgData name="shilpi gupta" userId="5ce4f23861899b28" providerId="LiveId" clId="{E23F248B-BACD-4A05-A6CF-C777B57D5F30}" dt="2024-06-27T14:45:02.841" v="551" actId="20577"/>
          <ac:spMkLst>
            <pc:docMk/>
            <pc:sldMk cId="2932615907" sldId="369"/>
            <ac:spMk id="2" creationId="{9BD19784-C27D-8592-104F-7AE34D776F75}"/>
          </ac:spMkLst>
        </pc:spChg>
        <pc:spChg chg="mod">
          <ac:chgData name="shilpi gupta" userId="5ce4f23861899b28" providerId="LiveId" clId="{E23F248B-BACD-4A05-A6CF-C777B57D5F30}" dt="2024-06-27T14:01:31.462" v="405" actId="20577"/>
          <ac:spMkLst>
            <pc:docMk/>
            <pc:sldMk cId="2932615907" sldId="369"/>
            <ac:spMk id="3" creationId="{FDBBEBBB-FF5F-D574-E78C-21DD5CDCC592}"/>
          </ac:spMkLst>
        </pc:spChg>
      </pc:sldChg>
      <pc:sldChg chg="modSp new mod">
        <pc:chgData name="shilpi gupta" userId="5ce4f23861899b28" providerId="LiveId" clId="{E23F248B-BACD-4A05-A6CF-C777B57D5F30}" dt="2024-06-27T14:45:42.520" v="608"/>
        <pc:sldMkLst>
          <pc:docMk/>
          <pc:sldMk cId="3290212126" sldId="370"/>
        </pc:sldMkLst>
        <pc:spChg chg="mod">
          <ac:chgData name="shilpi gupta" userId="5ce4f23861899b28" providerId="LiveId" clId="{E23F248B-BACD-4A05-A6CF-C777B57D5F30}" dt="2024-06-27T14:45:33.345" v="607" actId="20577"/>
          <ac:spMkLst>
            <pc:docMk/>
            <pc:sldMk cId="3290212126" sldId="370"/>
            <ac:spMk id="2" creationId="{77E4387D-D69C-8155-9BB9-66E4A90D071C}"/>
          </ac:spMkLst>
        </pc:spChg>
        <pc:spChg chg="mod">
          <ac:chgData name="shilpi gupta" userId="5ce4f23861899b28" providerId="LiveId" clId="{E23F248B-BACD-4A05-A6CF-C777B57D5F30}" dt="2024-06-27T14:45:42.520" v="608"/>
          <ac:spMkLst>
            <pc:docMk/>
            <pc:sldMk cId="3290212126" sldId="370"/>
            <ac:spMk id="3" creationId="{D80CFA62-C4F5-7CAB-3745-B3B827AC3286}"/>
          </ac:spMkLst>
        </pc:spChg>
      </pc:sldChg>
      <pc:sldChg chg="modSp new mod">
        <pc:chgData name="shilpi gupta" userId="5ce4f23861899b28" providerId="LiveId" clId="{E23F248B-BACD-4A05-A6CF-C777B57D5F30}" dt="2024-06-27T14:49:04.818" v="757" actId="20577"/>
        <pc:sldMkLst>
          <pc:docMk/>
          <pc:sldMk cId="2558399498" sldId="371"/>
        </pc:sldMkLst>
        <pc:spChg chg="mod">
          <ac:chgData name="shilpi gupta" userId="5ce4f23861899b28" providerId="LiveId" clId="{E23F248B-BACD-4A05-A6CF-C777B57D5F30}" dt="2024-06-27T14:49:04.818" v="757" actId="20577"/>
          <ac:spMkLst>
            <pc:docMk/>
            <pc:sldMk cId="2558399498" sldId="371"/>
            <ac:spMk id="2" creationId="{AA161DB5-445A-7CA5-1002-EA4F2A2B1501}"/>
          </ac:spMkLst>
        </pc:spChg>
        <pc:spChg chg="mod">
          <ac:chgData name="shilpi gupta" userId="5ce4f23861899b28" providerId="LiveId" clId="{E23F248B-BACD-4A05-A6CF-C777B57D5F30}" dt="2024-06-27T14:46:13.200" v="633" actId="20577"/>
          <ac:spMkLst>
            <pc:docMk/>
            <pc:sldMk cId="2558399498" sldId="371"/>
            <ac:spMk id="3" creationId="{E06E0B9D-5ABF-737F-6839-AA4CEAE715A3}"/>
          </ac:spMkLst>
        </pc:spChg>
      </pc:sldChg>
      <pc:sldChg chg="modSp new mod ord">
        <pc:chgData name="shilpi gupta" userId="5ce4f23861899b28" providerId="LiveId" clId="{E23F248B-BACD-4A05-A6CF-C777B57D5F30}" dt="2024-06-27T15:10:37.389" v="1638" actId="20577"/>
        <pc:sldMkLst>
          <pc:docMk/>
          <pc:sldMk cId="2298155946" sldId="372"/>
        </pc:sldMkLst>
        <pc:spChg chg="mod">
          <ac:chgData name="shilpi gupta" userId="5ce4f23861899b28" providerId="LiveId" clId="{E23F248B-BACD-4A05-A6CF-C777B57D5F30}" dt="2024-06-27T15:10:37.389" v="1638" actId="20577"/>
          <ac:spMkLst>
            <pc:docMk/>
            <pc:sldMk cId="2298155946" sldId="372"/>
            <ac:spMk id="2" creationId="{CD21CEE7-250E-6483-7E43-995D59D49BF1}"/>
          </ac:spMkLst>
        </pc:spChg>
        <pc:spChg chg="mod">
          <ac:chgData name="shilpi gupta" userId="5ce4f23861899b28" providerId="LiveId" clId="{E23F248B-BACD-4A05-A6CF-C777B57D5F30}" dt="2024-06-27T15:09:42.955" v="1554" actId="20577"/>
          <ac:spMkLst>
            <pc:docMk/>
            <pc:sldMk cId="2298155946" sldId="372"/>
            <ac:spMk id="3" creationId="{62CB7037-93BB-92CE-DDCD-A2BF3AED04C9}"/>
          </ac:spMkLst>
        </pc:spChg>
      </pc:sldChg>
      <pc:sldChg chg="addSp delSp modSp new mod">
        <pc:chgData name="shilpi gupta" userId="5ce4f23861899b28" providerId="LiveId" clId="{E23F248B-BACD-4A05-A6CF-C777B57D5F30}" dt="2024-06-27T15:02:35.077" v="1426" actId="14100"/>
        <pc:sldMkLst>
          <pc:docMk/>
          <pc:sldMk cId="1018967275" sldId="373"/>
        </pc:sldMkLst>
        <pc:spChg chg="del mod">
          <ac:chgData name="shilpi gupta" userId="5ce4f23861899b28" providerId="LiveId" clId="{E23F248B-BACD-4A05-A6CF-C777B57D5F30}" dt="2024-06-27T14:58:32.083" v="1110" actId="3680"/>
          <ac:spMkLst>
            <pc:docMk/>
            <pc:sldMk cId="1018967275" sldId="373"/>
            <ac:spMk id="2" creationId="{C9F263E8-AC62-24F2-5D95-A98CDA392199}"/>
          </ac:spMkLst>
        </pc:spChg>
        <pc:spChg chg="mod">
          <ac:chgData name="shilpi gupta" userId="5ce4f23861899b28" providerId="LiveId" clId="{E23F248B-BACD-4A05-A6CF-C777B57D5F30}" dt="2024-06-27T15:00:54.428" v="1261" actId="20577"/>
          <ac:spMkLst>
            <pc:docMk/>
            <pc:sldMk cId="1018967275" sldId="373"/>
            <ac:spMk id="3" creationId="{E3ED034E-7EF4-87DE-9479-2470AE6D95A1}"/>
          </ac:spMkLst>
        </pc:spChg>
        <pc:graphicFrameChg chg="add mod ord modGraphic">
          <ac:chgData name="shilpi gupta" userId="5ce4f23861899b28" providerId="LiveId" clId="{E23F248B-BACD-4A05-A6CF-C777B57D5F30}" dt="2024-06-27T15:02:35.077" v="1426" actId="14100"/>
          <ac:graphicFrameMkLst>
            <pc:docMk/>
            <pc:sldMk cId="1018967275" sldId="373"/>
            <ac:graphicFrameMk id="4" creationId="{7A52C76F-719C-0C42-B42F-CCB0A117D54B}"/>
          </ac:graphicFrameMkLst>
        </pc:graphicFrameChg>
      </pc:sldChg>
      <pc:sldChg chg="modSp new del mod">
        <pc:chgData name="shilpi gupta" userId="5ce4f23861899b28" providerId="LiveId" clId="{E23F248B-BACD-4A05-A6CF-C777B57D5F30}" dt="2024-06-27T14:57:30.939" v="1087" actId="47"/>
        <pc:sldMkLst>
          <pc:docMk/>
          <pc:sldMk cId="1489289668" sldId="373"/>
        </pc:sldMkLst>
        <pc:spChg chg="mod">
          <ac:chgData name="shilpi gupta" userId="5ce4f23861899b28" providerId="LiveId" clId="{E23F248B-BACD-4A05-A6CF-C777B57D5F30}" dt="2024-06-27T14:57:26.068" v="1086" actId="20577"/>
          <ac:spMkLst>
            <pc:docMk/>
            <pc:sldMk cId="1489289668" sldId="373"/>
            <ac:spMk id="3" creationId="{2049E451-76FF-4D25-4BE9-0141A8200CEB}"/>
          </ac:spMkLst>
        </pc:spChg>
      </pc:sldChg>
      <pc:sldChg chg="addSp modSp new mod">
        <pc:chgData name="shilpi gupta" userId="5ce4f23861899b28" providerId="LiveId" clId="{E23F248B-BACD-4A05-A6CF-C777B57D5F30}" dt="2024-06-27T15:06:05.538" v="1532" actId="122"/>
        <pc:sldMkLst>
          <pc:docMk/>
          <pc:sldMk cId="1886611279" sldId="374"/>
        </pc:sldMkLst>
        <pc:spChg chg="mod">
          <ac:chgData name="shilpi gupta" userId="5ce4f23861899b28" providerId="LiveId" clId="{E23F248B-BACD-4A05-A6CF-C777B57D5F30}" dt="2024-06-27T15:03:41.528" v="1432" actId="14100"/>
          <ac:spMkLst>
            <pc:docMk/>
            <pc:sldMk cId="1886611279" sldId="374"/>
            <ac:spMk id="2" creationId="{E985F637-B96C-E6AA-1E79-7D40B026096D}"/>
          </ac:spMkLst>
        </pc:spChg>
        <pc:spChg chg="mod">
          <ac:chgData name="shilpi gupta" userId="5ce4f23861899b28" providerId="LiveId" clId="{E23F248B-BACD-4A05-A6CF-C777B57D5F30}" dt="2024-06-27T15:06:05.538" v="1532" actId="122"/>
          <ac:spMkLst>
            <pc:docMk/>
            <pc:sldMk cId="1886611279" sldId="374"/>
            <ac:spMk id="3" creationId="{D0E67C9F-9B2A-AF45-7D0F-E0094D1C51AF}"/>
          </ac:spMkLst>
        </pc:spChg>
        <pc:graphicFrameChg chg="add mod modGraphic">
          <ac:chgData name="shilpi gupta" userId="5ce4f23861899b28" providerId="LiveId" clId="{E23F248B-BACD-4A05-A6CF-C777B57D5F30}" dt="2024-06-27T15:05:51.567" v="1521" actId="20577"/>
          <ac:graphicFrameMkLst>
            <pc:docMk/>
            <pc:sldMk cId="1886611279" sldId="374"/>
            <ac:graphicFrameMk id="4" creationId="{462940BA-F000-09F4-98EA-36715A10F75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27-Jun-24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27-Jun-24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27-Jun-24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27-Jun-24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27-Jun-24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27-Jun-24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27-Jun-24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27-Jun-24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27-Jun-24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27-Jun-24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27-Jun-24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27-Jun-24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27-Jun-24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 err="1"/>
              <a:t>Fechas</a:t>
            </a:r>
            <a:r>
              <a:rPr lang="en-IN" altLang="en-US" sz="3200" dirty="0"/>
              <a:t>, Días, y Meses:</a:t>
            </a:r>
          </a:p>
          <a:p>
            <a:pPr marL="109220" indent="0">
              <a:buNone/>
            </a:pPr>
            <a:r>
              <a:rPr lang="en-IN" altLang="en-US" sz="3200" dirty="0"/>
              <a:t>		 ¿</a:t>
            </a:r>
            <a:r>
              <a:rPr lang="en-IN" altLang="en-US" sz="3200" dirty="0" err="1"/>
              <a:t>Cuándo</a:t>
            </a:r>
            <a:r>
              <a:rPr lang="en-IN" altLang="en-US" sz="3200" dirty="0"/>
              <a:t> es </a:t>
            </a:r>
            <a:r>
              <a:rPr lang="en-IN" altLang="en-US" sz="3200" dirty="0" err="1"/>
              <a:t>tu</a:t>
            </a:r>
            <a:r>
              <a:rPr lang="en-IN" altLang="en-US" sz="3200" dirty="0"/>
              <a:t> </a:t>
            </a:r>
            <a:r>
              <a:rPr lang="en-IN" altLang="en-US" sz="3200" dirty="0" err="1"/>
              <a:t>cumpleaños</a:t>
            </a:r>
            <a:r>
              <a:rPr lang="en-IN" altLang="en-US" sz="3200" dirty="0"/>
              <a:t>?</a:t>
            </a:r>
          </a:p>
          <a:p>
            <a:pPr marL="109220" indent="0">
              <a:buNone/>
            </a:pPr>
            <a:endParaRPr lang="en-IN" altLang="en-US" sz="3200" dirty="0"/>
          </a:p>
          <a:p>
            <a:pPr marL="109220" indent="0">
              <a:buNone/>
            </a:pPr>
            <a:r>
              <a:rPr lang="en-IN" altLang="en-US" sz="3200" dirty="0"/>
              <a:t>(Dates, days, and months)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dirty="0">
                <a:sym typeface="+mn-ea"/>
              </a:rPr>
              <a:t>Days of a week</a:t>
            </a:r>
          </a:p>
          <a:p>
            <a:pPr algn="just"/>
            <a:r>
              <a:rPr lang="en-IN" altLang="en-US" dirty="0">
                <a:sym typeface="+mn-ea"/>
              </a:rPr>
              <a:t>¿</a:t>
            </a:r>
            <a:r>
              <a:rPr lang="en-IN" altLang="en-US" dirty="0" err="1">
                <a:sym typeface="+mn-ea"/>
              </a:rPr>
              <a:t>Qué</a:t>
            </a:r>
            <a:r>
              <a:rPr lang="en-IN" altLang="en-US" dirty="0">
                <a:sym typeface="+mn-ea"/>
              </a:rPr>
              <a:t> día es hoy?</a:t>
            </a:r>
          </a:p>
          <a:p>
            <a:pPr algn="just"/>
            <a:r>
              <a:rPr lang="en-IN" altLang="en-US" dirty="0">
                <a:sym typeface="+mn-ea"/>
              </a:rPr>
              <a:t>Months</a:t>
            </a:r>
          </a:p>
          <a:p>
            <a:pPr algn="just"/>
            <a:r>
              <a:rPr lang="en-IN" altLang="en-US" dirty="0">
                <a:sym typeface="+mn-ea"/>
              </a:rPr>
              <a:t>¿</a:t>
            </a:r>
            <a:r>
              <a:rPr lang="en-IN" altLang="en-US" dirty="0" err="1">
                <a:sym typeface="+mn-ea"/>
              </a:rPr>
              <a:t>Qué</a:t>
            </a:r>
            <a:r>
              <a:rPr lang="en-IN" altLang="en-US" dirty="0">
                <a:sym typeface="+mn-ea"/>
              </a:rPr>
              <a:t> </a:t>
            </a:r>
            <a:r>
              <a:rPr lang="en-IN" altLang="en-US" dirty="0" err="1">
                <a:sym typeface="+mn-ea"/>
              </a:rPr>
              <a:t>fecha</a:t>
            </a:r>
            <a:r>
              <a:rPr lang="en-IN" altLang="en-US" dirty="0">
                <a:sym typeface="+mn-ea"/>
              </a:rPr>
              <a:t> es hoy?</a:t>
            </a:r>
          </a:p>
          <a:p>
            <a:pPr algn="just"/>
            <a:r>
              <a:rPr lang="es-ES" altLang="en-US" dirty="0">
                <a:sym typeface="+mn-ea"/>
              </a:rPr>
              <a:t>¿Cuándo es tu cumpleaños?</a:t>
            </a:r>
          </a:p>
          <a:p>
            <a:pPr algn="just"/>
            <a:endParaRPr lang="en-IN" altLang="en-US" dirty="0"/>
          </a:p>
          <a:p>
            <a:pPr algn="just"/>
            <a:endParaRPr lang="en-I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Dates, days, and months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8590E0-EADB-AF93-4029-2D95B3DBB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lunes</a:t>
            </a:r>
          </a:p>
          <a:p>
            <a:r>
              <a:rPr lang="es-ES" dirty="0"/>
              <a:t>El martes</a:t>
            </a:r>
          </a:p>
          <a:p>
            <a:r>
              <a:rPr lang="es-ES" dirty="0"/>
              <a:t>El miércoles</a:t>
            </a:r>
          </a:p>
          <a:p>
            <a:r>
              <a:rPr lang="es-ES" dirty="0"/>
              <a:t>El jueves</a:t>
            </a:r>
          </a:p>
          <a:p>
            <a:r>
              <a:rPr lang="es-ES" dirty="0"/>
              <a:t>El viernes</a:t>
            </a:r>
          </a:p>
          <a:p>
            <a:r>
              <a:rPr lang="es-ES" dirty="0"/>
              <a:t>El sábado</a:t>
            </a:r>
          </a:p>
          <a:p>
            <a:r>
              <a:rPr lang="es-ES" dirty="0"/>
              <a:t>El domingo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045FB1-F5CB-A933-750F-A5F5E05D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días de la semana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87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52C76F-719C-0C42-B42F-CCB0A117D5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068417"/>
              </p:ext>
            </p:extLst>
          </p:nvPr>
        </p:nvGraphicFramePr>
        <p:xfrm>
          <a:off x="609600" y="1481138"/>
          <a:ext cx="10972800" cy="510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45545018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491490057"/>
                    </a:ext>
                  </a:extLst>
                </a:gridCol>
              </a:tblGrid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días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625156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Todas las semanas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081787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meses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762227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años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36238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domingos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13631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Monday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martes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7422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Tuesday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miércoles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796475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Friday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viernes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30088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3ED034E-7EF4-87DE-9479-2470AE6D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 </a:t>
            </a:r>
            <a:r>
              <a:rPr lang="es-ES" dirty="0" err="1"/>
              <a:t>Everyday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96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85F637-B96C-E6AA-1E79-7D40B026096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609600" y="6007100"/>
            <a:ext cx="10972800" cy="698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E67C9F-9B2A-AF45-7D0F-E0094D1C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err="1"/>
              <a:t>Whole</a:t>
            </a:r>
            <a:r>
              <a:rPr lang="es-ES" dirty="0"/>
              <a:t> </a:t>
            </a:r>
            <a:r>
              <a:rPr lang="es-ES" dirty="0" err="1"/>
              <a:t>day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2940BA-F000-09F4-98EA-36715A10F7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4934665"/>
              </p:ext>
            </p:extLst>
          </p:nvPr>
        </p:nvGraphicFramePr>
        <p:xfrm>
          <a:off x="609600" y="1481138"/>
          <a:ext cx="10972800" cy="510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45545018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491490057"/>
                    </a:ext>
                  </a:extLst>
                </a:gridCol>
              </a:tblGrid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día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625156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Toda la semana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081787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mes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762227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año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36238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domingo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13631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Monday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martes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7422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Tuesday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miércoles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796475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Friday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viernes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300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61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81002E-3EA5-B0A1-E369-5F488724A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Hoy es ______________</a:t>
            </a:r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534D12-33AF-3949-C2B5-BB749E53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día es hoy?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90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685D78-C7AE-9C04-03E3-71498EE0A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Mañana</a:t>
            </a:r>
            <a:r>
              <a:rPr lang="en-US" dirty="0"/>
              <a:t> es ________________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B14F85-6EA5-DBCD-7417-1B6F6817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¿Qué día es mañana?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117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D19784-C27D-8592-104F-7AE34D776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enero </a:t>
            </a:r>
          </a:p>
          <a:p>
            <a:r>
              <a:rPr lang="es-ES" dirty="0"/>
              <a:t>EL febrero </a:t>
            </a:r>
          </a:p>
          <a:p>
            <a:r>
              <a:rPr lang="es-ES" dirty="0"/>
              <a:t>El marzo </a:t>
            </a:r>
          </a:p>
          <a:p>
            <a:r>
              <a:rPr lang="es-ES" dirty="0"/>
              <a:t>El abril</a:t>
            </a:r>
          </a:p>
          <a:p>
            <a:r>
              <a:rPr lang="es-ES" dirty="0"/>
              <a:t>EL mayo</a:t>
            </a:r>
          </a:p>
          <a:p>
            <a:r>
              <a:rPr lang="es-ES" dirty="0"/>
              <a:t>EL junio</a:t>
            </a:r>
          </a:p>
          <a:p>
            <a:r>
              <a:rPr lang="es-ES" dirty="0"/>
              <a:t>El julio</a:t>
            </a:r>
          </a:p>
          <a:p>
            <a:r>
              <a:rPr lang="es-ES" dirty="0"/>
              <a:t>El agosto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BBEBBB-FF5F-D574-E78C-21DD5CDC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meses del año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615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E4387D-D69C-8155-9BB9-66E4A90D0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septiembre</a:t>
            </a:r>
          </a:p>
          <a:p>
            <a:r>
              <a:rPr lang="es-ES" dirty="0"/>
              <a:t>El octubre</a:t>
            </a:r>
          </a:p>
          <a:p>
            <a:r>
              <a:rPr lang="es-ES" dirty="0"/>
              <a:t>El noviembre</a:t>
            </a:r>
          </a:p>
          <a:p>
            <a:r>
              <a:rPr lang="es-ES" dirty="0"/>
              <a:t>El diciembre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0CFA62-C4F5-7CAB-3745-B3B827AC3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meses del año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12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161DB5-445A-7CA5-1002-EA4F2A2B1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Hoy es ___________ de__________. </a:t>
            </a:r>
          </a:p>
          <a:p>
            <a:endParaRPr lang="es-ES" dirty="0"/>
          </a:p>
          <a:p>
            <a:r>
              <a:rPr lang="es-ES" dirty="0"/>
              <a:t>Hoy es __________ de ___________.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6E0B9D-5ABF-737F-6839-AA4CEAE7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fecha es hoy?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399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21CEE7-250E-6483-7E43-995D59D49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28/6/2024</a:t>
            </a:r>
          </a:p>
          <a:p>
            <a:r>
              <a:rPr lang="es-ES" dirty="0"/>
              <a:t>Veintiocho de junio de dos mil veinticuatro</a:t>
            </a:r>
          </a:p>
          <a:p>
            <a:endParaRPr lang="es-ES" dirty="0"/>
          </a:p>
          <a:p>
            <a:r>
              <a:rPr lang="es-ES" dirty="0"/>
              <a:t>28/6/1999</a:t>
            </a:r>
          </a:p>
          <a:p>
            <a:r>
              <a:rPr lang="es-ES" dirty="0"/>
              <a:t>Veintiocho de junio de mil novecientos noventa </a:t>
            </a:r>
            <a:r>
              <a:rPr lang="es-ES"/>
              <a:t>y nueve</a:t>
            </a:r>
            <a:endParaRPr lang="es-ES" dirty="0"/>
          </a:p>
          <a:p>
            <a:pPr marL="109220" indent="0">
              <a:buNone/>
            </a:pPr>
            <a:r>
              <a:rPr lang="es-ES" dirty="0"/>
              <a:t>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CB7037-93BB-92CE-DDCD-A2BF3AED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			Writing dates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155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760D50-E339-3E6C-2341-3D2B176A4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Mi Cumpleaños es el _______________________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CE57A0-B366-D0EC-BA42-E72673D9B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¿</a:t>
            </a:r>
            <a:r>
              <a:rPr lang="en-US" dirty="0" err="1"/>
              <a:t>Cuándo</a:t>
            </a:r>
            <a:r>
              <a:rPr lang="en-US" dirty="0"/>
              <a:t> es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cumplea</a:t>
            </a:r>
            <a:r>
              <a:rPr lang="es-ES" dirty="0" err="1"/>
              <a:t>ños</a:t>
            </a:r>
            <a:r>
              <a:rPr lang="es-ES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2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sz="3200" dirty="0">
                <a:sym typeface="+mn-ea"/>
              </a:rPr>
              <a:t>Days of a week</a:t>
            </a:r>
          </a:p>
          <a:p>
            <a:pPr algn="just"/>
            <a:r>
              <a:rPr lang="en-IN" altLang="en-US" sz="3200" dirty="0">
                <a:sym typeface="+mn-ea"/>
              </a:rPr>
              <a:t>¿</a:t>
            </a:r>
            <a:r>
              <a:rPr lang="en-IN" altLang="en-US" sz="3200" dirty="0" err="1">
                <a:sym typeface="+mn-ea"/>
              </a:rPr>
              <a:t>Qué</a:t>
            </a:r>
            <a:r>
              <a:rPr lang="en-IN" altLang="en-US" sz="3200" dirty="0">
                <a:sym typeface="+mn-ea"/>
              </a:rPr>
              <a:t> día es hoy?</a:t>
            </a:r>
          </a:p>
          <a:p>
            <a:pPr algn="just"/>
            <a:r>
              <a:rPr lang="en-IN" altLang="en-US" sz="3200" dirty="0">
                <a:sym typeface="+mn-ea"/>
              </a:rPr>
              <a:t>Months</a:t>
            </a:r>
          </a:p>
          <a:p>
            <a:pPr algn="just"/>
            <a:r>
              <a:rPr lang="en-IN" altLang="en-US" sz="3200" dirty="0">
                <a:sym typeface="+mn-ea"/>
              </a:rPr>
              <a:t>¿</a:t>
            </a:r>
            <a:r>
              <a:rPr lang="en-IN" altLang="en-US" sz="3200" dirty="0" err="1">
                <a:sym typeface="+mn-ea"/>
              </a:rPr>
              <a:t>Qué</a:t>
            </a:r>
            <a:r>
              <a:rPr lang="en-IN" altLang="en-US" sz="3200" dirty="0">
                <a:sym typeface="+mn-ea"/>
              </a:rPr>
              <a:t> </a:t>
            </a:r>
            <a:r>
              <a:rPr lang="en-IN" altLang="en-US" sz="3200" dirty="0" err="1">
                <a:sym typeface="+mn-ea"/>
              </a:rPr>
              <a:t>fecha</a:t>
            </a:r>
            <a:r>
              <a:rPr lang="en-IN" altLang="en-US" sz="3200" dirty="0">
                <a:sym typeface="+mn-ea"/>
              </a:rPr>
              <a:t> es hoy?</a:t>
            </a:r>
          </a:p>
          <a:p>
            <a:pPr algn="just"/>
            <a:r>
              <a:rPr lang="es-ES" altLang="en-US" sz="3200" dirty="0">
                <a:sym typeface="+mn-ea"/>
              </a:rPr>
              <a:t>¿Cuándo es tu cumpleaños?</a:t>
            </a:r>
          </a:p>
          <a:p>
            <a:pPr algn="just"/>
            <a:endParaRPr lang="en-IN" altLang="en-US" sz="3200" dirty="0"/>
          </a:p>
          <a:p>
            <a:pPr algn="just"/>
            <a:endParaRPr lang="en-IN" altLang="en-US" sz="3200" dirty="0"/>
          </a:p>
          <a:p>
            <a:pPr marL="109220" indent="0" algn="just">
              <a:buNone/>
            </a:pPr>
            <a:endParaRPr lang="en-IN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4000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20122</TotalTime>
  <Words>286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Spanish I</vt:lpstr>
      <vt:lpstr>Dates, days, and months</vt:lpstr>
      <vt:lpstr>Los días de la semana</vt:lpstr>
      <vt:lpstr> Everyday</vt:lpstr>
      <vt:lpstr>Whole day</vt:lpstr>
      <vt:lpstr>¿Qué día es hoy?</vt:lpstr>
      <vt:lpstr> ¿Qué día es mañana?</vt:lpstr>
      <vt:lpstr>Los meses del año</vt:lpstr>
      <vt:lpstr>Los meses del año</vt:lpstr>
      <vt:lpstr>¿Qué fecha es hoy?</vt:lpstr>
      <vt:lpstr>    Writing dates </vt:lpstr>
      <vt:lpstr> ¿Cuándo es tu cumpleaños?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shilpi gupta</cp:lastModifiedBy>
  <cp:revision>150</cp:revision>
  <dcterms:created xsi:type="dcterms:W3CDTF">2007-10-19T05:42:00Z</dcterms:created>
  <dcterms:modified xsi:type="dcterms:W3CDTF">2024-06-27T15:10:40Z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