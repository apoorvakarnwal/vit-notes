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304" r:id="rId2"/>
    <p:sldId id="303" r:id="rId3"/>
    <p:sldId id="307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8" r:id="rId15"/>
    <p:sldId id="340" r:id="rId16"/>
    <p:sldId id="341" r:id="rId17"/>
    <p:sldId id="339" r:id="rId18"/>
    <p:sldId id="302" r:id="rId19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E7FF"/>
    <a:srgbClr val="FFD908"/>
    <a:srgbClr val="006666"/>
    <a:srgbClr val="1D1901"/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9700E4-580B-4F96-83DD-9EA9807E064E}" v="17" dt="2025-01-13T03:38:19.9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26" autoAdjust="0"/>
    <p:restoredTop sz="94694"/>
  </p:normalViewPr>
  <p:slideViewPr>
    <p:cSldViewPr showGuides="1">
      <p:cViewPr varScale="1">
        <p:scale>
          <a:sx n="74" d="100"/>
          <a:sy n="74" d="100"/>
        </p:scale>
        <p:origin x="184" y="1192"/>
      </p:cViewPr>
      <p:guideLst>
        <p:guide orient="horz" pos="219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lpi gupta" userId="5ce4f23861899b28" providerId="LiveId" clId="{71A88D45-23E1-45B6-A998-A7F940C0BE91}"/>
    <pc:docChg chg="undo custSel addSld delSld modSld">
      <pc:chgData name="shilpi gupta" userId="5ce4f23861899b28" providerId="LiveId" clId="{71A88D45-23E1-45B6-A998-A7F940C0BE91}" dt="2024-06-06T16:43:35.020" v="1096" actId="6549"/>
      <pc:docMkLst>
        <pc:docMk/>
      </pc:docMkLst>
      <pc:sldChg chg="del">
        <pc:chgData name="shilpi gupta" userId="5ce4f23861899b28" providerId="LiveId" clId="{71A88D45-23E1-45B6-A998-A7F940C0BE91}" dt="2024-06-06T15:23:22.274" v="287" actId="47"/>
        <pc:sldMkLst>
          <pc:docMk/>
          <pc:sldMk cId="0" sldId="256"/>
        </pc:sldMkLst>
      </pc:sldChg>
      <pc:sldChg chg="del">
        <pc:chgData name="shilpi gupta" userId="5ce4f23861899b28" providerId="LiveId" clId="{71A88D45-23E1-45B6-A998-A7F940C0BE91}" dt="2024-06-06T16:33:41.646" v="821" actId="47"/>
        <pc:sldMkLst>
          <pc:docMk/>
          <pc:sldMk cId="0" sldId="257"/>
        </pc:sldMkLst>
      </pc:sldChg>
      <pc:sldChg chg="del">
        <pc:chgData name="shilpi gupta" userId="5ce4f23861899b28" providerId="LiveId" clId="{71A88D45-23E1-45B6-A998-A7F940C0BE91}" dt="2024-06-06T16:33:42.844" v="823" actId="47"/>
        <pc:sldMkLst>
          <pc:docMk/>
          <pc:sldMk cId="0" sldId="261"/>
        </pc:sldMkLst>
      </pc:sldChg>
      <pc:sldChg chg="del">
        <pc:chgData name="shilpi gupta" userId="5ce4f23861899b28" providerId="LiveId" clId="{71A88D45-23E1-45B6-A998-A7F940C0BE91}" dt="2024-06-06T16:33:43.072" v="824" actId="47"/>
        <pc:sldMkLst>
          <pc:docMk/>
          <pc:sldMk cId="0" sldId="262"/>
        </pc:sldMkLst>
      </pc:sldChg>
      <pc:sldChg chg="del">
        <pc:chgData name="shilpi gupta" userId="5ce4f23861899b28" providerId="LiveId" clId="{71A88D45-23E1-45B6-A998-A7F940C0BE91}" dt="2024-06-06T16:33:43.698" v="827" actId="47"/>
        <pc:sldMkLst>
          <pc:docMk/>
          <pc:sldMk cId="0" sldId="265"/>
        </pc:sldMkLst>
      </pc:sldChg>
      <pc:sldChg chg="del">
        <pc:chgData name="shilpi gupta" userId="5ce4f23861899b28" providerId="LiveId" clId="{71A88D45-23E1-45B6-A998-A7F940C0BE91}" dt="2024-06-06T16:33:43.909" v="828" actId="47"/>
        <pc:sldMkLst>
          <pc:docMk/>
          <pc:sldMk cId="0" sldId="266"/>
        </pc:sldMkLst>
      </pc:sldChg>
      <pc:sldChg chg="del">
        <pc:chgData name="shilpi gupta" userId="5ce4f23861899b28" providerId="LiveId" clId="{71A88D45-23E1-45B6-A998-A7F940C0BE91}" dt="2024-06-06T16:33:44.114" v="829" actId="47"/>
        <pc:sldMkLst>
          <pc:docMk/>
          <pc:sldMk cId="0" sldId="267"/>
        </pc:sldMkLst>
      </pc:sldChg>
      <pc:sldChg chg="del">
        <pc:chgData name="shilpi gupta" userId="5ce4f23861899b28" providerId="LiveId" clId="{71A88D45-23E1-45B6-A998-A7F940C0BE91}" dt="2024-06-06T16:33:44.307" v="830" actId="47"/>
        <pc:sldMkLst>
          <pc:docMk/>
          <pc:sldMk cId="0" sldId="268"/>
        </pc:sldMkLst>
      </pc:sldChg>
      <pc:sldChg chg="del">
        <pc:chgData name="shilpi gupta" userId="5ce4f23861899b28" providerId="LiveId" clId="{71A88D45-23E1-45B6-A998-A7F940C0BE91}" dt="2024-06-06T16:33:44.520" v="831" actId="47"/>
        <pc:sldMkLst>
          <pc:docMk/>
          <pc:sldMk cId="0" sldId="269"/>
        </pc:sldMkLst>
      </pc:sldChg>
      <pc:sldChg chg="del">
        <pc:chgData name="shilpi gupta" userId="5ce4f23861899b28" providerId="LiveId" clId="{71A88D45-23E1-45B6-A998-A7F940C0BE91}" dt="2024-06-06T16:33:45.676" v="832" actId="47"/>
        <pc:sldMkLst>
          <pc:docMk/>
          <pc:sldMk cId="0" sldId="270"/>
        </pc:sldMkLst>
      </pc:sldChg>
      <pc:sldChg chg="del">
        <pc:chgData name="shilpi gupta" userId="5ce4f23861899b28" providerId="LiveId" clId="{71A88D45-23E1-45B6-A998-A7F940C0BE91}" dt="2024-06-06T16:33:46.583" v="835" actId="47"/>
        <pc:sldMkLst>
          <pc:docMk/>
          <pc:sldMk cId="0" sldId="271"/>
        </pc:sldMkLst>
      </pc:sldChg>
      <pc:sldChg chg="del">
        <pc:chgData name="shilpi gupta" userId="5ce4f23861899b28" providerId="LiveId" clId="{71A88D45-23E1-45B6-A998-A7F940C0BE91}" dt="2024-06-06T16:33:46.357" v="834" actId="47"/>
        <pc:sldMkLst>
          <pc:docMk/>
          <pc:sldMk cId="0" sldId="272"/>
        </pc:sldMkLst>
      </pc:sldChg>
      <pc:sldChg chg="del">
        <pc:chgData name="shilpi gupta" userId="5ce4f23861899b28" providerId="LiveId" clId="{71A88D45-23E1-45B6-A998-A7F940C0BE91}" dt="2024-06-06T16:33:46.801" v="836" actId="47"/>
        <pc:sldMkLst>
          <pc:docMk/>
          <pc:sldMk cId="0" sldId="273"/>
        </pc:sldMkLst>
      </pc:sldChg>
      <pc:sldChg chg="del">
        <pc:chgData name="shilpi gupta" userId="5ce4f23861899b28" providerId="LiveId" clId="{71A88D45-23E1-45B6-A998-A7F940C0BE91}" dt="2024-06-06T16:33:43.483" v="826" actId="47"/>
        <pc:sldMkLst>
          <pc:docMk/>
          <pc:sldMk cId="0" sldId="275"/>
        </pc:sldMkLst>
      </pc:sldChg>
      <pc:sldChg chg="del">
        <pc:chgData name="shilpi gupta" userId="5ce4f23861899b28" providerId="LiveId" clId="{71A88D45-23E1-45B6-A998-A7F940C0BE91}" dt="2024-06-06T16:33:46.144" v="833" actId="47"/>
        <pc:sldMkLst>
          <pc:docMk/>
          <pc:sldMk cId="0" sldId="278"/>
        </pc:sldMkLst>
      </pc:sldChg>
      <pc:sldChg chg="del">
        <pc:chgData name="shilpi gupta" userId="5ce4f23861899b28" providerId="LiveId" clId="{71A88D45-23E1-45B6-A998-A7F940C0BE91}" dt="2024-06-06T16:33:43.271" v="825" actId="47"/>
        <pc:sldMkLst>
          <pc:docMk/>
          <pc:sldMk cId="0" sldId="279"/>
        </pc:sldMkLst>
      </pc:sldChg>
      <pc:sldChg chg="del">
        <pc:chgData name="shilpi gupta" userId="5ce4f23861899b28" providerId="LiveId" clId="{71A88D45-23E1-45B6-A998-A7F940C0BE91}" dt="2024-06-06T16:33:41.948" v="822" actId="47"/>
        <pc:sldMkLst>
          <pc:docMk/>
          <pc:sldMk cId="0" sldId="283"/>
        </pc:sldMkLst>
      </pc:sldChg>
      <pc:sldChg chg="modSp add del modAnim">
        <pc:chgData name="shilpi gupta" userId="5ce4f23861899b28" providerId="LiveId" clId="{71A88D45-23E1-45B6-A998-A7F940C0BE91}" dt="2024-06-06T16:43:09.652" v="1091" actId="20577"/>
        <pc:sldMkLst>
          <pc:docMk/>
          <pc:sldMk cId="0" sldId="302"/>
        </pc:sldMkLst>
      </pc:sldChg>
      <pc:sldChg chg="modSp modAnim">
        <pc:chgData name="shilpi gupta" userId="5ce4f23861899b28" providerId="LiveId" clId="{71A88D45-23E1-45B6-A998-A7F940C0BE91}" dt="2024-06-06T16:43:35.020" v="1096" actId="6549"/>
        <pc:sldMkLst>
          <pc:docMk/>
          <pc:sldMk cId="0" sldId="303"/>
        </pc:sldMkLst>
      </pc:sldChg>
      <pc:sldChg chg="modSp">
        <pc:chgData name="shilpi gupta" userId="5ce4f23861899b28" providerId="LiveId" clId="{71A88D45-23E1-45B6-A998-A7F940C0BE91}" dt="2024-06-06T13:54:11.621" v="110" actId="20577"/>
        <pc:sldMkLst>
          <pc:docMk/>
          <pc:sldMk cId="0" sldId="304"/>
        </pc:sldMkLst>
      </pc:sldChg>
      <pc:sldChg chg="del">
        <pc:chgData name="shilpi gupta" userId="5ce4f23861899b28" providerId="LiveId" clId="{71A88D45-23E1-45B6-A998-A7F940C0BE91}" dt="2024-06-06T16:33:46.916" v="837" actId="47"/>
        <pc:sldMkLst>
          <pc:docMk/>
          <pc:sldMk cId="2873325748" sldId="305"/>
        </pc:sldMkLst>
      </pc:sldChg>
      <pc:sldChg chg="del">
        <pc:chgData name="shilpi gupta" userId="5ce4f23861899b28" providerId="LiveId" clId="{71A88D45-23E1-45B6-A998-A7F940C0BE91}" dt="2024-06-06T16:33:47.112" v="838" actId="47"/>
        <pc:sldMkLst>
          <pc:docMk/>
          <pc:sldMk cId="3520298897" sldId="306"/>
        </pc:sldMkLst>
      </pc:sldChg>
      <pc:sldChg chg="addSp modSp new mod modAnim">
        <pc:chgData name="shilpi gupta" userId="5ce4f23861899b28" providerId="LiveId" clId="{71A88D45-23E1-45B6-A998-A7F940C0BE91}" dt="2024-06-06T13:59:44.896" v="204" actId="14100"/>
        <pc:sldMkLst>
          <pc:docMk/>
          <pc:sldMk cId="4029698497" sldId="307"/>
        </pc:sldMkLst>
      </pc:sldChg>
      <pc:sldChg chg="new del">
        <pc:chgData name="shilpi gupta" userId="5ce4f23861899b28" providerId="LiveId" clId="{71A88D45-23E1-45B6-A998-A7F940C0BE91}" dt="2024-06-06T13:56:50.665" v="168" actId="47"/>
        <pc:sldMkLst>
          <pc:docMk/>
          <pc:sldMk cId="510218715" sldId="308"/>
        </pc:sldMkLst>
      </pc:sldChg>
      <pc:sldChg chg="addSp delSp modSp new mod modAnim">
        <pc:chgData name="shilpi gupta" userId="5ce4f23861899b28" providerId="LiveId" clId="{71A88D45-23E1-45B6-A998-A7F940C0BE91}" dt="2024-06-06T15:23:16.042" v="286" actId="5793"/>
        <pc:sldMkLst>
          <pc:docMk/>
          <pc:sldMk cId="4092240921" sldId="308"/>
        </pc:sldMkLst>
      </pc:sldChg>
      <pc:sldChg chg="addSp delSp modSp new mod modAnim">
        <pc:chgData name="shilpi gupta" userId="5ce4f23861899b28" providerId="LiveId" clId="{71A88D45-23E1-45B6-A998-A7F940C0BE91}" dt="2024-06-06T15:27:26.860" v="339" actId="20577"/>
        <pc:sldMkLst>
          <pc:docMk/>
          <pc:sldMk cId="3877777248" sldId="309"/>
        </pc:sldMkLst>
      </pc:sldChg>
      <pc:sldChg chg="addSp delSp modSp new mod modAnim">
        <pc:chgData name="shilpi gupta" userId="5ce4f23861899b28" providerId="LiveId" clId="{71A88D45-23E1-45B6-A998-A7F940C0BE91}" dt="2024-06-06T15:31:20.626" v="394" actId="20577"/>
        <pc:sldMkLst>
          <pc:docMk/>
          <pc:sldMk cId="1006434165" sldId="310"/>
        </pc:sldMkLst>
      </pc:sldChg>
      <pc:sldChg chg="addSp delSp modSp new mod modAnim">
        <pc:chgData name="shilpi gupta" userId="5ce4f23861899b28" providerId="LiveId" clId="{71A88D45-23E1-45B6-A998-A7F940C0BE91}" dt="2024-06-06T15:36:30.768" v="447" actId="20577"/>
        <pc:sldMkLst>
          <pc:docMk/>
          <pc:sldMk cId="1357285306" sldId="311"/>
        </pc:sldMkLst>
      </pc:sldChg>
      <pc:sldChg chg="addSp modSp new mod modAnim">
        <pc:chgData name="shilpi gupta" userId="5ce4f23861899b28" providerId="LiveId" clId="{71A88D45-23E1-45B6-A998-A7F940C0BE91}" dt="2024-06-06T16:35:29.760" v="917" actId="122"/>
        <pc:sldMkLst>
          <pc:docMk/>
          <pc:sldMk cId="717178674" sldId="312"/>
        </pc:sldMkLst>
      </pc:sldChg>
      <pc:sldChg chg="addSp delSp modSp new mod modAnim">
        <pc:chgData name="shilpi gupta" userId="5ce4f23861899b28" providerId="LiveId" clId="{71A88D45-23E1-45B6-A998-A7F940C0BE91}" dt="2024-06-06T16:05:23.721" v="656" actId="2711"/>
        <pc:sldMkLst>
          <pc:docMk/>
          <pc:sldMk cId="52099979" sldId="313"/>
        </pc:sldMkLst>
      </pc:sldChg>
      <pc:sldChg chg="new del">
        <pc:chgData name="shilpi gupta" userId="5ce4f23861899b28" providerId="LiveId" clId="{71A88D45-23E1-45B6-A998-A7F940C0BE91}" dt="2024-06-06T15:57:41.160" v="608" actId="47"/>
        <pc:sldMkLst>
          <pc:docMk/>
          <pc:sldMk cId="3527447427" sldId="314"/>
        </pc:sldMkLst>
      </pc:sldChg>
      <pc:sldChg chg="modSp add mod">
        <pc:chgData name="shilpi gupta" userId="5ce4f23861899b28" providerId="LiveId" clId="{71A88D45-23E1-45B6-A998-A7F940C0BE91}" dt="2024-06-06T15:57:51.904" v="610" actId="20577"/>
        <pc:sldMkLst>
          <pc:docMk/>
          <pc:sldMk cId="0" sldId="315"/>
        </pc:sldMkLst>
      </pc:sldChg>
      <pc:sldChg chg="addSp delSp modSp new mod modAnim">
        <pc:chgData name="shilpi gupta" userId="5ce4f23861899b28" providerId="LiveId" clId="{71A88D45-23E1-45B6-A998-A7F940C0BE91}" dt="2024-06-06T16:36:19.569" v="971" actId="313"/>
        <pc:sldMkLst>
          <pc:docMk/>
          <pc:sldMk cId="511634530" sldId="316"/>
        </pc:sldMkLst>
      </pc:sldChg>
      <pc:sldChg chg="new del">
        <pc:chgData name="shilpi gupta" userId="5ce4f23861899b28" providerId="LiveId" clId="{71A88D45-23E1-45B6-A998-A7F940C0BE91}" dt="2024-06-06T15:59:44.236" v="612" actId="47"/>
        <pc:sldMkLst>
          <pc:docMk/>
          <pc:sldMk cId="698503721" sldId="316"/>
        </pc:sldMkLst>
      </pc:sldChg>
      <pc:sldChg chg="addSp delSp modSp new add del mod modAnim">
        <pc:chgData name="shilpi gupta" userId="5ce4f23861899b28" providerId="LiveId" clId="{71A88D45-23E1-45B6-A998-A7F940C0BE91}" dt="2024-06-06T16:33:55.117" v="843" actId="47"/>
        <pc:sldMkLst>
          <pc:docMk/>
          <pc:sldMk cId="488990889" sldId="317"/>
        </pc:sldMkLst>
      </pc:sldChg>
      <pc:sldChg chg="modSp add del mod">
        <pc:chgData name="shilpi gupta" userId="5ce4f23861899b28" providerId="LiveId" clId="{71A88D45-23E1-45B6-A998-A7F940C0BE91}" dt="2024-06-06T16:33:52.184" v="842" actId="47"/>
        <pc:sldMkLst>
          <pc:docMk/>
          <pc:sldMk cId="4224393316" sldId="318"/>
        </pc:sldMkLst>
      </pc:sldChg>
    </pc:docChg>
  </pc:docChgLst>
  <pc:docChgLst>
    <pc:chgData name="Dr Gaurav Sushant" userId="ea0695df9e5e2b13" providerId="LiveId" clId="{859700E4-580B-4F96-83DD-9EA9807E064E}"/>
    <pc:docChg chg="undo custSel addSld delSld modSld">
      <pc:chgData name="Dr Gaurav Sushant" userId="ea0695df9e5e2b13" providerId="LiveId" clId="{859700E4-580B-4F96-83DD-9EA9807E064E}" dt="2025-01-13T03:38:19.976" v="18"/>
      <pc:docMkLst>
        <pc:docMk/>
      </pc:docMkLst>
      <pc:sldChg chg="modAnim">
        <pc:chgData name="Dr Gaurav Sushant" userId="ea0695df9e5e2b13" providerId="LiveId" clId="{859700E4-580B-4F96-83DD-9EA9807E064E}" dt="2025-01-13T03:38:19.976" v="18"/>
        <pc:sldMkLst>
          <pc:docMk/>
          <pc:sldMk cId="3133919328" sldId="337"/>
        </pc:sldMkLst>
      </pc:sldChg>
      <pc:sldChg chg="new del">
        <pc:chgData name="Dr Gaurav Sushant" userId="ea0695df9e5e2b13" providerId="LiveId" clId="{859700E4-580B-4F96-83DD-9EA9807E064E}" dt="2025-01-11T10:32:04.300" v="1" actId="680"/>
        <pc:sldMkLst>
          <pc:docMk/>
          <pc:sldMk cId="1300258306" sldId="342"/>
        </pc:sldMkLst>
      </pc:sldChg>
    </pc:docChg>
  </pc:docChgLst>
  <pc:docChgLst>
    <pc:chgData name="Dr Gaurav Sushant" userId="ea0695df9e5e2b13" providerId="LiveId" clId="{01A51CC8-348A-4E61-BCB1-285FA0ACBB3F}"/>
    <pc:docChg chg="modSld">
      <pc:chgData name="Dr Gaurav Sushant" userId="ea0695df9e5e2b13" providerId="LiveId" clId="{01A51CC8-348A-4E61-BCB1-285FA0ACBB3F}" dt="2024-07-31T05:06:26.845" v="4"/>
      <pc:docMkLst>
        <pc:docMk/>
      </pc:docMkLst>
      <pc:sldChg chg="modAnim">
        <pc:chgData name="Dr Gaurav Sushant" userId="ea0695df9e5e2b13" providerId="LiveId" clId="{01A51CC8-348A-4E61-BCB1-285FA0ACBB3F}" dt="2024-07-31T05:06:26.845" v="4"/>
        <pc:sldMkLst>
          <pc:docMk/>
          <pc:sldMk cId="3133919328" sldId="337"/>
        </pc:sldMkLst>
      </pc:sldChg>
    </pc:docChg>
  </pc:docChgLst>
  <pc:docChgLst>
    <pc:chgData name="shilpi gupta" userId="5ce4f23861899b28" providerId="LiveId" clId="{40D7E8D2-96ED-490B-BBBC-13D7568EB809}"/>
    <pc:docChg chg="undo custSel addSld delSld modSld sldOrd">
      <pc:chgData name="shilpi gupta" userId="5ce4f23861899b28" providerId="LiveId" clId="{40D7E8D2-96ED-490B-BBBC-13D7568EB809}" dt="2024-05-12T12:21:45.186" v="1854" actId="20577"/>
      <pc:docMkLst>
        <pc:docMk/>
      </pc:docMkLst>
      <pc:sldChg chg="modSp ord modAnim">
        <pc:chgData name="shilpi gupta" userId="5ce4f23861899b28" providerId="LiveId" clId="{40D7E8D2-96ED-490B-BBBC-13D7568EB809}" dt="2024-04-28T16:43:04.456" v="459" actId="15"/>
        <pc:sldMkLst>
          <pc:docMk/>
          <pc:sldMk cId="0" sldId="261"/>
        </pc:sldMkLst>
      </pc:sldChg>
      <pc:sldChg chg="delSp modSp mod ord modAnim">
        <pc:chgData name="shilpi gupta" userId="5ce4f23861899b28" providerId="LiveId" clId="{40D7E8D2-96ED-490B-BBBC-13D7568EB809}" dt="2024-05-12T12:12:20.209" v="1731" actId="20577"/>
        <pc:sldMkLst>
          <pc:docMk/>
          <pc:sldMk cId="0" sldId="262"/>
        </pc:sldMkLst>
      </pc:sldChg>
      <pc:sldChg chg="del ord">
        <pc:chgData name="shilpi gupta" userId="5ce4f23861899b28" providerId="LiveId" clId="{40D7E8D2-96ED-490B-BBBC-13D7568EB809}" dt="2024-04-28T16:47:13.821" v="649" actId="47"/>
        <pc:sldMkLst>
          <pc:docMk/>
          <pc:sldMk cId="0" sldId="263"/>
        </pc:sldMkLst>
      </pc:sldChg>
      <pc:sldChg chg="del ord">
        <pc:chgData name="shilpi gupta" userId="5ce4f23861899b28" providerId="LiveId" clId="{40D7E8D2-96ED-490B-BBBC-13D7568EB809}" dt="2024-04-28T16:47:19.222" v="650" actId="47"/>
        <pc:sldMkLst>
          <pc:docMk/>
          <pc:sldMk cId="0" sldId="264"/>
        </pc:sldMkLst>
      </pc:sldChg>
      <pc:sldChg chg="modSp mod modAnim">
        <pc:chgData name="shilpi gupta" userId="5ce4f23861899b28" providerId="LiveId" clId="{40D7E8D2-96ED-490B-BBBC-13D7568EB809}" dt="2024-04-28T16:50:57.315" v="737" actId="20577"/>
        <pc:sldMkLst>
          <pc:docMk/>
          <pc:sldMk cId="0" sldId="265"/>
        </pc:sldMkLst>
      </pc:sldChg>
      <pc:sldChg chg="modSp modAnim">
        <pc:chgData name="shilpi gupta" userId="5ce4f23861899b28" providerId="LiveId" clId="{40D7E8D2-96ED-490B-BBBC-13D7568EB809}" dt="2024-04-28T16:52:21.155" v="808" actId="20577"/>
        <pc:sldMkLst>
          <pc:docMk/>
          <pc:sldMk cId="0" sldId="266"/>
        </pc:sldMkLst>
      </pc:sldChg>
      <pc:sldChg chg="modSp mod modAnim">
        <pc:chgData name="shilpi gupta" userId="5ce4f23861899b28" providerId="LiveId" clId="{40D7E8D2-96ED-490B-BBBC-13D7568EB809}" dt="2024-04-30T09:12:06.280" v="1033" actId="20577"/>
        <pc:sldMkLst>
          <pc:docMk/>
          <pc:sldMk cId="0" sldId="267"/>
        </pc:sldMkLst>
      </pc:sldChg>
      <pc:sldChg chg="modSp mod modAnim">
        <pc:chgData name="shilpi gupta" userId="5ce4f23861899b28" providerId="LiveId" clId="{40D7E8D2-96ED-490B-BBBC-13D7568EB809}" dt="2024-04-30T09:12:35.908" v="1095" actId="6549"/>
        <pc:sldMkLst>
          <pc:docMk/>
          <pc:sldMk cId="0" sldId="268"/>
        </pc:sldMkLst>
      </pc:sldChg>
      <pc:sldChg chg="modSp mod modAnim">
        <pc:chgData name="shilpi gupta" userId="5ce4f23861899b28" providerId="LiveId" clId="{40D7E8D2-96ED-490B-BBBC-13D7568EB809}" dt="2024-04-30T09:15:15.348" v="1226" actId="20577"/>
        <pc:sldMkLst>
          <pc:docMk/>
          <pc:sldMk cId="0" sldId="269"/>
        </pc:sldMkLst>
      </pc:sldChg>
      <pc:sldChg chg="modSp">
        <pc:chgData name="shilpi gupta" userId="5ce4f23861899b28" providerId="LiveId" clId="{40D7E8D2-96ED-490B-BBBC-13D7568EB809}" dt="2024-04-30T09:16:36.184" v="1228" actId="27636"/>
        <pc:sldMkLst>
          <pc:docMk/>
          <pc:sldMk cId="0" sldId="270"/>
        </pc:sldMkLst>
      </pc:sldChg>
      <pc:sldChg chg="modSp">
        <pc:chgData name="shilpi gupta" userId="5ce4f23861899b28" providerId="LiveId" clId="{40D7E8D2-96ED-490B-BBBC-13D7568EB809}" dt="2024-04-30T09:19:39.918" v="1232" actId="14100"/>
        <pc:sldMkLst>
          <pc:docMk/>
          <pc:sldMk cId="0" sldId="271"/>
        </pc:sldMkLst>
      </pc:sldChg>
      <pc:sldChg chg="modSp modAnim">
        <pc:chgData name="shilpi gupta" userId="5ce4f23861899b28" providerId="LiveId" clId="{40D7E8D2-96ED-490B-BBBC-13D7568EB809}" dt="2024-04-30T09:19:20.285" v="1230" actId="20577"/>
        <pc:sldMkLst>
          <pc:docMk/>
          <pc:sldMk cId="0" sldId="272"/>
        </pc:sldMkLst>
      </pc:sldChg>
      <pc:sldChg chg="modSp modAnim">
        <pc:chgData name="shilpi gupta" userId="5ce4f23861899b28" providerId="LiveId" clId="{40D7E8D2-96ED-490B-BBBC-13D7568EB809}" dt="2024-05-12T12:19:09.220" v="1779" actId="20577"/>
        <pc:sldMkLst>
          <pc:docMk/>
          <pc:sldMk cId="0" sldId="273"/>
        </pc:sldMkLst>
      </pc:sldChg>
      <pc:sldChg chg="modSp ord">
        <pc:chgData name="shilpi gupta" userId="5ce4f23861899b28" providerId="LiveId" clId="{40D7E8D2-96ED-490B-BBBC-13D7568EB809}" dt="2024-05-12T12:14:30.196" v="1764" actId="20577"/>
        <pc:sldMkLst>
          <pc:docMk/>
          <pc:sldMk cId="0" sldId="279"/>
        </pc:sldMkLst>
      </pc:sldChg>
      <pc:sldChg chg="modSp mod modAnim">
        <pc:chgData name="shilpi gupta" userId="5ce4f23861899b28" providerId="LiveId" clId="{40D7E8D2-96ED-490B-BBBC-13D7568EB809}" dt="2024-04-09T09:53:49.408" v="15" actId="1076"/>
        <pc:sldMkLst>
          <pc:docMk/>
          <pc:sldMk cId="0" sldId="283"/>
        </pc:sldMkLst>
      </pc:sldChg>
      <pc:sldChg chg="modSp modAnim">
        <pc:chgData name="shilpi gupta" userId="5ce4f23861899b28" providerId="LiveId" clId="{40D7E8D2-96ED-490B-BBBC-13D7568EB809}" dt="2024-05-12T12:21:45.186" v="1854" actId="20577"/>
        <pc:sldMkLst>
          <pc:docMk/>
          <pc:sldMk cId="0" sldId="302"/>
        </pc:sldMkLst>
      </pc:sldChg>
      <pc:sldChg chg="modSp modAnim">
        <pc:chgData name="shilpi gupta" userId="5ce4f23861899b28" providerId="LiveId" clId="{40D7E8D2-96ED-490B-BBBC-13D7568EB809}" dt="2024-05-12T12:11:27.007" v="1720" actId="20577"/>
        <pc:sldMkLst>
          <pc:docMk/>
          <pc:sldMk cId="0" sldId="303"/>
        </pc:sldMkLst>
      </pc:sldChg>
      <pc:sldChg chg="modSp">
        <pc:chgData name="shilpi gupta" userId="5ce4f23861899b28" providerId="LiveId" clId="{40D7E8D2-96ED-490B-BBBC-13D7568EB809}" dt="2024-05-12T12:01:39.517" v="1711" actId="2711"/>
        <pc:sldMkLst>
          <pc:docMk/>
          <pc:sldMk cId="0" sldId="304"/>
        </pc:sldMkLst>
      </pc:sldChg>
      <pc:sldChg chg="new del">
        <pc:chgData name="shilpi gupta" userId="5ce4f23861899b28" providerId="LiveId" clId="{40D7E8D2-96ED-490B-BBBC-13D7568EB809}" dt="2024-04-09T08:45:51.902" v="2" actId="47"/>
        <pc:sldMkLst>
          <pc:docMk/>
          <pc:sldMk cId="2667117667" sldId="305"/>
        </pc:sldMkLst>
      </pc:sldChg>
      <pc:sldChg chg="modSp new mod">
        <pc:chgData name="shilpi gupta" userId="5ce4f23861899b28" providerId="LiveId" clId="{40D7E8D2-96ED-490B-BBBC-13D7568EB809}" dt="2024-04-30T09:40:30.814" v="1489" actId="20577"/>
        <pc:sldMkLst>
          <pc:docMk/>
          <pc:sldMk cId="2873325748" sldId="305"/>
        </pc:sldMkLst>
      </pc:sldChg>
      <pc:sldChg chg="add del">
        <pc:chgData name="shilpi gupta" userId="5ce4f23861899b28" providerId="LiveId" clId="{40D7E8D2-96ED-490B-BBBC-13D7568EB809}" dt="2024-04-09T09:55:56.674" v="16" actId="2696"/>
        <pc:sldMkLst>
          <pc:docMk/>
          <pc:sldMk cId="3730009189" sldId="305"/>
        </pc:sldMkLst>
      </pc:sldChg>
      <pc:sldChg chg="new del">
        <pc:chgData name="shilpi gupta" userId="5ce4f23861899b28" providerId="LiveId" clId="{40D7E8D2-96ED-490B-BBBC-13D7568EB809}" dt="2024-04-30T09:41:07.687" v="1491" actId="47"/>
        <pc:sldMkLst>
          <pc:docMk/>
          <pc:sldMk cId="816585663" sldId="306"/>
        </pc:sldMkLst>
      </pc:sldChg>
      <pc:sldChg chg="add del">
        <pc:chgData name="shilpi gupta" userId="5ce4f23861899b28" providerId="LiveId" clId="{40D7E8D2-96ED-490B-BBBC-13D7568EB809}" dt="2024-04-09T08:48:51.166" v="3" actId="47"/>
        <pc:sldMkLst>
          <pc:docMk/>
          <pc:sldMk cId="1889660879" sldId="306"/>
        </pc:sldMkLst>
      </pc:sldChg>
      <pc:sldChg chg="modSp new mod">
        <pc:chgData name="shilpi gupta" userId="5ce4f23861899b28" providerId="LiveId" clId="{40D7E8D2-96ED-490B-BBBC-13D7568EB809}" dt="2024-05-07T09:14:17.425" v="1624" actId="20577"/>
        <pc:sldMkLst>
          <pc:docMk/>
          <pc:sldMk cId="3520298897" sldId="306"/>
        </pc:sldMkLst>
      </pc:sldChg>
      <pc:sldChg chg="new del">
        <pc:chgData name="shilpi gupta" userId="5ce4f23861899b28" providerId="LiveId" clId="{40D7E8D2-96ED-490B-BBBC-13D7568EB809}" dt="2024-05-12T12:12:33.608" v="1733" actId="680"/>
        <pc:sldMkLst>
          <pc:docMk/>
          <pc:sldMk cId="3433925247" sldId="307"/>
        </pc:sldMkLst>
      </pc:sldChg>
    </pc:docChg>
  </pc:docChgLst>
  <pc:docChgLst>
    <pc:chgData name="shilpi gupta" userId="5ce4f23861899b28" providerId="LiveId" clId="{BE3E801C-A425-479C-B188-35DD7F99A1C9}"/>
    <pc:docChg chg="custSel addSld delSld modSld">
      <pc:chgData name="shilpi gupta" userId="5ce4f23861899b28" providerId="LiveId" clId="{BE3E801C-A425-479C-B188-35DD7F99A1C9}" dt="2024-06-25T08:06:12.513" v="3313" actId="6549"/>
      <pc:docMkLst>
        <pc:docMk/>
      </pc:docMkLst>
      <pc:sldChg chg="modSp">
        <pc:chgData name="shilpi gupta" userId="5ce4f23861899b28" providerId="LiveId" clId="{BE3E801C-A425-479C-B188-35DD7F99A1C9}" dt="2024-06-25T08:06:12.513" v="3313" actId="6549"/>
        <pc:sldMkLst>
          <pc:docMk/>
          <pc:sldMk cId="0" sldId="302"/>
        </pc:sldMkLst>
      </pc:sldChg>
      <pc:sldChg chg="modSp modAnim">
        <pc:chgData name="shilpi gupta" userId="5ce4f23861899b28" providerId="LiveId" clId="{BE3E801C-A425-479C-B188-35DD7F99A1C9}" dt="2024-06-25T08:04:38.763" v="3177" actId="6549"/>
        <pc:sldMkLst>
          <pc:docMk/>
          <pc:sldMk cId="0" sldId="303"/>
        </pc:sldMkLst>
      </pc:sldChg>
      <pc:sldChg chg="modSp">
        <pc:chgData name="shilpi gupta" userId="5ce4f23861899b28" providerId="LiveId" clId="{BE3E801C-A425-479C-B188-35DD7F99A1C9}" dt="2024-06-25T08:00:17.610" v="3026" actId="20577"/>
        <pc:sldMkLst>
          <pc:docMk/>
          <pc:sldMk cId="0" sldId="304"/>
        </pc:sldMkLst>
      </pc:sldChg>
      <pc:sldChg chg="delSp modSp mod">
        <pc:chgData name="shilpi gupta" userId="5ce4f23861899b28" providerId="LiveId" clId="{BE3E801C-A425-479C-B188-35DD7F99A1C9}" dt="2024-06-25T08:05:04.040" v="3186" actId="20577"/>
        <pc:sldMkLst>
          <pc:docMk/>
          <pc:sldMk cId="4029698497" sldId="307"/>
        </pc:sldMkLst>
      </pc:sldChg>
      <pc:sldChg chg="del">
        <pc:chgData name="shilpi gupta" userId="5ce4f23861899b28" providerId="LiveId" clId="{BE3E801C-A425-479C-B188-35DD7F99A1C9}" dt="2024-06-25T07:59:57.145" v="3017" actId="47"/>
        <pc:sldMkLst>
          <pc:docMk/>
          <pc:sldMk cId="1727023346" sldId="319"/>
        </pc:sldMkLst>
      </pc:sldChg>
      <pc:sldChg chg="del">
        <pc:chgData name="shilpi gupta" userId="5ce4f23861899b28" providerId="LiveId" clId="{BE3E801C-A425-479C-B188-35DD7F99A1C9}" dt="2024-06-25T07:59:55.257" v="3016" actId="47"/>
        <pc:sldMkLst>
          <pc:docMk/>
          <pc:sldMk cId="861972129" sldId="320"/>
        </pc:sldMkLst>
      </pc:sldChg>
      <pc:sldChg chg="del">
        <pc:chgData name="shilpi gupta" userId="5ce4f23861899b28" providerId="LiveId" clId="{BE3E801C-A425-479C-B188-35DD7F99A1C9}" dt="2024-06-25T07:59:58.591" v="3018" actId="47"/>
        <pc:sldMkLst>
          <pc:docMk/>
          <pc:sldMk cId="1329471066" sldId="321"/>
        </pc:sldMkLst>
      </pc:sldChg>
      <pc:sldChg chg="del">
        <pc:chgData name="shilpi gupta" userId="5ce4f23861899b28" providerId="LiveId" clId="{BE3E801C-A425-479C-B188-35DD7F99A1C9}" dt="2024-06-25T07:59:59.816" v="3019" actId="47"/>
        <pc:sldMkLst>
          <pc:docMk/>
          <pc:sldMk cId="1428611176" sldId="322"/>
        </pc:sldMkLst>
      </pc:sldChg>
      <pc:sldChg chg="del">
        <pc:chgData name="shilpi gupta" userId="5ce4f23861899b28" providerId="LiveId" clId="{BE3E801C-A425-479C-B188-35DD7F99A1C9}" dt="2024-06-25T08:00:01.338" v="3020" actId="47"/>
        <pc:sldMkLst>
          <pc:docMk/>
          <pc:sldMk cId="4179358777" sldId="323"/>
        </pc:sldMkLst>
      </pc:sldChg>
      <pc:sldChg chg="del">
        <pc:chgData name="shilpi gupta" userId="5ce4f23861899b28" providerId="LiveId" clId="{BE3E801C-A425-479C-B188-35DD7F99A1C9}" dt="2024-06-25T08:00:01.918" v="3021" actId="47"/>
        <pc:sldMkLst>
          <pc:docMk/>
          <pc:sldMk cId="1965580737" sldId="324"/>
        </pc:sldMkLst>
      </pc:sldChg>
      <pc:sldChg chg="del">
        <pc:chgData name="shilpi gupta" userId="5ce4f23861899b28" providerId="LiveId" clId="{BE3E801C-A425-479C-B188-35DD7F99A1C9}" dt="2024-06-25T08:00:02.499" v="3022" actId="47"/>
        <pc:sldMkLst>
          <pc:docMk/>
          <pc:sldMk cId="3536899749" sldId="325"/>
        </pc:sldMkLst>
      </pc:sldChg>
      <pc:sldChg chg="del">
        <pc:chgData name="shilpi gupta" userId="5ce4f23861899b28" providerId="LiveId" clId="{BE3E801C-A425-479C-B188-35DD7F99A1C9}" dt="2024-06-25T08:00:03.317" v="3023" actId="47"/>
        <pc:sldMkLst>
          <pc:docMk/>
          <pc:sldMk cId="3911280198" sldId="326"/>
        </pc:sldMkLst>
      </pc:sldChg>
      <pc:sldChg chg="del">
        <pc:chgData name="shilpi gupta" userId="5ce4f23861899b28" providerId="LiveId" clId="{BE3E801C-A425-479C-B188-35DD7F99A1C9}" dt="2024-06-25T08:00:03.852" v="3024" actId="47"/>
        <pc:sldMkLst>
          <pc:docMk/>
          <pc:sldMk cId="2516777886" sldId="327"/>
        </pc:sldMkLst>
      </pc:sldChg>
      <pc:sldChg chg="modSp new mod">
        <pc:chgData name="shilpi gupta" userId="5ce4f23861899b28" providerId="LiveId" clId="{BE3E801C-A425-479C-B188-35DD7F99A1C9}" dt="2024-06-25T05:17:45.460" v="406" actId="255"/>
        <pc:sldMkLst>
          <pc:docMk/>
          <pc:sldMk cId="1529415205" sldId="328"/>
        </pc:sldMkLst>
      </pc:sldChg>
      <pc:sldChg chg="modSp new mod modNotesTx">
        <pc:chgData name="shilpi gupta" userId="5ce4f23861899b28" providerId="LiveId" clId="{BE3E801C-A425-479C-B188-35DD7F99A1C9}" dt="2024-06-25T05:52:10.514" v="616" actId="255"/>
        <pc:sldMkLst>
          <pc:docMk/>
          <pc:sldMk cId="1549873868" sldId="329"/>
        </pc:sldMkLst>
      </pc:sldChg>
      <pc:sldChg chg="modSp new mod">
        <pc:chgData name="shilpi gupta" userId="5ce4f23861899b28" providerId="LiveId" clId="{BE3E801C-A425-479C-B188-35DD7F99A1C9}" dt="2024-06-25T05:54:32.476" v="796" actId="255"/>
        <pc:sldMkLst>
          <pc:docMk/>
          <pc:sldMk cId="2681632837" sldId="330"/>
        </pc:sldMkLst>
      </pc:sldChg>
      <pc:sldChg chg="modSp new mod">
        <pc:chgData name="shilpi gupta" userId="5ce4f23861899b28" providerId="LiveId" clId="{BE3E801C-A425-479C-B188-35DD7F99A1C9}" dt="2024-06-25T05:57:06.060" v="962" actId="255"/>
        <pc:sldMkLst>
          <pc:docMk/>
          <pc:sldMk cId="943103171" sldId="331"/>
        </pc:sldMkLst>
      </pc:sldChg>
      <pc:sldChg chg="modSp new mod">
        <pc:chgData name="shilpi gupta" userId="5ce4f23861899b28" providerId="LiveId" clId="{BE3E801C-A425-479C-B188-35DD7F99A1C9}" dt="2024-06-25T05:59:11.801" v="1133" actId="255"/>
        <pc:sldMkLst>
          <pc:docMk/>
          <pc:sldMk cId="1303459065" sldId="332"/>
        </pc:sldMkLst>
      </pc:sldChg>
      <pc:sldChg chg="modSp new mod">
        <pc:chgData name="shilpi gupta" userId="5ce4f23861899b28" providerId="LiveId" clId="{BE3E801C-A425-479C-B188-35DD7F99A1C9}" dt="2024-06-25T06:02:27.320" v="1331" actId="255"/>
        <pc:sldMkLst>
          <pc:docMk/>
          <pc:sldMk cId="2677040443" sldId="333"/>
        </pc:sldMkLst>
      </pc:sldChg>
      <pc:sldChg chg="modSp new mod">
        <pc:chgData name="shilpi gupta" userId="5ce4f23861899b28" providerId="LiveId" clId="{BE3E801C-A425-479C-B188-35DD7F99A1C9}" dt="2024-06-25T06:06:47.887" v="1557" actId="255"/>
        <pc:sldMkLst>
          <pc:docMk/>
          <pc:sldMk cId="4248042378" sldId="334"/>
        </pc:sldMkLst>
      </pc:sldChg>
      <pc:sldChg chg="modSp new mod">
        <pc:chgData name="shilpi gupta" userId="5ce4f23861899b28" providerId="LiveId" clId="{BE3E801C-A425-479C-B188-35DD7F99A1C9}" dt="2024-06-25T06:10:17.438" v="1782" actId="255"/>
        <pc:sldMkLst>
          <pc:docMk/>
          <pc:sldMk cId="3422419234" sldId="335"/>
        </pc:sldMkLst>
      </pc:sldChg>
      <pc:sldChg chg="modSp new mod">
        <pc:chgData name="shilpi gupta" userId="5ce4f23861899b28" providerId="LiveId" clId="{BE3E801C-A425-479C-B188-35DD7F99A1C9}" dt="2024-06-25T06:17:28.323" v="1995" actId="255"/>
        <pc:sldMkLst>
          <pc:docMk/>
          <pc:sldMk cId="2673834213" sldId="336"/>
        </pc:sldMkLst>
      </pc:sldChg>
      <pc:sldChg chg="modSp new mod">
        <pc:chgData name="shilpi gupta" userId="5ce4f23861899b28" providerId="LiveId" clId="{BE3E801C-A425-479C-B188-35DD7F99A1C9}" dt="2024-06-25T06:59:53.042" v="2328" actId="115"/>
        <pc:sldMkLst>
          <pc:docMk/>
          <pc:sldMk cId="3133919328" sldId="337"/>
        </pc:sldMkLst>
      </pc:sldChg>
      <pc:sldChg chg="modSp new mod">
        <pc:chgData name="shilpi gupta" userId="5ce4f23861899b28" providerId="LiveId" clId="{BE3E801C-A425-479C-B188-35DD7F99A1C9}" dt="2024-06-25T07:01:15.494" v="2471" actId="20577"/>
        <pc:sldMkLst>
          <pc:docMk/>
          <pc:sldMk cId="2121345820" sldId="338"/>
        </pc:sldMkLst>
      </pc:sldChg>
      <pc:sldChg chg="modSp new mod">
        <pc:chgData name="shilpi gupta" userId="5ce4f23861899b28" providerId="LiveId" clId="{BE3E801C-A425-479C-B188-35DD7F99A1C9}" dt="2024-06-25T07:59:35.145" v="3015" actId="20577"/>
        <pc:sldMkLst>
          <pc:docMk/>
          <pc:sldMk cId="1587114726" sldId="339"/>
        </pc:sldMkLst>
      </pc:sldChg>
      <pc:sldChg chg="modSp new mod">
        <pc:chgData name="shilpi gupta" userId="5ce4f23861899b28" providerId="LiveId" clId="{BE3E801C-A425-479C-B188-35DD7F99A1C9}" dt="2024-06-25T07:09:19.441" v="2713" actId="20577"/>
        <pc:sldMkLst>
          <pc:docMk/>
          <pc:sldMk cId="345853599" sldId="340"/>
        </pc:sldMkLst>
      </pc:sldChg>
      <pc:sldChg chg="modSp new mod">
        <pc:chgData name="shilpi gupta" userId="5ce4f23861899b28" providerId="LiveId" clId="{BE3E801C-A425-479C-B188-35DD7F99A1C9}" dt="2024-06-25T07:15:29.592" v="2848" actId="20577"/>
        <pc:sldMkLst>
          <pc:docMk/>
          <pc:sldMk cId="3899026815" sldId="341"/>
        </pc:sldMkLst>
      </pc:sldChg>
    </pc:docChg>
  </pc:docChgLst>
  <pc:docChgLst>
    <pc:chgData name="shilpi gupta" userId="5ce4f23861899b28" providerId="LiveId" clId="{D1D84255-C229-40B6-B92B-12720C0BAB28}"/>
    <pc:docChg chg="undo redo custSel addSld delSld modSld">
      <pc:chgData name="shilpi gupta" userId="5ce4f23861899b28" providerId="LiveId" clId="{D1D84255-C229-40B6-B92B-12720C0BAB28}" dt="2024-06-17T08:35:50.734" v="699" actId="20577"/>
      <pc:docMkLst>
        <pc:docMk/>
      </pc:docMkLst>
      <pc:sldChg chg="modSp add del modAnim">
        <pc:chgData name="shilpi gupta" userId="5ce4f23861899b28" providerId="LiveId" clId="{D1D84255-C229-40B6-B92B-12720C0BAB28}" dt="2024-06-16T16:34:25.362" v="547" actId="5793"/>
        <pc:sldMkLst>
          <pc:docMk/>
          <pc:sldMk cId="0" sldId="302"/>
        </pc:sldMkLst>
      </pc:sldChg>
      <pc:sldChg chg="modSp">
        <pc:chgData name="shilpi gupta" userId="5ce4f23861899b28" providerId="LiveId" clId="{D1D84255-C229-40B6-B92B-12720C0BAB28}" dt="2024-06-16T16:34:08.997" v="545" actId="20577"/>
        <pc:sldMkLst>
          <pc:docMk/>
          <pc:sldMk cId="0" sldId="303"/>
        </pc:sldMkLst>
      </pc:sldChg>
      <pc:sldChg chg="modSp">
        <pc:chgData name="shilpi gupta" userId="5ce4f23861899b28" providerId="LiveId" clId="{D1D84255-C229-40B6-B92B-12720C0BAB28}" dt="2024-06-17T08:35:50.734" v="699" actId="20577"/>
        <pc:sldMkLst>
          <pc:docMk/>
          <pc:sldMk cId="0" sldId="304"/>
        </pc:sldMkLst>
      </pc:sldChg>
      <pc:sldChg chg="addSp delSp modSp mod delAnim">
        <pc:chgData name="shilpi gupta" userId="5ce4f23861899b28" providerId="LiveId" clId="{D1D84255-C229-40B6-B92B-12720C0BAB28}" dt="2024-06-16T16:32:39.023" v="484" actId="20577"/>
        <pc:sldMkLst>
          <pc:docMk/>
          <pc:sldMk cId="4029698497" sldId="307"/>
        </pc:sldMkLst>
      </pc:sldChg>
      <pc:sldChg chg="del">
        <pc:chgData name="shilpi gupta" userId="5ce4f23861899b28" providerId="LiveId" clId="{D1D84255-C229-40B6-B92B-12720C0BAB28}" dt="2024-06-16T16:30:02.102" v="305" actId="47"/>
        <pc:sldMkLst>
          <pc:docMk/>
          <pc:sldMk cId="4092240921" sldId="308"/>
        </pc:sldMkLst>
      </pc:sldChg>
      <pc:sldChg chg="del">
        <pc:chgData name="shilpi gupta" userId="5ce4f23861899b28" providerId="LiveId" clId="{D1D84255-C229-40B6-B92B-12720C0BAB28}" dt="2024-06-16T16:30:15.084" v="308" actId="47"/>
        <pc:sldMkLst>
          <pc:docMk/>
          <pc:sldMk cId="3877777248" sldId="309"/>
        </pc:sldMkLst>
      </pc:sldChg>
      <pc:sldChg chg="del">
        <pc:chgData name="shilpi gupta" userId="5ce4f23861899b28" providerId="LiveId" clId="{D1D84255-C229-40B6-B92B-12720C0BAB28}" dt="2024-06-16T16:30:16.728" v="309" actId="47"/>
        <pc:sldMkLst>
          <pc:docMk/>
          <pc:sldMk cId="1006434165" sldId="310"/>
        </pc:sldMkLst>
      </pc:sldChg>
      <pc:sldChg chg="del">
        <pc:chgData name="shilpi gupta" userId="5ce4f23861899b28" providerId="LiveId" clId="{D1D84255-C229-40B6-B92B-12720C0BAB28}" dt="2024-06-16T16:30:17.306" v="310" actId="47"/>
        <pc:sldMkLst>
          <pc:docMk/>
          <pc:sldMk cId="1357285306" sldId="311"/>
        </pc:sldMkLst>
      </pc:sldChg>
      <pc:sldChg chg="del">
        <pc:chgData name="shilpi gupta" userId="5ce4f23861899b28" providerId="LiveId" clId="{D1D84255-C229-40B6-B92B-12720C0BAB28}" dt="2024-06-16T16:30:17.922" v="311" actId="47"/>
        <pc:sldMkLst>
          <pc:docMk/>
          <pc:sldMk cId="717178674" sldId="312"/>
        </pc:sldMkLst>
      </pc:sldChg>
      <pc:sldChg chg="del">
        <pc:chgData name="shilpi gupta" userId="5ce4f23861899b28" providerId="LiveId" clId="{D1D84255-C229-40B6-B92B-12720C0BAB28}" dt="2024-06-16T16:30:18.837" v="313" actId="47"/>
        <pc:sldMkLst>
          <pc:docMk/>
          <pc:sldMk cId="52099979" sldId="313"/>
        </pc:sldMkLst>
      </pc:sldChg>
      <pc:sldChg chg="del">
        <pc:chgData name="shilpi gupta" userId="5ce4f23861899b28" providerId="LiveId" clId="{D1D84255-C229-40B6-B92B-12720C0BAB28}" dt="2024-06-16T16:30:18.409" v="312" actId="47"/>
        <pc:sldMkLst>
          <pc:docMk/>
          <pc:sldMk cId="0" sldId="315"/>
        </pc:sldMkLst>
      </pc:sldChg>
      <pc:sldChg chg="del">
        <pc:chgData name="shilpi gupta" userId="5ce4f23861899b28" providerId="LiveId" clId="{D1D84255-C229-40B6-B92B-12720C0BAB28}" dt="2024-06-16T16:30:19.280" v="314" actId="47"/>
        <pc:sldMkLst>
          <pc:docMk/>
          <pc:sldMk cId="511634530" sldId="316"/>
        </pc:sldMkLst>
      </pc:sldChg>
      <pc:sldChg chg="del">
        <pc:chgData name="shilpi gupta" userId="5ce4f23861899b28" providerId="LiveId" clId="{D1D84255-C229-40B6-B92B-12720C0BAB28}" dt="2024-06-16T16:30:19.931" v="316" actId="47"/>
        <pc:sldMkLst>
          <pc:docMk/>
          <pc:sldMk cId="488990889" sldId="317"/>
        </pc:sldMkLst>
      </pc:sldChg>
      <pc:sldChg chg="del">
        <pc:chgData name="shilpi gupta" userId="5ce4f23861899b28" providerId="LiveId" clId="{D1D84255-C229-40B6-B92B-12720C0BAB28}" dt="2024-06-16T16:30:19.675" v="315" actId="47"/>
        <pc:sldMkLst>
          <pc:docMk/>
          <pc:sldMk cId="4224393316" sldId="318"/>
        </pc:sldMkLst>
      </pc:sldChg>
      <pc:sldChg chg="addSp delSp modSp new mod">
        <pc:chgData name="shilpi gupta" userId="5ce4f23861899b28" providerId="LiveId" clId="{D1D84255-C229-40B6-B92B-12720C0BAB28}" dt="2024-06-16T16:25:49.632" v="213" actId="6549"/>
        <pc:sldMkLst>
          <pc:docMk/>
          <pc:sldMk cId="1727023346" sldId="319"/>
        </pc:sldMkLst>
      </pc:sldChg>
      <pc:sldChg chg="addSp delSp modSp new mod">
        <pc:chgData name="shilpi gupta" userId="5ce4f23861899b28" providerId="LiveId" clId="{D1D84255-C229-40B6-B92B-12720C0BAB28}" dt="2024-06-16T16:32:46.514" v="496" actId="20577"/>
        <pc:sldMkLst>
          <pc:docMk/>
          <pc:sldMk cId="861972129" sldId="320"/>
        </pc:sldMkLst>
      </pc:sldChg>
      <pc:sldChg chg="addSp modSp new mod">
        <pc:chgData name="shilpi gupta" userId="5ce4f23861899b28" providerId="LiveId" clId="{D1D84255-C229-40B6-B92B-12720C0BAB28}" dt="2024-06-16T16:32:56.938" v="497" actId="20577"/>
        <pc:sldMkLst>
          <pc:docMk/>
          <pc:sldMk cId="1329471066" sldId="321"/>
        </pc:sldMkLst>
      </pc:sldChg>
      <pc:sldChg chg="addSp modSp new add del mod">
        <pc:chgData name="shilpi gupta" userId="5ce4f23861899b28" providerId="LiveId" clId="{D1D84255-C229-40B6-B92B-12720C0BAB28}" dt="2024-06-16T16:33:19.643" v="500" actId="255"/>
        <pc:sldMkLst>
          <pc:docMk/>
          <pc:sldMk cId="1428611176" sldId="322"/>
        </pc:sldMkLst>
      </pc:sldChg>
      <pc:sldChg chg="modSp new mod">
        <pc:chgData name="shilpi gupta" userId="5ce4f23861899b28" providerId="LiveId" clId="{D1D84255-C229-40B6-B92B-12720C0BAB28}" dt="2024-06-16T16:26:56.491" v="251" actId="20577"/>
        <pc:sldMkLst>
          <pc:docMk/>
          <pc:sldMk cId="4179358777" sldId="323"/>
        </pc:sldMkLst>
      </pc:sldChg>
      <pc:sldChg chg="addSp modSp new mod">
        <pc:chgData name="shilpi gupta" userId="5ce4f23861899b28" providerId="LiveId" clId="{D1D84255-C229-40B6-B92B-12720C0BAB28}" dt="2024-06-16T16:30:11.434" v="307" actId="207"/>
        <pc:sldMkLst>
          <pc:docMk/>
          <pc:sldMk cId="1965580737" sldId="324"/>
        </pc:sldMkLst>
      </pc:sldChg>
      <pc:sldChg chg="addSp modSp new mod">
        <pc:chgData name="shilpi gupta" userId="5ce4f23861899b28" providerId="LiveId" clId="{D1D84255-C229-40B6-B92B-12720C0BAB28}" dt="2024-06-16T16:29:58.116" v="304" actId="207"/>
        <pc:sldMkLst>
          <pc:docMk/>
          <pc:sldMk cId="3536899749" sldId="325"/>
        </pc:sldMkLst>
      </pc:sldChg>
      <pc:sldChg chg="modSp new mod">
        <pc:chgData name="shilpi gupta" userId="5ce4f23861899b28" providerId="LiveId" clId="{D1D84255-C229-40B6-B92B-12720C0BAB28}" dt="2024-06-16T16:52:26.572" v="667" actId="6549"/>
        <pc:sldMkLst>
          <pc:docMk/>
          <pc:sldMk cId="3911280198" sldId="326"/>
        </pc:sldMkLst>
      </pc:sldChg>
      <pc:sldChg chg="modSp new mod">
        <pc:chgData name="shilpi gupta" userId="5ce4f23861899b28" providerId="LiveId" clId="{D1D84255-C229-40B6-B92B-12720C0BAB28}" dt="2024-06-16T16:54:16.210" v="698" actId="27636"/>
        <pc:sldMkLst>
          <pc:docMk/>
          <pc:sldMk cId="2516777886" sldId="327"/>
        </pc:sldMkLst>
      </pc:sldChg>
      <pc:sldMasterChg chg="delSldLayout">
        <pc:chgData name="shilpi gupta" userId="5ce4f23861899b28" providerId="LiveId" clId="{D1D84255-C229-40B6-B92B-12720C0BAB28}" dt="2024-06-16T16:30:19.675" v="315" actId="47"/>
        <pc:sldMasterMkLst>
          <pc:docMk/>
          <pc:sldMasterMk cId="0" sldId="2147483648"/>
        </pc:sldMasterMkLst>
        <pc:sldLayoutChg chg="del">
          <pc:chgData name="shilpi gupta" userId="5ce4f23861899b28" providerId="LiveId" clId="{D1D84255-C229-40B6-B92B-12720C0BAB28}" dt="2024-06-16T16:30:19.675" v="315" actId="47"/>
          <pc:sldLayoutMkLst>
            <pc:docMk/>
            <pc:sldMasterMk cId="0" sldId="2147483648"/>
            <pc:sldLayoutMk cId="88169822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DB82A98-4393-450D-AFC8-FB6CB13FD444}" type="datetimeFigureOut">
              <a:rPr lang="en-US"/>
              <a:t>1/28/25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1F820A3-7102-41C1-9F28-E583712E3628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8691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1F820A3-7102-41C1-9F28-E583712E3628}" type="slidenum">
              <a:rPr lang="en-US" altLang="en-US" smtClean="0"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724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 Triangle 1"/>
          <p:cNvSpPr/>
          <p:nvPr/>
        </p:nvSpPr>
        <p:spPr>
          <a:xfrm>
            <a:off x="0" y="4664075"/>
            <a:ext cx="12200467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grpSp>
        <p:nvGrpSpPr>
          <p:cNvPr id="3" name="Group 15"/>
          <p:cNvGrpSpPr/>
          <p:nvPr/>
        </p:nvGrpSpPr>
        <p:grpSpPr bwMode="auto">
          <a:xfrm>
            <a:off x="-4233" y="4953000"/>
            <a:ext cx="12196233" cy="1911350"/>
            <a:chOff x="-3765" y="4832896"/>
            <a:chExt cx="9147765" cy="2032192"/>
          </a:xfrm>
        </p:grpSpPr>
        <p:sp>
          <p:nvSpPr>
            <p:cNvPr id="4" name="Freeform 15"/>
            <p:cNvSpPr/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>
                <a:defRPr/>
              </a:pPr>
              <a:endParaRPr lang="en-US">
                <a:latin typeface="Arial" panose="020B0604020202020204" pitchFamily="34" charset="0"/>
              </a:endParaRPr>
            </a:p>
          </p:txBody>
        </p:sp>
        <p:sp>
          <p:nvSpPr>
            <p:cNvPr id="5" name="Freeform 18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Freeform 18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US"/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5C4797E-F45D-49B6-AECC-1C2E5734122B}" type="datetimeFigureOut">
              <a:rPr lang="en-US"/>
              <a:t>1/28/25</a:t>
            </a:fld>
            <a:endParaRPr lang="en-US"/>
          </a:p>
        </p:txBody>
      </p:sp>
      <p:sp>
        <p:nvSpPr>
          <p:cNvPr id="10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F36499-BEC0-4E84-81F1-5334B3C9631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3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>
            <a:lvl1pPr>
              <a:defRPr sz="4400">
                <a:solidFill>
                  <a:srgbClr val="1DE7FF"/>
                </a:solidFill>
                <a:latin typeface="Arial Black" panose="020B0A040201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CBE735-F178-4EB4-B43C-3F3F41E16F5E}" type="datetimeFigureOut">
              <a:rPr lang="en-US"/>
              <a:t>1/28/25</a:t>
            </a:fld>
            <a:endParaRPr lang="en-US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31F85-DD49-465D-9E50-DB0B1D5A5C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0"/>
          <p:cNvSpPr/>
          <p:nvPr/>
        </p:nvSpPr>
        <p:spPr>
          <a:xfrm>
            <a:off x="4849284" y="3005138"/>
            <a:ext cx="243416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5" name="Chevron 11"/>
          <p:cNvSpPr/>
          <p:nvPr/>
        </p:nvSpPr>
        <p:spPr>
          <a:xfrm>
            <a:off x="4599518" y="3005138"/>
            <a:ext cx="24553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68901-3140-4FDB-B3A2-1DE68FC21289}" type="datetimeFigureOut">
              <a:rPr lang="en-US"/>
              <a:t>1/28/25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4862EA-466E-4161-A6BD-3853A849B6E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8A88C-0E5C-482F-95BA-BCD5FD9F9894}" type="datetimeFigureOut">
              <a:rPr lang="en-US"/>
              <a:t>1/28/25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5905E-5664-4A4D-9C48-934A37FEF09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68F889-185C-45DB-A166-E29565746C93}" type="datetimeFigureOut">
              <a:rPr lang="en-US"/>
              <a:t>1/28/25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679E8-EB01-47A3-B7C3-BDCE0D79C884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rgbClr val="FFD908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24E626-CB2F-42CE-9B14-40C4A54532E2}" type="datetimeFigureOut">
              <a:rPr lang="en-US"/>
              <a:t>1/28/25</a:t>
            </a:fld>
            <a:endParaRPr lang="en-US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73D16E-FAEA-4FE9-A6BF-37AE23685F7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23685-DD17-4044-A3A1-817C1CBF6865}" type="datetimeFigureOut">
              <a:rPr lang="en-US"/>
              <a:t>1/28/25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0645C-5A49-4807-AFAF-11CE9EDDEAE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767E4A-3DAA-43B2-8DD6-60C4A37A6B48}" type="datetimeFigureOut">
              <a:rPr lang="en-US"/>
              <a:t>1/28/25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11632B-3DC7-44AD-B742-E2917EEAE32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0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6" name="Freeform 15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18"/>
          <p:cNvSpPr/>
          <p:nvPr/>
        </p:nvSpPr>
        <p:spPr>
          <a:xfrm>
            <a:off x="11552768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10" name="Chevron 19"/>
          <p:cNvSpPr/>
          <p:nvPr/>
        </p:nvSpPr>
        <p:spPr>
          <a:xfrm>
            <a:off x="11303001" y="4987925"/>
            <a:ext cx="243417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hangingPunct="1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tIns="0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5A2E619-0132-4432-8259-8A13C7B703B1}" type="datetimeFigureOut">
              <a:rPr lang="en-US"/>
              <a:t>1/28/25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0D180D-DB6E-492A-B6F2-492018F42D4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8F1FE2-381B-4D05-BBE6-D20514FD8FD8}" type="datetimeFigureOut">
              <a:rPr lang="en-US"/>
              <a:t>1/28/25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97EB17-0E17-44E9-8225-69F0D53B97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8EF774-DFA7-4173-8B29-4B1816957445}" type="datetimeFigureOut">
              <a:rPr lang="en-US"/>
              <a:t>1/28/25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710D9-638E-45E6-8731-40E83F57FBA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/>
        </p:nvSpPr>
        <p:spPr bwMode="auto">
          <a:xfrm>
            <a:off x="666751" y="5945188"/>
            <a:ext cx="6587067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>
              <a:latin typeface="Arial" panose="020B0604020202020204" pitchFamily="34" charset="0"/>
            </a:endParaRPr>
          </a:p>
        </p:txBody>
      </p:sp>
      <p:sp>
        <p:nvSpPr>
          <p:cNvPr id="1027" name="Freeform 11"/>
          <p:cNvSpPr/>
          <p:nvPr/>
        </p:nvSpPr>
        <p:spPr bwMode="auto">
          <a:xfrm>
            <a:off x="647700" y="5938838"/>
            <a:ext cx="4921251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/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609600" y="1481138"/>
            <a:ext cx="109728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70433" y="6408739"/>
            <a:ext cx="2559051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9FFD12D-0B7F-453B-8177-D25DF0FE07CF}" type="datetimeFigureOut">
              <a:rPr lang="en-US"/>
              <a:t>1/28/25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39884" y="6408739"/>
            <a:ext cx="3134783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484" y="6408739"/>
            <a:ext cx="488949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000"/>
            </a:lvl1pPr>
          </a:lstStyle>
          <a:p>
            <a:pPr>
              <a:defRPr/>
            </a:pPr>
            <a:fld id="{2D955A27-3246-4D8E-AAA1-ABC4B9F4F6E9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bg2">
              <a:lumMod val="50000"/>
            </a:schemeClr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</a:defRPr>
      </a:lvl9pPr>
    </p:titleStyle>
    <p:bodyStyle>
      <a:lvl1pPr marL="365125" indent="-255905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bg1"/>
          </a:solidFill>
          <a:latin typeface="+mn-lt"/>
          <a:ea typeface="+mn-ea"/>
          <a:cs typeface="+mn-cs"/>
        </a:defRPr>
      </a:lvl1pPr>
      <a:lvl2pPr marL="621030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bg1"/>
          </a:solidFill>
          <a:latin typeface="+mn-lt"/>
          <a:ea typeface="+mn-ea"/>
          <a:cs typeface="+mn-cs"/>
        </a:defRPr>
      </a:lvl2pPr>
      <a:lvl3pPr marL="859155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bg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bg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bg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dirty="0"/>
              <a:t>Spanish I</a:t>
            </a:r>
          </a:p>
        </p:txBody>
      </p:sp>
      <p:sp>
        <p:nvSpPr>
          <p:cNvPr id="4" name="Content Placeholder 1"/>
          <p:cNvSpPr>
            <a:spLocks noGrp="1"/>
          </p:cNvSpPr>
          <p:nvPr/>
        </p:nvSpPr>
        <p:spPr>
          <a:xfrm>
            <a:off x="660400" y="2336483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>
            <a:lvl1pPr marL="365125" indent="-255905" algn="l" rtl="0" eaLnBrk="0" fontAlgn="base" hangingPunct="0">
              <a:spcBef>
                <a:spcPts val="400"/>
              </a:spcBef>
              <a:spcAft>
                <a:spcPct val="0"/>
              </a:spcAft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21030" indent="-228600" algn="l" rtl="0" eaLnBrk="0" fontAlgn="base" hangingPunct="0">
              <a:spcBef>
                <a:spcPts val="325"/>
              </a:spcBef>
              <a:spcAft>
                <a:spcPct val="0"/>
              </a:spcAft>
              <a:buClr>
                <a:schemeClr val="accent1"/>
              </a:buClr>
              <a:buFont typeface="Verdana" panose="020B0604030504040204" pitchFamily="34" charset="0"/>
              <a:buChar char="◦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9155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1430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371600" indent="-228600" algn="l" rtl="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3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6002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574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228600" algn="l" rtl="0" eaLnBrk="1" latinLnBrk="0" hangingPunct="1">
              <a:spcBef>
                <a:spcPts val="350"/>
              </a:spcBef>
              <a:buClr>
                <a:schemeClr val="accent3"/>
              </a:buClr>
              <a:buFont typeface="Wingdings 2" panose="05020102010507070707"/>
              <a:buChar char=""/>
              <a:defRPr kumimoji="0"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220" indent="0">
              <a:buNone/>
            </a:pPr>
            <a:r>
              <a:rPr lang="en-IN" altLang="en-US" sz="3200" dirty="0"/>
              <a:t>Los </a:t>
            </a:r>
            <a:r>
              <a:rPr lang="en-IN" altLang="en-US" sz="3200" dirty="0" err="1"/>
              <a:t>Números</a:t>
            </a:r>
            <a:r>
              <a:rPr lang="en-IN" altLang="en-US" sz="3200" dirty="0"/>
              <a:t> (Numbers)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dirty="0"/>
              <a:t>Cardinal Numbers  </a:t>
            </a:r>
          </a:p>
          <a:p>
            <a:r>
              <a:rPr lang="en-IN" altLang="en-US" dirty="0"/>
              <a:t>Ordinal Numbers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/>
              <a:t>Numbers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EF6B44-2989-865C-65DE-EE2D54CB2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095" y="914400"/>
            <a:ext cx="10972800" cy="6248400"/>
          </a:xfrm>
        </p:spPr>
        <p:txBody>
          <a:bodyPr/>
          <a:lstStyle/>
          <a:p>
            <a:r>
              <a:rPr lang="en-US" sz="3000" dirty="0"/>
              <a:t>1- UNO </a:t>
            </a:r>
          </a:p>
          <a:p>
            <a:r>
              <a:rPr lang="en-US" sz="3000" dirty="0"/>
              <a:t>2- DOS</a:t>
            </a:r>
          </a:p>
          <a:p>
            <a:r>
              <a:rPr lang="en-US" sz="3000" dirty="0"/>
              <a:t>3- TRES</a:t>
            </a:r>
          </a:p>
          <a:p>
            <a:r>
              <a:rPr lang="en-US" sz="3000" dirty="0"/>
              <a:t>4- CUATRO </a:t>
            </a:r>
          </a:p>
          <a:p>
            <a:r>
              <a:rPr lang="en-US" sz="3000" dirty="0"/>
              <a:t>5- CINCO</a:t>
            </a:r>
          </a:p>
          <a:p>
            <a:r>
              <a:rPr lang="en-US" sz="3000" dirty="0"/>
              <a:t>6- SEIS</a:t>
            </a:r>
          </a:p>
          <a:p>
            <a:r>
              <a:rPr lang="en-US" sz="3000" dirty="0"/>
              <a:t>7- SIETE</a:t>
            </a:r>
          </a:p>
          <a:p>
            <a:r>
              <a:rPr lang="en-US" sz="3000" dirty="0"/>
              <a:t>8- OCHO</a:t>
            </a:r>
          </a:p>
          <a:p>
            <a:r>
              <a:rPr lang="en-US" sz="3000" dirty="0"/>
              <a:t>9- NUEVE</a:t>
            </a:r>
          </a:p>
          <a:p>
            <a:r>
              <a:rPr lang="en-US" sz="3000" dirty="0"/>
              <a:t>10- DIEZ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6D32F-9076-F600-8952-BB5BD38B1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72867"/>
            <a:ext cx="10972800" cy="841533"/>
          </a:xfrm>
        </p:spPr>
        <p:txBody>
          <a:bodyPr>
            <a:normAutofit/>
          </a:bodyPr>
          <a:lstStyle/>
          <a:p>
            <a:r>
              <a:rPr lang="en-US" sz="4000" dirty="0"/>
              <a:t> Cardinal Numbers (1 to 10)</a:t>
            </a:r>
          </a:p>
        </p:txBody>
      </p:sp>
    </p:spTree>
    <p:extLst>
      <p:ext uri="{BB962C8B-B14F-4D97-AF65-F5344CB8AC3E}">
        <p14:creationId xmlns:p14="http://schemas.microsoft.com/office/powerpoint/2010/main" val="4029698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467D7A-C4F9-8282-A835-E71062B27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000" dirty="0"/>
              <a:t>11- ONCE</a:t>
            </a:r>
          </a:p>
          <a:p>
            <a:r>
              <a:rPr lang="en-US" sz="3000" dirty="0"/>
              <a:t>12- DOCE</a:t>
            </a:r>
          </a:p>
          <a:p>
            <a:r>
              <a:rPr lang="en-US" sz="3000" dirty="0"/>
              <a:t>13- TRECE</a:t>
            </a:r>
          </a:p>
          <a:p>
            <a:r>
              <a:rPr lang="en-US" sz="3000" dirty="0"/>
              <a:t>14- CATORCE</a:t>
            </a:r>
          </a:p>
          <a:p>
            <a:r>
              <a:rPr lang="en-US" sz="3000" dirty="0"/>
              <a:t>15- QUINCE</a:t>
            </a:r>
          </a:p>
          <a:p>
            <a:r>
              <a:rPr lang="en-US" sz="3000" dirty="0"/>
              <a:t>16- DIECISÉIS</a:t>
            </a:r>
          </a:p>
          <a:p>
            <a:r>
              <a:rPr lang="en-US" sz="3000" dirty="0"/>
              <a:t>17- DIECISIETE</a:t>
            </a:r>
          </a:p>
          <a:p>
            <a:r>
              <a:rPr lang="en-US" sz="3000" dirty="0"/>
              <a:t>18- DIECIOCHO</a:t>
            </a:r>
          </a:p>
          <a:p>
            <a:r>
              <a:rPr lang="en-US" sz="3000" dirty="0"/>
              <a:t>19- DIECINUEVE</a:t>
            </a:r>
          </a:p>
          <a:p>
            <a:r>
              <a:rPr lang="en-US" sz="3000" dirty="0"/>
              <a:t>20- VEINTE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8435ED-1089-BB7A-3199-2C2BEEEB4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Numbers (11-20)</a:t>
            </a:r>
          </a:p>
        </p:txBody>
      </p:sp>
    </p:spTree>
    <p:extLst>
      <p:ext uri="{BB962C8B-B14F-4D97-AF65-F5344CB8AC3E}">
        <p14:creationId xmlns:p14="http://schemas.microsoft.com/office/powerpoint/2010/main" val="1529415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028F7E-305D-4D34-F06B-C2D79CF3F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21- Veintiuno</a:t>
            </a:r>
            <a:endParaRPr lang="en-US" sz="3000" dirty="0"/>
          </a:p>
          <a:p>
            <a:r>
              <a:rPr lang="en-US" sz="3000" dirty="0"/>
              <a:t>22- </a:t>
            </a:r>
            <a:r>
              <a:rPr lang="en-US" sz="3000" dirty="0" err="1"/>
              <a:t>Veintid</a:t>
            </a:r>
            <a:r>
              <a:rPr lang="es-ES" sz="3000" dirty="0" err="1"/>
              <a:t>ós</a:t>
            </a:r>
            <a:endParaRPr lang="es-ES" sz="3000" dirty="0"/>
          </a:p>
          <a:p>
            <a:r>
              <a:rPr lang="es-ES" sz="3000" dirty="0"/>
              <a:t>23- Veintitrés</a:t>
            </a:r>
          </a:p>
          <a:p>
            <a:r>
              <a:rPr lang="es-ES" sz="3000" dirty="0"/>
              <a:t>24- Veinticuatro</a:t>
            </a:r>
          </a:p>
          <a:p>
            <a:r>
              <a:rPr lang="es-ES" sz="3000" dirty="0"/>
              <a:t>25- Veinticinco</a:t>
            </a:r>
          </a:p>
          <a:p>
            <a:r>
              <a:rPr lang="es-ES" sz="3000" dirty="0"/>
              <a:t>26- Veintiséis</a:t>
            </a:r>
          </a:p>
          <a:p>
            <a:r>
              <a:rPr lang="es-ES" sz="3000" dirty="0"/>
              <a:t>27- Veintisiete</a:t>
            </a:r>
          </a:p>
          <a:p>
            <a:r>
              <a:rPr lang="es-ES" sz="3000" dirty="0"/>
              <a:t>28- Veintiocho</a:t>
            </a:r>
          </a:p>
          <a:p>
            <a:r>
              <a:rPr lang="es-ES" sz="3000" dirty="0"/>
              <a:t>29- Veintinueve</a:t>
            </a:r>
          </a:p>
          <a:p>
            <a:r>
              <a:rPr lang="es-ES" sz="3000" dirty="0"/>
              <a:t>30- Treinta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74BF21-3EF0-A8B3-381C-1B4ECB00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(21-30)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549873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C12EBF-DF88-5FC2-36A7-772E6F650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31- Treinta y uno</a:t>
            </a:r>
          </a:p>
          <a:p>
            <a:r>
              <a:rPr lang="es-ES" sz="3000" dirty="0"/>
              <a:t>32- Treinta y dos </a:t>
            </a:r>
          </a:p>
          <a:p>
            <a:r>
              <a:rPr lang="es-ES" sz="3000" dirty="0"/>
              <a:t>33- Treinta y Tres</a:t>
            </a:r>
          </a:p>
          <a:p>
            <a:r>
              <a:rPr lang="es-ES" sz="3000" dirty="0"/>
              <a:t>34- Treinta y cuatro </a:t>
            </a:r>
          </a:p>
          <a:p>
            <a:r>
              <a:rPr lang="es-ES" sz="3000" dirty="0"/>
              <a:t>35- Treinta y cinco</a:t>
            </a:r>
          </a:p>
          <a:p>
            <a:r>
              <a:rPr lang="es-ES" sz="3000" dirty="0"/>
              <a:t>36- Treinta y seis</a:t>
            </a:r>
          </a:p>
          <a:p>
            <a:r>
              <a:rPr lang="es-ES" sz="3000" dirty="0"/>
              <a:t>37- Treinta y siete</a:t>
            </a:r>
          </a:p>
          <a:p>
            <a:r>
              <a:rPr lang="es-ES" sz="3000" dirty="0"/>
              <a:t>38- Treinta y ocho</a:t>
            </a:r>
          </a:p>
          <a:p>
            <a:r>
              <a:rPr lang="es-ES" sz="3000" dirty="0"/>
              <a:t>39- Treinta y nueve</a:t>
            </a:r>
          </a:p>
          <a:p>
            <a:r>
              <a:rPr lang="es-ES" sz="3000" dirty="0"/>
              <a:t>40- Cuarenta 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BB8AE8-01BE-98AD-E2D0-CFB101BFB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(31-40)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81632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794252F-94D1-7822-0B97-9C4D31993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41- Cuarenta y uno </a:t>
            </a:r>
          </a:p>
          <a:p>
            <a:r>
              <a:rPr lang="es-ES" sz="3000" dirty="0"/>
              <a:t>42- Cuarenta y dos</a:t>
            </a:r>
          </a:p>
          <a:p>
            <a:r>
              <a:rPr lang="es-ES" sz="3000" dirty="0"/>
              <a:t>43- Cuarenta y tres</a:t>
            </a:r>
          </a:p>
          <a:p>
            <a:r>
              <a:rPr lang="es-ES" sz="3000" dirty="0"/>
              <a:t>44- Cuarenta y cuatro</a:t>
            </a:r>
          </a:p>
          <a:p>
            <a:r>
              <a:rPr lang="es-ES" sz="3000" dirty="0"/>
              <a:t>45- Cuarenta y cinco</a:t>
            </a:r>
          </a:p>
          <a:p>
            <a:r>
              <a:rPr lang="es-ES" sz="3000" dirty="0"/>
              <a:t>46- Cuarenta y seis</a:t>
            </a:r>
          </a:p>
          <a:p>
            <a:r>
              <a:rPr lang="es-ES" sz="3000" dirty="0"/>
              <a:t>47- Cuarenta y siete</a:t>
            </a:r>
          </a:p>
          <a:p>
            <a:r>
              <a:rPr lang="es-ES" sz="3000" dirty="0"/>
              <a:t>48- Cuarenta y ocho </a:t>
            </a:r>
          </a:p>
          <a:p>
            <a:r>
              <a:rPr lang="es-ES" sz="3000" dirty="0"/>
              <a:t>49- Cuarenta y nueve</a:t>
            </a:r>
          </a:p>
          <a:p>
            <a:r>
              <a:rPr lang="es-ES" sz="3000" dirty="0"/>
              <a:t>50- Cincuenta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88E985-B2B2-E0BE-1CC0-9D4077BE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(41-50)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9431031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E4ACAC9-36C9-5E3E-414B-257A0233D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51- Cincuenta y uno </a:t>
            </a:r>
          </a:p>
          <a:p>
            <a:r>
              <a:rPr lang="es-ES" sz="3000" dirty="0"/>
              <a:t>52- Cincuenta y dos</a:t>
            </a:r>
          </a:p>
          <a:p>
            <a:r>
              <a:rPr lang="es-ES" sz="3000" dirty="0"/>
              <a:t>53- Cincuenta y tres</a:t>
            </a:r>
          </a:p>
          <a:p>
            <a:r>
              <a:rPr lang="es-ES" sz="3000" dirty="0"/>
              <a:t>54- Cincuenta y cuatro </a:t>
            </a:r>
          </a:p>
          <a:p>
            <a:r>
              <a:rPr lang="es-ES" sz="3000" dirty="0"/>
              <a:t>55- Cincuenta y cinco</a:t>
            </a:r>
          </a:p>
          <a:p>
            <a:r>
              <a:rPr lang="es-ES" sz="3000" dirty="0"/>
              <a:t>56- Cincuenta y seis</a:t>
            </a:r>
          </a:p>
          <a:p>
            <a:r>
              <a:rPr lang="es-ES" sz="3000" dirty="0"/>
              <a:t>57- Cincuenta y siete</a:t>
            </a:r>
          </a:p>
          <a:p>
            <a:r>
              <a:rPr lang="es-ES" sz="3000" dirty="0"/>
              <a:t>58- Cincuenta y ocho</a:t>
            </a:r>
          </a:p>
          <a:p>
            <a:r>
              <a:rPr lang="es-ES" sz="3000" dirty="0"/>
              <a:t>59- Cincuenta y nueve</a:t>
            </a:r>
          </a:p>
          <a:p>
            <a:r>
              <a:rPr lang="es-ES" sz="3000" dirty="0"/>
              <a:t>60- Sesenta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568561-1D2B-D946-1D0D-EB73C5A0C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(51-60)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03459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F8234-9DA3-0043-3EE6-32D8B4A1F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61- Sesenta y uno </a:t>
            </a:r>
          </a:p>
          <a:p>
            <a:r>
              <a:rPr lang="es-ES" sz="3000" dirty="0"/>
              <a:t>62- Sesenta y dos</a:t>
            </a:r>
          </a:p>
          <a:p>
            <a:r>
              <a:rPr lang="es-ES" sz="3000" dirty="0"/>
              <a:t>63- Sesenta y tres</a:t>
            </a:r>
          </a:p>
          <a:p>
            <a:r>
              <a:rPr lang="es-ES" sz="3000" dirty="0"/>
              <a:t>64- Sesenta y cuatro </a:t>
            </a:r>
          </a:p>
          <a:p>
            <a:r>
              <a:rPr lang="es-ES" sz="3000" dirty="0"/>
              <a:t>65- Sesenta y cinco</a:t>
            </a:r>
          </a:p>
          <a:p>
            <a:r>
              <a:rPr lang="es-ES" sz="3000" dirty="0"/>
              <a:t>66- Sesenta y seis </a:t>
            </a:r>
          </a:p>
          <a:p>
            <a:r>
              <a:rPr lang="es-ES" sz="3000" dirty="0"/>
              <a:t>67- Sesenta y siete</a:t>
            </a:r>
          </a:p>
          <a:p>
            <a:r>
              <a:rPr lang="es-ES" sz="3000" dirty="0"/>
              <a:t>68- Sesenta y ocho</a:t>
            </a:r>
          </a:p>
          <a:p>
            <a:r>
              <a:rPr lang="es-ES" sz="3000" dirty="0"/>
              <a:t>69- Sesenta y nueve</a:t>
            </a:r>
          </a:p>
          <a:p>
            <a:r>
              <a:rPr lang="es-ES" sz="3000" dirty="0"/>
              <a:t>70- Setenta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789EF3-D40D-0674-8C27-0B32F4E5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(61-70)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77040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B50911-54EB-A97A-3BCE-E0BA1390F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71- Setenta y uno</a:t>
            </a:r>
          </a:p>
          <a:p>
            <a:r>
              <a:rPr lang="es-ES" sz="3000" dirty="0"/>
              <a:t>72- Setenta y dos </a:t>
            </a:r>
          </a:p>
          <a:p>
            <a:r>
              <a:rPr lang="es-ES" sz="3000" dirty="0"/>
              <a:t>73- Setenta y tres </a:t>
            </a:r>
          </a:p>
          <a:p>
            <a:r>
              <a:rPr lang="es-ES" sz="3000" dirty="0"/>
              <a:t>74- Setenta y cuatro </a:t>
            </a:r>
          </a:p>
          <a:p>
            <a:r>
              <a:rPr lang="es-ES" sz="3000" dirty="0"/>
              <a:t>75- Setenta y cinco </a:t>
            </a:r>
          </a:p>
          <a:p>
            <a:r>
              <a:rPr lang="es-ES" sz="3000" dirty="0"/>
              <a:t>76- Setenta y seis </a:t>
            </a:r>
          </a:p>
          <a:p>
            <a:r>
              <a:rPr lang="es-ES" sz="3000" dirty="0"/>
              <a:t>77- Setenta y siete </a:t>
            </a:r>
          </a:p>
          <a:p>
            <a:r>
              <a:rPr lang="es-ES" sz="3000" dirty="0"/>
              <a:t>78- Setenta y ocho </a:t>
            </a:r>
          </a:p>
          <a:p>
            <a:r>
              <a:rPr lang="es-ES" sz="3000" dirty="0"/>
              <a:t>79- Setenta y nueve </a:t>
            </a:r>
          </a:p>
          <a:p>
            <a:r>
              <a:rPr lang="es-ES" sz="3000" dirty="0"/>
              <a:t>80- Ochenta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87EE6A-03E2-7E0D-CCFB-3C08F17A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(71-80)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248042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2D79A0-F258-692E-C80D-F14F6326D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81- Ochenta y uno </a:t>
            </a:r>
          </a:p>
          <a:p>
            <a:r>
              <a:rPr lang="es-ES" sz="3000" dirty="0"/>
              <a:t>82- Ochenta y dos </a:t>
            </a:r>
          </a:p>
          <a:p>
            <a:r>
              <a:rPr lang="es-ES" sz="3000" dirty="0"/>
              <a:t>83- Ochenta y tres</a:t>
            </a:r>
          </a:p>
          <a:p>
            <a:r>
              <a:rPr lang="es-ES" sz="3000" dirty="0"/>
              <a:t>84- Ochenta y cuatro </a:t>
            </a:r>
          </a:p>
          <a:p>
            <a:r>
              <a:rPr lang="es-ES" sz="3000" dirty="0"/>
              <a:t>85- Ochenta y cinco </a:t>
            </a:r>
          </a:p>
          <a:p>
            <a:r>
              <a:rPr lang="es-ES" sz="3000" dirty="0"/>
              <a:t>86- Ochenta y seis </a:t>
            </a:r>
          </a:p>
          <a:p>
            <a:r>
              <a:rPr lang="es-ES" sz="3000" dirty="0"/>
              <a:t>87- Ochenta y siete </a:t>
            </a:r>
          </a:p>
          <a:p>
            <a:r>
              <a:rPr lang="es-ES" sz="3000" dirty="0"/>
              <a:t>88- Ochenta y ocho </a:t>
            </a:r>
          </a:p>
          <a:p>
            <a:r>
              <a:rPr lang="es-ES" sz="3000" dirty="0"/>
              <a:t>89- Ochenta y nueve</a:t>
            </a:r>
          </a:p>
          <a:p>
            <a:r>
              <a:rPr lang="es-ES" sz="3000" dirty="0"/>
              <a:t>90- Noventa 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C1B3AC-B183-E75A-6CF4-67CFF7F45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(81-90)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224192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6C5D64-F241-FC54-98B7-904B3841E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91- Noventa y uno </a:t>
            </a:r>
          </a:p>
          <a:p>
            <a:r>
              <a:rPr lang="es-ES" sz="3000" dirty="0"/>
              <a:t>92- Noventa y dos</a:t>
            </a:r>
          </a:p>
          <a:p>
            <a:r>
              <a:rPr lang="es-ES" sz="3000" dirty="0"/>
              <a:t>93- Noventa y tres</a:t>
            </a:r>
          </a:p>
          <a:p>
            <a:r>
              <a:rPr lang="es-ES" sz="3000" dirty="0"/>
              <a:t>94- Noventa y cuatro </a:t>
            </a:r>
          </a:p>
          <a:p>
            <a:r>
              <a:rPr lang="es-ES" sz="3000" dirty="0"/>
              <a:t>95- Noventa y cinco </a:t>
            </a:r>
          </a:p>
          <a:p>
            <a:r>
              <a:rPr lang="es-ES" sz="3000" dirty="0"/>
              <a:t>96- Noventa y seis </a:t>
            </a:r>
          </a:p>
          <a:p>
            <a:r>
              <a:rPr lang="es-ES" sz="3000" dirty="0"/>
              <a:t>97- Noventa y siete </a:t>
            </a:r>
          </a:p>
          <a:p>
            <a:r>
              <a:rPr lang="es-ES" sz="3000" dirty="0"/>
              <a:t>98- Noventa y ocho </a:t>
            </a:r>
          </a:p>
          <a:p>
            <a:r>
              <a:rPr lang="es-ES" sz="3000" dirty="0"/>
              <a:t>99- Noventa y nueve </a:t>
            </a:r>
          </a:p>
          <a:p>
            <a:r>
              <a:rPr lang="es-ES" sz="3000" dirty="0"/>
              <a:t>100- Cien</a:t>
            </a:r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B75ADE-7338-81AF-9FDD-BCDDEF162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 err="1"/>
              <a:t>Numbers</a:t>
            </a:r>
            <a:r>
              <a:rPr lang="es-ES" sz="4000" dirty="0"/>
              <a:t> (91-100)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673834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056601-4CC1-CF10-A115-947CD0213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52170" indent="-742950">
              <a:buAutoNum type="arabicParenR"/>
            </a:pPr>
            <a:r>
              <a:rPr lang="es-ES" dirty="0"/>
              <a:t>Nueve </a:t>
            </a:r>
            <a:r>
              <a:rPr lang="hi-IN" dirty="0"/>
              <a:t>+ </a:t>
            </a:r>
            <a:r>
              <a:rPr lang="es-ES" dirty="0"/>
              <a:t>Ocho </a:t>
            </a:r>
            <a:r>
              <a:rPr lang="en-US" dirty="0"/>
              <a:t>= </a:t>
            </a:r>
            <a:r>
              <a:rPr lang="en-US" u="sng" dirty="0" err="1"/>
              <a:t>Diecisiete</a:t>
            </a:r>
            <a:endParaRPr lang="en-US" u="sng" dirty="0"/>
          </a:p>
          <a:p>
            <a:pPr marL="852170" indent="-742950">
              <a:buAutoNum type="arabicParenR"/>
            </a:pPr>
            <a:r>
              <a:rPr lang="en-US" dirty="0"/>
              <a:t>Cinco + Tres = </a:t>
            </a:r>
            <a:r>
              <a:rPr lang="en-US" u="sng" dirty="0" err="1"/>
              <a:t>Ocho</a:t>
            </a:r>
            <a:endParaRPr lang="en-US" u="sng" dirty="0"/>
          </a:p>
          <a:p>
            <a:pPr marL="852170" indent="-742950">
              <a:buFont typeface="Wingdings 3" panose="05040102010807070707" pitchFamily="18" charset="2"/>
              <a:buAutoNum type="arabicParenR"/>
            </a:pPr>
            <a:r>
              <a:rPr lang="en-US" dirty="0"/>
              <a:t>Treinta y dos + Tres = </a:t>
            </a:r>
            <a:r>
              <a:rPr lang="en-US" u="sng" dirty="0"/>
              <a:t>Treinta y </a:t>
            </a:r>
            <a:r>
              <a:rPr lang="en-US" u="sng" dirty="0" err="1"/>
              <a:t>cinco</a:t>
            </a:r>
            <a:endParaRPr lang="en-US" u="sng" dirty="0"/>
          </a:p>
          <a:p>
            <a:pPr marL="852170" indent="-742950">
              <a:buFont typeface="Wingdings 3" panose="05040102010807070707" pitchFamily="18" charset="2"/>
              <a:buAutoNum type="arabicParenR"/>
            </a:pPr>
            <a:r>
              <a:rPr lang="en-US" dirty="0" err="1"/>
              <a:t>Noventa</a:t>
            </a:r>
            <a:r>
              <a:rPr lang="en-US" dirty="0"/>
              <a:t> y </a:t>
            </a:r>
            <a:r>
              <a:rPr lang="en-US" dirty="0" err="1"/>
              <a:t>nueve</a:t>
            </a:r>
            <a:r>
              <a:rPr lang="en-US" dirty="0"/>
              <a:t> + Uno = </a:t>
            </a:r>
            <a:r>
              <a:rPr lang="en-US" u="sng" dirty="0" err="1"/>
              <a:t>Cien</a:t>
            </a:r>
            <a:r>
              <a:rPr lang="en-US" u="sng" dirty="0"/>
              <a:t> </a:t>
            </a:r>
          </a:p>
          <a:p>
            <a:pPr marL="852170" indent="-742950">
              <a:buFont typeface="Wingdings 3" panose="05040102010807070707" pitchFamily="18" charset="2"/>
              <a:buAutoNum type="arabicParenR"/>
            </a:pPr>
            <a:r>
              <a:rPr lang="en-US" dirty="0" err="1"/>
              <a:t>Siete</a:t>
            </a:r>
            <a:r>
              <a:rPr lang="en-US" dirty="0"/>
              <a:t> + </a:t>
            </a:r>
            <a:r>
              <a:rPr lang="en-US" dirty="0" err="1"/>
              <a:t>Ocho</a:t>
            </a:r>
            <a:r>
              <a:rPr lang="en-US" dirty="0"/>
              <a:t> = </a:t>
            </a:r>
            <a:r>
              <a:rPr lang="en-US" u="sng" dirty="0"/>
              <a:t>Quince </a:t>
            </a:r>
          </a:p>
          <a:p>
            <a:pPr marL="109220" indent="0">
              <a:buNone/>
            </a:pPr>
            <a:endParaRPr lang="en-US" u="sng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ACC725-6B9F-0EE4-98E4-6FCEFA9C3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Exercises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91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F97238-8FBA-9CDD-EA85-0BA459AAD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Tell me your mobile number in Spanish. </a:t>
            </a:r>
          </a:p>
          <a:p>
            <a:endParaRPr lang="en-US" dirty="0"/>
          </a:p>
          <a:p>
            <a:pPr marL="109220" indent="0">
              <a:buNone/>
            </a:pPr>
            <a:r>
              <a:rPr lang="en-US" dirty="0"/>
              <a:t>Mi n</a:t>
            </a:r>
            <a:r>
              <a:rPr lang="es-ES" dirty="0"/>
              <a:t>ú</a:t>
            </a:r>
            <a:r>
              <a:rPr lang="en-US" dirty="0" err="1"/>
              <a:t>mero</a:t>
            </a:r>
            <a:r>
              <a:rPr lang="en-US" dirty="0"/>
              <a:t> de </a:t>
            </a:r>
            <a:r>
              <a:rPr lang="en-US" dirty="0" err="1"/>
              <a:t>telefóno</a:t>
            </a:r>
            <a:r>
              <a:rPr lang="en-US" dirty="0"/>
              <a:t> es ___________________.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BA822B-AA94-0B4A-23F2-82A355CD4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</a:t>
            </a:r>
          </a:p>
        </p:txBody>
      </p:sp>
    </p:spTree>
    <p:extLst>
      <p:ext uri="{BB962C8B-B14F-4D97-AF65-F5344CB8AC3E}">
        <p14:creationId xmlns:p14="http://schemas.microsoft.com/office/powerpoint/2010/main" val="21213458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2F55208-0AB2-E9A2-2019-83B2E78BD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200- Dos cientos </a:t>
            </a:r>
          </a:p>
          <a:p>
            <a:r>
              <a:rPr lang="es-ES" sz="3000" dirty="0"/>
              <a:t>300- Tres cientos </a:t>
            </a:r>
          </a:p>
          <a:p>
            <a:r>
              <a:rPr lang="es-ES" sz="3000" dirty="0"/>
              <a:t>400- Cuatro cientos </a:t>
            </a:r>
          </a:p>
          <a:p>
            <a:r>
              <a:rPr lang="es-ES" sz="3000" dirty="0"/>
              <a:t>500- Quinientos </a:t>
            </a:r>
          </a:p>
          <a:p>
            <a:r>
              <a:rPr lang="es-ES" sz="3000" dirty="0"/>
              <a:t>600- Seis cientos </a:t>
            </a:r>
          </a:p>
          <a:p>
            <a:r>
              <a:rPr lang="es-ES" sz="3000" dirty="0"/>
              <a:t>700- Siete cientos </a:t>
            </a:r>
          </a:p>
          <a:p>
            <a:r>
              <a:rPr lang="es-ES" sz="3000" dirty="0"/>
              <a:t>800- Ocho cientos </a:t>
            </a:r>
          </a:p>
          <a:p>
            <a:r>
              <a:rPr lang="es-ES" sz="3000" dirty="0"/>
              <a:t>900- Novecientos </a:t>
            </a:r>
          </a:p>
          <a:p>
            <a:r>
              <a:rPr lang="es-ES" sz="3000" dirty="0"/>
              <a:t>1000- Mil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E73261D-4690-0A31-4AA4-8B8C2F6E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000" dirty="0"/>
              <a:t>More </a:t>
            </a:r>
            <a:r>
              <a:rPr lang="es-ES" sz="4000" dirty="0" err="1"/>
              <a:t>Numbers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458535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23BE3F-74E2-1B8D-80C2-060EABD21E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2000- Dos mil</a:t>
            </a:r>
          </a:p>
          <a:p>
            <a:r>
              <a:rPr lang="es-ES" dirty="0"/>
              <a:t>3000- Tres mil</a:t>
            </a:r>
          </a:p>
          <a:p>
            <a:r>
              <a:rPr lang="en-US" dirty="0"/>
              <a:t>10.00.000- Un </a:t>
            </a:r>
            <a:r>
              <a:rPr lang="en-US" dirty="0" err="1"/>
              <a:t>millón</a:t>
            </a:r>
            <a:endParaRPr lang="en-US" dirty="0"/>
          </a:p>
          <a:p>
            <a:r>
              <a:rPr lang="en-US" dirty="0"/>
              <a:t>20.00.000- Dos </a:t>
            </a:r>
            <a:r>
              <a:rPr lang="en-US" dirty="0" err="1"/>
              <a:t>millones</a:t>
            </a:r>
            <a:endParaRPr lang="en-US" dirty="0"/>
          </a:p>
          <a:p>
            <a:r>
              <a:rPr lang="en-US" dirty="0"/>
              <a:t>50.00.000- Cinco </a:t>
            </a:r>
            <a:r>
              <a:rPr lang="en-US" dirty="0" err="1"/>
              <a:t>millones</a:t>
            </a:r>
            <a:r>
              <a:rPr lang="en-US" dirty="0"/>
              <a:t> </a:t>
            </a:r>
          </a:p>
          <a:p>
            <a:endParaRPr lang="es-E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FAFA44-0C06-D4E5-FB3D-AECB8DD1B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More </a:t>
            </a:r>
            <a:r>
              <a:rPr lang="es-ES" dirty="0" err="1"/>
              <a:t>Numbers</a:t>
            </a:r>
            <a:r>
              <a:rPr lang="es-E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26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6D6042-A46A-62BC-269B-02986C3A7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sz="3000" dirty="0"/>
              <a:t>1st- Primero </a:t>
            </a:r>
          </a:p>
          <a:p>
            <a:r>
              <a:rPr lang="es-ES" sz="3000" dirty="0"/>
              <a:t>2nd- Segundo </a:t>
            </a:r>
          </a:p>
          <a:p>
            <a:r>
              <a:rPr lang="es-ES" sz="3000" dirty="0"/>
              <a:t>3rd- Tercero</a:t>
            </a:r>
          </a:p>
          <a:p>
            <a:r>
              <a:rPr lang="es-ES" sz="3000" dirty="0"/>
              <a:t>4th- Cuarto</a:t>
            </a:r>
          </a:p>
          <a:p>
            <a:r>
              <a:rPr lang="es-ES" sz="3000" dirty="0"/>
              <a:t>5th- Quinto</a:t>
            </a:r>
          </a:p>
          <a:p>
            <a:r>
              <a:rPr lang="es-ES" sz="3000" dirty="0"/>
              <a:t>6th- Sexto</a:t>
            </a:r>
          </a:p>
          <a:p>
            <a:r>
              <a:rPr lang="es-ES" sz="3000" dirty="0"/>
              <a:t>7th- Séptimo </a:t>
            </a:r>
          </a:p>
          <a:p>
            <a:r>
              <a:rPr lang="es-ES" sz="3000" dirty="0"/>
              <a:t>8th- Octavo </a:t>
            </a:r>
          </a:p>
          <a:p>
            <a:r>
              <a:rPr lang="es-ES" sz="3000" dirty="0"/>
              <a:t>9th- Noveno </a:t>
            </a:r>
          </a:p>
          <a:p>
            <a:r>
              <a:rPr lang="es-ES" sz="3000" dirty="0"/>
              <a:t>10th- Décimo </a:t>
            </a:r>
          </a:p>
          <a:p>
            <a:endParaRPr lang="en-US" sz="3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307607-971C-4B2D-7F82-1D4BC46BB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z="4000" dirty="0" err="1"/>
              <a:t>Numbers</a:t>
            </a:r>
            <a:r>
              <a:rPr lang="es-ES" dirty="0"/>
              <a:t> (Ordinal)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1147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altLang="en-US" sz="3200" dirty="0"/>
              <a:t>Cardinal Numbers </a:t>
            </a:r>
          </a:p>
          <a:p>
            <a:r>
              <a:rPr lang="en-IN" altLang="en-US" sz="3200" dirty="0"/>
              <a:t>Ordinal Numbers </a:t>
            </a:r>
          </a:p>
          <a:p>
            <a:r>
              <a:rPr lang="en-IN" altLang="en-US" sz="3200" dirty="0"/>
              <a:t>Exercises </a:t>
            </a:r>
          </a:p>
          <a:p>
            <a:pPr marL="109220" indent="0" algn="just">
              <a:buNone/>
            </a:pP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  <a:p>
            <a:pPr marL="109220" indent="0">
              <a:buNone/>
            </a:pPr>
            <a:endParaRPr lang="en-IN" altLang="en-US" sz="32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altLang="en-US" sz="4000" dirty="0"/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3" grpId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9674</TotalTime>
  <Words>506</Words>
  <Application>Microsoft Macintosh PowerPoint</Application>
  <PresentationFormat>Widescreen</PresentationFormat>
  <Paragraphs>158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Arial Black</vt:lpstr>
      <vt:lpstr>Calibri</vt:lpstr>
      <vt:lpstr>Lucida Sans Unicode</vt:lpstr>
      <vt:lpstr>Verdana</vt:lpstr>
      <vt:lpstr>Wingdings 2</vt:lpstr>
      <vt:lpstr>Wingdings 3</vt:lpstr>
      <vt:lpstr>Concourse</vt:lpstr>
      <vt:lpstr>Spanish I</vt:lpstr>
      <vt:lpstr>Numbers </vt:lpstr>
      <vt:lpstr> Cardinal Numbers (1 to 10)</vt:lpstr>
      <vt:lpstr>Numbers (11-20)</vt:lpstr>
      <vt:lpstr>Numbers (21-30)</vt:lpstr>
      <vt:lpstr>Numbers (31-40)</vt:lpstr>
      <vt:lpstr>Numbers (41-50)</vt:lpstr>
      <vt:lpstr>Numbers (51-60)</vt:lpstr>
      <vt:lpstr>Numbers (61-70)</vt:lpstr>
      <vt:lpstr>Numbers (71-80)</vt:lpstr>
      <vt:lpstr>Numbers (81-90)</vt:lpstr>
      <vt:lpstr>Numbers (91-100)</vt:lpstr>
      <vt:lpstr>Exercises</vt:lpstr>
      <vt:lpstr>Exercise </vt:lpstr>
      <vt:lpstr>More Numbers</vt:lpstr>
      <vt:lpstr>More Numbers </vt:lpstr>
      <vt:lpstr>Numbers (Ordinal)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Subject pronouns</dc:title>
  <dc:creator>Shilpi Gupta</dc:creator>
  <cp:lastModifiedBy>Apoorva Karnwal</cp:lastModifiedBy>
  <cp:revision>151</cp:revision>
  <dcterms:created xsi:type="dcterms:W3CDTF">2007-10-19T05:42:00Z</dcterms:created>
  <dcterms:modified xsi:type="dcterms:W3CDTF">2025-01-28T17:16:12Z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23D8D464D3DE4274B7E58EBE81E74B16_13</vt:lpwstr>
  </property>
  <property fmtid="{D5CDD505-2E9C-101B-9397-08002B2CF9AE}" pid="3" name="KSOProductBuildVer">
    <vt:lpwstr>1033-12.2.0.13472</vt:lpwstr>
  </property>
</Properties>
</file>