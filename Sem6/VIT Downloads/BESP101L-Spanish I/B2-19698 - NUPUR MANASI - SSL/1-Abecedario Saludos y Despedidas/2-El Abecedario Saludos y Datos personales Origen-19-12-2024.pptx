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93" r:id="rId2"/>
    <p:sldId id="295" r:id="rId3"/>
    <p:sldId id="29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DF7D1E02-A736-4A2B-AE2F-993701FA96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9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81CD07-BA4C-4440-A435-9F49BA37B1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43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DE119C7B-28BC-49CD-8A1B-31A247DBBA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29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8A27EF-32D0-4DDC-B180-771C6B1BD96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77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E4FD1-B885-45A5-9A8F-47B3D0C182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16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DBC9C-4612-4DB5-A5A0-339FBB5035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662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030E7-FA14-4F2D-AD69-304C0D39C45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25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0F0F74-D964-44D2-9E5E-CC63C535AFC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08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2CA9F6-2CD3-4D61-8FE1-9B06C41DB0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73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B5E23-4A27-4C48-908C-69C8ABC2E8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17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65F798-3624-4926-B5C9-ABC423C0D9F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8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4036E268-729C-44F8-9AB5-2D85B3ED22E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45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0C6958C4-77FD-B497-33CD-38DD16D8F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825" y="228601"/>
            <a:ext cx="8534400" cy="1141413"/>
          </a:xfrm>
        </p:spPr>
        <p:txBody>
          <a:bodyPr/>
          <a:lstStyle/>
          <a:p>
            <a:r>
              <a:rPr lang="es-ES" altLang="en-US" b="1" dirty="0">
                <a:solidFill>
                  <a:srgbClr val="FF0000"/>
                </a:solidFill>
              </a:rPr>
              <a:t>Saludos y despedidas</a:t>
            </a:r>
            <a:endParaRPr lang="en-IN" altLang="en-US" b="1" dirty="0">
              <a:solidFill>
                <a:srgbClr val="FF0000"/>
              </a:solidFill>
            </a:endParaRP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4D80E79A-0D82-5379-F202-3DE99965E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6550" y="1531938"/>
            <a:ext cx="4572000" cy="5334000"/>
          </a:xfrm>
        </p:spPr>
        <p:txBody>
          <a:bodyPr/>
          <a:lstStyle/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¡Hola!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¡Buenos Días/ Tardes/ Noches! 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¿Cómo te llamas?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Me llamo …………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¿De dónde eres?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Yo soy de …………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¿Cómo estás?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Estoy bien/ Muy bien/ Mal/ Muy mal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¿Cuántos años tienes? 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Tengo …….. Años. </a:t>
            </a:r>
          </a:p>
          <a:p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¿Qué haces?</a:t>
            </a:r>
            <a:endParaRPr lang="en-IN" altLang="en-U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  <a:p>
            <a:r>
              <a:rPr lang="en-IN" altLang="en-U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Soy </a:t>
            </a:r>
            <a:r>
              <a:rPr lang="en-IN" altLang="en-US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estudiante</a:t>
            </a:r>
            <a:r>
              <a:rPr lang="en-IN" altLang="en-US" dirty="0">
                <a:solidFill>
                  <a:srgbClr val="0070C0"/>
                </a:solidFill>
                <a:latin typeface="Bahnschrift SemiBold" panose="020B0502040204020203" pitchFamily="34" charset="0"/>
              </a:rPr>
              <a:t>/ </a:t>
            </a:r>
            <a:r>
              <a:rPr lang="en-IN" altLang="en-US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ingeniero</a:t>
            </a:r>
            <a:r>
              <a:rPr lang="en-IN" altLang="en-US" dirty="0">
                <a:solidFill>
                  <a:srgbClr val="0070C0"/>
                </a:solidFill>
                <a:latin typeface="Bahnschrift SemiBold" panose="020B0502040204020203" pitchFamily="34" charset="0"/>
              </a:rPr>
              <a:t>.</a:t>
            </a:r>
            <a:endParaRPr lang="en-IN" altLang="en-US" dirty="0">
              <a:latin typeface="Bahnschrift SemiBold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s-ES" altLang="en-US" sz="2800" dirty="0">
              <a:latin typeface="Bahnschrift SemiBold" panose="020B0502040204020203" pitchFamily="34" charset="0"/>
            </a:endParaRPr>
          </a:p>
        </p:txBody>
      </p:sp>
      <p:sp>
        <p:nvSpPr>
          <p:cNvPr id="70660" name="Content Placeholder 2">
            <a:extLst>
              <a:ext uri="{FF2B5EF4-FFF2-40B4-BE49-F238E27FC236}">
                <a16:creationId xmlns:a16="http://schemas.microsoft.com/office/drawing/2014/main" id="{B2CAE189-D3FF-D53C-E76C-60E7045ECD28}"/>
              </a:ext>
            </a:extLst>
          </p:cNvPr>
          <p:cNvSpPr txBox="1">
            <a:spLocks/>
          </p:cNvSpPr>
          <p:nvPr/>
        </p:nvSpPr>
        <p:spPr bwMode="auto">
          <a:xfrm>
            <a:off x="6477001" y="1531938"/>
            <a:ext cx="387191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Hello</a:t>
            </a:r>
            <a:endParaRPr lang="es-ES" altLang="en-US" sz="20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Good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Morning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/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Evening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/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Night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.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What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is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your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name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?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My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name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is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…………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Where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are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you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from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?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I am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from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…………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How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are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you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?</a:t>
            </a:r>
            <a:endParaRPr lang="en-IN" altLang="en-US" sz="20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  <a:p>
            <a:pPr defTabSz="457200" eaLnBrk="0" fontAlgn="base" hangingPunct="0">
              <a:spcAft>
                <a:spcPct val="0"/>
              </a:spcAft>
            </a:pPr>
            <a:r>
              <a:rPr lang="en-IN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I am Good/ very good/ not good/ not at all good</a:t>
            </a:r>
            <a:endParaRPr lang="es-ES" altLang="en-US" sz="20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What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is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your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age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?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I am ……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years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old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. 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What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do </a:t>
            </a:r>
            <a:r>
              <a:rPr lang="es-ES" altLang="en-US" sz="20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you</a:t>
            </a:r>
            <a:r>
              <a:rPr lang="es-ES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 do?</a:t>
            </a:r>
          </a:p>
          <a:p>
            <a:pPr defTabSz="457200" eaLnBrk="0" fontAlgn="base" hangingPunct="0">
              <a:spcAft>
                <a:spcPct val="0"/>
              </a:spcAft>
            </a:pPr>
            <a:r>
              <a:rPr lang="en-IN" altLang="en-US" sz="20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I am a student/ engineer.</a:t>
            </a:r>
          </a:p>
          <a:p>
            <a:pPr defTabSz="457200" eaLnBrk="0" fontAlgn="base" hangingPunct="0">
              <a:spcAft>
                <a:spcPct val="0"/>
              </a:spcAft>
            </a:pPr>
            <a:endParaRPr lang="en-IN" altLang="en-US" sz="2800" dirty="0">
              <a:latin typeface="Bahnschrift SemiBold" panose="020B0502040204020203" pitchFamily="34" charset="0"/>
            </a:endParaRPr>
          </a:p>
          <a:p>
            <a:pPr defTabSz="457200" eaLnBrk="0" fontAlgn="base" hangingPunct="0">
              <a:spcAft>
                <a:spcPct val="0"/>
              </a:spcAft>
            </a:pPr>
            <a:endParaRPr lang="es-ES" altLang="en-US" sz="2800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57AF-784C-0FFC-F6BD-57160B2B6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609601"/>
            <a:ext cx="8305800" cy="52863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Hasta Ma</a:t>
            </a:r>
            <a:r>
              <a:rPr lang="es-ES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ñana</a:t>
            </a:r>
            <a:r>
              <a:rPr lang="es-ES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- </a:t>
            </a:r>
            <a:r>
              <a:rPr lang="es-ES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See</a:t>
            </a:r>
            <a:r>
              <a:rPr lang="es-ES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 </a:t>
            </a:r>
            <a:r>
              <a:rPr lang="es-ES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you</a:t>
            </a:r>
            <a:r>
              <a:rPr lang="es-ES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 </a:t>
            </a:r>
            <a:r>
              <a:rPr lang="es-ES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tomorrow</a:t>
            </a:r>
            <a:endParaRPr lang="es-ES" sz="2800" dirty="0">
              <a:solidFill>
                <a:schemeClr val="accent6"/>
              </a:solidFill>
              <a:latin typeface="Bahnschrift SemiBold" panose="020B0502040204020203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Hasta Luego</a:t>
            </a: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- See you later</a:t>
            </a:r>
          </a:p>
          <a:p>
            <a:pPr>
              <a:lnSpc>
                <a:spcPct val="150000"/>
              </a:lnSpc>
              <a:defRPr/>
            </a:pP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Hasta Pronto- See you soon</a:t>
            </a:r>
          </a:p>
          <a:p>
            <a:pPr>
              <a:lnSpc>
                <a:spcPct val="150000"/>
              </a:lnSpc>
              <a:defRPr/>
            </a:pP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Chao- Bye (informal)</a:t>
            </a:r>
          </a:p>
          <a:p>
            <a:pPr>
              <a:lnSpc>
                <a:spcPct val="150000"/>
              </a:lnSpc>
              <a:defRPr/>
            </a:pPr>
            <a:r>
              <a:rPr lang="en-IN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Adiós</a:t>
            </a: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- Good bye</a:t>
            </a:r>
          </a:p>
          <a:p>
            <a:pPr>
              <a:lnSpc>
                <a:spcPct val="150000"/>
              </a:lnSpc>
              <a:defRPr/>
            </a:pPr>
            <a:r>
              <a:rPr lang="en-IN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Mucho</a:t>
            </a: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 Gusto- Nice to meet you</a:t>
            </a:r>
          </a:p>
          <a:p>
            <a:pPr>
              <a:lnSpc>
                <a:spcPct val="150000"/>
              </a:lnSpc>
              <a:defRPr/>
            </a:pPr>
            <a:r>
              <a:rPr lang="en-IN" sz="2800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Encantado</a:t>
            </a:r>
            <a:r>
              <a:rPr lang="en-IN" sz="2800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/a- Pleased to meet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8FF8-F2E3-0EB9-00B8-D110AB59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Additional</a:t>
            </a:r>
            <a:r>
              <a:rPr lang="es-ES" dirty="0"/>
              <a:t> </a:t>
            </a:r>
            <a:r>
              <a:rPr lang="es-ES" dirty="0" err="1"/>
              <a:t>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8893-89F9-B16B-C4FA-E0559177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¿Cómo se llama tu padre?</a:t>
            </a:r>
          </a:p>
          <a:p>
            <a:r>
              <a:rPr lang="es-ES" dirty="0"/>
              <a:t>¿Cómo está tu madre?</a:t>
            </a:r>
          </a:p>
          <a:p>
            <a:r>
              <a:rPr lang="es-ES" dirty="0"/>
              <a:t>¿Qué hace tu hermano?</a:t>
            </a:r>
          </a:p>
          <a:p>
            <a:r>
              <a:rPr lang="es-ES" dirty="0"/>
              <a:t>¿De dónde es tu madre?</a:t>
            </a:r>
          </a:p>
          <a:p>
            <a:r>
              <a:rPr lang="es-ES" dirty="0"/>
              <a:t>¿Cómo se llama tu mejor amigo?</a:t>
            </a:r>
          </a:p>
          <a:p>
            <a:r>
              <a:rPr lang="es-ES" dirty="0"/>
              <a:t>¿Cuántos años tiene tu hermana?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5464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</TotalTime>
  <Words>211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Bahnschrift SemiBold</vt:lpstr>
      <vt:lpstr>Rockwell</vt:lpstr>
      <vt:lpstr>Rockwell Condensed</vt:lpstr>
      <vt:lpstr>Wingdings</vt:lpstr>
      <vt:lpstr>Wood Type</vt:lpstr>
      <vt:lpstr>Saludos y despedidas</vt:lpstr>
      <vt:lpstr>PowerPoint Presentation</vt:lpstr>
      <vt:lpstr>Additional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oneself </dc:title>
  <dc:creator>Nupur Manasi</dc:creator>
  <cp:lastModifiedBy>Nupur Manasi</cp:lastModifiedBy>
  <cp:revision>2</cp:revision>
  <dcterms:created xsi:type="dcterms:W3CDTF">2023-07-26T09:12:40Z</dcterms:created>
  <dcterms:modified xsi:type="dcterms:W3CDTF">2024-01-16T18:04:52Z</dcterms:modified>
</cp:coreProperties>
</file>