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7" r:id="rId3"/>
    <p:sldId id="269" r:id="rId4"/>
    <p:sldId id="260" r:id="rId5"/>
    <p:sldId id="261" r:id="rId6"/>
    <p:sldId id="268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FF99"/>
    <a:srgbClr val="FF6699"/>
    <a:srgbClr val="0033CC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1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33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16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7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307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14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6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62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5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3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0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07588-6024-4FC1-99C0-A4F319291DD7}" type="datetimeFigureOut">
              <a:rPr lang="en-US" smtClean="0"/>
              <a:t>7/25/2024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217CF-1443-481E-940F-D79B341C7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9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90918" y="578224"/>
            <a:ext cx="662940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Verb</a:t>
            </a:r>
          </a:p>
          <a:p>
            <a:pPr algn="ctr"/>
            <a:r>
              <a:rPr lang="en-US" sz="1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Ser-</a:t>
            </a:r>
          </a:p>
          <a:p>
            <a:pPr algn="ctr"/>
            <a:r>
              <a:rPr lang="en-US" sz="125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</a:t>
            </a:r>
          </a:p>
        </p:txBody>
      </p:sp>
    </p:spTree>
    <p:extLst>
      <p:ext uri="{BB962C8B-B14F-4D97-AF65-F5344CB8AC3E}">
        <p14:creationId xmlns:p14="http://schemas.microsoft.com/office/powerpoint/2010/main" val="361593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257" y="161366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Question</a:t>
            </a: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does learning how to conjugate the verb “</a:t>
            </a:r>
            <a:r>
              <a:rPr lang="en-US" sz="5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r>
              <a:rPr lang="en-US" sz="5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 me communicate more effectively. </a:t>
            </a:r>
          </a:p>
          <a:p>
            <a:pPr algn="ctr"/>
            <a:endParaRPr lang="en-US" sz="5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7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8257" y="161366"/>
            <a:ext cx="9144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400" indent="-914400">
              <a:buAutoNum type="alphaUcPeriod"/>
            </a:pP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subject pronouns.</a:t>
            </a:r>
          </a:p>
          <a:p>
            <a:pPr marL="914400" indent="-914400">
              <a:buAutoNum type="alphaUcPeriod"/>
            </a:pP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Conjugate the verb “ser”.</a:t>
            </a:r>
          </a:p>
          <a:p>
            <a:pPr marL="914400" indent="-914400">
              <a:buAutoNum type="alphaUcPeriod"/>
            </a:pPr>
            <a:r>
              <a:rPr lang="en-US" sz="5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simple sentences.</a:t>
            </a:r>
          </a:p>
          <a:p>
            <a:pPr algn="ctr"/>
            <a:endParaRPr lang="en-US" sz="5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93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494" y="188259"/>
            <a:ext cx="8606117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Let’s compare and contrast the English and the Spanish subject pronoun charts. </a:t>
            </a:r>
          </a:p>
        </p:txBody>
      </p:sp>
    </p:spTree>
    <p:extLst>
      <p:ext uri="{BB962C8B-B14F-4D97-AF65-F5344CB8AC3E}">
        <p14:creationId xmlns:p14="http://schemas.microsoft.com/office/powerpoint/2010/main" val="164579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795750"/>
              </p:ext>
            </p:extLst>
          </p:nvPr>
        </p:nvGraphicFramePr>
        <p:xfrm>
          <a:off x="383241" y="2121932"/>
          <a:ext cx="8229600" cy="446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Vosotros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04800" y="142607"/>
            <a:ext cx="8534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The Spanish subject pronouns work </a:t>
            </a:r>
          </a:p>
          <a:p>
            <a:r>
              <a:rPr lang="en-US" sz="3200" dirty="0"/>
              <a:t>the same as the English pronouns.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7526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7642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3006770"/>
            <a:ext cx="81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694" y="4249272"/>
            <a:ext cx="132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tú (familiar)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241" y="5402401"/>
            <a:ext cx="1465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él</a:t>
            </a:r>
          </a:p>
          <a:p>
            <a:r>
              <a:rPr lang="en-US" dirty="0"/>
              <a:t>ella</a:t>
            </a:r>
          </a:p>
          <a:p>
            <a:r>
              <a:rPr lang="en-US" dirty="0"/>
              <a:t>Maria</a:t>
            </a:r>
          </a:p>
          <a:p>
            <a:r>
              <a:rPr lang="en-US" dirty="0"/>
              <a:t>Usted(polite)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9916" y="3006770"/>
            <a:ext cx="1734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 err="1"/>
              <a:t>Nosotros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07272" y="5402400"/>
            <a:ext cx="1667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ellos</a:t>
            </a:r>
            <a:endParaRPr lang="en-US" dirty="0"/>
          </a:p>
          <a:p>
            <a:r>
              <a:rPr lang="en-US" dirty="0"/>
              <a:t>ellas</a:t>
            </a:r>
          </a:p>
          <a:p>
            <a:r>
              <a:rPr lang="en-US" dirty="0"/>
              <a:t>Maria y Juan</a:t>
            </a:r>
          </a:p>
          <a:p>
            <a:r>
              <a:rPr lang="en-US" dirty="0" err="1"/>
              <a:t>Ustedes</a:t>
            </a:r>
            <a:r>
              <a:rPr lang="en-US" dirty="0"/>
              <a:t> (polite)</a:t>
            </a:r>
          </a:p>
        </p:txBody>
      </p:sp>
    </p:spTree>
    <p:extLst>
      <p:ext uri="{BB962C8B-B14F-4D97-AF65-F5344CB8AC3E}">
        <p14:creationId xmlns:p14="http://schemas.microsoft.com/office/powerpoint/2010/main" val="24874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4776" y="242047"/>
            <a:ext cx="81489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SIDE BY SIDE COMPARISSION OF SUBJECT PRONOUNS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597589"/>
              </p:ext>
            </p:extLst>
          </p:nvPr>
        </p:nvGraphicFramePr>
        <p:xfrm>
          <a:off x="784409" y="1665939"/>
          <a:ext cx="7929284" cy="4734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4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46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SPANISH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you   (</a:t>
                      </a:r>
                      <a:r>
                        <a:rPr lang="en-US" b="1" baseline="0" dirty="0"/>
                        <a:t>familiar)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él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ella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you</a:t>
                      </a:r>
                      <a:r>
                        <a:rPr lang="en-US" b="1" baseline="0" dirty="0"/>
                        <a:t> (polite, singular)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nosotros, </a:t>
                      </a:r>
                      <a:r>
                        <a:rPr lang="en-US" b="1" dirty="0" err="1"/>
                        <a:t>nosotras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they (masculine)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ellos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they (feminine)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ellas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34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you (polite plural)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/>
                        <a:t>Ustedes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21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81635"/>
            <a:ext cx="8606117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 let’s CONJUGATE the verb </a:t>
            </a:r>
            <a:r>
              <a:rPr lang="en-US" sz="8000" b="1" u="sng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</a:t>
            </a:r>
            <a:r>
              <a:rPr lang="en-US" sz="8000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8000" b="1" u="sng" dirty="0">
                <a:solidFill>
                  <a:srgbClr val="FF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Ser.</a:t>
            </a:r>
          </a:p>
        </p:txBody>
      </p:sp>
    </p:spTree>
    <p:extLst>
      <p:ext uri="{BB962C8B-B14F-4D97-AF65-F5344CB8AC3E}">
        <p14:creationId xmlns:p14="http://schemas.microsoft.com/office/powerpoint/2010/main" val="354174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980652"/>
              </p:ext>
            </p:extLst>
          </p:nvPr>
        </p:nvGraphicFramePr>
        <p:xfrm>
          <a:off x="304800" y="1828800"/>
          <a:ext cx="8229600" cy="446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You 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113821" y="206223"/>
            <a:ext cx="47591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ENGLISH- To Be</a:t>
            </a:r>
            <a:endParaRPr lang="en-US" sz="54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5730" y="1361746"/>
            <a:ext cx="145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17778" y="1361746"/>
            <a:ext cx="107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PLURAL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2528047"/>
            <a:ext cx="497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3939988"/>
            <a:ext cx="1465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800" y="5071035"/>
            <a:ext cx="1610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</a:t>
            </a:r>
          </a:p>
          <a:p>
            <a:r>
              <a:rPr lang="en-US" dirty="0"/>
              <a:t>She</a:t>
            </a:r>
          </a:p>
          <a:p>
            <a:r>
              <a:rPr lang="en-US" dirty="0"/>
              <a:t>It</a:t>
            </a:r>
          </a:p>
          <a:p>
            <a:r>
              <a:rPr lang="en-US" dirty="0"/>
              <a:t>Proper noun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3382" y="2528047"/>
            <a:ext cx="632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5112" y="5195532"/>
            <a:ext cx="18939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They</a:t>
            </a:r>
          </a:p>
          <a:p>
            <a:r>
              <a:rPr lang="en-US" dirty="0"/>
              <a:t>Them</a:t>
            </a:r>
          </a:p>
          <a:p>
            <a:r>
              <a:rPr lang="en-US" dirty="0"/>
              <a:t>Proper nouns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97612" y="2658794"/>
            <a:ext cx="920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5447" y="3939988"/>
            <a:ext cx="920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10" y="5558545"/>
            <a:ext cx="456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6846" y="5532177"/>
            <a:ext cx="920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2745" y="2528047"/>
            <a:ext cx="9204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are</a:t>
            </a:r>
          </a:p>
        </p:txBody>
      </p:sp>
    </p:spTree>
    <p:extLst>
      <p:ext uri="{BB962C8B-B14F-4D97-AF65-F5344CB8AC3E}">
        <p14:creationId xmlns:p14="http://schemas.microsoft.com/office/powerpoint/2010/main" val="390646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349509"/>
              </p:ext>
            </p:extLst>
          </p:nvPr>
        </p:nvGraphicFramePr>
        <p:xfrm>
          <a:off x="304800" y="2133600"/>
          <a:ext cx="8229600" cy="4469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subject</a:t>
                      </a:r>
                    </a:p>
                    <a:p>
                      <a:r>
                        <a:rPr lang="en-US" dirty="0"/>
                        <a:t>pronouns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Vosotros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Soís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3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95400" y="1752600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SINGULAR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764268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3006770"/>
            <a:ext cx="811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694" y="4249272"/>
            <a:ext cx="132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tú (familiar)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241" y="5402401"/>
            <a:ext cx="1465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él</a:t>
            </a:r>
          </a:p>
          <a:p>
            <a:r>
              <a:rPr lang="en-US" dirty="0"/>
              <a:t>ella</a:t>
            </a:r>
          </a:p>
          <a:p>
            <a:r>
              <a:rPr lang="en-US" dirty="0"/>
              <a:t>Maria</a:t>
            </a:r>
          </a:p>
          <a:p>
            <a:r>
              <a:rPr lang="en-US" dirty="0"/>
              <a:t>Usted(polite)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9600" y="2914437"/>
            <a:ext cx="17346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nosotros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407272" y="5402400"/>
            <a:ext cx="16674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ellos</a:t>
            </a:r>
            <a:endParaRPr lang="en-US" dirty="0"/>
          </a:p>
          <a:p>
            <a:r>
              <a:rPr lang="en-US" dirty="0"/>
              <a:t>ellas</a:t>
            </a:r>
          </a:p>
          <a:p>
            <a:r>
              <a:rPr lang="en-US" dirty="0"/>
              <a:t>Maria y Juan</a:t>
            </a:r>
          </a:p>
          <a:p>
            <a:r>
              <a:rPr lang="en-US" dirty="0" err="1"/>
              <a:t>Ustedes</a:t>
            </a:r>
            <a:r>
              <a:rPr lang="en-US" dirty="0"/>
              <a:t> (polite)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6679" y="206223"/>
            <a:ext cx="42734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100" dirty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SPANISH - Ser</a:t>
            </a:r>
            <a:endParaRPr lang="en-US" sz="54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25748" y="3006770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050" y="5817898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9957" y="5817898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es</a:t>
            </a:r>
            <a:endParaRPr 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943100" y="4249272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eres</a:t>
            </a:r>
            <a:endParaRPr lang="en-US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6234328" y="3006770"/>
            <a:ext cx="118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somos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4391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13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7000"/>
              </a:schemeClr>
            </a:gs>
            <a:gs pos="48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706" y="363071"/>
            <a:ext cx="81758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 Song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the tune of 10 Little Indians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76" y="1686510"/>
            <a:ext cx="90364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the 5 conjugations of 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2727" y="2732950"/>
            <a:ext cx="81892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soy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somos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and  son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728" y="3779390"/>
            <a:ext cx="86868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are the 6 conjugations of 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9927" y="4691360"/>
            <a:ext cx="7490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soy,  </a:t>
            </a:r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eres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 es,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927" y="5502938"/>
            <a:ext cx="74900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somos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4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soís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son </a:t>
            </a:r>
          </a:p>
        </p:txBody>
      </p:sp>
    </p:spTree>
    <p:extLst>
      <p:ext uri="{BB962C8B-B14F-4D97-AF65-F5344CB8AC3E}">
        <p14:creationId xmlns:p14="http://schemas.microsoft.com/office/powerpoint/2010/main" val="2295175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627</TotalTime>
  <Words>263</Words>
  <Application>Microsoft Office PowerPoint</Application>
  <PresentationFormat>On-screen Show (4:3)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Anthony Buzzi</dc:creator>
  <cp:lastModifiedBy>Sabyasachi Mishra</cp:lastModifiedBy>
  <cp:revision>31</cp:revision>
  <dcterms:created xsi:type="dcterms:W3CDTF">2016-10-15T14:09:20Z</dcterms:created>
  <dcterms:modified xsi:type="dcterms:W3CDTF">2024-07-25T08:45:44Z</dcterms:modified>
</cp:coreProperties>
</file>