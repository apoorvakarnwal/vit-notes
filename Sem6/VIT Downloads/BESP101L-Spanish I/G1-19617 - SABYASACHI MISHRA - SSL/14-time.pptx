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6" r:id="rId9"/>
    <p:sldId id="265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210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CAA4739D-66C0-4474-9D23-7B067675279C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5101FA7-0D17-4F66-A2AC-F524B073A522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4739D-66C0-4474-9D23-7B067675279C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01FA7-0D17-4F66-A2AC-F524B073A5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4739D-66C0-4474-9D23-7B067675279C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01FA7-0D17-4F66-A2AC-F524B073A5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4739D-66C0-4474-9D23-7B067675279C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01FA7-0D17-4F66-A2AC-F524B073A52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4739D-66C0-4474-9D23-7B067675279C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01FA7-0D17-4F66-A2AC-F524B073A5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4739D-66C0-4474-9D23-7B067675279C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01FA7-0D17-4F66-A2AC-F524B073A5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4739D-66C0-4474-9D23-7B067675279C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01FA7-0D17-4F66-A2AC-F524B073A5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4739D-66C0-4474-9D23-7B067675279C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01FA7-0D17-4F66-A2AC-F524B073A522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4739D-66C0-4474-9D23-7B067675279C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01FA7-0D17-4F66-A2AC-F524B073A5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4739D-66C0-4474-9D23-7B067675279C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01FA7-0D17-4F66-A2AC-F524B073A5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4739D-66C0-4474-9D23-7B067675279C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01FA7-0D17-4F66-A2AC-F524B073A52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CAA4739D-66C0-4474-9D23-7B067675279C}" type="datetimeFigureOut">
              <a:rPr lang="en-US" smtClean="0"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5101FA7-0D17-4F66-A2AC-F524B073A5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tzC4GYVbwjk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Telling time in Spanish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Español</a:t>
            </a:r>
            <a:r>
              <a:rPr lang="en-US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29108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time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¿</a:t>
            </a:r>
            <a:r>
              <a:rPr lang="en-US" sz="4800" dirty="0" err="1"/>
              <a:t>Qué</a:t>
            </a:r>
            <a:r>
              <a:rPr lang="en-US" sz="4800" dirty="0"/>
              <a:t> </a:t>
            </a:r>
            <a:r>
              <a:rPr lang="en-US" sz="4800" dirty="0" err="1"/>
              <a:t>hora</a:t>
            </a:r>
            <a:r>
              <a:rPr lang="en-US" sz="4800" dirty="0"/>
              <a:t> es?</a:t>
            </a:r>
          </a:p>
        </p:txBody>
      </p:sp>
    </p:spTree>
    <p:extLst>
      <p:ext uri="{BB962C8B-B14F-4D97-AF65-F5344CB8AC3E}">
        <p14:creationId xmlns:p14="http://schemas.microsoft.com/office/powerpoint/2010/main" val="2979155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is….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ways:</a:t>
            </a:r>
          </a:p>
          <a:p>
            <a:endParaRPr lang="en-US" dirty="0"/>
          </a:p>
          <a:p>
            <a:r>
              <a:rPr lang="en-US" dirty="0"/>
              <a:t>Es la…   (when it is 1 and minutes)</a:t>
            </a:r>
          </a:p>
          <a:p>
            <a:r>
              <a:rPr lang="en-US" dirty="0"/>
              <a:t>Son </a:t>
            </a:r>
            <a:r>
              <a:rPr lang="en-US" dirty="0" err="1"/>
              <a:t>las</a:t>
            </a:r>
            <a:r>
              <a:rPr lang="en-US" dirty="0"/>
              <a:t>… (when it is 2 or more and minutes)</a:t>
            </a:r>
          </a:p>
        </p:txBody>
      </p:sp>
    </p:spTree>
    <p:extLst>
      <p:ext uri="{BB962C8B-B14F-4D97-AF65-F5344CB8AC3E}">
        <p14:creationId xmlns:p14="http://schemas.microsoft.com/office/powerpoint/2010/main" val="1140656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Midnight and Noon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5400" dirty="0"/>
              <a:t>Es el </a:t>
            </a:r>
            <a:r>
              <a:rPr lang="en-US" sz="5400" dirty="0" err="1"/>
              <a:t>mediodia</a:t>
            </a:r>
            <a:r>
              <a:rPr lang="en-US" sz="5400" dirty="0"/>
              <a:t>. (noon)</a:t>
            </a:r>
          </a:p>
          <a:p>
            <a:r>
              <a:rPr lang="en-US" sz="5400" dirty="0"/>
              <a:t>Es la </a:t>
            </a:r>
            <a:r>
              <a:rPr lang="en-US" sz="5400" dirty="0" err="1"/>
              <a:t>medianoche</a:t>
            </a:r>
            <a:r>
              <a:rPr lang="en-US" sz="5400" dirty="0"/>
              <a:t>. (midnight)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24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I give the time?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Say the hour and the word “y” and minutes.</a:t>
            </a:r>
          </a:p>
          <a:p>
            <a:r>
              <a:rPr lang="en-US" sz="4400" dirty="0"/>
              <a:t>Sentence formula:</a:t>
            </a:r>
          </a:p>
          <a:p>
            <a:pPr marL="0" indent="0">
              <a:buNone/>
            </a:pPr>
            <a:r>
              <a:rPr lang="en-US" sz="3600" dirty="0"/>
              <a:t>“It is” + hour + “y” + minutes + “am/pm”</a:t>
            </a:r>
          </a:p>
        </p:txBody>
      </p:sp>
    </p:spTree>
    <p:extLst>
      <p:ext uri="{BB962C8B-B14F-4D97-AF65-F5344CB8AC3E}">
        <p14:creationId xmlns:p14="http://schemas.microsoft.com/office/powerpoint/2010/main" val="3614813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:15 and :30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“y </a:t>
            </a:r>
            <a:r>
              <a:rPr lang="en-US" sz="6000" dirty="0" err="1"/>
              <a:t>cuarto</a:t>
            </a:r>
            <a:r>
              <a:rPr lang="en-US" sz="6000" dirty="0"/>
              <a:t>” (:15)</a:t>
            </a:r>
          </a:p>
          <a:p>
            <a:endParaRPr lang="en-US" sz="6000" dirty="0"/>
          </a:p>
          <a:p>
            <a:r>
              <a:rPr lang="en-US" sz="6000" dirty="0"/>
              <a:t>“y media”(:30)</a:t>
            </a:r>
          </a:p>
        </p:txBody>
      </p:sp>
    </p:spTree>
    <p:extLst>
      <p:ext uri="{BB962C8B-B14F-4D97-AF65-F5344CB8AC3E}">
        <p14:creationId xmlns:p14="http://schemas.microsoft.com/office/powerpoint/2010/main" val="1049690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“am” and “pm”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6000" dirty="0"/>
              <a:t>De la </a:t>
            </a:r>
            <a:r>
              <a:rPr lang="en-US" sz="6000" dirty="0" err="1"/>
              <a:t>manana</a:t>
            </a:r>
            <a:r>
              <a:rPr lang="en-US" sz="6000" dirty="0"/>
              <a:t> </a:t>
            </a:r>
            <a:r>
              <a:rPr lang="en-US" sz="3600" dirty="0"/>
              <a:t>(in the morning)</a:t>
            </a:r>
          </a:p>
          <a:p>
            <a:r>
              <a:rPr lang="en-US" sz="6000" dirty="0"/>
              <a:t>De la </a:t>
            </a:r>
            <a:r>
              <a:rPr lang="en-US" sz="6000" dirty="0" err="1"/>
              <a:t>tarde</a:t>
            </a:r>
            <a:r>
              <a:rPr lang="en-US" sz="6000" dirty="0"/>
              <a:t> </a:t>
            </a:r>
            <a:r>
              <a:rPr lang="en-US" sz="3600" dirty="0"/>
              <a:t>(in the afternoon)</a:t>
            </a:r>
            <a:endParaRPr lang="en-US" sz="6000" dirty="0"/>
          </a:p>
          <a:p>
            <a:r>
              <a:rPr lang="en-US" sz="6000" dirty="0"/>
              <a:t>De la </a:t>
            </a:r>
            <a:r>
              <a:rPr lang="en-US" sz="6000" dirty="0" err="1"/>
              <a:t>noche</a:t>
            </a:r>
            <a:r>
              <a:rPr lang="en-US" sz="6000" dirty="0"/>
              <a:t> </a:t>
            </a:r>
            <a:r>
              <a:rPr lang="en-US" sz="3600" dirty="0"/>
              <a:t>(in the evening)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811087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81000"/>
            <a:ext cx="7024744" cy="1143000"/>
          </a:xfrm>
        </p:spPr>
        <p:txBody>
          <a:bodyPr/>
          <a:lstStyle/>
          <a:p>
            <a:r>
              <a:rPr lang="en-US" dirty="0"/>
              <a:t>More ways to tell time: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7490908" cy="4724400"/>
          </a:xfrm>
        </p:spPr>
        <p:txBody>
          <a:bodyPr>
            <a:noAutofit/>
          </a:bodyPr>
          <a:lstStyle/>
          <a:p>
            <a:r>
              <a:rPr lang="en-US" sz="2800" dirty="0"/>
              <a:t>To say “</a:t>
            </a:r>
            <a:r>
              <a:rPr lang="en-US" sz="2800" dirty="0" err="1"/>
              <a:t>til</a:t>
            </a:r>
            <a:r>
              <a:rPr lang="en-US" sz="2800" dirty="0"/>
              <a:t>”</a:t>
            </a:r>
          </a:p>
          <a:p>
            <a:r>
              <a:rPr lang="en-US" sz="2800" dirty="0"/>
              <a:t>Formula:</a:t>
            </a:r>
          </a:p>
          <a:p>
            <a:r>
              <a:rPr lang="en-US" sz="2800" dirty="0"/>
              <a:t>“it is” + hour its going to be + “</a:t>
            </a:r>
            <a:r>
              <a:rPr lang="en-US" sz="2800" dirty="0" err="1"/>
              <a:t>menos</a:t>
            </a:r>
            <a:r>
              <a:rPr lang="en-US" sz="2800" dirty="0"/>
              <a:t>” + minutes </a:t>
            </a:r>
            <a:r>
              <a:rPr lang="en-US" sz="2800" dirty="0" err="1"/>
              <a:t>til</a:t>
            </a:r>
            <a:r>
              <a:rPr lang="en-US" sz="2800" dirty="0"/>
              <a:t> the next hour</a:t>
            </a:r>
          </a:p>
          <a:p>
            <a:r>
              <a:rPr lang="en-US" sz="2800" dirty="0"/>
              <a:t>Example: 8:45</a:t>
            </a:r>
          </a:p>
          <a:p>
            <a:r>
              <a:rPr lang="en-US" sz="2800" dirty="0"/>
              <a:t>Son las </a:t>
            </a:r>
            <a:r>
              <a:rPr lang="en-US" sz="2800" dirty="0" err="1"/>
              <a:t>nueve</a:t>
            </a:r>
            <a:r>
              <a:rPr lang="en-US" sz="2800" dirty="0"/>
              <a:t> </a:t>
            </a:r>
            <a:r>
              <a:rPr lang="en-US" sz="2800" dirty="0" err="1"/>
              <a:t>menos</a:t>
            </a:r>
            <a:r>
              <a:rPr lang="en-US" sz="2800" dirty="0"/>
              <a:t> </a:t>
            </a:r>
            <a:r>
              <a:rPr lang="en-US" sz="2800" dirty="0" err="1"/>
              <a:t>cuarto</a:t>
            </a:r>
            <a:r>
              <a:rPr lang="en-US" sz="4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5313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8001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hlinkClick r:id="rId2"/>
              </a:rPr>
              <a:t>http://www.youtube.com/watch?v=tzC4GYVbwjk</a:t>
            </a:r>
            <a:endParaRPr lang="en-US" sz="4800" dirty="0"/>
          </a:p>
          <a:p>
            <a:endParaRPr lang="en-US" sz="4800" dirty="0"/>
          </a:p>
          <a:p>
            <a:r>
              <a:rPr lang="en-US" sz="4800" dirty="0"/>
              <a:t>5:45 on video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17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02474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 I ask what time an event occurs?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05000"/>
            <a:ext cx="3757108" cy="4077148"/>
          </a:xfrm>
        </p:spPr>
        <p:txBody>
          <a:bodyPr>
            <a:noAutofit/>
          </a:bodyPr>
          <a:lstStyle/>
          <a:p>
            <a:r>
              <a:rPr lang="en-US" sz="3200" dirty="0"/>
              <a:t>At what time is …?</a:t>
            </a:r>
          </a:p>
          <a:p>
            <a:r>
              <a:rPr lang="en-US" sz="3200" dirty="0"/>
              <a:t>¿A </a:t>
            </a:r>
            <a:r>
              <a:rPr lang="en-US" sz="3200" dirty="0" err="1"/>
              <a:t>qué</a:t>
            </a:r>
            <a:r>
              <a:rPr lang="en-US" sz="3200" dirty="0"/>
              <a:t> </a:t>
            </a:r>
            <a:r>
              <a:rPr lang="en-US" sz="3200" dirty="0" err="1"/>
              <a:t>hora</a:t>
            </a:r>
            <a:r>
              <a:rPr lang="en-US" sz="3200" dirty="0"/>
              <a:t> es…?</a:t>
            </a:r>
          </a:p>
          <a:p>
            <a:endParaRPr lang="en-US" sz="3200" dirty="0"/>
          </a:p>
          <a:p>
            <a:r>
              <a:rPr lang="en-US" sz="3200" dirty="0"/>
              <a:t>It is at…</a:t>
            </a:r>
          </a:p>
          <a:p>
            <a:r>
              <a:rPr lang="en-US" sz="3200" dirty="0"/>
              <a:t>Es a la/</a:t>
            </a:r>
            <a:r>
              <a:rPr lang="en-US" sz="3200" dirty="0" err="1"/>
              <a:t>las</a:t>
            </a:r>
            <a:r>
              <a:rPr lang="en-US" sz="3200" dirty="0"/>
              <a:t>….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19600" y="1295400"/>
            <a:ext cx="41910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PRACTICE WITH YOUR PARTNER:</a:t>
            </a:r>
          </a:p>
          <a:p>
            <a:endParaRPr lang="en-US" sz="2400" dirty="0"/>
          </a:p>
          <a:p>
            <a:r>
              <a:rPr lang="en-US" sz="3200" dirty="0"/>
              <a:t>1</a:t>
            </a:r>
            <a:r>
              <a:rPr lang="en-US" sz="3200" baseline="30000" dirty="0"/>
              <a:t>st</a:t>
            </a:r>
            <a:r>
              <a:rPr lang="en-US" sz="3200" dirty="0"/>
              <a:t>- 8:55-10:00am</a:t>
            </a:r>
          </a:p>
          <a:p>
            <a:r>
              <a:rPr lang="en-US" sz="3200" dirty="0"/>
              <a:t>2</a:t>
            </a:r>
            <a:r>
              <a:rPr lang="en-US" sz="3200" baseline="30000" dirty="0"/>
              <a:t>nd</a:t>
            </a:r>
            <a:r>
              <a:rPr lang="en-US" sz="3200" dirty="0"/>
              <a:t>-10:04-11:04am</a:t>
            </a:r>
          </a:p>
          <a:p>
            <a:r>
              <a:rPr lang="en-US" sz="3200" dirty="0"/>
              <a:t>3</a:t>
            </a:r>
            <a:r>
              <a:rPr lang="en-US" sz="3200" baseline="30000" dirty="0"/>
              <a:t>rd</a:t>
            </a:r>
            <a:r>
              <a:rPr lang="en-US" sz="3200" dirty="0"/>
              <a:t>-11:08-12:08pm</a:t>
            </a:r>
          </a:p>
          <a:p>
            <a:r>
              <a:rPr lang="en-US" sz="2800" dirty="0"/>
              <a:t>Lunch A-12:08-12:38pm</a:t>
            </a:r>
          </a:p>
          <a:p>
            <a:r>
              <a:rPr lang="en-US" sz="3200" dirty="0"/>
              <a:t>4</a:t>
            </a:r>
            <a:r>
              <a:rPr lang="en-US" sz="3200" baseline="30000" dirty="0"/>
              <a:t>th</a:t>
            </a:r>
            <a:r>
              <a:rPr lang="en-US" sz="3200" dirty="0"/>
              <a:t> -12:38-1:42</a:t>
            </a:r>
          </a:p>
          <a:p>
            <a:r>
              <a:rPr lang="en-US" sz="3200" dirty="0"/>
              <a:t>5</a:t>
            </a:r>
            <a:r>
              <a:rPr lang="en-US" sz="3200" baseline="30000" dirty="0"/>
              <a:t>th</a:t>
            </a:r>
            <a:r>
              <a:rPr lang="en-US" sz="3200" dirty="0"/>
              <a:t> -1:46-2:46pm</a:t>
            </a:r>
          </a:p>
          <a:p>
            <a:r>
              <a:rPr lang="en-US" sz="3200" dirty="0"/>
              <a:t>6</a:t>
            </a:r>
            <a:r>
              <a:rPr lang="en-US" sz="3200" baseline="30000" dirty="0"/>
              <a:t>th</a:t>
            </a:r>
            <a:r>
              <a:rPr lang="en-US" sz="3200" dirty="0"/>
              <a:t>-2:50-3:50pm</a:t>
            </a:r>
          </a:p>
        </p:txBody>
      </p:sp>
    </p:spTree>
    <p:extLst>
      <p:ext uri="{BB962C8B-B14F-4D97-AF65-F5344CB8AC3E}">
        <p14:creationId xmlns:p14="http://schemas.microsoft.com/office/powerpoint/2010/main" val="10624891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759</TotalTime>
  <Words>260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2</vt:lpstr>
      <vt:lpstr>Austin</vt:lpstr>
      <vt:lpstr>Telling time in Spanish</vt:lpstr>
      <vt:lpstr>What time is it?</vt:lpstr>
      <vt:lpstr>It is….</vt:lpstr>
      <vt:lpstr>Midnight and Noon</vt:lpstr>
      <vt:lpstr>How do I give the time?</vt:lpstr>
      <vt:lpstr>:15 and :30</vt:lpstr>
      <vt:lpstr>“am” and “pm”</vt:lpstr>
      <vt:lpstr>More ways to tell time:</vt:lpstr>
      <vt:lpstr>Video</vt:lpstr>
      <vt:lpstr>How do I ask what time an event occurs?</vt:lpstr>
    </vt:vector>
  </TitlesOfParts>
  <Company>Higley USD #60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Telling time in Spanish</dc:title>
  <dc:creator>Gamboa, Amenda</dc:creator>
  <cp:lastModifiedBy>Sabyasachi Mishra</cp:lastModifiedBy>
  <cp:revision>19</cp:revision>
  <dcterms:created xsi:type="dcterms:W3CDTF">2013-09-24T16:28:04Z</dcterms:created>
  <dcterms:modified xsi:type="dcterms:W3CDTF">2024-01-30T04:09:24Z</dcterms:modified>
</cp:coreProperties>
</file>