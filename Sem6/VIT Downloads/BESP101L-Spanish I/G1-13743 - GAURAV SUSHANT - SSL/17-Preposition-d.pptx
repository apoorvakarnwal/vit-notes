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304" r:id="rId2"/>
    <p:sldId id="303" r:id="rId3"/>
    <p:sldId id="328" r:id="rId4"/>
    <p:sldId id="331" r:id="rId5"/>
    <p:sldId id="332" r:id="rId6"/>
    <p:sldId id="338" r:id="rId7"/>
    <p:sldId id="339" r:id="rId8"/>
    <p:sldId id="340" r:id="rId9"/>
    <p:sldId id="341" r:id="rId10"/>
    <p:sldId id="342" r:id="rId11"/>
    <p:sldId id="343" r:id="rId12"/>
    <p:sldId id="344" r:id="rId13"/>
    <p:sldId id="345" r:id="rId14"/>
    <p:sldId id="346" r:id="rId15"/>
    <p:sldId id="347" r:id="rId16"/>
    <p:sldId id="349" r:id="rId17"/>
    <p:sldId id="350" r:id="rId18"/>
    <p:sldId id="348" r:id="rId19"/>
    <p:sldId id="302" r:id="rId20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E7FF"/>
    <a:srgbClr val="FFD908"/>
    <a:srgbClr val="006666"/>
    <a:srgbClr val="1D1901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DB84BE-3438-4E08-AECD-B7758CDAAE18}" v="790" dt="2024-06-09T05:16:59.3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32" autoAdjust="0"/>
    <p:restoredTop sz="94951" autoAdjust="0"/>
  </p:normalViewPr>
  <p:slideViewPr>
    <p:cSldViewPr showGuides="1">
      <p:cViewPr varScale="1">
        <p:scale>
          <a:sx n="82" d="100"/>
          <a:sy n="82" d="100"/>
        </p:scale>
        <p:origin x="210" y="90"/>
      </p:cViewPr>
      <p:guideLst>
        <p:guide orient="horz" pos="2193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 Gaurav Sushant" userId="ea0695df9e5e2b13" providerId="LiveId" clId="{C1DB84BE-3438-4E08-AECD-B7758CDAAE18}"/>
    <pc:docChg chg="undo custSel addSld delSld modSld">
      <pc:chgData name="Dr Gaurav Sushant" userId="ea0695df9e5e2b13" providerId="LiveId" clId="{C1DB84BE-3438-4E08-AECD-B7758CDAAE18}" dt="2024-06-09T05:16:59.321" v="2964"/>
      <pc:docMkLst>
        <pc:docMk/>
      </pc:docMkLst>
      <pc:sldChg chg="modSp mod modAnim">
        <pc:chgData name="Dr Gaurav Sushant" userId="ea0695df9e5e2b13" providerId="LiveId" clId="{C1DB84BE-3438-4E08-AECD-B7758CDAAE18}" dt="2024-06-05T06:34:42.107" v="2663" actId="20577"/>
        <pc:sldMkLst>
          <pc:docMk/>
          <pc:sldMk cId="0" sldId="302"/>
        </pc:sldMkLst>
        <pc:spChg chg="mod">
          <ac:chgData name="Dr Gaurav Sushant" userId="ea0695df9e5e2b13" providerId="LiveId" clId="{C1DB84BE-3438-4E08-AECD-B7758CDAAE18}" dt="2024-06-05T06:34:42.107" v="2663" actId="20577"/>
          <ac:spMkLst>
            <pc:docMk/>
            <pc:sldMk cId="0" sldId="302"/>
            <ac:spMk id="2" creationId="{00000000-0000-0000-0000-000000000000}"/>
          </ac:spMkLst>
        </pc:spChg>
        <pc:spChg chg="mod">
          <ac:chgData name="Dr Gaurav Sushant" userId="ea0695df9e5e2b13" providerId="LiveId" clId="{C1DB84BE-3438-4E08-AECD-B7758CDAAE18}" dt="2024-06-05T06:33:48.467" v="2615" actId="1076"/>
          <ac:spMkLst>
            <pc:docMk/>
            <pc:sldMk cId="0" sldId="302"/>
            <ac:spMk id="3" creationId="{00000000-0000-0000-0000-000000000000}"/>
          </ac:spMkLst>
        </pc:spChg>
      </pc:sldChg>
      <pc:sldChg chg="modSp modAnim">
        <pc:chgData name="Dr Gaurav Sushant" userId="ea0695df9e5e2b13" providerId="LiveId" clId="{C1DB84BE-3438-4E08-AECD-B7758CDAAE18}" dt="2024-06-05T16:27:07.889" v="2963" actId="20577"/>
        <pc:sldMkLst>
          <pc:docMk/>
          <pc:sldMk cId="0" sldId="303"/>
        </pc:sldMkLst>
        <pc:spChg chg="mod">
          <ac:chgData name="Dr Gaurav Sushant" userId="ea0695df9e5e2b13" providerId="LiveId" clId="{C1DB84BE-3438-4E08-AECD-B7758CDAAE18}" dt="2024-06-04T16:52:18.579" v="35" actId="255"/>
          <ac:spMkLst>
            <pc:docMk/>
            <pc:sldMk cId="0" sldId="303"/>
            <ac:spMk id="7" creationId="{AE87CECB-4801-2364-ECAB-68175AE88445}"/>
          </ac:spMkLst>
        </pc:spChg>
        <pc:spChg chg="mod">
          <ac:chgData name="Dr Gaurav Sushant" userId="ea0695df9e5e2b13" providerId="LiveId" clId="{C1DB84BE-3438-4E08-AECD-B7758CDAAE18}" dt="2024-06-05T16:27:07.889" v="2963" actId="20577"/>
          <ac:spMkLst>
            <pc:docMk/>
            <pc:sldMk cId="0" sldId="303"/>
            <ac:spMk id="8" creationId="{8E26C679-F134-87CD-D9CC-F7800E55428A}"/>
          </ac:spMkLst>
        </pc:spChg>
      </pc:sldChg>
      <pc:sldChg chg="modSp modAnim">
        <pc:chgData name="Dr Gaurav Sushant" userId="ea0695df9e5e2b13" providerId="LiveId" clId="{C1DB84BE-3438-4E08-AECD-B7758CDAAE18}" dt="2024-06-09T05:16:59.321" v="2964"/>
        <pc:sldMkLst>
          <pc:docMk/>
          <pc:sldMk cId="0" sldId="304"/>
        </pc:sldMkLst>
        <pc:spChg chg="mod">
          <ac:chgData name="Dr Gaurav Sushant" userId="ea0695df9e5e2b13" providerId="LiveId" clId="{C1DB84BE-3438-4E08-AECD-B7758CDAAE18}" dt="2024-06-09T05:16:59.321" v="2964"/>
          <ac:spMkLst>
            <pc:docMk/>
            <pc:sldMk cId="0" sldId="304"/>
            <ac:spMk id="31" creationId="{5E1E1F2E-2113-7722-B971-979D891361F3}"/>
          </ac:spMkLst>
        </pc:spChg>
      </pc:sldChg>
      <pc:sldChg chg="del">
        <pc:chgData name="Dr Gaurav Sushant" userId="ea0695df9e5e2b13" providerId="LiveId" clId="{C1DB84BE-3438-4E08-AECD-B7758CDAAE18}" dt="2024-06-04T10:56:33.359" v="0" actId="2696"/>
        <pc:sldMkLst>
          <pc:docMk/>
          <pc:sldMk cId="2246655818" sldId="327"/>
        </pc:sldMkLst>
      </pc:sldChg>
      <pc:sldChg chg="modSp">
        <pc:chgData name="Dr Gaurav Sushant" userId="ea0695df9e5e2b13" providerId="LiveId" clId="{C1DB84BE-3438-4E08-AECD-B7758CDAAE18}" dt="2024-06-04T16:51:56.045" v="33" actId="255"/>
        <pc:sldMkLst>
          <pc:docMk/>
          <pc:sldMk cId="1936275137" sldId="328"/>
        </pc:sldMkLst>
        <pc:spChg chg="mod">
          <ac:chgData name="Dr Gaurav Sushant" userId="ea0695df9e5e2b13" providerId="LiveId" clId="{C1DB84BE-3438-4E08-AECD-B7758CDAAE18}" dt="2024-06-04T16:51:56.045" v="33" actId="255"/>
          <ac:spMkLst>
            <pc:docMk/>
            <pc:sldMk cId="1936275137" sldId="328"/>
            <ac:spMk id="8" creationId="{8E26C679-F134-87CD-D9CC-F7800E55428A}"/>
          </ac:spMkLst>
        </pc:spChg>
      </pc:sldChg>
      <pc:sldChg chg="del">
        <pc:chgData name="Dr Gaurav Sushant" userId="ea0695df9e5e2b13" providerId="LiveId" clId="{C1DB84BE-3438-4E08-AECD-B7758CDAAE18}" dt="2024-06-04T10:56:41.297" v="1" actId="2696"/>
        <pc:sldMkLst>
          <pc:docMk/>
          <pc:sldMk cId="4080283900" sldId="329"/>
        </pc:sldMkLst>
      </pc:sldChg>
      <pc:sldChg chg="del">
        <pc:chgData name="Dr Gaurav Sushant" userId="ea0695df9e5e2b13" providerId="LiveId" clId="{C1DB84BE-3438-4E08-AECD-B7758CDAAE18}" dt="2024-06-04T10:56:44.227" v="2" actId="2696"/>
        <pc:sldMkLst>
          <pc:docMk/>
          <pc:sldMk cId="3040843494" sldId="330"/>
        </pc:sldMkLst>
      </pc:sldChg>
      <pc:sldChg chg="modSp">
        <pc:chgData name="Dr Gaurav Sushant" userId="ea0695df9e5e2b13" providerId="LiveId" clId="{C1DB84BE-3438-4E08-AECD-B7758CDAAE18}" dt="2024-06-05T06:36:59.698" v="2789" actId="20577"/>
        <pc:sldMkLst>
          <pc:docMk/>
          <pc:sldMk cId="2142613119" sldId="331"/>
        </pc:sldMkLst>
        <pc:spChg chg="mod">
          <ac:chgData name="Dr Gaurav Sushant" userId="ea0695df9e5e2b13" providerId="LiveId" clId="{C1DB84BE-3438-4E08-AECD-B7758CDAAE18}" dt="2024-06-05T06:36:59.698" v="2789" actId="20577"/>
          <ac:spMkLst>
            <pc:docMk/>
            <pc:sldMk cId="2142613119" sldId="331"/>
            <ac:spMk id="7" creationId="{AE87CECB-4801-2364-ECAB-68175AE88445}"/>
          </ac:spMkLst>
        </pc:spChg>
        <pc:spChg chg="mod">
          <ac:chgData name="Dr Gaurav Sushant" userId="ea0695df9e5e2b13" providerId="LiveId" clId="{C1DB84BE-3438-4E08-AECD-B7758CDAAE18}" dt="2024-06-04T16:51:40.388" v="31" actId="255"/>
          <ac:spMkLst>
            <pc:docMk/>
            <pc:sldMk cId="2142613119" sldId="331"/>
            <ac:spMk id="8" creationId="{8E26C679-F134-87CD-D9CC-F7800E55428A}"/>
          </ac:spMkLst>
        </pc:spChg>
      </pc:sldChg>
      <pc:sldChg chg="modSp">
        <pc:chgData name="Dr Gaurav Sushant" userId="ea0695df9e5e2b13" providerId="LiveId" clId="{C1DB84BE-3438-4E08-AECD-B7758CDAAE18}" dt="2024-06-04T16:51:31.549" v="30" actId="255"/>
        <pc:sldMkLst>
          <pc:docMk/>
          <pc:sldMk cId="2493660751" sldId="332"/>
        </pc:sldMkLst>
        <pc:spChg chg="mod">
          <ac:chgData name="Dr Gaurav Sushant" userId="ea0695df9e5e2b13" providerId="LiveId" clId="{C1DB84BE-3438-4E08-AECD-B7758CDAAE18}" dt="2024-06-04T16:51:31.549" v="30" actId="255"/>
          <ac:spMkLst>
            <pc:docMk/>
            <pc:sldMk cId="2493660751" sldId="332"/>
            <ac:spMk id="7" creationId="{AE87CECB-4801-2364-ECAB-68175AE88445}"/>
          </ac:spMkLst>
        </pc:spChg>
        <pc:spChg chg="mod">
          <ac:chgData name="Dr Gaurav Sushant" userId="ea0695df9e5e2b13" providerId="LiveId" clId="{C1DB84BE-3438-4E08-AECD-B7758CDAAE18}" dt="2024-06-04T16:51:25.799" v="29" actId="255"/>
          <ac:spMkLst>
            <pc:docMk/>
            <pc:sldMk cId="2493660751" sldId="332"/>
            <ac:spMk id="8" creationId="{8E26C679-F134-87CD-D9CC-F7800E55428A}"/>
          </ac:spMkLst>
        </pc:spChg>
      </pc:sldChg>
      <pc:sldChg chg="del">
        <pc:chgData name="Dr Gaurav Sushant" userId="ea0695df9e5e2b13" providerId="LiveId" clId="{C1DB84BE-3438-4E08-AECD-B7758CDAAE18}" dt="2024-06-05T05:55:41.931" v="1452" actId="47"/>
        <pc:sldMkLst>
          <pc:docMk/>
          <pc:sldMk cId="3374797551" sldId="333"/>
        </pc:sldMkLst>
      </pc:sldChg>
      <pc:sldChg chg="del">
        <pc:chgData name="Dr Gaurav Sushant" userId="ea0695df9e5e2b13" providerId="LiveId" clId="{C1DB84BE-3438-4E08-AECD-B7758CDAAE18}" dt="2024-06-05T05:55:45.505" v="1453" actId="47"/>
        <pc:sldMkLst>
          <pc:docMk/>
          <pc:sldMk cId="2860993080" sldId="334"/>
        </pc:sldMkLst>
      </pc:sldChg>
      <pc:sldChg chg="del">
        <pc:chgData name="Dr Gaurav Sushant" userId="ea0695df9e5e2b13" providerId="LiveId" clId="{C1DB84BE-3438-4E08-AECD-B7758CDAAE18}" dt="2024-06-05T05:55:39.977" v="1451" actId="47"/>
        <pc:sldMkLst>
          <pc:docMk/>
          <pc:sldMk cId="2252105895" sldId="335"/>
        </pc:sldMkLst>
      </pc:sldChg>
      <pc:sldChg chg="del">
        <pc:chgData name="Dr Gaurav Sushant" userId="ea0695df9e5e2b13" providerId="LiveId" clId="{C1DB84BE-3438-4E08-AECD-B7758CDAAE18}" dt="2024-06-05T05:55:38.819" v="1450" actId="47"/>
        <pc:sldMkLst>
          <pc:docMk/>
          <pc:sldMk cId="2457889105" sldId="336"/>
        </pc:sldMkLst>
      </pc:sldChg>
      <pc:sldChg chg="del">
        <pc:chgData name="Dr Gaurav Sushant" userId="ea0695df9e5e2b13" providerId="LiveId" clId="{C1DB84BE-3438-4E08-AECD-B7758CDAAE18}" dt="2024-06-05T05:56:32.202" v="1460" actId="2696"/>
        <pc:sldMkLst>
          <pc:docMk/>
          <pc:sldMk cId="4070161839" sldId="337"/>
        </pc:sldMkLst>
      </pc:sldChg>
      <pc:sldChg chg="modSp new mod modAnim">
        <pc:chgData name="Dr Gaurav Sushant" userId="ea0695df9e5e2b13" providerId="LiveId" clId="{C1DB84BE-3438-4E08-AECD-B7758CDAAE18}" dt="2024-06-05T06:40:10.976" v="2848"/>
        <pc:sldMkLst>
          <pc:docMk/>
          <pc:sldMk cId="1743944444" sldId="338"/>
        </pc:sldMkLst>
        <pc:spChg chg="mod">
          <ac:chgData name="Dr Gaurav Sushant" userId="ea0695df9e5e2b13" providerId="LiveId" clId="{C1DB84BE-3438-4E08-AECD-B7758CDAAE18}" dt="2024-06-05T06:38:13.845" v="2836" actId="20577"/>
          <ac:spMkLst>
            <pc:docMk/>
            <pc:sldMk cId="1743944444" sldId="338"/>
            <ac:spMk id="2" creationId="{E5518F23-C6E1-04AB-05FB-B9B31582C4B6}"/>
          </ac:spMkLst>
        </pc:spChg>
        <pc:spChg chg="mod">
          <ac:chgData name="Dr Gaurav Sushant" userId="ea0695df9e5e2b13" providerId="LiveId" clId="{C1DB84BE-3438-4E08-AECD-B7758CDAAE18}" dt="2024-06-04T16:54:26.560" v="149" actId="20577"/>
          <ac:spMkLst>
            <pc:docMk/>
            <pc:sldMk cId="1743944444" sldId="338"/>
            <ac:spMk id="3" creationId="{C0B9198B-B157-701E-61FD-C8637D5A0A35}"/>
          </ac:spMkLst>
        </pc:spChg>
      </pc:sldChg>
      <pc:sldChg chg="addSp delSp modSp new mod modAnim">
        <pc:chgData name="Dr Gaurav Sushant" userId="ea0695df9e5e2b13" providerId="LiveId" clId="{C1DB84BE-3438-4E08-AECD-B7758CDAAE18}" dt="2024-06-05T06:41:03.323" v="2857"/>
        <pc:sldMkLst>
          <pc:docMk/>
          <pc:sldMk cId="113085478" sldId="339"/>
        </pc:sldMkLst>
        <pc:spChg chg="del">
          <ac:chgData name="Dr Gaurav Sushant" userId="ea0695df9e5e2b13" providerId="LiveId" clId="{C1DB84BE-3438-4E08-AECD-B7758CDAAE18}" dt="2024-06-04T17:07:53.213" v="311"/>
          <ac:spMkLst>
            <pc:docMk/>
            <pc:sldMk cId="113085478" sldId="339"/>
            <ac:spMk id="2" creationId="{D54BCC09-A36F-60FB-202B-A953059CB0A7}"/>
          </ac:spMkLst>
        </pc:spChg>
        <pc:spChg chg="mod">
          <ac:chgData name="Dr Gaurav Sushant" userId="ea0695df9e5e2b13" providerId="LiveId" clId="{C1DB84BE-3438-4E08-AECD-B7758CDAAE18}" dt="2024-06-05T05:06:30.848" v="706" actId="255"/>
          <ac:spMkLst>
            <pc:docMk/>
            <pc:sldMk cId="113085478" sldId="339"/>
            <ac:spMk id="3" creationId="{37483580-BA76-5561-B020-7D52EFEE3E6A}"/>
          </ac:spMkLst>
        </pc:spChg>
        <pc:spChg chg="add mod">
          <ac:chgData name="Dr Gaurav Sushant" userId="ea0695df9e5e2b13" providerId="LiveId" clId="{C1DB84BE-3438-4E08-AECD-B7758CDAAE18}" dt="2024-06-05T06:40:45.328" v="2853" actId="1076"/>
          <ac:spMkLst>
            <pc:docMk/>
            <pc:sldMk cId="113085478" sldId="339"/>
            <ac:spMk id="4" creationId="{7FADA247-6361-9D68-86E1-980F07164535}"/>
          </ac:spMkLst>
        </pc:spChg>
        <pc:picChg chg="add mod">
          <ac:chgData name="Dr Gaurav Sushant" userId="ea0695df9e5e2b13" providerId="LiveId" clId="{C1DB84BE-3438-4E08-AECD-B7758CDAAE18}" dt="2024-06-05T06:40:48.853" v="2854" actId="1076"/>
          <ac:picMkLst>
            <pc:docMk/>
            <pc:sldMk cId="113085478" sldId="339"/>
            <ac:picMk id="1026" creationId="{8B433926-5B89-EF7D-8396-A4EAA30F9A10}"/>
          </ac:picMkLst>
        </pc:picChg>
      </pc:sldChg>
      <pc:sldChg chg="addSp delSp modSp new mod modAnim">
        <pc:chgData name="Dr Gaurav Sushant" userId="ea0695df9e5e2b13" providerId="LiveId" clId="{C1DB84BE-3438-4E08-AECD-B7758CDAAE18}" dt="2024-06-05T06:41:36.692" v="2864"/>
        <pc:sldMkLst>
          <pc:docMk/>
          <pc:sldMk cId="2554363762" sldId="340"/>
        </pc:sldMkLst>
        <pc:spChg chg="del">
          <ac:chgData name="Dr Gaurav Sushant" userId="ea0695df9e5e2b13" providerId="LiveId" clId="{C1DB84BE-3438-4E08-AECD-B7758CDAAE18}" dt="2024-06-04T17:18:19.232" v="453" actId="22"/>
          <ac:spMkLst>
            <pc:docMk/>
            <pc:sldMk cId="2554363762" sldId="340"/>
            <ac:spMk id="2" creationId="{27780F85-50C4-CE0A-7C4D-EC8B8628EC28}"/>
          </ac:spMkLst>
        </pc:spChg>
        <pc:spChg chg="mod">
          <ac:chgData name="Dr Gaurav Sushant" userId="ea0695df9e5e2b13" providerId="LiveId" clId="{C1DB84BE-3438-4E08-AECD-B7758CDAAE18}" dt="2024-06-05T05:06:17.855" v="704" actId="255"/>
          <ac:spMkLst>
            <pc:docMk/>
            <pc:sldMk cId="2554363762" sldId="340"/>
            <ac:spMk id="3" creationId="{0B1E6E25-64BB-EC55-CFA6-994B41B0FA3E}"/>
          </ac:spMkLst>
        </pc:spChg>
        <pc:spChg chg="add mod">
          <ac:chgData name="Dr Gaurav Sushant" userId="ea0695df9e5e2b13" providerId="LiveId" clId="{C1DB84BE-3438-4E08-AECD-B7758CDAAE18}" dt="2024-06-05T06:41:21.294" v="2859" actId="14100"/>
          <ac:spMkLst>
            <pc:docMk/>
            <pc:sldMk cId="2554363762" sldId="340"/>
            <ac:spMk id="6" creationId="{973DDF95-B58D-5E51-3C82-CE6E672A816E}"/>
          </ac:spMkLst>
        </pc:spChg>
        <pc:picChg chg="add mod ord">
          <ac:chgData name="Dr Gaurav Sushant" userId="ea0695df9e5e2b13" providerId="LiveId" clId="{C1DB84BE-3438-4E08-AECD-B7758CDAAE18}" dt="2024-06-05T06:41:29.583" v="2862" actId="1076"/>
          <ac:picMkLst>
            <pc:docMk/>
            <pc:sldMk cId="2554363762" sldId="340"/>
            <ac:picMk id="5" creationId="{F4E9F3CA-799A-33DE-3573-9D8391D241AD}"/>
          </ac:picMkLst>
        </pc:picChg>
      </pc:sldChg>
      <pc:sldChg chg="addSp delSp modSp new mod modAnim">
        <pc:chgData name="Dr Gaurav Sushant" userId="ea0695df9e5e2b13" providerId="LiveId" clId="{C1DB84BE-3438-4E08-AECD-B7758CDAAE18}" dt="2024-06-05T06:42:03.964" v="2869"/>
        <pc:sldMkLst>
          <pc:docMk/>
          <pc:sldMk cId="1032738894" sldId="341"/>
        </pc:sldMkLst>
        <pc:spChg chg="del">
          <ac:chgData name="Dr Gaurav Sushant" userId="ea0695df9e5e2b13" providerId="LiveId" clId="{C1DB84BE-3438-4E08-AECD-B7758CDAAE18}" dt="2024-06-04T17:23:55.807" v="498"/>
          <ac:spMkLst>
            <pc:docMk/>
            <pc:sldMk cId="1032738894" sldId="341"/>
            <ac:spMk id="2" creationId="{56E31C4E-94F3-37C2-3BCA-134BD56260B6}"/>
          </ac:spMkLst>
        </pc:spChg>
        <pc:spChg chg="mod">
          <ac:chgData name="Dr Gaurav Sushant" userId="ea0695df9e5e2b13" providerId="LiveId" clId="{C1DB84BE-3438-4E08-AECD-B7758CDAAE18}" dt="2024-06-04T17:20:40.209" v="497" actId="20577"/>
          <ac:spMkLst>
            <pc:docMk/>
            <pc:sldMk cId="1032738894" sldId="341"/>
            <ac:spMk id="3" creationId="{73CDE6B6-403D-9028-C2D1-168AF2EC3E2A}"/>
          </ac:spMkLst>
        </pc:spChg>
        <pc:spChg chg="add mod">
          <ac:chgData name="Dr Gaurav Sushant" userId="ea0695df9e5e2b13" providerId="LiveId" clId="{C1DB84BE-3438-4E08-AECD-B7758CDAAE18}" dt="2024-06-05T06:41:46.432" v="2865" actId="14100"/>
          <ac:spMkLst>
            <pc:docMk/>
            <pc:sldMk cId="1032738894" sldId="341"/>
            <ac:spMk id="6" creationId="{BB8B03B2-785E-DAB0-6E61-2B55A5019BB8}"/>
          </ac:spMkLst>
        </pc:spChg>
        <pc:picChg chg="add mod">
          <ac:chgData name="Dr Gaurav Sushant" userId="ea0695df9e5e2b13" providerId="LiveId" clId="{C1DB84BE-3438-4E08-AECD-B7758CDAAE18}" dt="2024-06-05T06:41:51.695" v="2866" actId="14100"/>
          <ac:picMkLst>
            <pc:docMk/>
            <pc:sldMk cId="1032738894" sldId="341"/>
            <ac:picMk id="5" creationId="{A2F34931-6D18-1C9C-B15F-FEE025418C4D}"/>
          </ac:picMkLst>
        </pc:picChg>
      </pc:sldChg>
      <pc:sldChg chg="addSp delSp modSp new mod setBg modAnim">
        <pc:chgData name="Dr Gaurav Sushant" userId="ea0695df9e5e2b13" providerId="LiveId" clId="{C1DB84BE-3438-4E08-AECD-B7758CDAAE18}" dt="2024-06-05T06:42:33.142" v="2874"/>
        <pc:sldMkLst>
          <pc:docMk/>
          <pc:sldMk cId="2076178850" sldId="342"/>
        </pc:sldMkLst>
        <pc:spChg chg="del">
          <ac:chgData name="Dr Gaurav Sushant" userId="ea0695df9e5e2b13" providerId="LiveId" clId="{C1DB84BE-3438-4E08-AECD-B7758CDAAE18}" dt="2024-06-05T04:50:49.486" v="548"/>
          <ac:spMkLst>
            <pc:docMk/>
            <pc:sldMk cId="2076178850" sldId="342"/>
            <ac:spMk id="2" creationId="{01184B04-AA4D-7418-15E3-5C8144D6AC7A}"/>
          </ac:spMkLst>
        </pc:spChg>
        <pc:spChg chg="mod">
          <ac:chgData name="Dr Gaurav Sushant" userId="ea0695df9e5e2b13" providerId="LiveId" clId="{C1DB84BE-3438-4E08-AECD-B7758CDAAE18}" dt="2024-06-05T05:12:08.156" v="775" actId="26606"/>
          <ac:spMkLst>
            <pc:docMk/>
            <pc:sldMk cId="2076178850" sldId="342"/>
            <ac:spMk id="3" creationId="{2377E896-2E39-1A4D-A7C0-016C75493DA1}"/>
          </ac:spMkLst>
        </pc:spChg>
        <pc:spChg chg="add del mod">
          <ac:chgData name="Dr Gaurav Sushant" userId="ea0695df9e5e2b13" providerId="LiveId" clId="{C1DB84BE-3438-4E08-AECD-B7758CDAAE18}" dt="2024-06-05T05:13:40.868" v="825" actId="20577"/>
          <ac:spMkLst>
            <pc:docMk/>
            <pc:sldMk cId="2076178850" sldId="342"/>
            <ac:spMk id="4" creationId="{984DBA72-E7C8-0884-3160-A818C222ABDB}"/>
          </ac:spMkLst>
        </pc:spChg>
        <pc:spChg chg="add del mod">
          <ac:chgData name="Dr Gaurav Sushant" userId="ea0695df9e5e2b13" providerId="LiveId" clId="{C1DB84BE-3438-4E08-AECD-B7758CDAAE18}" dt="2024-06-05T05:12:19.876" v="778" actId="21"/>
          <ac:spMkLst>
            <pc:docMk/>
            <pc:sldMk cId="2076178850" sldId="342"/>
            <ac:spMk id="5" creationId="{043243E5-C373-8FD9-0928-1048EE4E0215}"/>
          </ac:spMkLst>
        </pc:spChg>
        <pc:grpChg chg="add del">
          <ac:chgData name="Dr Gaurav Sushant" userId="ea0695df9e5e2b13" providerId="LiveId" clId="{C1DB84BE-3438-4E08-AECD-B7758CDAAE18}" dt="2024-06-05T05:12:08.156" v="775" actId="26606"/>
          <ac:grpSpMkLst>
            <pc:docMk/>
            <pc:sldMk cId="2076178850" sldId="342"/>
            <ac:grpSpMk id="1033" creationId="{8CE57D37-C2D0-066B-1AE3-6F4244344F27}"/>
          </ac:grpSpMkLst>
        </pc:grpChg>
        <pc:picChg chg="add del mod">
          <ac:chgData name="Dr Gaurav Sushant" userId="ea0695df9e5e2b13" providerId="LiveId" clId="{C1DB84BE-3438-4E08-AECD-B7758CDAAE18}" dt="2024-06-05T05:12:02.801" v="772" actId="478"/>
          <ac:picMkLst>
            <pc:docMk/>
            <pc:sldMk cId="2076178850" sldId="342"/>
            <ac:picMk id="1026" creationId="{25FCA793-F7C5-50A1-6768-AD6B0640D5B6}"/>
          </ac:picMkLst>
        </pc:picChg>
        <pc:picChg chg="add mod">
          <ac:chgData name="Dr Gaurav Sushant" userId="ea0695df9e5e2b13" providerId="LiveId" clId="{C1DB84BE-3438-4E08-AECD-B7758CDAAE18}" dt="2024-06-05T06:42:15.339" v="2871" actId="14100"/>
          <ac:picMkLst>
            <pc:docMk/>
            <pc:sldMk cId="2076178850" sldId="342"/>
            <ac:picMk id="1028" creationId="{95BAF3E3-E320-EB0E-DA74-FC43BCD63D38}"/>
          </ac:picMkLst>
        </pc:picChg>
      </pc:sldChg>
      <pc:sldChg chg="addSp delSp modSp new mod setBg addAnim delAnim modAnim">
        <pc:chgData name="Dr Gaurav Sushant" userId="ea0695df9e5e2b13" providerId="LiveId" clId="{C1DB84BE-3438-4E08-AECD-B7758CDAAE18}" dt="2024-06-05T06:43:14.613" v="2881"/>
        <pc:sldMkLst>
          <pc:docMk/>
          <pc:sldMk cId="3671234924" sldId="343"/>
        </pc:sldMkLst>
        <pc:spChg chg="del">
          <ac:chgData name="Dr Gaurav Sushant" userId="ea0695df9e5e2b13" providerId="LiveId" clId="{C1DB84BE-3438-4E08-AECD-B7758CDAAE18}" dt="2024-06-05T05:01:07.107" v="605"/>
          <ac:spMkLst>
            <pc:docMk/>
            <pc:sldMk cId="3671234924" sldId="343"/>
            <ac:spMk id="2" creationId="{EB33D2FE-F17A-54C9-3A2E-96CFD5F70849}"/>
          </ac:spMkLst>
        </pc:spChg>
        <pc:spChg chg="mod">
          <ac:chgData name="Dr Gaurav Sushant" userId="ea0695df9e5e2b13" providerId="LiveId" clId="{C1DB84BE-3438-4E08-AECD-B7758CDAAE18}" dt="2024-06-05T05:04:20.790" v="658" actId="26606"/>
          <ac:spMkLst>
            <pc:docMk/>
            <pc:sldMk cId="3671234924" sldId="343"/>
            <ac:spMk id="3" creationId="{DB21C51B-4627-F3DB-7EB7-253226640542}"/>
          </ac:spMkLst>
        </pc:spChg>
        <pc:spChg chg="add del mod">
          <ac:chgData name="Dr Gaurav Sushant" userId="ea0695df9e5e2b13" providerId="LiveId" clId="{C1DB84BE-3438-4E08-AECD-B7758CDAAE18}" dt="2024-06-05T06:42:51.486" v="2876" actId="14100"/>
          <ac:spMkLst>
            <pc:docMk/>
            <pc:sldMk cId="3671234924" sldId="343"/>
            <ac:spMk id="4" creationId="{BDCAFDA7-3E77-B91B-8CEC-AE173F95CBFB}"/>
          </ac:spMkLst>
        </pc:spChg>
        <pc:spChg chg="add del mod">
          <ac:chgData name="Dr Gaurav Sushant" userId="ea0695df9e5e2b13" providerId="LiveId" clId="{C1DB84BE-3438-4E08-AECD-B7758CDAAE18}" dt="2024-06-05T05:05:06.989" v="668" actId="478"/>
          <ac:spMkLst>
            <pc:docMk/>
            <pc:sldMk cId="3671234924" sldId="343"/>
            <ac:spMk id="7" creationId="{FD04D38C-6987-55A3-E035-B658DDB7CBA4}"/>
          </ac:spMkLst>
        </pc:spChg>
        <pc:spChg chg="add del">
          <ac:chgData name="Dr Gaurav Sushant" userId="ea0695df9e5e2b13" providerId="LiveId" clId="{C1DB84BE-3438-4E08-AECD-B7758CDAAE18}" dt="2024-06-05T05:04:20.790" v="658" actId="26606"/>
          <ac:spMkLst>
            <pc:docMk/>
            <pc:sldMk cId="3671234924" sldId="343"/>
            <ac:spMk id="2055" creationId="{F8446B12-7391-4711-8B31-112A0B896C76}"/>
          </ac:spMkLst>
        </pc:spChg>
        <pc:grpChg chg="add del">
          <ac:chgData name="Dr Gaurav Sushant" userId="ea0695df9e5e2b13" providerId="LiveId" clId="{C1DB84BE-3438-4E08-AECD-B7758CDAAE18}" dt="2024-06-05T05:04:20.790" v="658" actId="26606"/>
          <ac:grpSpMkLst>
            <pc:docMk/>
            <pc:sldMk cId="3671234924" sldId="343"/>
            <ac:grpSpMk id="2057" creationId="{AC0B7807-0C83-4963-821A-69B172722E49}"/>
          </ac:grpSpMkLst>
        </pc:grpChg>
        <pc:picChg chg="add mod">
          <ac:chgData name="Dr Gaurav Sushant" userId="ea0695df9e5e2b13" providerId="LiveId" clId="{C1DB84BE-3438-4E08-AECD-B7758CDAAE18}" dt="2024-06-05T06:43:04.802" v="2879" actId="1076"/>
          <ac:picMkLst>
            <pc:docMk/>
            <pc:sldMk cId="3671234924" sldId="343"/>
            <ac:picMk id="6" creationId="{3493BD11-22FA-7C64-0CA0-A0FD9D63BAD3}"/>
          </ac:picMkLst>
        </pc:picChg>
        <pc:picChg chg="add del mod ord">
          <ac:chgData name="Dr Gaurav Sushant" userId="ea0695df9e5e2b13" providerId="LiveId" clId="{C1DB84BE-3438-4E08-AECD-B7758CDAAE18}" dt="2024-06-05T05:04:24.989" v="659" actId="478"/>
          <ac:picMkLst>
            <pc:docMk/>
            <pc:sldMk cId="3671234924" sldId="343"/>
            <ac:picMk id="2050" creationId="{B0166A47-55A6-6FBD-7F37-90121A57361C}"/>
          </ac:picMkLst>
        </pc:picChg>
      </pc:sldChg>
      <pc:sldChg chg="addSp modSp new mod modAnim">
        <pc:chgData name="Dr Gaurav Sushant" userId="ea0695df9e5e2b13" providerId="LiveId" clId="{C1DB84BE-3438-4E08-AECD-B7758CDAAE18}" dt="2024-06-05T06:43:49.196" v="2888"/>
        <pc:sldMkLst>
          <pc:docMk/>
          <pc:sldMk cId="2243379214" sldId="344"/>
        </pc:sldMkLst>
        <pc:spChg chg="mod">
          <ac:chgData name="Dr Gaurav Sushant" userId="ea0695df9e5e2b13" providerId="LiveId" clId="{C1DB84BE-3438-4E08-AECD-B7758CDAAE18}" dt="2024-06-05T06:43:28.801" v="2883" actId="14100"/>
          <ac:spMkLst>
            <pc:docMk/>
            <pc:sldMk cId="2243379214" sldId="344"/>
            <ac:spMk id="2" creationId="{D247E7BA-6AC7-73FC-85D4-93993FF297F1}"/>
          </ac:spMkLst>
        </pc:spChg>
        <pc:spChg chg="mod">
          <ac:chgData name="Dr Gaurav Sushant" userId="ea0695df9e5e2b13" providerId="LiveId" clId="{C1DB84BE-3438-4E08-AECD-B7758CDAAE18}" dt="2024-06-05T05:09:36.847" v="724" actId="255"/>
          <ac:spMkLst>
            <pc:docMk/>
            <pc:sldMk cId="2243379214" sldId="344"/>
            <ac:spMk id="3" creationId="{57932312-A2CE-4CA3-CF0E-DFE62C85CE51}"/>
          </ac:spMkLst>
        </pc:spChg>
        <pc:picChg chg="add mod">
          <ac:chgData name="Dr Gaurav Sushant" userId="ea0695df9e5e2b13" providerId="LiveId" clId="{C1DB84BE-3438-4E08-AECD-B7758CDAAE18}" dt="2024-06-05T06:43:36.870" v="2885" actId="1076"/>
          <ac:picMkLst>
            <pc:docMk/>
            <pc:sldMk cId="2243379214" sldId="344"/>
            <ac:picMk id="5" creationId="{AD110C31-80DF-A0AC-31AB-2AAF0309A9C9}"/>
          </ac:picMkLst>
        </pc:picChg>
      </pc:sldChg>
      <pc:sldChg chg="addSp modSp new mod modAnim">
        <pc:chgData name="Dr Gaurav Sushant" userId="ea0695df9e5e2b13" providerId="LiveId" clId="{C1DB84BE-3438-4E08-AECD-B7758CDAAE18}" dt="2024-06-05T06:44:21.200" v="2894"/>
        <pc:sldMkLst>
          <pc:docMk/>
          <pc:sldMk cId="1735464154" sldId="345"/>
        </pc:sldMkLst>
        <pc:spChg chg="mod">
          <ac:chgData name="Dr Gaurav Sushant" userId="ea0695df9e5e2b13" providerId="LiveId" clId="{C1DB84BE-3438-4E08-AECD-B7758CDAAE18}" dt="2024-06-05T06:44:01.043" v="2889" actId="14100"/>
          <ac:spMkLst>
            <pc:docMk/>
            <pc:sldMk cId="1735464154" sldId="345"/>
            <ac:spMk id="2" creationId="{643ADCF7-0CED-D971-48F7-BBB4B0CB7922}"/>
          </ac:spMkLst>
        </pc:spChg>
        <pc:spChg chg="mod">
          <ac:chgData name="Dr Gaurav Sushant" userId="ea0695df9e5e2b13" providerId="LiveId" clId="{C1DB84BE-3438-4E08-AECD-B7758CDAAE18}" dt="2024-06-05T05:21:49.347" v="846" actId="20577"/>
          <ac:spMkLst>
            <pc:docMk/>
            <pc:sldMk cId="1735464154" sldId="345"/>
            <ac:spMk id="3" creationId="{A0786028-5C7F-22A9-711C-D5F612BAAD6B}"/>
          </ac:spMkLst>
        </pc:spChg>
        <pc:picChg chg="add mod">
          <ac:chgData name="Dr Gaurav Sushant" userId="ea0695df9e5e2b13" providerId="LiveId" clId="{C1DB84BE-3438-4E08-AECD-B7758CDAAE18}" dt="2024-06-05T06:44:09.354" v="2891" actId="1076"/>
          <ac:picMkLst>
            <pc:docMk/>
            <pc:sldMk cId="1735464154" sldId="345"/>
            <ac:picMk id="3074" creationId="{9DF93F63-924E-0A45-7D6A-B5C8463A143B}"/>
          </ac:picMkLst>
        </pc:picChg>
      </pc:sldChg>
      <pc:sldChg chg="addSp delSp modSp add mod modAnim">
        <pc:chgData name="Dr Gaurav Sushant" userId="ea0695df9e5e2b13" providerId="LiveId" clId="{C1DB84BE-3438-4E08-AECD-B7758CDAAE18}" dt="2024-06-05T06:44:55.324" v="2900"/>
        <pc:sldMkLst>
          <pc:docMk/>
          <pc:sldMk cId="3257231440" sldId="346"/>
        </pc:sldMkLst>
        <pc:spChg chg="mod">
          <ac:chgData name="Dr Gaurav Sushant" userId="ea0695df9e5e2b13" providerId="LiveId" clId="{C1DB84BE-3438-4E08-AECD-B7758CDAAE18}" dt="2024-06-05T06:44:32.072" v="2895" actId="14100"/>
          <ac:spMkLst>
            <pc:docMk/>
            <pc:sldMk cId="3257231440" sldId="346"/>
            <ac:spMk id="2" creationId="{643ADCF7-0CED-D971-48F7-BBB4B0CB7922}"/>
          </ac:spMkLst>
        </pc:spChg>
        <pc:spChg chg="mod">
          <ac:chgData name="Dr Gaurav Sushant" userId="ea0695df9e5e2b13" providerId="LiveId" clId="{C1DB84BE-3438-4E08-AECD-B7758CDAAE18}" dt="2024-06-05T05:24:20.723" v="899" actId="20577"/>
          <ac:spMkLst>
            <pc:docMk/>
            <pc:sldMk cId="3257231440" sldId="346"/>
            <ac:spMk id="3" creationId="{A0786028-5C7F-22A9-711C-D5F612BAAD6B}"/>
          </ac:spMkLst>
        </pc:spChg>
        <pc:picChg chg="del">
          <ac:chgData name="Dr Gaurav Sushant" userId="ea0695df9e5e2b13" providerId="LiveId" clId="{C1DB84BE-3438-4E08-AECD-B7758CDAAE18}" dt="2024-06-05T05:24:24.837" v="900" actId="478"/>
          <ac:picMkLst>
            <pc:docMk/>
            <pc:sldMk cId="3257231440" sldId="346"/>
            <ac:picMk id="3074" creationId="{9DF93F63-924E-0A45-7D6A-B5C8463A143B}"/>
          </ac:picMkLst>
        </pc:picChg>
        <pc:picChg chg="add mod">
          <ac:chgData name="Dr Gaurav Sushant" userId="ea0695df9e5e2b13" providerId="LiveId" clId="{C1DB84BE-3438-4E08-AECD-B7758CDAAE18}" dt="2024-06-05T06:44:37.566" v="2897" actId="14100"/>
          <ac:picMkLst>
            <pc:docMk/>
            <pc:sldMk cId="3257231440" sldId="346"/>
            <ac:picMk id="4098" creationId="{BC148BE4-FDF6-15D7-146A-80DF72C9F4A4}"/>
          </ac:picMkLst>
        </pc:picChg>
      </pc:sldChg>
      <pc:sldChg chg="new del">
        <pc:chgData name="Dr Gaurav Sushant" userId="ea0695df9e5e2b13" providerId="LiveId" clId="{C1DB84BE-3438-4E08-AECD-B7758CDAAE18}" dt="2024-06-05T05:24:01.265" v="882" actId="680"/>
        <pc:sldMkLst>
          <pc:docMk/>
          <pc:sldMk cId="3546788194" sldId="346"/>
        </pc:sldMkLst>
      </pc:sldChg>
      <pc:sldChg chg="addSp delSp modSp new mod modAnim">
        <pc:chgData name="Dr Gaurav Sushant" userId="ea0695df9e5e2b13" providerId="LiveId" clId="{C1DB84BE-3438-4E08-AECD-B7758CDAAE18}" dt="2024-06-05T06:45:26.020" v="2904"/>
        <pc:sldMkLst>
          <pc:docMk/>
          <pc:sldMk cId="3171901091" sldId="347"/>
        </pc:sldMkLst>
        <pc:spChg chg="del mod">
          <ac:chgData name="Dr Gaurav Sushant" userId="ea0695df9e5e2b13" providerId="LiveId" clId="{C1DB84BE-3438-4E08-AECD-B7758CDAAE18}" dt="2024-06-05T05:27:08.278" v="952"/>
          <ac:spMkLst>
            <pc:docMk/>
            <pc:sldMk cId="3171901091" sldId="347"/>
            <ac:spMk id="2" creationId="{B578D6CE-C00B-D41A-9E3E-EF061EA1CA91}"/>
          </ac:spMkLst>
        </pc:spChg>
        <pc:spChg chg="del mod">
          <ac:chgData name="Dr Gaurav Sushant" userId="ea0695df9e5e2b13" providerId="LiveId" clId="{C1DB84BE-3438-4E08-AECD-B7758CDAAE18}" dt="2024-06-05T05:27:01.742" v="949" actId="478"/>
          <ac:spMkLst>
            <pc:docMk/>
            <pc:sldMk cId="3171901091" sldId="347"/>
            <ac:spMk id="3" creationId="{B654E5B4-B10E-9B61-8F11-81DC1A59A161}"/>
          </ac:spMkLst>
        </pc:spChg>
        <pc:spChg chg="add mod">
          <ac:chgData name="Dr Gaurav Sushant" userId="ea0695df9e5e2b13" providerId="LiveId" clId="{C1DB84BE-3438-4E08-AECD-B7758CDAAE18}" dt="2024-06-05T05:31:47.252" v="1037" actId="20577"/>
          <ac:spMkLst>
            <pc:docMk/>
            <pc:sldMk cId="3171901091" sldId="347"/>
            <ac:spMk id="5" creationId="{9E1459C6-907C-5CAC-8D23-D736E0D3B77A}"/>
          </ac:spMkLst>
        </pc:spChg>
        <pc:picChg chg="add mod">
          <ac:chgData name="Dr Gaurav Sushant" userId="ea0695df9e5e2b13" providerId="LiveId" clId="{C1DB84BE-3438-4E08-AECD-B7758CDAAE18}" dt="2024-06-05T05:27:24.316" v="954" actId="1076"/>
          <ac:picMkLst>
            <pc:docMk/>
            <pc:sldMk cId="3171901091" sldId="347"/>
            <ac:picMk id="4" creationId="{9949CD9F-5828-DF0B-EA25-FE04B3C1D8AE}"/>
          </ac:picMkLst>
        </pc:picChg>
        <pc:picChg chg="add mod">
          <ac:chgData name="Dr Gaurav Sushant" userId="ea0695df9e5e2b13" providerId="LiveId" clId="{C1DB84BE-3438-4E08-AECD-B7758CDAAE18}" dt="2024-06-05T05:30:38.693" v="987" actId="1076"/>
          <ac:picMkLst>
            <pc:docMk/>
            <pc:sldMk cId="3171901091" sldId="347"/>
            <ac:picMk id="7" creationId="{1F38AD62-7E4A-A72A-68A4-473691306B74}"/>
          </ac:picMkLst>
        </pc:picChg>
      </pc:sldChg>
      <pc:sldChg chg="addSp delSp modSp new mod modAnim">
        <pc:chgData name="Dr Gaurav Sushant" userId="ea0695df9e5e2b13" providerId="LiveId" clId="{C1DB84BE-3438-4E08-AECD-B7758CDAAE18}" dt="2024-06-05T06:51:52.023" v="2939"/>
        <pc:sldMkLst>
          <pc:docMk/>
          <pc:sldMk cId="2763987444" sldId="348"/>
        </pc:sldMkLst>
        <pc:spChg chg="del">
          <ac:chgData name="Dr Gaurav Sushant" userId="ea0695df9e5e2b13" providerId="LiveId" clId="{C1DB84BE-3438-4E08-AECD-B7758CDAAE18}" dt="2024-06-05T05:40:32.803" v="1039" actId="22"/>
          <ac:spMkLst>
            <pc:docMk/>
            <pc:sldMk cId="2763987444" sldId="348"/>
            <ac:spMk id="2" creationId="{93120CF2-2D57-8193-003D-D0BA914990A1}"/>
          </ac:spMkLst>
        </pc:spChg>
        <pc:spChg chg="mod">
          <ac:chgData name="Dr Gaurav Sushant" userId="ea0695df9e5e2b13" providerId="LiveId" clId="{C1DB84BE-3438-4E08-AECD-B7758CDAAE18}" dt="2024-06-05T05:53:53.743" v="1380" actId="14100"/>
          <ac:spMkLst>
            <pc:docMk/>
            <pc:sldMk cId="2763987444" sldId="348"/>
            <ac:spMk id="3" creationId="{759FCB09-8717-4199-1B56-688EC65BC969}"/>
          </ac:spMkLst>
        </pc:spChg>
        <pc:spChg chg="add mod">
          <ac:chgData name="Dr Gaurav Sushant" userId="ea0695df9e5e2b13" providerId="LiveId" clId="{C1DB84BE-3438-4E08-AECD-B7758CDAAE18}" dt="2024-06-05T05:56:22.285" v="1459" actId="207"/>
          <ac:spMkLst>
            <pc:docMk/>
            <pc:sldMk cId="2763987444" sldId="348"/>
            <ac:spMk id="6" creationId="{535978F8-4FB6-0ABF-1F72-36CF6C50DDDB}"/>
          </ac:spMkLst>
        </pc:spChg>
        <pc:picChg chg="add mod ord">
          <ac:chgData name="Dr Gaurav Sushant" userId="ea0695df9e5e2b13" providerId="LiveId" clId="{C1DB84BE-3438-4E08-AECD-B7758CDAAE18}" dt="2024-06-05T06:50:59.580" v="2929"/>
          <ac:picMkLst>
            <pc:docMk/>
            <pc:sldMk cId="2763987444" sldId="348"/>
            <ac:picMk id="5" creationId="{E1339FD1-7A77-61AB-2B1E-4FC4EAC9C622}"/>
          </ac:picMkLst>
        </pc:picChg>
      </pc:sldChg>
      <pc:sldChg chg="modSp new mod modAnim">
        <pc:chgData name="Dr Gaurav Sushant" userId="ea0695df9e5e2b13" providerId="LiveId" clId="{C1DB84BE-3438-4E08-AECD-B7758CDAAE18}" dt="2024-06-05T06:46:20.885" v="2911"/>
        <pc:sldMkLst>
          <pc:docMk/>
          <pc:sldMk cId="3211338068" sldId="349"/>
        </pc:sldMkLst>
        <pc:spChg chg="mod">
          <ac:chgData name="Dr Gaurav Sushant" userId="ea0695df9e5e2b13" providerId="LiveId" clId="{C1DB84BE-3438-4E08-AECD-B7758CDAAE18}" dt="2024-06-05T06:07:20.624" v="1730" actId="14100"/>
          <ac:spMkLst>
            <pc:docMk/>
            <pc:sldMk cId="3211338068" sldId="349"/>
            <ac:spMk id="2" creationId="{21CA6287-18FF-65C3-1CFE-45D1D4969E93}"/>
          </ac:spMkLst>
        </pc:spChg>
        <pc:spChg chg="mod">
          <ac:chgData name="Dr Gaurav Sushant" userId="ea0695df9e5e2b13" providerId="LiveId" clId="{C1DB84BE-3438-4E08-AECD-B7758CDAAE18}" dt="2024-06-05T06:08:20.581" v="1736" actId="20577"/>
          <ac:spMkLst>
            <pc:docMk/>
            <pc:sldMk cId="3211338068" sldId="349"/>
            <ac:spMk id="3" creationId="{50704161-9ED2-68F6-AB1D-0CC7619F290F}"/>
          </ac:spMkLst>
        </pc:spChg>
      </pc:sldChg>
      <pc:sldChg chg="addSp delSp modSp new mod modAnim">
        <pc:chgData name="Dr Gaurav Sushant" userId="ea0695df9e5e2b13" providerId="LiveId" clId="{C1DB84BE-3438-4E08-AECD-B7758CDAAE18}" dt="2024-06-05T06:49:41.705" v="2927"/>
        <pc:sldMkLst>
          <pc:docMk/>
          <pc:sldMk cId="2563698464" sldId="350"/>
        </pc:sldMkLst>
        <pc:spChg chg="mod">
          <ac:chgData name="Dr Gaurav Sushant" userId="ea0695df9e5e2b13" providerId="LiveId" clId="{C1DB84BE-3438-4E08-AECD-B7758CDAAE18}" dt="2024-06-05T06:28:15.533" v="2293" actId="20577"/>
          <ac:spMkLst>
            <pc:docMk/>
            <pc:sldMk cId="2563698464" sldId="350"/>
            <ac:spMk id="2" creationId="{41F81777-FA6A-6299-E68D-9C17279EC9D0}"/>
          </ac:spMkLst>
        </pc:spChg>
        <pc:spChg chg="del">
          <ac:chgData name="Dr Gaurav Sushant" userId="ea0695df9e5e2b13" providerId="LiveId" clId="{C1DB84BE-3438-4E08-AECD-B7758CDAAE18}" dt="2024-06-05T06:14:46.660" v="1738" actId="478"/>
          <ac:spMkLst>
            <pc:docMk/>
            <pc:sldMk cId="2563698464" sldId="350"/>
            <ac:spMk id="3" creationId="{603BF787-ADF4-0384-3683-6531AA901BCE}"/>
          </ac:spMkLst>
        </pc:spChg>
        <pc:spChg chg="add mod">
          <ac:chgData name="Dr Gaurav Sushant" userId="ea0695df9e5e2b13" providerId="LiveId" clId="{C1DB84BE-3438-4E08-AECD-B7758CDAAE18}" dt="2024-06-05T06:18:03.081" v="1849" actId="14100"/>
          <ac:spMkLst>
            <pc:docMk/>
            <pc:sldMk cId="2563698464" sldId="350"/>
            <ac:spMk id="4" creationId="{410A8CD0-38CE-2218-DBFA-0A57A4BE5684}"/>
          </ac:spMkLst>
        </pc:spChg>
        <pc:spChg chg="add mod">
          <ac:chgData name="Dr Gaurav Sushant" userId="ea0695df9e5e2b13" providerId="LiveId" clId="{C1DB84BE-3438-4E08-AECD-B7758CDAAE18}" dt="2024-06-05T06:25:00.717" v="2176" actId="20577"/>
          <ac:spMkLst>
            <pc:docMk/>
            <pc:sldMk cId="2563698464" sldId="350"/>
            <ac:spMk id="5" creationId="{3CE3029F-E253-66CE-9570-E374FE7CFE61}"/>
          </ac:spMkLst>
        </pc:spChg>
        <pc:spChg chg="add mod">
          <ac:chgData name="Dr Gaurav Sushant" userId="ea0695df9e5e2b13" providerId="LiveId" clId="{C1DB84BE-3438-4E08-AECD-B7758CDAAE18}" dt="2024-06-05T06:25:26.736" v="2183" actId="1076"/>
          <ac:spMkLst>
            <pc:docMk/>
            <pc:sldMk cId="2563698464" sldId="350"/>
            <ac:spMk id="6" creationId="{460741C2-17A4-8B50-720F-8783FDEC7724}"/>
          </ac:spMkLst>
        </pc:spChg>
        <pc:spChg chg="add mod">
          <ac:chgData name="Dr Gaurav Sushant" userId="ea0695df9e5e2b13" providerId="LiveId" clId="{C1DB84BE-3438-4E08-AECD-B7758CDAAE18}" dt="2024-06-05T06:26:14.028" v="2205" actId="20577"/>
          <ac:spMkLst>
            <pc:docMk/>
            <pc:sldMk cId="2563698464" sldId="350"/>
            <ac:spMk id="7" creationId="{1827C5C7-0E99-11CD-4B9A-F18EE08550BB}"/>
          </ac:spMkLst>
        </pc:spChg>
        <pc:spChg chg="add mod">
          <ac:chgData name="Dr Gaurav Sushant" userId="ea0695df9e5e2b13" providerId="LiveId" clId="{C1DB84BE-3438-4E08-AECD-B7758CDAAE18}" dt="2024-06-05T06:27:00.299" v="2240" actId="20577"/>
          <ac:spMkLst>
            <pc:docMk/>
            <pc:sldMk cId="2563698464" sldId="350"/>
            <ac:spMk id="8" creationId="{47ACA584-617A-F366-8979-D43C6452042F}"/>
          </ac:spMkLst>
        </pc:spChg>
        <pc:spChg chg="add mod">
          <ac:chgData name="Dr Gaurav Sushant" userId="ea0695df9e5e2b13" providerId="LiveId" clId="{C1DB84BE-3438-4E08-AECD-B7758CDAAE18}" dt="2024-06-05T06:28:22.731" v="2294" actId="1076"/>
          <ac:spMkLst>
            <pc:docMk/>
            <pc:sldMk cId="2563698464" sldId="350"/>
            <ac:spMk id="9" creationId="{02DD295D-E959-A80A-4066-C566B568EABE}"/>
          </ac:spMkLst>
        </pc:spChg>
        <pc:picChg chg="add mod">
          <ac:chgData name="Dr Gaurav Sushant" userId="ea0695df9e5e2b13" providerId="LiveId" clId="{C1DB84BE-3438-4E08-AECD-B7758CDAAE18}" dt="2024-06-05T06:47:56.757" v="2914"/>
          <ac:picMkLst>
            <pc:docMk/>
            <pc:sldMk cId="2563698464" sldId="350"/>
            <ac:picMk id="5122" creationId="{7E7A132B-C5F4-7B1A-D408-FA44AA604BE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DB82A98-4393-450D-AFC8-FB6CB13FD444}" type="datetimeFigureOut">
              <a:rPr lang="en-US"/>
              <a:t>6/9/2024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1F820A3-7102-41C1-9F28-E583712E3628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4664075"/>
            <a:ext cx="12200467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3" name="Group 15"/>
          <p:cNvGrpSpPr/>
          <p:nvPr/>
        </p:nvGrpSpPr>
        <p:grpSpPr bwMode="auto">
          <a:xfrm>
            <a:off x="-4233" y="4953000"/>
            <a:ext cx="12196233" cy="1911350"/>
            <a:chOff x="-3765" y="4832896"/>
            <a:chExt cx="9147765" cy="2032192"/>
          </a:xfrm>
        </p:grpSpPr>
        <p:sp>
          <p:nvSpPr>
            <p:cNvPr id="4" name="Freeform 15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5" name="Freeform 18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18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5C4797E-F45D-49B6-AECC-1C2E5734122B}" type="datetimeFigureOut">
              <a:rPr lang="en-US"/>
              <a:t>6/9/2024</a:t>
            </a:fld>
            <a:endParaRPr lang="en-US"/>
          </a:p>
        </p:txBody>
      </p:sp>
      <p:sp>
        <p:nvSpPr>
          <p:cNvPr id="10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F36499-BEC0-4E84-81F1-5334B3C96315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400">
                <a:solidFill>
                  <a:srgbClr val="1DE7FF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BE735-F178-4EB4-B43C-3F3F41E16F5E}" type="datetimeFigureOut">
              <a:rPr lang="en-US"/>
              <a:t>6/9/2024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31F85-DD49-465D-9E50-DB0B1D5A5C70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10"/>
          <p:cNvSpPr/>
          <p:nvPr/>
        </p:nvSpPr>
        <p:spPr>
          <a:xfrm>
            <a:off x="4849284" y="3005138"/>
            <a:ext cx="243416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Chevron 11"/>
          <p:cNvSpPr/>
          <p:nvPr/>
        </p:nvSpPr>
        <p:spPr>
          <a:xfrm>
            <a:off x="4599518" y="3005138"/>
            <a:ext cx="24553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68901-3140-4FDB-B3A2-1DE68FC21289}" type="datetimeFigureOut">
              <a:rPr lang="en-US"/>
              <a:t>6/9/2024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862EA-466E-4161-A6BD-3853A849B6E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8A88C-0E5C-482F-95BA-BCD5FD9F9894}" type="datetimeFigureOut">
              <a:rPr lang="en-US"/>
              <a:t>6/9/2024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C5905E-5664-4A4D-9C48-934A37FEF09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8F889-185C-45DB-A166-E29565746C93}" type="datetimeFigureOut">
              <a:rPr lang="en-US"/>
              <a:t>6/9/2024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679E8-EB01-47A3-B7C3-BDCE0D79C884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rgbClr val="FFD90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4E626-CB2F-42CE-9B14-40C4A54532E2}" type="datetimeFigureOut">
              <a:rPr lang="en-US"/>
              <a:t>6/9/2024</a:t>
            </a:fld>
            <a:endParaRPr lang="en-US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73D16E-FAEA-4FE9-A6BF-37AE23685F7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23685-DD17-4044-A3A1-817C1CBF6865}" type="datetimeFigureOut">
              <a:rPr lang="en-US"/>
              <a:t>6/9/2024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0645C-5A49-4807-AFAF-11CE9EDDEAE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67E4A-3DAA-43B2-8DD6-60C4A37A6B48}" type="datetimeFigureOut">
              <a:rPr lang="en-US"/>
              <a:t>6/9/2024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11632B-3DC7-44AD-B742-E2917EEAE32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0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6" name="Freeform 15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18"/>
          <p:cNvSpPr/>
          <p:nvPr/>
        </p:nvSpPr>
        <p:spPr>
          <a:xfrm>
            <a:off x="11552768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" name="Chevron 19"/>
          <p:cNvSpPr/>
          <p:nvPr/>
        </p:nvSpPr>
        <p:spPr>
          <a:xfrm>
            <a:off x="11303001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5A2E619-0132-4432-8259-8A13C7B703B1}" type="datetimeFigureOut">
              <a:rPr lang="en-US"/>
              <a:t>6/9/2024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0D180D-DB6E-492A-B6F2-492018F42D4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F1FE2-381B-4D05-BBE6-D20514FD8FD8}" type="datetimeFigureOut">
              <a:rPr lang="en-US"/>
              <a:t>6/9/2024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7EB17-0E17-44E9-8225-69F0D53B972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8EF774-DFA7-4173-8B29-4B1816957445}" type="datetimeFigureOut">
              <a:rPr lang="en-US"/>
              <a:t>6/9/2024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710D9-638E-45E6-8731-40E83F57FBA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8" Target="../slideLayouts/slideLayout8.xml" Type="http://schemas.openxmlformats.org/officeDocument/2006/relationships/slideLayout"/><Relationship Id="rId13" Target="../media/image2.jpeg" Type="http://schemas.openxmlformats.org/officeDocument/2006/relationships/image"/><Relationship Id="rId3" Target="../slideLayouts/slideLayout3.xml" Type="http://schemas.openxmlformats.org/officeDocument/2006/relationships/slideLayout"/><Relationship Id="rId7" Target="../slideLayouts/slideLayout7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1" Target="../slideLayouts/slideLayout1.xml" Type="http://schemas.openxmlformats.org/officeDocument/2006/relationships/slideLayout"/><Relationship Id="rId6" Target="../slideLayouts/slideLayout6.xml" Type="http://schemas.openxmlformats.org/officeDocument/2006/relationships/slideLayout"/><Relationship Id="rId11" Target="../slideLayouts/slideLayout11.xml" Type="http://schemas.openxmlformats.org/officeDocument/2006/relationships/slideLayout"/><Relationship Id="rId5" Target="../slideLayouts/slideLayout5.xml" Type="http://schemas.openxmlformats.org/officeDocument/2006/relationships/slideLayout"/><Relationship Id="rId10" Target="../slideLayouts/slideLayout10.xml" Type="http://schemas.openxmlformats.org/officeDocument/2006/relationships/slideLayout"/><Relationship Id="rId4" Target="../slideLayouts/slideLayout4.xml" Type="http://schemas.openxmlformats.org/officeDocument/2006/relationships/slideLayout"/><Relationship Id="rId9" Target="../slideLayouts/slideLayout9.xml" Type="http://schemas.openxmlformats.org/officeDocument/2006/relationships/slideLayout"/><Relationship Id="rId14" Target="../media/image1.jpeg" Type="http://schemas.openxmlformats.org/officeDocument/2006/relationships/imag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1027" name="Freeform 11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4811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70433" y="6408739"/>
            <a:ext cx="2559051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9FFD12D-0B7F-453B-8177-D25DF0FE07CF}" type="datetimeFigureOut">
              <a:rPr lang="en-US"/>
              <a:t>6/9/2024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39884" y="6408739"/>
            <a:ext cx="3134783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484" y="6408739"/>
            <a:ext cx="488949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00"/>
            </a:lvl1pPr>
          </a:lstStyle>
          <a:p>
            <a:pPr>
              <a:defRPr/>
            </a:pPr>
            <a:fld id="{2D955A27-3246-4D8E-AAA1-ABC4B9F4F6E9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bg2">
              <a:lumMod val="50000"/>
            </a:schemeClr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9pPr>
    </p:titleStyle>
    <p:bodyStyle>
      <a:lvl1pPr marL="365125" indent="-255905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bg1"/>
          </a:solidFill>
          <a:latin typeface="+mn-lt"/>
          <a:ea typeface="+mn-ea"/>
          <a:cs typeface="+mn-cs"/>
        </a:defRPr>
      </a:lvl1pPr>
      <a:lvl2pPr marL="621030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bg1"/>
          </a:solidFill>
          <a:latin typeface="+mn-lt"/>
          <a:ea typeface="+mn-ea"/>
          <a:cs typeface="+mn-cs"/>
        </a:defRPr>
      </a:lvl2pPr>
      <a:lvl3pPr marL="859155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bg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bg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bg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 ?><Relationships xmlns="http://schemas.openxmlformats.org/package/2006/relationships"><Relationship Id="rId2" Target="../media/image4.jpe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9.xml.rels><?xml version="1.0" encoding="UTF-8" standalone="yes" ?><Relationships xmlns="http://schemas.openxmlformats.org/package/2006/relationships"><Relationship Id="rId2" Target="../media/image5.jpe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 ?><Relationships xmlns="http://schemas.openxmlformats.org/package/2006/relationships"><Relationship Id="rId2" Target="../media/image7.jpe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12.xml.rels><?xml version="1.0" encoding="UTF-8" standalone="yes" ?><Relationships xmlns="http://schemas.openxmlformats.org/package/2006/relationships"><Relationship Id="rId2" Target="../media/image8.jpe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 ?><Relationships xmlns="http://schemas.openxmlformats.org/package/2006/relationships"><Relationship Id="rId3" Target="../media/image11.jpeg" Type="http://schemas.openxmlformats.org/officeDocument/2006/relationships/image"/><Relationship Id="rId2" Target="../media/image9.jpe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 ?><Relationships xmlns="http://schemas.openxmlformats.org/package/2006/relationships"><Relationship Id="rId3" Target="../media/hdphoto2.wdp" Type="http://schemas.microsoft.com/office/2007/relationships/hdphoto"/><Relationship Id="rId2" Target="../media/image13.jpe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5E1E1F2E-2113-7722-B971-979D89136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0"/>
            <a:ext cx="10972800" cy="1905000"/>
          </a:xfrm>
        </p:spPr>
        <p:txBody>
          <a:bodyPr>
            <a:normAutofit/>
          </a:bodyPr>
          <a:lstStyle/>
          <a:p>
            <a:pPr algn="ctr"/>
            <a:r>
              <a:rPr lang="es-ES" dirty="0"/>
              <a:t>El verbo Estar y Las preposiciones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1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87CECB-4801-2364-ECAB-68175AE88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4000"/>
            <a:ext cx="10972800" cy="4724400"/>
          </a:xfrm>
        </p:spPr>
        <p:txBody>
          <a:bodyPr/>
          <a:lstStyle/>
          <a:p>
            <a:r>
              <a:rPr lang="en-US" sz="3300" dirty="0"/>
              <a:t>ESTAR = To be </a:t>
            </a:r>
          </a:p>
          <a:p>
            <a:r>
              <a:rPr lang="en-US" sz="3300" dirty="0"/>
              <a:t>Like SER verb, when you use a form of ESTAR, then you are referring to: IS, AM, and ARE. </a:t>
            </a:r>
          </a:p>
          <a:p>
            <a:r>
              <a:rPr lang="en-US" sz="3300" dirty="0"/>
              <a:t>However, there is still a difference between SER and ESTAR based on their uses. 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E26C679-F134-87CD-D9CC-F7800E554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E26C679-F134-87CD-D9CC-F7800E554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Conjugation of El Verbo ESTAR 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80D9EBA7-F655-2978-E63C-B8A0C435A00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19200" y="1981200"/>
          <a:ext cx="9753600" cy="36271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953000">
                  <a:extLst>
                    <a:ext uri="{9D8B030D-6E8A-4147-A177-3AD203B41FA5}">
                      <a16:colId xmlns:a16="http://schemas.microsoft.com/office/drawing/2014/main" val="3405931611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64974125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sz="33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 </a:t>
                      </a:r>
                      <a:r>
                        <a:rPr lang="en-US" sz="3300" b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estoy</a:t>
                      </a:r>
                      <a:endParaRPr lang="en-US" sz="3300" b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33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Nosotros</a:t>
                      </a:r>
                      <a:r>
                        <a:rPr lang="en-US" sz="33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/as</a:t>
                      </a:r>
                      <a:r>
                        <a:rPr lang="es-ES" sz="33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estamos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02539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s-E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ú estás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Vosotros</a:t>
                      </a:r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est</a:t>
                      </a:r>
                      <a:r>
                        <a:rPr lang="es-E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áis</a:t>
                      </a:r>
                      <a:endParaRPr lang="es-ES" sz="3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99623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s-E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</a:t>
                      </a:r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 </a:t>
                      </a:r>
                      <a:r>
                        <a:rPr lang="en-U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está</a:t>
                      </a:r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Ella </a:t>
                      </a:r>
                      <a:r>
                        <a:rPr lang="en-U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está</a:t>
                      </a:r>
                      <a:endParaRPr lang="en-US" sz="3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Usted </a:t>
                      </a:r>
                      <a:r>
                        <a:rPr lang="en-U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está</a:t>
                      </a:r>
                      <a:endParaRPr lang="en-US" sz="3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María </a:t>
                      </a:r>
                      <a:r>
                        <a:rPr lang="en-U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está</a:t>
                      </a:r>
                      <a:endParaRPr lang="en-US" sz="3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Ellos </a:t>
                      </a:r>
                      <a:r>
                        <a:rPr lang="en-U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están</a:t>
                      </a:r>
                      <a:endParaRPr lang="en-US" sz="3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Ellas </a:t>
                      </a:r>
                      <a:r>
                        <a:rPr lang="en-U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están</a:t>
                      </a:r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Ustedes</a:t>
                      </a:r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est</a:t>
                      </a:r>
                      <a:r>
                        <a:rPr lang="es-E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án</a:t>
                      </a:r>
                      <a:endParaRPr lang="en-US" sz="3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33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María y Pablo </a:t>
                      </a:r>
                      <a:r>
                        <a:rPr lang="en-US" sz="33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están</a:t>
                      </a:r>
                      <a:endParaRPr lang="en-US" sz="33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596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627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87CECB-4801-2364-ECAB-68175AE88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4000"/>
            <a:ext cx="10972800" cy="4724400"/>
          </a:xfrm>
        </p:spPr>
        <p:txBody>
          <a:bodyPr/>
          <a:lstStyle/>
          <a:p>
            <a:pPr marL="852170" indent="-742950">
              <a:buFont typeface="+mj-lt"/>
              <a:buAutoNum type="arabicPeriod"/>
            </a:pPr>
            <a:r>
              <a:rPr lang="es-ES" sz="3300" dirty="0" err="1"/>
              <a:t>Location</a:t>
            </a:r>
            <a:endParaRPr lang="es-ES" sz="3300" dirty="0"/>
          </a:p>
          <a:p>
            <a:pPr marL="109220" indent="0">
              <a:buNone/>
            </a:pPr>
            <a:r>
              <a:rPr lang="es-ES" sz="3300" dirty="0" err="1"/>
              <a:t>E.g</a:t>
            </a:r>
            <a:r>
              <a:rPr lang="es-ES" sz="3300" dirty="0"/>
              <a:t>. Nosotros estamos en la clase. </a:t>
            </a:r>
          </a:p>
          <a:p>
            <a:pPr marL="852170" indent="-742950">
              <a:buFont typeface="+mj-lt"/>
              <a:buAutoNum type="arabicPeriod" startAt="2"/>
            </a:pPr>
            <a:r>
              <a:rPr lang="es-ES" sz="3300" dirty="0"/>
              <a:t>Physical Condition</a:t>
            </a:r>
          </a:p>
          <a:p>
            <a:pPr marL="109220" indent="0">
              <a:buNone/>
            </a:pPr>
            <a:r>
              <a:rPr lang="es-ES" sz="3300" dirty="0" err="1"/>
              <a:t>E.g</a:t>
            </a:r>
            <a:r>
              <a:rPr lang="es-ES" sz="3300" dirty="0"/>
              <a:t>. Mi madre está cansada. </a:t>
            </a:r>
          </a:p>
          <a:p>
            <a:pPr marL="852170" indent="-742950">
              <a:buFont typeface="+mj-lt"/>
              <a:buAutoNum type="arabicPeriod" startAt="3"/>
            </a:pPr>
            <a:r>
              <a:rPr lang="es-ES" sz="3300" dirty="0"/>
              <a:t>Emotion </a:t>
            </a:r>
          </a:p>
          <a:p>
            <a:pPr marL="109220" indent="0">
              <a:buNone/>
            </a:pPr>
            <a:r>
              <a:rPr lang="es-ES" sz="3300" dirty="0" err="1"/>
              <a:t>E.g</a:t>
            </a:r>
            <a:r>
              <a:rPr lang="es-ES" sz="3300" dirty="0"/>
              <a:t>. Los estudiantes están felices.  </a:t>
            </a:r>
            <a:endParaRPr lang="en-US" sz="330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E26C679-F134-87CD-D9CC-F7800E554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Uses of the ESTAR verb</a:t>
            </a:r>
          </a:p>
        </p:txBody>
      </p:sp>
    </p:spTree>
    <p:extLst>
      <p:ext uri="{BB962C8B-B14F-4D97-AF65-F5344CB8AC3E}">
        <p14:creationId xmlns:p14="http://schemas.microsoft.com/office/powerpoint/2010/main" val="2142613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87CECB-4801-2364-ECAB-68175AE88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4000"/>
            <a:ext cx="10972800" cy="4724400"/>
          </a:xfrm>
        </p:spPr>
        <p:txBody>
          <a:bodyPr/>
          <a:lstStyle/>
          <a:p>
            <a:r>
              <a:rPr lang="es-ES" sz="3300" dirty="0"/>
              <a:t>ESTAR </a:t>
            </a:r>
            <a:r>
              <a:rPr lang="es-ES" sz="3300" dirty="0" err="1"/>
              <a:t>verb</a:t>
            </a:r>
            <a:r>
              <a:rPr lang="es-ES" sz="3300" dirty="0"/>
              <a:t> </a:t>
            </a:r>
            <a:r>
              <a:rPr lang="es-ES" sz="3300" dirty="0" err="1"/>
              <a:t>is</a:t>
            </a:r>
            <a:r>
              <a:rPr lang="es-ES" sz="3300" dirty="0"/>
              <a:t> </a:t>
            </a:r>
            <a:r>
              <a:rPr lang="es-ES" sz="3300" dirty="0" err="1"/>
              <a:t>used</a:t>
            </a:r>
            <a:r>
              <a:rPr lang="es-ES" sz="3300" dirty="0"/>
              <a:t> </a:t>
            </a:r>
            <a:r>
              <a:rPr lang="es-ES" sz="3300" dirty="0" err="1"/>
              <a:t>when</a:t>
            </a:r>
            <a:r>
              <a:rPr lang="es-ES" sz="3300" dirty="0"/>
              <a:t> </a:t>
            </a:r>
            <a:r>
              <a:rPr lang="es-ES" sz="3300" dirty="0" err="1"/>
              <a:t>we</a:t>
            </a:r>
            <a:r>
              <a:rPr lang="es-ES" sz="3300" dirty="0"/>
              <a:t> </a:t>
            </a:r>
            <a:r>
              <a:rPr lang="es-ES" sz="3300" dirty="0" err="1"/>
              <a:t>want</a:t>
            </a:r>
            <a:r>
              <a:rPr lang="es-ES" sz="3300" dirty="0"/>
              <a:t> </a:t>
            </a:r>
            <a:r>
              <a:rPr lang="es-ES" sz="3300" dirty="0" err="1"/>
              <a:t>to</a:t>
            </a:r>
            <a:r>
              <a:rPr lang="es-ES" sz="3300" dirty="0"/>
              <a:t> </a:t>
            </a:r>
            <a:r>
              <a:rPr lang="es-ES" sz="3300" dirty="0" err="1"/>
              <a:t>tell</a:t>
            </a:r>
            <a:r>
              <a:rPr lang="es-ES" sz="3300" dirty="0"/>
              <a:t> </a:t>
            </a:r>
            <a:r>
              <a:rPr lang="es-ES" sz="3300" dirty="0" err="1"/>
              <a:t>the</a:t>
            </a:r>
            <a:r>
              <a:rPr lang="es-ES" sz="3300" dirty="0"/>
              <a:t> </a:t>
            </a:r>
            <a:r>
              <a:rPr lang="es-ES" sz="3300" dirty="0" err="1"/>
              <a:t>location</a:t>
            </a:r>
            <a:r>
              <a:rPr lang="es-ES" sz="3300" dirty="0"/>
              <a:t> </a:t>
            </a:r>
            <a:r>
              <a:rPr lang="es-ES" sz="3300" dirty="0" err="1"/>
              <a:t>of</a:t>
            </a:r>
            <a:r>
              <a:rPr lang="es-ES" sz="3300" dirty="0"/>
              <a:t> </a:t>
            </a:r>
            <a:r>
              <a:rPr lang="es-ES" sz="3300" dirty="0" err="1"/>
              <a:t>any</a:t>
            </a:r>
            <a:r>
              <a:rPr lang="es-ES" sz="3300" dirty="0"/>
              <a:t> object, </a:t>
            </a:r>
            <a:r>
              <a:rPr lang="es-ES" sz="3300" dirty="0" err="1"/>
              <a:t>person</a:t>
            </a:r>
            <a:r>
              <a:rPr lang="es-ES" sz="3300" dirty="0"/>
              <a:t>, place, </a:t>
            </a:r>
            <a:r>
              <a:rPr lang="es-ES" sz="3300" dirty="0" err="1"/>
              <a:t>or</a:t>
            </a:r>
            <a:r>
              <a:rPr lang="es-ES" sz="3300" dirty="0"/>
              <a:t> </a:t>
            </a:r>
            <a:r>
              <a:rPr lang="es-ES" sz="3300" dirty="0" err="1"/>
              <a:t>monument</a:t>
            </a:r>
            <a:r>
              <a:rPr lang="es-ES" sz="3300" dirty="0"/>
              <a:t>.</a:t>
            </a:r>
          </a:p>
          <a:p>
            <a:r>
              <a:rPr lang="es-ES" sz="3300" dirty="0" err="1"/>
              <a:t>The</a:t>
            </a:r>
            <a:r>
              <a:rPr lang="es-ES" sz="3300" dirty="0"/>
              <a:t> </a:t>
            </a:r>
            <a:r>
              <a:rPr lang="es-ES" sz="3300" dirty="0" err="1"/>
              <a:t>location</a:t>
            </a:r>
            <a:r>
              <a:rPr lang="es-ES" sz="3300" dirty="0"/>
              <a:t> can be </a:t>
            </a:r>
            <a:r>
              <a:rPr lang="es-ES" sz="3300" dirty="0" err="1"/>
              <a:t>temporary</a:t>
            </a:r>
            <a:r>
              <a:rPr lang="es-ES" sz="3300" dirty="0"/>
              <a:t> as </a:t>
            </a:r>
            <a:r>
              <a:rPr lang="es-ES" sz="3300" dirty="0" err="1"/>
              <a:t>well</a:t>
            </a:r>
            <a:r>
              <a:rPr lang="es-ES" sz="3300" dirty="0"/>
              <a:t> as </a:t>
            </a:r>
            <a:r>
              <a:rPr lang="es-ES" sz="3300" dirty="0" err="1"/>
              <a:t>permanent</a:t>
            </a:r>
            <a:r>
              <a:rPr lang="es-ES" sz="3300" dirty="0"/>
              <a:t>.  </a:t>
            </a:r>
          </a:p>
          <a:p>
            <a:r>
              <a:rPr lang="es-ES" sz="3300" dirty="0"/>
              <a:t> </a:t>
            </a:r>
            <a:r>
              <a:rPr lang="es-ES" sz="3300" dirty="0" err="1"/>
              <a:t>To</a:t>
            </a:r>
            <a:r>
              <a:rPr lang="es-ES" sz="3300" dirty="0"/>
              <a:t> </a:t>
            </a:r>
            <a:r>
              <a:rPr lang="es-ES" sz="3300" dirty="0" err="1"/>
              <a:t>tell</a:t>
            </a:r>
            <a:r>
              <a:rPr lang="es-ES" sz="3300" dirty="0"/>
              <a:t> </a:t>
            </a:r>
            <a:r>
              <a:rPr lang="es-ES" sz="3300" dirty="0" err="1"/>
              <a:t>location</a:t>
            </a:r>
            <a:r>
              <a:rPr lang="es-ES" sz="3300" dirty="0"/>
              <a:t>, </a:t>
            </a:r>
            <a:r>
              <a:rPr lang="es-ES" sz="3300" dirty="0" err="1"/>
              <a:t>we</a:t>
            </a:r>
            <a:r>
              <a:rPr lang="es-ES" sz="3300" dirty="0"/>
              <a:t> </a:t>
            </a:r>
            <a:r>
              <a:rPr lang="es-ES" sz="3300" dirty="0" err="1"/>
              <a:t>need</a:t>
            </a:r>
            <a:r>
              <a:rPr lang="es-ES" sz="3300" dirty="0"/>
              <a:t> </a:t>
            </a:r>
            <a:r>
              <a:rPr lang="es-ES" sz="3300" dirty="0" err="1"/>
              <a:t>to</a:t>
            </a:r>
            <a:r>
              <a:rPr lang="es-ES" sz="3300" dirty="0"/>
              <a:t> use </a:t>
            </a:r>
            <a:r>
              <a:rPr lang="es-ES" sz="3300" dirty="0" err="1"/>
              <a:t>different</a:t>
            </a:r>
            <a:r>
              <a:rPr lang="es-ES" sz="3300" dirty="0"/>
              <a:t> </a:t>
            </a:r>
            <a:r>
              <a:rPr lang="es-ES" sz="3300" dirty="0" err="1"/>
              <a:t>kinds</a:t>
            </a:r>
            <a:r>
              <a:rPr lang="es-ES" sz="3300" dirty="0"/>
              <a:t> </a:t>
            </a:r>
            <a:r>
              <a:rPr lang="es-ES" sz="3300" dirty="0" err="1"/>
              <a:t>of</a:t>
            </a:r>
            <a:r>
              <a:rPr lang="es-ES" sz="3300" dirty="0"/>
              <a:t> </a:t>
            </a:r>
            <a:r>
              <a:rPr lang="es-ES" sz="3300" dirty="0" err="1"/>
              <a:t>prepositions</a:t>
            </a:r>
            <a:r>
              <a:rPr lang="es-ES" sz="3300" dirty="0"/>
              <a:t> </a:t>
            </a:r>
            <a:r>
              <a:rPr lang="es-ES" sz="3300" dirty="0" err="1"/>
              <a:t>or</a:t>
            </a:r>
            <a:r>
              <a:rPr lang="es-ES" sz="3300" dirty="0"/>
              <a:t> </a:t>
            </a:r>
            <a:r>
              <a:rPr lang="es-ES" sz="3300" dirty="0" err="1"/>
              <a:t>prepositional</a:t>
            </a:r>
            <a:r>
              <a:rPr lang="es-ES" sz="3300" dirty="0"/>
              <a:t> </a:t>
            </a:r>
            <a:r>
              <a:rPr lang="es-ES" sz="3300" dirty="0" err="1"/>
              <a:t>phrases</a:t>
            </a:r>
            <a:r>
              <a:rPr lang="es-ES" sz="3300" dirty="0"/>
              <a:t>. </a:t>
            </a:r>
            <a:endParaRPr lang="en-US" sz="330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E26C679-F134-87CD-D9CC-F7800E554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Use of ESTAR for location</a:t>
            </a:r>
          </a:p>
        </p:txBody>
      </p:sp>
    </p:spTree>
    <p:extLst>
      <p:ext uri="{BB962C8B-B14F-4D97-AF65-F5344CB8AC3E}">
        <p14:creationId xmlns:p14="http://schemas.microsoft.com/office/powerpoint/2010/main" val="2493660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518F23-C6E1-04AB-05FB-B9B31582C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300" dirty="0" err="1"/>
              <a:t>Sobre</a:t>
            </a:r>
            <a:r>
              <a:rPr lang="en-US" sz="3300" dirty="0"/>
              <a:t> – on, above</a:t>
            </a:r>
          </a:p>
          <a:p>
            <a:r>
              <a:rPr lang="en-US" sz="3300" dirty="0"/>
              <a:t>De – of/ from</a:t>
            </a:r>
          </a:p>
          <a:p>
            <a:r>
              <a:rPr lang="en-US" sz="3300" dirty="0"/>
              <a:t>Entre – between</a:t>
            </a:r>
          </a:p>
          <a:p>
            <a:r>
              <a:rPr lang="es-ES" sz="3300" dirty="0"/>
              <a:t>Enfrente</a:t>
            </a:r>
            <a:r>
              <a:rPr lang="en-US" sz="3300" dirty="0"/>
              <a:t> de – in front of </a:t>
            </a:r>
          </a:p>
          <a:p>
            <a:r>
              <a:rPr lang="en-US" sz="3300" dirty="0" err="1"/>
              <a:t>Encima</a:t>
            </a:r>
            <a:r>
              <a:rPr lang="en-US" sz="3300" dirty="0"/>
              <a:t> de – on the top of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B9198B-B157-701E-61FD-C8637D5A0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Examples of Prepositions or Prepositional Phrases</a:t>
            </a:r>
          </a:p>
        </p:txBody>
      </p:sp>
    </p:spTree>
    <p:extLst>
      <p:ext uri="{BB962C8B-B14F-4D97-AF65-F5344CB8AC3E}">
        <p14:creationId xmlns:p14="http://schemas.microsoft.com/office/powerpoint/2010/main" val="1743944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7483580-BA76-5561-B020-7D52EFEE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Sobré</a:t>
            </a:r>
            <a:r>
              <a:rPr lang="en-US" sz="4000" dirty="0"/>
              <a:t>/ </a:t>
            </a:r>
            <a:r>
              <a:rPr lang="en-US" sz="4000" dirty="0" err="1"/>
              <a:t>encima</a:t>
            </a:r>
            <a:r>
              <a:rPr lang="en-US" sz="4000" dirty="0"/>
              <a:t> de</a:t>
            </a:r>
          </a:p>
        </p:txBody>
      </p:sp>
      <p:pic>
        <p:nvPicPr>
          <p:cNvPr id="1026" name="Picture 2" descr="Explore the Best Digitalarts Art | DeviantArt">
            <a:extLst>
              <a:ext uri="{FF2B5EF4-FFF2-40B4-BE49-F238E27FC236}">
                <a16:creationId xmlns:a16="http://schemas.microsoft.com/office/drawing/2014/main" id="{8B433926-5B89-EF7D-8396-A4EAA30F9A1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5315" y="2362200"/>
            <a:ext cx="3928004" cy="2862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7FADA247-6361-9D68-86E1-980F07164535}"/>
              </a:ext>
            </a:extLst>
          </p:cNvPr>
          <p:cNvSpPr txBox="1">
            <a:spLocks/>
          </p:cNvSpPr>
          <p:nvPr/>
        </p:nvSpPr>
        <p:spPr bwMode="auto">
          <a:xfrm>
            <a:off x="609600" y="1295400"/>
            <a:ext cx="7543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300" dirty="0"/>
              <a:t>La planta est</a:t>
            </a:r>
            <a:r>
              <a:rPr lang="es-ES" sz="3300" dirty="0"/>
              <a:t>á sobre la mesa.</a:t>
            </a:r>
          </a:p>
          <a:p>
            <a:r>
              <a:rPr lang="es-ES" sz="3300" dirty="0"/>
              <a:t>La planta está encima de la mesa. </a:t>
            </a:r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113085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E9F3CA-799A-33DE-3573-9D8391D241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00" y="1409700"/>
            <a:ext cx="4038600" cy="40386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B1E6E25-64BB-EC55-CFA6-994B41B0F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/>
              <a:t>Debajo de</a:t>
            </a:r>
            <a:endParaRPr lang="en-US" sz="4000" dirty="0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973DDF95-B58D-5E51-3C82-CE6E672A816E}"/>
              </a:ext>
            </a:extLst>
          </p:cNvPr>
          <p:cNvSpPr txBox="1">
            <a:spLocks/>
          </p:cNvSpPr>
          <p:nvPr/>
        </p:nvSpPr>
        <p:spPr bwMode="auto">
          <a:xfrm>
            <a:off x="609600" y="1295400"/>
            <a:ext cx="7848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300" dirty="0"/>
              <a:t>La planta est</a:t>
            </a:r>
            <a:r>
              <a:rPr lang="es-ES" sz="3300" dirty="0"/>
              <a:t>á debajo de la mesa.</a:t>
            </a:r>
          </a:p>
        </p:txBody>
      </p:sp>
    </p:spTree>
    <p:extLst>
      <p:ext uri="{BB962C8B-B14F-4D97-AF65-F5344CB8AC3E}">
        <p14:creationId xmlns:p14="http://schemas.microsoft.com/office/powerpoint/2010/main" val="2554363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table in a room with a plant in the corner&#10;&#10;Description automatically generated">
            <a:extLst>
              <a:ext uri="{FF2B5EF4-FFF2-40B4-BE49-F238E27FC236}">
                <a16:creationId xmlns:a16="http://schemas.microsoft.com/office/drawing/2014/main" id="{A2F34931-6D18-1C9C-B15F-FEE025418C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1" y="1958182"/>
            <a:ext cx="4495800" cy="44958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3CDE6B6-403D-9028-C2D1-168AF2EC3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 la derecha de</a:t>
            </a:r>
            <a:endParaRPr lang="en-US" dirty="0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B8B03B2-785E-DAB0-6E61-2B55A5019BB8}"/>
              </a:ext>
            </a:extLst>
          </p:cNvPr>
          <p:cNvSpPr txBox="1">
            <a:spLocks/>
          </p:cNvSpPr>
          <p:nvPr/>
        </p:nvSpPr>
        <p:spPr bwMode="auto">
          <a:xfrm>
            <a:off x="609600" y="1295400"/>
            <a:ext cx="7947819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300" dirty="0"/>
              <a:t>La planta est</a:t>
            </a:r>
            <a:r>
              <a:rPr lang="es-ES" sz="3300" dirty="0"/>
              <a:t>á a la derecha de la mesa.</a:t>
            </a:r>
          </a:p>
        </p:txBody>
      </p:sp>
    </p:spTree>
    <p:extLst>
      <p:ext uri="{BB962C8B-B14F-4D97-AF65-F5344CB8AC3E}">
        <p14:creationId xmlns:p14="http://schemas.microsoft.com/office/powerpoint/2010/main" val="1032738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377E896-2E39-1A4D-A7C0-016C75493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 la </a:t>
            </a:r>
            <a:r>
              <a:rPr lang="en-US" sz="4000" dirty="0" err="1"/>
              <a:t>izquierda</a:t>
            </a:r>
            <a:r>
              <a:rPr lang="en-US" sz="4000" dirty="0"/>
              <a:t> de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984DBA72-E7C8-0884-3160-A818C222ABDB}"/>
              </a:ext>
            </a:extLst>
          </p:cNvPr>
          <p:cNvSpPr txBox="1">
            <a:spLocks/>
          </p:cNvSpPr>
          <p:nvPr/>
        </p:nvSpPr>
        <p:spPr bwMode="auto">
          <a:xfrm>
            <a:off x="609600" y="1417638"/>
            <a:ext cx="77724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300" dirty="0"/>
              <a:t>La copa de vino est</a:t>
            </a:r>
            <a:r>
              <a:rPr lang="es-ES" sz="3300" dirty="0"/>
              <a:t>á a la izquierda de la botella.</a:t>
            </a:r>
          </a:p>
        </p:txBody>
      </p:sp>
      <p:pic>
        <p:nvPicPr>
          <p:cNvPr id="1028" name="Picture 4" descr="Free Images : studio, drink, tableware, material, wine bottle, glass bottle,  wine glass, simplicity, beer glass, a bottle of, still life photography,  distilled beverage, drinkware, champagne stemware 2480x3508 - - 1087014 -  Free stock photos - PxHere">
            <a:extLst>
              <a:ext uri="{FF2B5EF4-FFF2-40B4-BE49-F238E27FC236}">
                <a16:creationId xmlns:a16="http://schemas.microsoft.com/office/drawing/2014/main" id="{95BAF3E3-E320-EB0E-DA74-FC43BCD63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1739219"/>
            <a:ext cx="3429000" cy="4844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6178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B21C51B-4627-F3DB-7EB7-253226640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Entre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BDCAFDA7-3E77-B91B-8CEC-AE173F95CBFB}"/>
              </a:ext>
            </a:extLst>
          </p:cNvPr>
          <p:cNvSpPr txBox="1">
            <a:spLocks/>
          </p:cNvSpPr>
          <p:nvPr/>
        </p:nvSpPr>
        <p:spPr bwMode="auto">
          <a:xfrm>
            <a:off x="597877" y="1417638"/>
            <a:ext cx="7022123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300" dirty="0"/>
              <a:t>La planta est</a:t>
            </a:r>
            <a:r>
              <a:rPr lang="es-ES" sz="3300" dirty="0"/>
              <a:t>á entre los libros y la lampara.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93BD11-22FA-7C64-0CA0-A0FD9D63B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2415" y="1236784"/>
            <a:ext cx="4384431" cy="438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234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47E7BA-6AC7-73FC-85D4-93993FF29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81138"/>
            <a:ext cx="6781800" cy="4525962"/>
          </a:xfrm>
        </p:spPr>
        <p:txBody>
          <a:bodyPr/>
          <a:lstStyle/>
          <a:p>
            <a:r>
              <a:rPr lang="en-US" dirty="0"/>
              <a:t>Las camaras est</a:t>
            </a:r>
            <a:r>
              <a:rPr lang="es-ES" dirty="0"/>
              <a:t>án al lado de los libros.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932312-A2CE-4CA3-CF0E-DFE62C85C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Al </a:t>
            </a:r>
            <a:r>
              <a:rPr lang="en-US" sz="4000" dirty="0" err="1"/>
              <a:t>lado</a:t>
            </a:r>
            <a:r>
              <a:rPr lang="en-US" sz="4000" dirty="0"/>
              <a:t> 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110C31-80DF-A0AC-31AB-2AAF0309A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1073150"/>
            <a:ext cx="4711700" cy="471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379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3ADCF7-0CED-D971-48F7-BBB4B0CB7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81138"/>
            <a:ext cx="6553200" cy="4525962"/>
          </a:xfrm>
        </p:spPr>
        <p:txBody>
          <a:bodyPr/>
          <a:lstStyle/>
          <a:p>
            <a:r>
              <a:rPr lang="es-ES" dirty="0"/>
              <a:t>El coche está delante de la casa.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786028-5C7F-22A9-711C-D5F612BA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/>
              <a:t>Delante de</a:t>
            </a:r>
            <a:endParaRPr lang="en-US" sz="4000" dirty="0"/>
          </a:p>
        </p:txBody>
      </p:sp>
      <p:pic>
        <p:nvPicPr>
          <p:cNvPr id="3074" name="Picture 2" descr="Free Stock Photo of A red car parked in front of a house | Download Free  Images and Free Illustrations">
            <a:extLst>
              <a:ext uri="{FF2B5EF4-FFF2-40B4-BE49-F238E27FC236}">
                <a16:creationId xmlns:a16="http://schemas.microsoft.com/office/drawing/2014/main" id="{9DF93F63-924E-0A45-7D6A-B5C8463A14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1624012"/>
            <a:ext cx="5420550" cy="3609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5464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3ADCF7-0CED-D971-48F7-BBB4B0CB7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81138"/>
            <a:ext cx="6858000" cy="4525962"/>
          </a:xfrm>
        </p:spPr>
        <p:txBody>
          <a:bodyPr/>
          <a:lstStyle/>
          <a:p>
            <a:r>
              <a:rPr lang="es-ES" dirty="0"/>
              <a:t>El coche está detrás de la bicicleta. 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786028-5C7F-22A9-711C-D5F612BA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/>
              <a:t>Detrás de</a:t>
            </a:r>
            <a:endParaRPr lang="en-US" sz="4000" dirty="0"/>
          </a:p>
        </p:txBody>
      </p:sp>
      <p:pic>
        <p:nvPicPr>
          <p:cNvPr id="4098" name="Picture 2" descr="Tibidabo Hill Climb Vol.III Nothing can stop it! - RAW Cycling Magazine">
            <a:extLst>
              <a:ext uri="{FF2B5EF4-FFF2-40B4-BE49-F238E27FC236}">
                <a16:creationId xmlns:a16="http://schemas.microsoft.com/office/drawing/2014/main" id="{BC148BE4-FDF6-15D7-146A-80DF72C9F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0497" y="2438400"/>
            <a:ext cx="5392671" cy="3853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7231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Free Stock Photo of A red car parked in front of a house | Download Free  Images and Free Illustrations">
            <a:extLst>
              <a:ext uri="{FF2B5EF4-FFF2-40B4-BE49-F238E27FC236}">
                <a16:creationId xmlns:a16="http://schemas.microsoft.com/office/drawing/2014/main" id="{9949CD9F-5828-DF0B-EA25-FE04B3C1D8A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533400"/>
            <a:ext cx="3413469" cy="227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9E1459C6-907C-5CAC-8D23-D736E0D3B77A}"/>
              </a:ext>
            </a:extLst>
          </p:cNvPr>
          <p:cNvSpPr txBox="1">
            <a:spLocks/>
          </p:cNvSpPr>
          <p:nvPr/>
        </p:nvSpPr>
        <p:spPr bwMode="auto">
          <a:xfrm>
            <a:off x="152400" y="914400"/>
            <a:ext cx="76962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El coche está delante de la casa.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La gente está delante del autobús.   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38AD62-7E4A-A72A-68A4-473691306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2971800"/>
            <a:ext cx="3657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901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1CA6287-18FF-65C3-1CFE-45D1D4969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486400"/>
          </a:xfrm>
        </p:spPr>
        <p:txBody>
          <a:bodyPr/>
          <a:lstStyle/>
          <a:p>
            <a:r>
              <a:rPr lang="en-US" dirty="0" err="1"/>
              <a:t>Cerca</a:t>
            </a:r>
            <a:r>
              <a:rPr lang="en-US" dirty="0"/>
              <a:t> de – Near/ close (to)</a:t>
            </a:r>
          </a:p>
          <a:p>
            <a:r>
              <a:rPr lang="en-US" dirty="0"/>
              <a:t>En </a:t>
            </a:r>
            <a:r>
              <a:rPr lang="en-US" dirty="0" err="1"/>
              <a:t>frente</a:t>
            </a:r>
            <a:r>
              <a:rPr lang="en-US" dirty="0"/>
              <a:t> de – </a:t>
            </a:r>
            <a:r>
              <a:rPr lang="en-US" dirty="0" err="1"/>
              <a:t>offosite</a:t>
            </a:r>
            <a:endParaRPr lang="en-US" dirty="0"/>
          </a:p>
          <a:p>
            <a:r>
              <a:rPr lang="en-US" dirty="0" err="1"/>
              <a:t>Fuera</a:t>
            </a:r>
            <a:r>
              <a:rPr lang="en-US" dirty="0"/>
              <a:t> de – Outside/ away from</a:t>
            </a:r>
          </a:p>
          <a:p>
            <a:r>
              <a:rPr lang="en-US" dirty="0"/>
              <a:t>Junto a – Next to/ right by</a:t>
            </a:r>
          </a:p>
          <a:p>
            <a:r>
              <a:rPr lang="en-US" dirty="0" err="1"/>
              <a:t>Lejos</a:t>
            </a:r>
            <a:r>
              <a:rPr lang="en-US" dirty="0"/>
              <a:t> de – far/ away from</a:t>
            </a:r>
          </a:p>
          <a:p>
            <a:r>
              <a:rPr lang="en-US" dirty="0"/>
              <a:t>En – On/ in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704161-9ED2-68F6-AB1D-0CC7619F2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838200"/>
          </a:xfrm>
        </p:spPr>
        <p:txBody>
          <a:bodyPr>
            <a:normAutofit/>
          </a:bodyPr>
          <a:lstStyle/>
          <a:p>
            <a:r>
              <a:rPr lang="es-ES" sz="4000" dirty="0" err="1"/>
              <a:t>Other</a:t>
            </a:r>
            <a:r>
              <a:rPr lang="es-ES" sz="4000" dirty="0"/>
              <a:t> </a:t>
            </a:r>
            <a:r>
              <a:rPr lang="es-ES" sz="4000" dirty="0" err="1"/>
              <a:t>useful</a:t>
            </a:r>
            <a:r>
              <a:rPr lang="es-ES" sz="4000" dirty="0"/>
              <a:t> </a:t>
            </a:r>
            <a:r>
              <a:rPr lang="es-ES" sz="4000" dirty="0" err="1"/>
              <a:t>Prepositional</a:t>
            </a:r>
            <a:r>
              <a:rPr lang="es-ES" sz="4000" dirty="0"/>
              <a:t> </a:t>
            </a:r>
            <a:r>
              <a:rPr lang="es-ES" sz="4000" dirty="0" err="1"/>
              <a:t>Phrases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211338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F81777-FA6A-6299-E68D-9C17279EC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154" y="838200"/>
            <a:ext cx="6881446" cy="5715000"/>
          </a:xfrm>
        </p:spPr>
        <p:txBody>
          <a:bodyPr/>
          <a:lstStyle/>
          <a:p>
            <a:pPr marL="623570" indent="-514350">
              <a:buAutoNum type="arabicPeriod"/>
            </a:pPr>
            <a:r>
              <a:rPr lang="en-US" sz="3300" dirty="0"/>
              <a:t>La </a:t>
            </a:r>
            <a:r>
              <a:rPr lang="en-US" sz="3300" dirty="0" err="1"/>
              <a:t>ventana</a:t>
            </a:r>
            <a:r>
              <a:rPr lang="en-US" sz="3300" dirty="0"/>
              <a:t> est</a:t>
            </a:r>
            <a:r>
              <a:rPr lang="es-ES" sz="3300" dirty="0"/>
              <a:t>á __________ la cama. </a:t>
            </a:r>
          </a:p>
          <a:p>
            <a:pPr marL="623570" indent="-514350">
              <a:buAutoNum type="arabicPeriod"/>
            </a:pPr>
            <a:r>
              <a:rPr lang="es-ES" sz="3300" dirty="0"/>
              <a:t>El </a:t>
            </a:r>
            <a:r>
              <a:rPr lang="es-ES" sz="3300" dirty="0" err="1"/>
              <a:t>caledario</a:t>
            </a:r>
            <a:r>
              <a:rPr lang="es-ES" sz="3300" dirty="0"/>
              <a:t> está ___________ la ventana. </a:t>
            </a:r>
          </a:p>
          <a:p>
            <a:pPr marL="623570" indent="-514350">
              <a:buAutoNum type="arabicPeriod"/>
            </a:pPr>
            <a:r>
              <a:rPr lang="es-ES" sz="3300" dirty="0"/>
              <a:t>La silla está ____________ la mesa. </a:t>
            </a:r>
          </a:p>
          <a:p>
            <a:pPr marL="623570" indent="-514350">
              <a:buAutoNum type="arabicPeriod"/>
            </a:pPr>
            <a:r>
              <a:rPr lang="es-ES" sz="3300" dirty="0"/>
              <a:t>La lampara grande está ______________ la mesa. </a:t>
            </a:r>
          </a:p>
          <a:p>
            <a:pPr marL="623570" indent="-514350">
              <a:buAutoNum type="arabicPeriod"/>
            </a:pPr>
            <a:r>
              <a:rPr lang="es-ES" sz="3300" dirty="0"/>
              <a:t>La mesa está _____________  la cama. </a:t>
            </a:r>
          </a:p>
          <a:p>
            <a:pPr marL="623570" indent="-514350">
              <a:buAutoNum type="arabicPeriod"/>
            </a:pPr>
            <a:endParaRPr lang="en-US" sz="3300" dirty="0"/>
          </a:p>
        </p:txBody>
      </p:sp>
      <p:pic>
        <p:nvPicPr>
          <p:cNvPr id="5122" name="Picture 2" descr="My dream room by mangafox23 on DeviantArt">
            <a:extLst>
              <a:ext uri="{FF2B5EF4-FFF2-40B4-BE49-F238E27FC236}">
                <a16:creationId xmlns:a16="http://schemas.microsoft.com/office/drawing/2014/main" id="{7E7A132B-C5F4-7B1A-D408-FA44AA604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2623" y="1350532"/>
            <a:ext cx="4900246" cy="3634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410A8CD0-38CE-2218-DBFA-0A57A4BE5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02682"/>
            <a:ext cx="5791200" cy="735518"/>
          </a:xfrm>
        </p:spPr>
        <p:txBody>
          <a:bodyPr>
            <a:noAutofit/>
          </a:bodyPr>
          <a:lstStyle/>
          <a:p>
            <a:r>
              <a:rPr lang="es-ES" sz="4000" dirty="0"/>
              <a:t>Fill in </a:t>
            </a:r>
            <a:r>
              <a:rPr lang="es-ES" sz="4000" dirty="0" err="1"/>
              <a:t>the</a:t>
            </a:r>
            <a:r>
              <a:rPr lang="es-ES" sz="4000" dirty="0"/>
              <a:t> </a:t>
            </a:r>
            <a:r>
              <a:rPr lang="es-ES" sz="4000" dirty="0" err="1"/>
              <a:t>blanks</a:t>
            </a:r>
            <a:r>
              <a:rPr lang="en-US" sz="4000" dirty="0"/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E3029F-E253-66CE-9570-E374FE7CFE61}"/>
              </a:ext>
            </a:extLst>
          </p:cNvPr>
          <p:cNvSpPr txBox="1"/>
          <p:nvPr/>
        </p:nvSpPr>
        <p:spPr>
          <a:xfrm>
            <a:off x="4114800" y="844062"/>
            <a:ext cx="22860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300" dirty="0">
                <a:solidFill>
                  <a:srgbClr val="FFFF00"/>
                </a:solidFill>
              </a:rPr>
              <a:t>al lado de</a:t>
            </a:r>
            <a:endParaRPr lang="en-US" sz="3300" dirty="0">
              <a:solidFill>
                <a:srgbClr val="FFFF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0741C2-17A4-8B50-720F-8783FDEC7724}"/>
              </a:ext>
            </a:extLst>
          </p:cNvPr>
          <p:cNvSpPr txBox="1"/>
          <p:nvPr/>
        </p:nvSpPr>
        <p:spPr>
          <a:xfrm>
            <a:off x="3962400" y="1832249"/>
            <a:ext cx="35814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300" dirty="0">
                <a:solidFill>
                  <a:srgbClr val="FFFF00"/>
                </a:solidFill>
              </a:rPr>
              <a:t>a la izquierda de </a:t>
            </a:r>
            <a:endParaRPr lang="en-US" sz="3300" dirty="0">
              <a:solidFill>
                <a:srgbClr val="FFFF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27C5C7-0E99-11CD-4B9A-F18EE08550BB}"/>
              </a:ext>
            </a:extLst>
          </p:cNvPr>
          <p:cNvSpPr txBox="1"/>
          <p:nvPr/>
        </p:nvSpPr>
        <p:spPr>
          <a:xfrm>
            <a:off x="3467100" y="2867849"/>
            <a:ext cx="22860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300" dirty="0">
                <a:solidFill>
                  <a:srgbClr val="FFFF00"/>
                </a:solidFill>
              </a:rPr>
              <a:t>delante de</a:t>
            </a:r>
            <a:endParaRPr lang="en-US" sz="3300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ACA584-617A-F366-8979-D43C6452042F}"/>
              </a:ext>
            </a:extLst>
          </p:cNvPr>
          <p:cNvSpPr txBox="1"/>
          <p:nvPr/>
        </p:nvSpPr>
        <p:spPr>
          <a:xfrm>
            <a:off x="914400" y="4495800"/>
            <a:ext cx="34290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300" dirty="0">
                <a:solidFill>
                  <a:srgbClr val="FFFF00"/>
                </a:solidFill>
              </a:rPr>
              <a:t>sobre/ encima de</a:t>
            </a:r>
            <a:endParaRPr lang="en-US" sz="3300" dirty="0">
              <a:solidFill>
                <a:srgbClr val="FFFF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DD295D-E959-A80A-4066-C566B568EABE}"/>
              </a:ext>
            </a:extLst>
          </p:cNvPr>
          <p:cNvSpPr txBox="1"/>
          <p:nvPr/>
        </p:nvSpPr>
        <p:spPr>
          <a:xfrm>
            <a:off x="3458307" y="5095964"/>
            <a:ext cx="318867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300" dirty="0">
                <a:solidFill>
                  <a:srgbClr val="FFFF00"/>
                </a:solidFill>
              </a:rPr>
              <a:t>a la derecha de</a:t>
            </a:r>
            <a:endParaRPr lang="en-US" sz="33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3698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339FD1-7A77-61AB-2B1E-4FC4EAC9C6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81800" y="838200"/>
            <a:ext cx="5257800" cy="55626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59FCB09-8717-4199-1B56-688EC65BC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52400"/>
            <a:ext cx="10972800" cy="762000"/>
          </a:xfrm>
        </p:spPr>
        <p:txBody>
          <a:bodyPr/>
          <a:lstStyle/>
          <a:p>
            <a:r>
              <a:rPr lang="es-ES" dirty="0"/>
              <a:t>Practice exercise</a:t>
            </a:r>
            <a:r>
              <a:rPr lang="en-US" dirty="0"/>
              <a:t>: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535978F8-4FB6-0ABF-1F72-36CF6C50DDDB}"/>
              </a:ext>
            </a:extLst>
          </p:cNvPr>
          <p:cNvSpPr txBox="1">
            <a:spLocks/>
          </p:cNvSpPr>
          <p:nvPr/>
        </p:nvSpPr>
        <p:spPr bwMode="auto">
          <a:xfrm>
            <a:off x="152400" y="762000"/>
            <a:ext cx="65532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220" indent="0">
              <a:buNone/>
            </a:pPr>
            <a:r>
              <a:rPr lang="en-US" sz="3300" dirty="0"/>
              <a:t>Q. </a:t>
            </a:r>
            <a:r>
              <a:rPr lang="es-ES" sz="3300" dirty="0"/>
              <a:t>¿Dónde está el gato?</a:t>
            </a:r>
          </a:p>
          <a:p>
            <a:pPr marL="109220" indent="0">
              <a:buNone/>
            </a:pPr>
            <a:r>
              <a:rPr lang="es-ES" sz="3300" dirty="0">
                <a:solidFill>
                  <a:srgbClr val="FFFF00"/>
                </a:solidFill>
              </a:rPr>
              <a:t>A - El gato está sobre la ventana. </a:t>
            </a:r>
          </a:p>
          <a:p>
            <a:pPr marL="109220" indent="0">
              <a:buNone/>
            </a:pPr>
            <a:r>
              <a:rPr lang="es-ES" sz="3300" dirty="0"/>
              <a:t>Q. ¿Dónde está la silla?</a:t>
            </a:r>
          </a:p>
          <a:p>
            <a:pPr marL="109220" indent="0">
              <a:buNone/>
            </a:pPr>
            <a:r>
              <a:rPr lang="es-ES" sz="3300" dirty="0">
                <a:solidFill>
                  <a:srgbClr val="FFFF00"/>
                </a:solidFill>
              </a:rPr>
              <a:t>A – La silla está delante de la mesa. </a:t>
            </a:r>
          </a:p>
          <a:p>
            <a:pPr marL="109220" indent="0">
              <a:buNone/>
            </a:pPr>
            <a:r>
              <a:rPr lang="es-ES" sz="3300" dirty="0"/>
              <a:t>Q. ¿Dónde está la lampara? </a:t>
            </a:r>
          </a:p>
          <a:p>
            <a:pPr marL="109220" indent="0">
              <a:buNone/>
            </a:pPr>
            <a:r>
              <a:rPr lang="es-ES" sz="3300" dirty="0">
                <a:solidFill>
                  <a:srgbClr val="FFFF00"/>
                </a:solidFill>
              </a:rPr>
              <a:t>A – La lampara está sobre la mesa. </a:t>
            </a:r>
          </a:p>
          <a:p>
            <a:pPr marL="109220" indent="0">
              <a:buNone/>
            </a:pPr>
            <a:r>
              <a:rPr lang="es-ES" sz="3300" dirty="0"/>
              <a:t>Q. ¿Dónde está el sillón?</a:t>
            </a:r>
          </a:p>
          <a:p>
            <a:pPr marL="109220" indent="0">
              <a:buNone/>
            </a:pPr>
            <a:r>
              <a:rPr lang="es-ES" sz="3300" dirty="0">
                <a:solidFill>
                  <a:srgbClr val="FFFF00"/>
                </a:solidFill>
              </a:rPr>
              <a:t>A – El sillón está detrás de la silla.</a:t>
            </a:r>
          </a:p>
        </p:txBody>
      </p:sp>
    </p:spTree>
    <p:extLst>
      <p:ext uri="{BB962C8B-B14F-4D97-AF65-F5344CB8AC3E}">
        <p14:creationId xmlns:p14="http://schemas.microsoft.com/office/powerpoint/2010/main" val="2763987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838200"/>
            <a:ext cx="10972800" cy="5334000"/>
          </a:xfrm>
        </p:spPr>
        <p:txBody>
          <a:bodyPr/>
          <a:lstStyle/>
          <a:p>
            <a:pPr lvl="0"/>
            <a:r>
              <a:rPr lang="en-US" sz="3300" dirty="0"/>
              <a:t>Revision of ESTAR verb conjugation. </a:t>
            </a:r>
          </a:p>
          <a:p>
            <a:pPr lvl="0"/>
            <a:r>
              <a:rPr lang="en-US" sz="3300" dirty="0"/>
              <a:t>Revision on the uses of ESTAR verb. </a:t>
            </a:r>
          </a:p>
          <a:p>
            <a:pPr lvl="0"/>
            <a:r>
              <a:rPr lang="en-US" sz="3300" dirty="0"/>
              <a:t>Examples of prepositions and prepositional phrases</a:t>
            </a:r>
          </a:p>
          <a:p>
            <a:pPr lvl="0"/>
            <a:r>
              <a:rPr lang="en-US" sz="3300" dirty="0"/>
              <a:t>Uses of prepositions and prepositional phrases for telling location. </a:t>
            </a:r>
          </a:p>
          <a:p>
            <a:pPr lvl="0"/>
            <a:r>
              <a:rPr lang="en-US" sz="3300" dirty="0"/>
              <a:t>Different kinds of sentences using ESTAR and prepositions and prepositional phrases. </a:t>
            </a:r>
          </a:p>
          <a:p>
            <a:r>
              <a:rPr lang="en-US" sz="3300" dirty="0"/>
              <a:t>Exercises related to prepositions and prepositional phrases.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-114300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IN" altLang="en-US" sz="4000" dirty="0">
                <a:cs typeface="Arial Black" panose="020B0A04020102020204" pitchFamily="34" charset="0"/>
              </a:rPr>
              <a:t>Summary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2" grpId="1" build="p"/>
      <p:bldP spid="3" grpId="0"/>
      <p:bldP spid="3" grpId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980</TotalTime>
  <Words>562</Words>
  <Application>Microsoft Office PowerPoint</Application>
  <PresentationFormat>Widescreen</PresentationFormat>
  <Paragraphs>90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Arial Black</vt:lpstr>
      <vt:lpstr>Calibri</vt:lpstr>
      <vt:lpstr>Lucida Sans Unicode</vt:lpstr>
      <vt:lpstr>Verdana</vt:lpstr>
      <vt:lpstr>Wingdings 2</vt:lpstr>
      <vt:lpstr>Wingdings 3</vt:lpstr>
      <vt:lpstr>Concourse</vt:lpstr>
      <vt:lpstr>El verbo Estar y Las preposiciones</vt:lpstr>
      <vt:lpstr>PowerPoint Presentation</vt:lpstr>
      <vt:lpstr>Conjugation of El Verbo ESTAR </vt:lpstr>
      <vt:lpstr>Uses of the ESTAR verb</vt:lpstr>
      <vt:lpstr>Use of ESTAR for location</vt:lpstr>
      <vt:lpstr>Examples of Prepositions or Prepositional Phrases</vt:lpstr>
      <vt:lpstr>Sobré/ encima de</vt:lpstr>
      <vt:lpstr>Debajo de</vt:lpstr>
      <vt:lpstr>A la derecha de</vt:lpstr>
      <vt:lpstr>A la izquierda de</vt:lpstr>
      <vt:lpstr>Entre</vt:lpstr>
      <vt:lpstr>Al lado de</vt:lpstr>
      <vt:lpstr>Delante de</vt:lpstr>
      <vt:lpstr>Detrás de</vt:lpstr>
      <vt:lpstr>PowerPoint Presentation</vt:lpstr>
      <vt:lpstr>Other useful Prepositional Phrases</vt:lpstr>
      <vt:lpstr>Fill in the blanks:</vt:lpstr>
      <vt:lpstr>Practice exercise: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Subject pronouns</dc:title>
  <dc:creator>Shilpi Gupta;Dr Gaurav Sushant</dc:creator>
  <cp:lastModifiedBy>Dr Gaurav Sushant</cp:lastModifiedBy>
  <cp:revision>188</cp:revision>
  <dcterms:created xsi:type="dcterms:W3CDTF">2007-10-19T05:42:00Z</dcterms:created>
  <dcterms:modified xsi:type="dcterms:W3CDTF">2024-06-09T05:17:10Z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ICV" pid="2">
    <vt:lpwstr>02B0F00B93D947549FFEC1F253E6403C_12</vt:lpwstr>
  </property>
  <property fmtid="{D5CDD505-2E9C-101B-9397-08002B2CF9AE}" name="KSOProductBuildVer" pid="3">
    <vt:lpwstr>1033-12.2.0.13472</vt:lpwstr>
  </property>
  <property fmtid="{D5CDD505-2E9C-101B-9397-08002B2CF9AE}" name="NXPowerLiteLastOptimized" pid="4">
    <vt:lpwstr>3089994</vt:lpwstr>
  </property>
  <property fmtid="{D5CDD505-2E9C-101B-9397-08002B2CF9AE}" name="NXPowerLiteSettings" pid="5">
    <vt:lpwstr>F7000400038000</vt:lpwstr>
  </property>
  <property fmtid="{D5CDD505-2E9C-101B-9397-08002B2CF9AE}" name="NXPowerLiteVersion" pid="6">
    <vt:lpwstr>S10.2.0</vt:lpwstr>
  </property>
</Properties>
</file>