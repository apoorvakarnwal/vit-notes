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04" r:id="rId2"/>
    <p:sldId id="303" r:id="rId3"/>
    <p:sldId id="351" r:id="rId4"/>
    <p:sldId id="352" r:id="rId5"/>
    <p:sldId id="355" r:id="rId6"/>
    <p:sldId id="356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57" r:id="rId15"/>
    <p:sldId id="365" r:id="rId16"/>
    <p:sldId id="366" r:id="rId17"/>
    <p:sldId id="367" r:id="rId18"/>
    <p:sldId id="368" r:id="rId19"/>
    <p:sldId id="353" r:id="rId20"/>
    <p:sldId id="354" r:id="rId21"/>
    <p:sldId id="369" r:id="rId22"/>
    <p:sldId id="302" r:id="rId2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2AAC7-1DCA-46C7-910B-3C879225C0D9}" v="607" dt="2024-06-06T05:57:15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4" autoAdjust="0"/>
    <p:restoredTop sz="94951" autoAdjust="0"/>
  </p:normalViewPr>
  <p:slideViewPr>
    <p:cSldViewPr showGuides="1">
      <p:cViewPr varScale="1">
        <p:scale>
          <a:sx n="60" d="100"/>
          <a:sy n="60" d="100"/>
        </p:scale>
        <p:origin x="176" y="164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2212AAC7-1DCA-46C7-910B-3C879225C0D9}"/>
    <pc:docChg chg="undo custSel addSld delSld modSld sldOrd">
      <pc:chgData name="Dr Gaurav Sushant" userId="ea0695df9e5e2b13" providerId="LiveId" clId="{2212AAC7-1DCA-46C7-910B-3C879225C0D9}" dt="2024-06-06T05:57:15.431" v="3216"/>
      <pc:docMkLst>
        <pc:docMk/>
      </pc:docMkLst>
      <pc:sldChg chg="modSp modAnim">
        <pc:chgData name="Dr Gaurav Sushant" userId="ea0695df9e5e2b13" providerId="LiveId" clId="{2212AAC7-1DCA-46C7-910B-3C879225C0D9}" dt="2024-06-06T05:57:15.431" v="3216"/>
        <pc:sldMkLst>
          <pc:docMk/>
          <pc:sldMk cId="0" sldId="302"/>
        </pc:sldMkLst>
        <pc:spChg chg="mod">
          <ac:chgData name="Dr Gaurav Sushant" userId="ea0695df9e5e2b13" providerId="LiveId" clId="{2212AAC7-1DCA-46C7-910B-3C879225C0D9}" dt="2024-06-06T05:40:39.287" v="3138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Dr Gaurav Sushant" userId="ea0695df9e5e2b13" providerId="LiveId" clId="{2212AAC7-1DCA-46C7-910B-3C879225C0D9}" dt="2024-06-05T16:30:06.281" v="51" actId="20577"/>
        <pc:sldMkLst>
          <pc:docMk/>
          <pc:sldMk cId="0" sldId="303"/>
        </pc:sldMkLst>
        <pc:spChg chg="mod">
          <ac:chgData name="Dr Gaurav Sushant" userId="ea0695df9e5e2b13" providerId="LiveId" clId="{2212AAC7-1DCA-46C7-910B-3C879225C0D9}" dt="2024-06-05T16:28:58.479" v="50" actId="20577"/>
          <ac:spMkLst>
            <pc:docMk/>
            <pc:sldMk cId="0" sldId="303"/>
            <ac:spMk id="7" creationId="{AE87CECB-4801-2364-ECAB-68175AE88445}"/>
          </ac:spMkLst>
        </pc:spChg>
        <pc:spChg chg="mod">
          <ac:chgData name="Dr Gaurav Sushant" userId="ea0695df9e5e2b13" providerId="LiveId" clId="{2212AAC7-1DCA-46C7-910B-3C879225C0D9}" dt="2024-06-05T16:30:06.281" v="51" actId="20577"/>
          <ac:spMkLst>
            <pc:docMk/>
            <pc:sldMk cId="0" sldId="303"/>
            <ac:spMk id="8" creationId="{8E26C679-F134-87CD-D9CC-F7800E55428A}"/>
          </ac:spMkLst>
        </pc:spChg>
      </pc:sldChg>
      <pc:sldChg chg="del">
        <pc:chgData name="Dr Gaurav Sushant" userId="ea0695df9e5e2b13" providerId="LiveId" clId="{2212AAC7-1DCA-46C7-910B-3C879225C0D9}" dt="2024-06-06T05:36:15.201" v="2795" actId="47"/>
        <pc:sldMkLst>
          <pc:docMk/>
          <pc:sldMk cId="1936275137" sldId="328"/>
        </pc:sldMkLst>
      </pc:sldChg>
      <pc:sldChg chg="del">
        <pc:chgData name="Dr Gaurav Sushant" userId="ea0695df9e5e2b13" providerId="LiveId" clId="{2212AAC7-1DCA-46C7-910B-3C879225C0D9}" dt="2024-06-06T05:36:18.717" v="2796" actId="2696"/>
        <pc:sldMkLst>
          <pc:docMk/>
          <pc:sldMk cId="2142613119" sldId="331"/>
        </pc:sldMkLst>
      </pc:sldChg>
      <pc:sldChg chg="del">
        <pc:chgData name="Dr Gaurav Sushant" userId="ea0695df9e5e2b13" providerId="LiveId" clId="{2212AAC7-1DCA-46C7-910B-3C879225C0D9}" dt="2024-06-06T05:36:21.874" v="2797" actId="2696"/>
        <pc:sldMkLst>
          <pc:docMk/>
          <pc:sldMk cId="2493660751" sldId="332"/>
        </pc:sldMkLst>
      </pc:sldChg>
      <pc:sldChg chg="del">
        <pc:chgData name="Dr Gaurav Sushant" userId="ea0695df9e5e2b13" providerId="LiveId" clId="{2212AAC7-1DCA-46C7-910B-3C879225C0D9}" dt="2024-06-06T05:36:36.086" v="2798" actId="2696"/>
        <pc:sldMkLst>
          <pc:docMk/>
          <pc:sldMk cId="1743944444" sldId="338"/>
        </pc:sldMkLst>
      </pc:sldChg>
      <pc:sldChg chg="del">
        <pc:chgData name="Dr Gaurav Sushant" userId="ea0695df9e5e2b13" providerId="LiveId" clId="{2212AAC7-1DCA-46C7-910B-3C879225C0D9}" dt="2024-06-06T05:36:38.409" v="2799" actId="2696"/>
        <pc:sldMkLst>
          <pc:docMk/>
          <pc:sldMk cId="113085478" sldId="339"/>
        </pc:sldMkLst>
      </pc:sldChg>
      <pc:sldChg chg="del">
        <pc:chgData name="Dr Gaurav Sushant" userId="ea0695df9e5e2b13" providerId="LiveId" clId="{2212AAC7-1DCA-46C7-910B-3C879225C0D9}" dt="2024-06-06T05:36:48.657" v="2800" actId="2696"/>
        <pc:sldMkLst>
          <pc:docMk/>
          <pc:sldMk cId="2554363762" sldId="340"/>
        </pc:sldMkLst>
      </pc:sldChg>
      <pc:sldChg chg="del">
        <pc:chgData name="Dr Gaurav Sushant" userId="ea0695df9e5e2b13" providerId="LiveId" clId="{2212AAC7-1DCA-46C7-910B-3C879225C0D9}" dt="2024-06-06T05:36:51.183" v="2801" actId="2696"/>
        <pc:sldMkLst>
          <pc:docMk/>
          <pc:sldMk cId="1032738894" sldId="341"/>
        </pc:sldMkLst>
      </pc:sldChg>
      <pc:sldChg chg="del">
        <pc:chgData name="Dr Gaurav Sushant" userId="ea0695df9e5e2b13" providerId="LiveId" clId="{2212AAC7-1DCA-46C7-910B-3C879225C0D9}" dt="2024-06-06T05:36:53.109" v="2802" actId="2696"/>
        <pc:sldMkLst>
          <pc:docMk/>
          <pc:sldMk cId="2076178850" sldId="342"/>
        </pc:sldMkLst>
      </pc:sldChg>
      <pc:sldChg chg="del">
        <pc:chgData name="Dr Gaurav Sushant" userId="ea0695df9e5e2b13" providerId="LiveId" clId="{2212AAC7-1DCA-46C7-910B-3C879225C0D9}" dt="2024-06-06T05:36:55.380" v="2803" actId="2696"/>
        <pc:sldMkLst>
          <pc:docMk/>
          <pc:sldMk cId="3671234924" sldId="343"/>
        </pc:sldMkLst>
      </pc:sldChg>
      <pc:sldChg chg="del">
        <pc:chgData name="Dr Gaurav Sushant" userId="ea0695df9e5e2b13" providerId="LiveId" clId="{2212AAC7-1DCA-46C7-910B-3C879225C0D9}" dt="2024-06-06T05:36:57.425" v="2804" actId="2696"/>
        <pc:sldMkLst>
          <pc:docMk/>
          <pc:sldMk cId="2243379214" sldId="344"/>
        </pc:sldMkLst>
      </pc:sldChg>
      <pc:sldChg chg="del">
        <pc:chgData name="Dr Gaurav Sushant" userId="ea0695df9e5e2b13" providerId="LiveId" clId="{2212AAC7-1DCA-46C7-910B-3C879225C0D9}" dt="2024-06-06T05:37:01.751" v="2805" actId="2696"/>
        <pc:sldMkLst>
          <pc:docMk/>
          <pc:sldMk cId="1735464154" sldId="345"/>
        </pc:sldMkLst>
      </pc:sldChg>
      <pc:sldChg chg="del">
        <pc:chgData name="Dr Gaurav Sushant" userId="ea0695df9e5e2b13" providerId="LiveId" clId="{2212AAC7-1DCA-46C7-910B-3C879225C0D9}" dt="2024-06-06T05:37:04.103" v="2806" actId="2696"/>
        <pc:sldMkLst>
          <pc:docMk/>
          <pc:sldMk cId="3257231440" sldId="346"/>
        </pc:sldMkLst>
      </pc:sldChg>
      <pc:sldChg chg="del">
        <pc:chgData name="Dr Gaurav Sushant" userId="ea0695df9e5e2b13" providerId="LiveId" clId="{2212AAC7-1DCA-46C7-910B-3C879225C0D9}" dt="2024-06-06T05:37:05.661" v="2807" actId="2696"/>
        <pc:sldMkLst>
          <pc:docMk/>
          <pc:sldMk cId="3171901091" sldId="347"/>
        </pc:sldMkLst>
      </pc:sldChg>
      <pc:sldChg chg="del">
        <pc:chgData name="Dr Gaurav Sushant" userId="ea0695df9e5e2b13" providerId="LiveId" clId="{2212AAC7-1DCA-46C7-910B-3C879225C0D9}" dt="2024-06-06T05:37:13.934" v="2810" actId="2696"/>
        <pc:sldMkLst>
          <pc:docMk/>
          <pc:sldMk cId="2763987444" sldId="348"/>
        </pc:sldMkLst>
      </pc:sldChg>
      <pc:sldChg chg="del">
        <pc:chgData name="Dr Gaurav Sushant" userId="ea0695df9e5e2b13" providerId="LiveId" clId="{2212AAC7-1DCA-46C7-910B-3C879225C0D9}" dt="2024-06-06T05:37:08.391" v="2808" actId="2696"/>
        <pc:sldMkLst>
          <pc:docMk/>
          <pc:sldMk cId="3211338068" sldId="349"/>
        </pc:sldMkLst>
      </pc:sldChg>
      <pc:sldChg chg="del">
        <pc:chgData name="Dr Gaurav Sushant" userId="ea0695df9e5e2b13" providerId="LiveId" clId="{2212AAC7-1DCA-46C7-910B-3C879225C0D9}" dt="2024-06-06T05:37:11.386" v="2809" actId="2696"/>
        <pc:sldMkLst>
          <pc:docMk/>
          <pc:sldMk cId="2563698464" sldId="350"/>
        </pc:sldMkLst>
      </pc:sldChg>
      <pc:sldChg chg="modSp new mod modAnim">
        <pc:chgData name="Dr Gaurav Sushant" userId="ea0695df9e5e2b13" providerId="LiveId" clId="{2212AAC7-1DCA-46C7-910B-3C879225C0D9}" dt="2024-06-06T05:50:53.587" v="3140"/>
        <pc:sldMkLst>
          <pc:docMk/>
          <pc:sldMk cId="3672544754" sldId="351"/>
        </pc:sldMkLst>
        <pc:spChg chg="mod">
          <ac:chgData name="Dr Gaurav Sushant" userId="ea0695df9e5e2b13" providerId="LiveId" clId="{2212AAC7-1DCA-46C7-910B-3C879225C0D9}" dt="2024-06-05T16:53:35.940" v="810" actId="14100"/>
          <ac:spMkLst>
            <pc:docMk/>
            <pc:sldMk cId="3672544754" sldId="351"/>
            <ac:spMk id="2" creationId="{CDC6002C-3518-1198-FCD8-0464C547531C}"/>
          </ac:spMkLst>
        </pc:spChg>
        <pc:spChg chg="mod">
          <ac:chgData name="Dr Gaurav Sushant" userId="ea0695df9e5e2b13" providerId="LiveId" clId="{2212AAC7-1DCA-46C7-910B-3C879225C0D9}" dt="2024-06-05T16:53:33.110" v="809" actId="14100"/>
          <ac:spMkLst>
            <pc:docMk/>
            <pc:sldMk cId="3672544754" sldId="351"/>
            <ac:spMk id="3" creationId="{4903C537-7D42-512F-D1AD-182DF189AC8C}"/>
          </ac:spMkLst>
        </pc:spChg>
      </pc:sldChg>
      <pc:sldChg chg="modSp new mod modAnim">
        <pc:chgData name="Dr Gaurav Sushant" userId="ea0695df9e5e2b13" providerId="LiveId" clId="{2212AAC7-1DCA-46C7-910B-3C879225C0D9}" dt="2024-06-06T05:51:06.488" v="3142"/>
        <pc:sldMkLst>
          <pc:docMk/>
          <pc:sldMk cId="1266365771" sldId="352"/>
        </pc:sldMkLst>
        <pc:spChg chg="mod">
          <ac:chgData name="Dr Gaurav Sushant" userId="ea0695df9e5e2b13" providerId="LiveId" clId="{2212AAC7-1DCA-46C7-910B-3C879225C0D9}" dt="2024-06-05T16:55:00.484" v="848" actId="14100"/>
          <ac:spMkLst>
            <pc:docMk/>
            <pc:sldMk cId="1266365771" sldId="352"/>
            <ac:spMk id="2" creationId="{F324AF9D-A570-3EE2-5458-67613A23753D}"/>
          </ac:spMkLst>
        </pc:spChg>
        <pc:spChg chg="mod">
          <ac:chgData name="Dr Gaurav Sushant" userId="ea0695df9e5e2b13" providerId="LiveId" clId="{2212AAC7-1DCA-46C7-910B-3C879225C0D9}" dt="2024-06-05T16:53:59.192" v="813" actId="14100"/>
          <ac:spMkLst>
            <pc:docMk/>
            <pc:sldMk cId="1266365771" sldId="352"/>
            <ac:spMk id="3" creationId="{CB4A66C8-7D31-2D2F-7FA6-2A4B280049C9}"/>
          </ac:spMkLst>
        </pc:spChg>
      </pc:sldChg>
      <pc:sldChg chg="addSp delSp modSp new mod ord modAnim">
        <pc:chgData name="Dr Gaurav Sushant" userId="ea0695df9e5e2b13" providerId="LiveId" clId="{2212AAC7-1DCA-46C7-910B-3C879225C0D9}" dt="2024-06-06T05:55:25.516" v="3194"/>
        <pc:sldMkLst>
          <pc:docMk/>
          <pc:sldMk cId="3536950402" sldId="353"/>
        </pc:sldMkLst>
        <pc:spChg chg="del">
          <ac:chgData name="Dr Gaurav Sushant" userId="ea0695df9e5e2b13" providerId="LiveId" clId="{2212AAC7-1DCA-46C7-910B-3C879225C0D9}" dt="2024-06-05T17:00:02.502" v="873"/>
          <ac:spMkLst>
            <pc:docMk/>
            <pc:sldMk cId="3536950402" sldId="353"/>
            <ac:spMk id="2" creationId="{6FEBAA31-7137-708D-0B25-2C74F4ABC755}"/>
          </ac:spMkLst>
        </pc:spChg>
        <pc:spChg chg="mod">
          <ac:chgData name="Dr Gaurav Sushant" userId="ea0695df9e5e2b13" providerId="LiveId" clId="{2212AAC7-1DCA-46C7-910B-3C879225C0D9}" dt="2024-06-05T17:00:27.115" v="879" actId="14100"/>
          <ac:spMkLst>
            <pc:docMk/>
            <pc:sldMk cId="3536950402" sldId="353"/>
            <ac:spMk id="3" creationId="{FAE086A8-D3DB-B56F-8379-5BA4ECAE674F}"/>
          </ac:spMkLst>
        </pc:spChg>
        <pc:spChg chg="add del mod">
          <ac:chgData name="Dr Gaurav Sushant" userId="ea0695df9e5e2b13" providerId="LiveId" clId="{2212AAC7-1DCA-46C7-910B-3C879225C0D9}" dt="2024-06-05T17:48:35.545" v="2010" actId="255"/>
          <ac:spMkLst>
            <pc:docMk/>
            <pc:sldMk cId="3536950402" sldId="353"/>
            <ac:spMk id="4" creationId="{1F24CA7B-5137-8ED7-B6A9-4926EE02EB1B}"/>
          </ac:spMkLst>
        </pc:spChg>
        <pc:picChg chg="add mod">
          <ac:chgData name="Dr Gaurav Sushant" userId="ea0695df9e5e2b13" providerId="LiveId" clId="{2212AAC7-1DCA-46C7-910B-3C879225C0D9}" dt="2024-06-05T17:48:03.943" v="2000" actId="1076"/>
          <ac:picMkLst>
            <pc:docMk/>
            <pc:sldMk cId="3536950402" sldId="353"/>
            <ac:picMk id="1026" creationId="{71C6E63C-5749-CA0C-333A-0AF9CE68EDA4}"/>
          </ac:picMkLst>
        </pc:picChg>
        <pc:cxnChg chg="add del mod">
          <ac:chgData name="Dr Gaurav Sushant" userId="ea0695df9e5e2b13" providerId="LiveId" clId="{2212AAC7-1DCA-46C7-910B-3C879225C0D9}" dt="2024-06-05T17:04:17.537" v="938" actId="478"/>
          <ac:cxnSpMkLst>
            <pc:docMk/>
            <pc:sldMk cId="3536950402" sldId="353"/>
            <ac:cxnSpMk id="6" creationId="{8C0F71F4-EDE2-20B9-B06B-067C4F8B99F1}"/>
          </ac:cxnSpMkLst>
        </pc:cxnChg>
      </pc:sldChg>
      <pc:sldChg chg="addSp delSp modSp new mod ord modAnim">
        <pc:chgData name="Dr Gaurav Sushant" userId="ea0695df9e5e2b13" providerId="LiveId" clId="{2212AAC7-1DCA-46C7-910B-3C879225C0D9}" dt="2024-06-06T05:56:30.373" v="3206"/>
        <pc:sldMkLst>
          <pc:docMk/>
          <pc:sldMk cId="1232840203" sldId="354"/>
        </pc:sldMkLst>
        <pc:spChg chg="del mod">
          <ac:chgData name="Dr Gaurav Sushant" userId="ea0695df9e5e2b13" providerId="LiveId" clId="{2212AAC7-1DCA-46C7-910B-3C879225C0D9}" dt="2024-06-05T17:11:51.390" v="1242"/>
          <ac:spMkLst>
            <pc:docMk/>
            <pc:sldMk cId="1232840203" sldId="354"/>
            <ac:spMk id="2" creationId="{6F80FD48-9DE4-AC84-1F57-FC6A9CC8A597}"/>
          </ac:spMkLst>
        </pc:spChg>
        <pc:spChg chg="mod">
          <ac:chgData name="Dr Gaurav Sushant" userId="ea0695df9e5e2b13" providerId="LiveId" clId="{2212AAC7-1DCA-46C7-910B-3C879225C0D9}" dt="2024-06-05T17:12:10.829" v="1245" actId="14100"/>
          <ac:spMkLst>
            <pc:docMk/>
            <pc:sldMk cId="1232840203" sldId="354"/>
            <ac:spMk id="3" creationId="{B46F6793-4F41-1406-032F-966FC541AC3E}"/>
          </ac:spMkLst>
        </pc:spChg>
        <pc:spChg chg="add mod">
          <ac:chgData name="Dr Gaurav Sushant" userId="ea0695df9e5e2b13" providerId="LiveId" clId="{2212AAC7-1DCA-46C7-910B-3C879225C0D9}" dt="2024-06-05T17:46:51.061" v="1988" actId="6549"/>
          <ac:spMkLst>
            <pc:docMk/>
            <pc:sldMk cId="1232840203" sldId="354"/>
            <ac:spMk id="5" creationId="{1CCC78A3-BB61-1464-D44A-C9090794508F}"/>
          </ac:spMkLst>
        </pc:spChg>
        <pc:picChg chg="add mod">
          <ac:chgData name="Dr Gaurav Sushant" userId="ea0695df9e5e2b13" providerId="LiveId" clId="{2212AAC7-1DCA-46C7-910B-3C879225C0D9}" dt="2024-06-05T17:47:01.826" v="1990" actId="1076"/>
          <ac:picMkLst>
            <pc:docMk/>
            <pc:sldMk cId="1232840203" sldId="354"/>
            <ac:picMk id="4" creationId="{7D25B079-E93B-7799-0ED3-AF41368AF5E1}"/>
          </ac:picMkLst>
        </pc:picChg>
      </pc:sldChg>
      <pc:sldChg chg="modSp new mod ord modAnim">
        <pc:chgData name="Dr Gaurav Sushant" userId="ea0695df9e5e2b13" providerId="LiveId" clId="{2212AAC7-1DCA-46C7-910B-3C879225C0D9}" dt="2024-06-06T05:51:19.477" v="3144"/>
        <pc:sldMkLst>
          <pc:docMk/>
          <pc:sldMk cId="4226129134" sldId="355"/>
        </pc:sldMkLst>
        <pc:spChg chg="mod">
          <ac:chgData name="Dr Gaurav Sushant" userId="ea0695df9e5e2b13" providerId="LiveId" clId="{2212AAC7-1DCA-46C7-910B-3C879225C0D9}" dt="2024-06-05T17:23:26.547" v="1851" actId="14100"/>
          <ac:spMkLst>
            <pc:docMk/>
            <pc:sldMk cId="4226129134" sldId="355"/>
            <ac:spMk id="2" creationId="{578198BD-48DD-3002-BB03-4B12FE8CA805}"/>
          </ac:spMkLst>
        </pc:spChg>
        <pc:spChg chg="mod">
          <ac:chgData name="Dr Gaurav Sushant" userId="ea0695df9e5e2b13" providerId="LiveId" clId="{2212AAC7-1DCA-46C7-910B-3C879225C0D9}" dt="2024-06-05T17:19:50.474" v="1657" actId="27636"/>
          <ac:spMkLst>
            <pc:docMk/>
            <pc:sldMk cId="4226129134" sldId="355"/>
            <ac:spMk id="3" creationId="{74E18790-AC45-F60B-57E9-B905727EC57A}"/>
          </ac:spMkLst>
        </pc:spChg>
      </pc:sldChg>
      <pc:sldChg chg="addSp delSp modSp new mod modAnim">
        <pc:chgData name="Dr Gaurav Sushant" userId="ea0695df9e5e2b13" providerId="LiveId" clId="{2212AAC7-1DCA-46C7-910B-3C879225C0D9}" dt="2024-06-06T05:51:35.399" v="3147"/>
        <pc:sldMkLst>
          <pc:docMk/>
          <pc:sldMk cId="3447072548" sldId="356"/>
        </pc:sldMkLst>
        <pc:spChg chg="add mod">
          <ac:chgData name="Dr Gaurav Sushant" userId="ea0695df9e5e2b13" providerId="LiveId" clId="{2212AAC7-1DCA-46C7-910B-3C879225C0D9}" dt="2024-06-06T04:56:22.074" v="2336" actId="1076"/>
          <ac:spMkLst>
            <pc:docMk/>
            <pc:sldMk cId="3447072548" sldId="356"/>
            <ac:spMk id="2" creationId="{65B370AF-12F3-7836-4798-225EF6D9CE75}"/>
          </ac:spMkLst>
        </pc:spChg>
        <pc:spChg chg="del mod">
          <ac:chgData name="Dr Gaurav Sushant" userId="ea0695df9e5e2b13" providerId="LiveId" clId="{2212AAC7-1DCA-46C7-910B-3C879225C0D9}" dt="2024-06-05T17:52:40.795" v="2024" actId="22"/>
          <ac:spMkLst>
            <pc:docMk/>
            <pc:sldMk cId="3447072548" sldId="356"/>
            <ac:spMk id="2" creationId="{E103FE7C-3099-ACAF-F724-90AAE4310888}"/>
          </ac:spMkLst>
        </pc:spChg>
        <pc:spChg chg="mod">
          <ac:chgData name="Dr Gaurav Sushant" userId="ea0695df9e5e2b13" providerId="LiveId" clId="{2212AAC7-1DCA-46C7-910B-3C879225C0D9}" dt="2024-06-06T04:53:47.357" v="2293" actId="115"/>
          <ac:spMkLst>
            <pc:docMk/>
            <pc:sldMk cId="3447072548" sldId="356"/>
            <ac:spMk id="3" creationId="{6FE5C5F1-48F8-6A85-AA4D-E54514B45273}"/>
          </ac:spMkLst>
        </pc:spChg>
        <pc:spChg chg="add del mod">
          <ac:chgData name="Dr Gaurav Sushant" userId="ea0695df9e5e2b13" providerId="LiveId" clId="{2212AAC7-1DCA-46C7-910B-3C879225C0D9}" dt="2024-06-06T04:54:05.565" v="2298" actId="21"/>
          <ac:spMkLst>
            <pc:docMk/>
            <pc:sldMk cId="3447072548" sldId="356"/>
            <ac:spMk id="4" creationId="{903A420F-8185-6E5C-31EF-F12B22337C97}"/>
          </ac:spMkLst>
        </pc:spChg>
        <pc:spChg chg="add del mod">
          <ac:chgData name="Dr Gaurav Sushant" userId="ea0695df9e5e2b13" providerId="LiveId" clId="{2212AAC7-1DCA-46C7-910B-3C879225C0D9}" dt="2024-06-06T04:54:54.501" v="2313" actId="21"/>
          <ac:spMkLst>
            <pc:docMk/>
            <pc:sldMk cId="3447072548" sldId="356"/>
            <ac:spMk id="6" creationId="{99F97363-595A-7B6B-5358-DED1D7C19BCE}"/>
          </ac:spMkLst>
        </pc:spChg>
        <pc:spChg chg="add del mod">
          <ac:chgData name="Dr Gaurav Sushant" userId="ea0695df9e5e2b13" providerId="LiveId" clId="{2212AAC7-1DCA-46C7-910B-3C879225C0D9}" dt="2024-06-06T04:40:52.781" v="2168"/>
          <ac:spMkLst>
            <pc:docMk/>
            <pc:sldMk cId="3447072548" sldId="356"/>
            <ac:spMk id="8" creationId="{CCC9C4F6-A5A8-9502-29C8-35CC6BCBD331}"/>
          </ac:spMkLst>
        </pc:spChg>
        <pc:spChg chg="add del mod">
          <ac:chgData name="Dr Gaurav Sushant" userId="ea0695df9e5e2b13" providerId="LiveId" clId="{2212AAC7-1DCA-46C7-910B-3C879225C0D9}" dt="2024-06-06T04:55:46.008" v="2330"/>
          <ac:spMkLst>
            <pc:docMk/>
            <pc:sldMk cId="3447072548" sldId="356"/>
            <ac:spMk id="10" creationId="{B5465BC9-DA48-2E2C-E918-2D17D4FF07B8}"/>
          </ac:spMkLst>
        </pc:spChg>
        <pc:picChg chg="add mod ord">
          <ac:chgData name="Dr Gaurav Sushant" userId="ea0695df9e5e2b13" providerId="LiveId" clId="{2212AAC7-1DCA-46C7-910B-3C879225C0D9}" dt="2024-06-06T04:56:27.059" v="2338" actId="1076"/>
          <ac:picMkLst>
            <pc:docMk/>
            <pc:sldMk cId="3447072548" sldId="356"/>
            <ac:picMk id="5" creationId="{AA64CAFF-3720-F3E4-720C-385495C09E7E}"/>
          </ac:picMkLst>
        </pc:picChg>
        <pc:picChg chg="add del mod">
          <ac:chgData name="Dr Gaurav Sushant" userId="ea0695df9e5e2b13" providerId="LiveId" clId="{2212AAC7-1DCA-46C7-910B-3C879225C0D9}" dt="2024-06-06T04:53:58.294" v="2295" actId="21"/>
          <ac:picMkLst>
            <pc:docMk/>
            <pc:sldMk cId="3447072548" sldId="356"/>
            <ac:picMk id="7" creationId="{3AB817FD-6A5F-39D9-6763-3DC8D08327CE}"/>
          </ac:picMkLst>
        </pc:picChg>
        <pc:picChg chg="add del mod">
          <ac:chgData name="Dr Gaurav Sushant" userId="ea0695df9e5e2b13" providerId="LiveId" clId="{2212AAC7-1DCA-46C7-910B-3C879225C0D9}" dt="2024-06-06T04:54:45.768" v="2311" actId="21"/>
          <ac:picMkLst>
            <pc:docMk/>
            <pc:sldMk cId="3447072548" sldId="356"/>
            <ac:picMk id="9" creationId="{B68E6A59-7CA1-AD56-EF97-0201A9A61407}"/>
          </ac:picMkLst>
        </pc:picChg>
        <pc:picChg chg="add del mod">
          <ac:chgData name="Dr Gaurav Sushant" userId="ea0695df9e5e2b13" providerId="LiveId" clId="{2212AAC7-1DCA-46C7-910B-3C879225C0D9}" dt="2024-06-06T04:55:21.273" v="2324" actId="21"/>
          <ac:picMkLst>
            <pc:docMk/>
            <pc:sldMk cId="3447072548" sldId="356"/>
            <ac:picMk id="11" creationId="{A92E34E4-4A45-1969-5CEF-A53109A8073A}"/>
          </ac:picMkLst>
        </pc:picChg>
        <pc:picChg chg="add mod">
          <ac:chgData name="Dr Gaurav Sushant" userId="ea0695df9e5e2b13" providerId="LiveId" clId="{2212AAC7-1DCA-46C7-910B-3C879225C0D9}" dt="2024-06-05T17:59:42.854" v="2046"/>
          <ac:picMkLst>
            <pc:docMk/>
            <pc:sldMk cId="3447072548" sldId="356"/>
            <ac:picMk id="13" creationId="{A2D2F50A-7AFC-28DB-07D2-1B32A32EC9F9}"/>
          </ac:picMkLst>
        </pc:picChg>
        <pc:picChg chg="add del mod modCrop">
          <ac:chgData name="Dr Gaurav Sushant" userId="ea0695df9e5e2b13" providerId="LiveId" clId="{2212AAC7-1DCA-46C7-910B-3C879225C0D9}" dt="2024-06-06T04:36:06.381" v="2059" actId="21"/>
          <ac:picMkLst>
            <pc:docMk/>
            <pc:sldMk cId="3447072548" sldId="356"/>
            <ac:picMk id="15" creationId="{4EF536F5-7F50-D527-74EC-B733713C1664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3:13.029" v="3166"/>
        <pc:sldMkLst>
          <pc:docMk/>
          <pc:sldMk cId="1204383058" sldId="357"/>
        </pc:sldMkLst>
        <pc:spChg chg="del">
          <ac:chgData name="Dr Gaurav Sushant" userId="ea0695df9e5e2b13" providerId="LiveId" clId="{2212AAC7-1DCA-46C7-910B-3C879225C0D9}" dt="2024-06-06T04:36:08.438" v="2060"/>
          <ac:spMkLst>
            <pc:docMk/>
            <pc:sldMk cId="1204383058" sldId="357"/>
            <ac:spMk id="2" creationId="{206DEE63-AB98-A381-9EC7-E483A53FBC93}"/>
          </ac:spMkLst>
        </pc:spChg>
        <pc:spChg chg="mod">
          <ac:chgData name="Dr Gaurav Sushant" userId="ea0695df9e5e2b13" providerId="LiveId" clId="{2212AAC7-1DCA-46C7-910B-3C879225C0D9}" dt="2024-06-06T05:53:07.216" v="3164" actId="313"/>
          <ac:spMkLst>
            <pc:docMk/>
            <pc:sldMk cId="1204383058" sldId="357"/>
            <ac:spMk id="3" creationId="{9B5C73D8-5D98-956A-6028-57442222B7BA}"/>
          </ac:spMkLst>
        </pc:spChg>
        <pc:spChg chg="add del mod">
          <ac:chgData name="Dr Gaurav Sushant" userId="ea0695df9e5e2b13" providerId="LiveId" clId="{2212AAC7-1DCA-46C7-910B-3C879225C0D9}" dt="2024-06-06T04:57:19.047" v="2347"/>
          <ac:spMkLst>
            <pc:docMk/>
            <pc:sldMk cId="1204383058" sldId="357"/>
            <ac:spMk id="4" creationId="{5B5ED556-3FE5-6EEC-D6C3-9B1462666AF2}"/>
          </ac:spMkLst>
        </pc:spChg>
        <pc:spChg chg="add del mod">
          <ac:chgData name="Dr Gaurav Sushant" userId="ea0695df9e5e2b13" providerId="LiveId" clId="{2212AAC7-1DCA-46C7-910B-3C879225C0D9}" dt="2024-06-06T04:57:43.445" v="2358"/>
          <ac:spMkLst>
            <pc:docMk/>
            <pc:sldMk cId="1204383058" sldId="357"/>
            <ac:spMk id="5" creationId="{57E59C22-8452-5D5E-0F26-861F49A71D36}"/>
          </ac:spMkLst>
        </pc:spChg>
        <pc:spChg chg="add del mod">
          <ac:chgData name="Dr Gaurav Sushant" userId="ea0695df9e5e2b13" providerId="LiveId" clId="{2212AAC7-1DCA-46C7-910B-3C879225C0D9}" dt="2024-06-06T04:58:15.276" v="2368"/>
          <ac:spMkLst>
            <pc:docMk/>
            <pc:sldMk cId="1204383058" sldId="357"/>
            <ac:spMk id="6" creationId="{AC779B0B-1113-F90F-0610-D12E74C42A4C}"/>
          </ac:spMkLst>
        </pc:spChg>
        <pc:spChg chg="add del mod">
          <ac:chgData name="Dr Gaurav Sushant" userId="ea0695df9e5e2b13" providerId="LiveId" clId="{2212AAC7-1DCA-46C7-910B-3C879225C0D9}" dt="2024-06-06T04:58:40.761" v="2378"/>
          <ac:spMkLst>
            <pc:docMk/>
            <pc:sldMk cId="1204383058" sldId="357"/>
            <ac:spMk id="7" creationId="{9C161A58-FA94-4666-DAC3-42A017B95765}"/>
          </ac:spMkLst>
        </pc:spChg>
        <pc:spChg chg="add del mod">
          <ac:chgData name="Dr Gaurav Sushant" userId="ea0695df9e5e2b13" providerId="LiveId" clId="{2212AAC7-1DCA-46C7-910B-3C879225C0D9}" dt="2024-06-06T04:57:14.969" v="2344" actId="478"/>
          <ac:spMkLst>
            <pc:docMk/>
            <pc:sldMk cId="1204383058" sldId="357"/>
            <ac:spMk id="8" creationId="{2CE094CB-DFF4-2A85-A352-E0EAF3E17155}"/>
          </ac:spMkLst>
        </pc:spChg>
        <pc:picChg chg="add mod">
          <ac:chgData name="Dr Gaurav Sushant" userId="ea0695df9e5e2b13" providerId="LiveId" clId="{2212AAC7-1DCA-46C7-910B-3C879225C0D9}" dt="2024-06-06T05:05:05.698" v="2386" actId="1076"/>
          <ac:picMkLst>
            <pc:docMk/>
            <pc:sldMk cId="1204383058" sldId="357"/>
            <ac:picMk id="10" creationId="{059DC7CC-A6CD-3C11-A196-B7414DFE661B}"/>
          </ac:picMkLst>
        </pc:picChg>
        <pc:picChg chg="add del mod">
          <ac:chgData name="Dr Gaurav Sushant" userId="ea0695df9e5e2b13" providerId="LiveId" clId="{2212AAC7-1DCA-46C7-910B-3C879225C0D9}" dt="2024-06-06T04:57:03.571" v="2342" actId="21"/>
          <ac:picMkLst>
            <pc:docMk/>
            <pc:sldMk cId="1204383058" sldId="357"/>
            <ac:picMk id="15" creationId="{4EF536F5-7F50-D527-74EC-B733713C1664}"/>
          </ac:picMkLst>
        </pc:picChg>
        <pc:picChg chg="add del mod">
          <ac:chgData name="Dr Gaurav Sushant" userId="ea0695df9e5e2b13" providerId="LiveId" clId="{2212AAC7-1DCA-46C7-910B-3C879225C0D9}" dt="2024-06-06T04:57:33.991" v="2353" actId="21"/>
          <ac:picMkLst>
            <pc:docMk/>
            <pc:sldMk cId="1204383058" sldId="357"/>
            <ac:picMk id="1026" creationId="{E1C5A3A9-1C7A-DC73-D825-8232819E7606}"/>
          </ac:picMkLst>
        </pc:picChg>
        <pc:picChg chg="add del mod">
          <ac:chgData name="Dr Gaurav Sushant" userId="ea0695df9e5e2b13" providerId="LiveId" clId="{2212AAC7-1DCA-46C7-910B-3C879225C0D9}" dt="2024-06-06T04:57:54.341" v="2363" actId="21"/>
          <ac:picMkLst>
            <pc:docMk/>
            <pc:sldMk cId="1204383058" sldId="357"/>
            <ac:picMk id="1028" creationId="{C39EEA83-54C8-A514-5487-045A2119C0E9}"/>
          </ac:picMkLst>
        </pc:picChg>
        <pc:picChg chg="add del mod">
          <ac:chgData name="Dr Gaurav Sushant" userId="ea0695df9e5e2b13" providerId="LiveId" clId="{2212AAC7-1DCA-46C7-910B-3C879225C0D9}" dt="2024-06-06T04:58:29.857" v="2373" actId="21"/>
          <ac:picMkLst>
            <pc:docMk/>
            <pc:sldMk cId="1204383058" sldId="357"/>
            <ac:picMk id="1030" creationId="{CA8A3F17-687E-9126-04BA-E05B5461BA8E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1:46.129" v="3149"/>
        <pc:sldMkLst>
          <pc:docMk/>
          <pc:sldMk cId="3897733702" sldId="358"/>
        </pc:sldMkLst>
        <pc:spChg chg="del">
          <ac:chgData name="Dr Gaurav Sushant" userId="ea0695df9e5e2b13" providerId="LiveId" clId="{2212AAC7-1DCA-46C7-910B-3C879225C0D9}" dt="2024-06-06T04:54:00.546" v="2296"/>
          <ac:spMkLst>
            <pc:docMk/>
            <pc:sldMk cId="3897733702" sldId="358"/>
            <ac:spMk id="2" creationId="{B05EF664-314F-5497-6DA1-156BCC70970E}"/>
          </ac:spMkLst>
        </pc:spChg>
        <pc:spChg chg="mod">
          <ac:chgData name="Dr Gaurav Sushant" userId="ea0695df9e5e2b13" providerId="LiveId" clId="{2212AAC7-1DCA-46C7-910B-3C879225C0D9}" dt="2024-06-06T04:54:21.572" v="2305" actId="27636"/>
          <ac:spMkLst>
            <pc:docMk/>
            <pc:sldMk cId="3897733702" sldId="358"/>
            <ac:spMk id="3" creationId="{09285262-CFDD-5523-603E-404A52756CD3}"/>
          </ac:spMkLst>
        </pc:spChg>
        <pc:spChg chg="add del mod">
          <ac:chgData name="Dr Gaurav Sushant" userId="ea0695df9e5e2b13" providerId="LiveId" clId="{2212AAC7-1DCA-46C7-910B-3C879225C0D9}" dt="2024-06-06T04:54:28.278" v="2308"/>
          <ac:spMkLst>
            <pc:docMk/>
            <pc:sldMk cId="3897733702" sldId="358"/>
            <ac:spMk id="4" creationId="{903A420F-8185-6E5C-31EF-F12B22337C97}"/>
          </ac:spMkLst>
        </pc:spChg>
        <pc:picChg chg="add mod">
          <ac:chgData name="Dr Gaurav Sushant" userId="ea0695df9e5e2b13" providerId="LiveId" clId="{2212AAC7-1DCA-46C7-910B-3C879225C0D9}" dt="2024-06-06T04:54:33.144" v="2309" actId="1076"/>
          <ac:picMkLst>
            <pc:docMk/>
            <pc:sldMk cId="3897733702" sldId="358"/>
            <ac:picMk id="7" creationId="{3AB817FD-6A5F-39D9-6763-3DC8D08327CE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1:55.322" v="3151"/>
        <pc:sldMkLst>
          <pc:docMk/>
          <pc:sldMk cId="1897960248" sldId="359"/>
        </pc:sldMkLst>
        <pc:spChg chg="del">
          <ac:chgData name="Dr Gaurav Sushant" userId="ea0695df9e5e2b13" providerId="LiveId" clId="{2212AAC7-1DCA-46C7-910B-3C879225C0D9}" dt="2024-06-06T04:54:48.122" v="2312"/>
          <ac:spMkLst>
            <pc:docMk/>
            <pc:sldMk cId="1897960248" sldId="359"/>
            <ac:spMk id="2" creationId="{30860D8B-51BF-F0AE-322D-53C47C918C37}"/>
          </ac:spMkLst>
        </pc:spChg>
        <pc:spChg chg="add del mod">
          <ac:chgData name="Dr Gaurav Sushant" userId="ea0695df9e5e2b13" providerId="LiveId" clId="{2212AAC7-1DCA-46C7-910B-3C879225C0D9}" dt="2024-06-06T04:55:11.850" v="2321" actId="27636"/>
          <ac:spMkLst>
            <pc:docMk/>
            <pc:sldMk cId="1897960248" sldId="359"/>
            <ac:spMk id="3" creationId="{604423EB-F277-1535-D5E5-D296BB7B4993}"/>
          </ac:spMkLst>
        </pc:spChg>
        <pc:spChg chg="add del mod">
          <ac:chgData name="Dr Gaurav Sushant" userId="ea0695df9e5e2b13" providerId="LiveId" clId="{2212AAC7-1DCA-46C7-910B-3C879225C0D9}" dt="2024-06-06T04:55:14.761" v="2323"/>
          <ac:spMkLst>
            <pc:docMk/>
            <pc:sldMk cId="1897960248" sldId="359"/>
            <ac:spMk id="4" creationId="{EF7CAFE7-C6B8-B5CE-F96A-0471FFC09FA9}"/>
          </ac:spMkLst>
        </pc:spChg>
        <pc:spChg chg="add mod">
          <ac:chgData name="Dr Gaurav Sushant" userId="ea0695df9e5e2b13" providerId="LiveId" clId="{2212AAC7-1DCA-46C7-910B-3C879225C0D9}" dt="2024-06-06T04:54:58.435" v="2315"/>
          <ac:spMkLst>
            <pc:docMk/>
            <pc:sldMk cId="1897960248" sldId="359"/>
            <ac:spMk id="6" creationId="{99F97363-595A-7B6B-5358-DED1D7C19BCE}"/>
          </ac:spMkLst>
        </pc:spChg>
        <pc:picChg chg="add mod">
          <ac:chgData name="Dr Gaurav Sushant" userId="ea0695df9e5e2b13" providerId="LiveId" clId="{2212AAC7-1DCA-46C7-910B-3C879225C0D9}" dt="2024-06-06T04:56:43.992" v="2339" actId="14100"/>
          <ac:picMkLst>
            <pc:docMk/>
            <pc:sldMk cId="1897960248" sldId="359"/>
            <ac:picMk id="9" creationId="{B68E6A59-7CA1-AD56-EF97-0201A9A61407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2:04.176" v="3153"/>
        <pc:sldMkLst>
          <pc:docMk/>
          <pc:sldMk cId="1397352763" sldId="360"/>
        </pc:sldMkLst>
        <pc:spChg chg="del">
          <ac:chgData name="Dr Gaurav Sushant" userId="ea0695df9e5e2b13" providerId="LiveId" clId="{2212AAC7-1DCA-46C7-910B-3C879225C0D9}" dt="2024-06-06T04:55:30.465" v="2326"/>
          <ac:spMkLst>
            <pc:docMk/>
            <pc:sldMk cId="1397352763" sldId="360"/>
            <ac:spMk id="2" creationId="{C4250169-4588-A530-CE4C-D8B8C885038C}"/>
          </ac:spMkLst>
        </pc:spChg>
        <pc:spChg chg="mod">
          <ac:chgData name="Dr Gaurav Sushant" userId="ea0695df9e5e2b13" providerId="LiveId" clId="{2212AAC7-1DCA-46C7-910B-3C879225C0D9}" dt="2024-06-06T04:55:50.023" v="2334" actId="27636"/>
          <ac:spMkLst>
            <pc:docMk/>
            <pc:sldMk cId="1397352763" sldId="360"/>
            <ac:spMk id="3" creationId="{6370AF2F-937A-C42E-343B-07EF3D0F0926}"/>
          </ac:spMkLst>
        </pc:spChg>
        <pc:picChg chg="add mod">
          <ac:chgData name="Dr Gaurav Sushant" userId="ea0695df9e5e2b13" providerId="LiveId" clId="{2212AAC7-1DCA-46C7-910B-3C879225C0D9}" dt="2024-06-06T04:56:49.404" v="2340" actId="14100"/>
          <ac:picMkLst>
            <pc:docMk/>
            <pc:sldMk cId="1397352763" sldId="360"/>
            <ac:picMk id="11" creationId="{A92E34E4-4A45-1969-5CEF-A53109A8073A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2:25.934" v="3155"/>
        <pc:sldMkLst>
          <pc:docMk/>
          <pc:sldMk cId="689642460" sldId="361"/>
        </pc:sldMkLst>
        <pc:spChg chg="del">
          <ac:chgData name="Dr Gaurav Sushant" userId="ea0695df9e5e2b13" providerId="LiveId" clId="{2212AAC7-1DCA-46C7-910B-3C879225C0D9}" dt="2024-06-06T04:57:07.491" v="2343"/>
          <ac:spMkLst>
            <pc:docMk/>
            <pc:sldMk cId="689642460" sldId="361"/>
            <ac:spMk id="2" creationId="{054830E1-5205-64DB-CD65-79BACE8A639A}"/>
          </ac:spMkLst>
        </pc:spChg>
        <pc:spChg chg="mod">
          <ac:chgData name="Dr Gaurav Sushant" userId="ea0695df9e5e2b13" providerId="LiveId" clId="{2212AAC7-1DCA-46C7-910B-3C879225C0D9}" dt="2024-06-06T04:57:21.954" v="2351" actId="27636"/>
          <ac:spMkLst>
            <pc:docMk/>
            <pc:sldMk cId="689642460" sldId="361"/>
            <ac:spMk id="3" creationId="{FE8ECB25-8A1A-4F71-F834-40A1C9860015}"/>
          </ac:spMkLst>
        </pc:spChg>
        <pc:picChg chg="add mod">
          <ac:chgData name="Dr Gaurav Sushant" userId="ea0695df9e5e2b13" providerId="LiveId" clId="{2212AAC7-1DCA-46C7-910B-3C879225C0D9}" dt="2024-06-06T04:57:07.491" v="2343"/>
          <ac:picMkLst>
            <pc:docMk/>
            <pc:sldMk cId="689642460" sldId="361"/>
            <ac:picMk id="15" creationId="{4EF536F5-7F50-D527-74EC-B733713C1664}"/>
          </ac:picMkLst>
        </pc:picChg>
      </pc:sldChg>
      <pc:sldChg chg="addSp delSp modSp new mod modTransition modAnim">
        <pc:chgData name="Dr Gaurav Sushant" userId="ea0695df9e5e2b13" providerId="LiveId" clId="{2212AAC7-1DCA-46C7-910B-3C879225C0D9}" dt="2024-06-06T05:52:37.838" v="3159"/>
        <pc:sldMkLst>
          <pc:docMk/>
          <pc:sldMk cId="1561782671" sldId="362"/>
        </pc:sldMkLst>
        <pc:spChg chg="del">
          <ac:chgData name="Dr Gaurav Sushant" userId="ea0695df9e5e2b13" providerId="LiveId" clId="{2212AAC7-1DCA-46C7-910B-3C879225C0D9}" dt="2024-06-06T04:57:35.860" v="2354"/>
          <ac:spMkLst>
            <pc:docMk/>
            <pc:sldMk cId="1561782671" sldId="362"/>
            <ac:spMk id="2" creationId="{FCC6A790-60F5-F0C4-3914-6C9D8F54B5BC}"/>
          </ac:spMkLst>
        </pc:spChg>
        <pc:spChg chg="mod">
          <ac:chgData name="Dr Gaurav Sushant" userId="ea0695df9e5e2b13" providerId="LiveId" clId="{2212AAC7-1DCA-46C7-910B-3C879225C0D9}" dt="2024-06-06T04:57:46.977" v="2362" actId="27636"/>
          <ac:spMkLst>
            <pc:docMk/>
            <pc:sldMk cId="1561782671" sldId="362"/>
            <ac:spMk id="3" creationId="{D881CC03-826C-BD78-79FC-FFB2352F76CE}"/>
          </ac:spMkLst>
        </pc:spChg>
        <pc:picChg chg="add mod">
          <ac:chgData name="Dr Gaurav Sushant" userId="ea0695df9e5e2b13" providerId="LiveId" clId="{2212AAC7-1DCA-46C7-910B-3C879225C0D9}" dt="2024-06-06T04:57:37.838" v="2355" actId="1076"/>
          <ac:picMkLst>
            <pc:docMk/>
            <pc:sldMk cId="1561782671" sldId="362"/>
            <ac:picMk id="1026" creationId="{E1C5A3A9-1C7A-DC73-D825-8232819E7606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2:48.810" v="3161"/>
        <pc:sldMkLst>
          <pc:docMk/>
          <pc:sldMk cId="1933341508" sldId="363"/>
        </pc:sldMkLst>
        <pc:spChg chg="del">
          <ac:chgData name="Dr Gaurav Sushant" userId="ea0695df9e5e2b13" providerId="LiveId" clId="{2212AAC7-1DCA-46C7-910B-3C879225C0D9}" dt="2024-06-06T04:58:00.997" v="2365"/>
          <ac:spMkLst>
            <pc:docMk/>
            <pc:sldMk cId="1933341508" sldId="363"/>
            <ac:spMk id="2" creationId="{015A559F-FDD7-06B7-CA53-643E4E53B851}"/>
          </ac:spMkLst>
        </pc:spChg>
        <pc:spChg chg="mod">
          <ac:chgData name="Dr Gaurav Sushant" userId="ea0695df9e5e2b13" providerId="LiveId" clId="{2212AAC7-1DCA-46C7-910B-3C879225C0D9}" dt="2024-06-06T04:58:20.120" v="2372" actId="27636"/>
          <ac:spMkLst>
            <pc:docMk/>
            <pc:sldMk cId="1933341508" sldId="363"/>
            <ac:spMk id="3" creationId="{0DD6A960-564A-2D94-9728-0BE7ED2593AD}"/>
          </ac:spMkLst>
        </pc:spChg>
        <pc:picChg chg="add mod">
          <ac:chgData name="Dr Gaurav Sushant" userId="ea0695df9e5e2b13" providerId="LiveId" clId="{2212AAC7-1DCA-46C7-910B-3C879225C0D9}" dt="2024-06-06T04:58:00.997" v="2365"/>
          <ac:picMkLst>
            <pc:docMk/>
            <pc:sldMk cId="1933341508" sldId="363"/>
            <ac:picMk id="1028" creationId="{C39EEA83-54C8-A514-5487-045A2119C0E9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3:01.439" v="3163"/>
        <pc:sldMkLst>
          <pc:docMk/>
          <pc:sldMk cId="2548431307" sldId="364"/>
        </pc:sldMkLst>
        <pc:spChg chg="del">
          <ac:chgData name="Dr Gaurav Sushant" userId="ea0695df9e5e2b13" providerId="LiveId" clId="{2212AAC7-1DCA-46C7-910B-3C879225C0D9}" dt="2024-06-06T04:58:34.432" v="2375"/>
          <ac:spMkLst>
            <pc:docMk/>
            <pc:sldMk cId="2548431307" sldId="364"/>
            <ac:spMk id="2" creationId="{9569B505-AB4A-97DB-97C2-7D5E91227252}"/>
          </ac:spMkLst>
        </pc:spChg>
        <pc:spChg chg="mod">
          <ac:chgData name="Dr Gaurav Sushant" userId="ea0695df9e5e2b13" providerId="LiveId" clId="{2212AAC7-1DCA-46C7-910B-3C879225C0D9}" dt="2024-06-06T04:58:44.427" v="2382" actId="27636"/>
          <ac:spMkLst>
            <pc:docMk/>
            <pc:sldMk cId="2548431307" sldId="364"/>
            <ac:spMk id="3" creationId="{6B076DF3-1743-86E5-B1CB-65066F095D89}"/>
          </ac:spMkLst>
        </pc:spChg>
        <pc:picChg chg="add mod">
          <ac:chgData name="Dr Gaurav Sushant" userId="ea0695df9e5e2b13" providerId="LiveId" clId="{2212AAC7-1DCA-46C7-910B-3C879225C0D9}" dt="2024-06-06T04:58:34.432" v="2375"/>
          <ac:picMkLst>
            <pc:docMk/>
            <pc:sldMk cId="2548431307" sldId="364"/>
            <ac:picMk id="1030" creationId="{CA8A3F17-687E-9126-04BA-E05B5461BA8E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3:23.357" v="3168"/>
        <pc:sldMkLst>
          <pc:docMk/>
          <pc:sldMk cId="2374061870" sldId="365"/>
        </pc:sldMkLst>
        <pc:spChg chg="del">
          <ac:chgData name="Dr Gaurav Sushant" userId="ea0695df9e5e2b13" providerId="LiveId" clId="{2212AAC7-1DCA-46C7-910B-3C879225C0D9}" dt="2024-06-06T05:08:04.969" v="2399" actId="22"/>
          <ac:spMkLst>
            <pc:docMk/>
            <pc:sldMk cId="2374061870" sldId="365"/>
            <ac:spMk id="2" creationId="{89FEC7CE-047D-D8F8-A32B-C8CE3878CA16}"/>
          </ac:spMkLst>
        </pc:spChg>
        <pc:spChg chg="mod">
          <ac:chgData name="Dr Gaurav Sushant" userId="ea0695df9e5e2b13" providerId="LiveId" clId="{2212AAC7-1DCA-46C7-910B-3C879225C0D9}" dt="2024-06-06T05:08:09.426" v="2409" actId="20577"/>
          <ac:spMkLst>
            <pc:docMk/>
            <pc:sldMk cId="2374061870" sldId="365"/>
            <ac:spMk id="3" creationId="{E95A7635-DC4F-DF75-753B-CA452D4C53C0}"/>
          </ac:spMkLst>
        </pc:spChg>
        <pc:picChg chg="add mod ord">
          <ac:chgData name="Dr Gaurav Sushant" userId="ea0695df9e5e2b13" providerId="LiveId" clId="{2212AAC7-1DCA-46C7-910B-3C879225C0D9}" dt="2024-06-06T05:08:04.969" v="2399" actId="22"/>
          <ac:picMkLst>
            <pc:docMk/>
            <pc:sldMk cId="2374061870" sldId="365"/>
            <ac:picMk id="5" creationId="{99C5B12D-7DEF-B7CF-F7FB-8A6E420FBE75}"/>
          </ac:picMkLst>
        </pc:picChg>
      </pc:sldChg>
      <pc:sldChg chg="new del">
        <pc:chgData name="Dr Gaurav Sushant" userId="ea0695df9e5e2b13" providerId="LiveId" clId="{2212AAC7-1DCA-46C7-910B-3C879225C0D9}" dt="2024-06-06T05:18:39.293" v="2411" actId="47"/>
        <pc:sldMkLst>
          <pc:docMk/>
          <pc:sldMk cId="2653046715" sldId="366"/>
        </pc:sldMkLst>
      </pc:sldChg>
      <pc:sldChg chg="addSp delSp modSp new mod modAnim">
        <pc:chgData name="Dr Gaurav Sushant" userId="ea0695df9e5e2b13" providerId="LiveId" clId="{2212AAC7-1DCA-46C7-910B-3C879225C0D9}" dt="2024-06-06T05:53:33.486" v="3170"/>
        <pc:sldMkLst>
          <pc:docMk/>
          <pc:sldMk cId="3404850318" sldId="366"/>
        </pc:sldMkLst>
        <pc:spChg chg="del">
          <ac:chgData name="Dr Gaurav Sushant" userId="ea0695df9e5e2b13" providerId="LiveId" clId="{2212AAC7-1DCA-46C7-910B-3C879225C0D9}" dt="2024-06-06T05:21:17.568" v="2413" actId="22"/>
          <ac:spMkLst>
            <pc:docMk/>
            <pc:sldMk cId="3404850318" sldId="366"/>
            <ac:spMk id="2" creationId="{D3429221-5D2A-9FA2-EAC9-3074BCD1E5C1}"/>
          </ac:spMkLst>
        </pc:spChg>
        <pc:spChg chg="mod">
          <ac:chgData name="Dr Gaurav Sushant" userId="ea0695df9e5e2b13" providerId="LiveId" clId="{2212AAC7-1DCA-46C7-910B-3C879225C0D9}" dt="2024-06-06T05:21:36.226" v="2429" actId="255"/>
          <ac:spMkLst>
            <pc:docMk/>
            <pc:sldMk cId="3404850318" sldId="366"/>
            <ac:spMk id="3" creationId="{83AE334A-C5F7-F40A-D910-A48360597AD2}"/>
          </ac:spMkLst>
        </pc:spChg>
        <pc:picChg chg="add mod ord">
          <ac:chgData name="Dr Gaurav Sushant" userId="ea0695df9e5e2b13" providerId="LiveId" clId="{2212AAC7-1DCA-46C7-910B-3C879225C0D9}" dt="2024-06-06T05:21:17.568" v="2413" actId="22"/>
          <ac:picMkLst>
            <pc:docMk/>
            <pc:sldMk cId="3404850318" sldId="366"/>
            <ac:picMk id="5" creationId="{C068DE01-A83A-7438-CC57-A4DB764CC5D5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3:44.936" v="3173"/>
        <pc:sldMkLst>
          <pc:docMk/>
          <pc:sldMk cId="424831330" sldId="367"/>
        </pc:sldMkLst>
        <pc:spChg chg="del">
          <ac:chgData name="Dr Gaurav Sushant" userId="ea0695df9e5e2b13" providerId="LiveId" clId="{2212AAC7-1DCA-46C7-910B-3C879225C0D9}" dt="2024-06-06T05:23:14.421" v="2431" actId="22"/>
          <ac:spMkLst>
            <pc:docMk/>
            <pc:sldMk cId="424831330" sldId="367"/>
            <ac:spMk id="2" creationId="{FEA39C32-0734-7805-4E86-B7A888BF816C}"/>
          </ac:spMkLst>
        </pc:spChg>
        <pc:spChg chg="mod">
          <ac:chgData name="Dr Gaurav Sushant" userId="ea0695df9e5e2b13" providerId="LiveId" clId="{2212AAC7-1DCA-46C7-910B-3C879225C0D9}" dt="2024-06-06T05:23:36.958" v="2439" actId="255"/>
          <ac:spMkLst>
            <pc:docMk/>
            <pc:sldMk cId="424831330" sldId="367"/>
            <ac:spMk id="3" creationId="{2EF7B960-54E3-0E2A-AC35-5E2EAED9AA78}"/>
          </ac:spMkLst>
        </pc:spChg>
        <pc:picChg chg="add mod ord">
          <ac:chgData name="Dr Gaurav Sushant" userId="ea0695df9e5e2b13" providerId="LiveId" clId="{2212AAC7-1DCA-46C7-910B-3C879225C0D9}" dt="2024-06-06T05:23:14.421" v="2431" actId="22"/>
          <ac:picMkLst>
            <pc:docMk/>
            <pc:sldMk cId="424831330" sldId="367"/>
            <ac:picMk id="5" creationId="{BE6568DE-6F22-824A-3CD1-E07873E1A220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3:52.867" v="3175"/>
        <pc:sldMkLst>
          <pc:docMk/>
          <pc:sldMk cId="692486047" sldId="368"/>
        </pc:sldMkLst>
        <pc:spChg chg="del">
          <ac:chgData name="Dr Gaurav Sushant" userId="ea0695df9e5e2b13" providerId="LiveId" clId="{2212AAC7-1DCA-46C7-910B-3C879225C0D9}" dt="2024-06-06T05:24:24.890" v="2441" actId="22"/>
          <ac:spMkLst>
            <pc:docMk/>
            <pc:sldMk cId="692486047" sldId="368"/>
            <ac:spMk id="2" creationId="{AD30610C-C276-A187-2A1C-337518FBCFCB}"/>
          </ac:spMkLst>
        </pc:spChg>
        <pc:spChg chg="mod">
          <ac:chgData name="Dr Gaurav Sushant" userId="ea0695df9e5e2b13" providerId="LiveId" clId="{2212AAC7-1DCA-46C7-910B-3C879225C0D9}" dt="2024-06-06T05:25:58.311" v="2453" actId="20577"/>
          <ac:spMkLst>
            <pc:docMk/>
            <pc:sldMk cId="692486047" sldId="368"/>
            <ac:spMk id="3" creationId="{51E1ACE0-3726-4E7B-FA4C-BA97752398B9}"/>
          </ac:spMkLst>
        </pc:spChg>
        <pc:picChg chg="add mod ord">
          <ac:chgData name="Dr Gaurav Sushant" userId="ea0695df9e5e2b13" providerId="LiveId" clId="{2212AAC7-1DCA-46C7-910B-3C879225C0D9}" dt="2024-06-06T05:24:24.890" v="2441" actId="22"/>
          <ac:picMkLst>
            <pc:docMk/>
            <pc:sldMk cId="692486047" sldId="368"/>
            <ac:picMk id="5" creationId="{9EE0D15A-8464-1BEE-DED3-C3D9BA5B52A1}"/>
          </ac:picMkLst>
        </pc:picChg>
      </pc:sldChg>
      <pc:sldChg chg="addSp delSp modSp new mod modAnim">
        <pc:chgData name="Dr Gaurav Sushant" userId="ea0695df9e5e2b13" providerId="LiveId" clId="{2212AAC7-1DCA-46C7-910B-3C879225C0D9}" dt="2024-06-06T05:57:09.112" v="3214"/>
        <pc:sldMkLst>
          <pc:docMk/>
          <pc:sldMk cId="2966313990" sldId="369"/>
        </pc:sldMkLst>
        <pc:spChg chg="del">
          <ac:chgData name="Dr Gaurav Sushant" userId="ea0695df9e5e2b13" providerId="LiveId" clId="{2212AAC7-1DCA-46C7-910B-3C879225C0D9}" dt="2024-06-06T05:27:24.486" v="2459"/>
          <ac:spMkLst>
            <pc:docMk/>
            <pc:sldMk cId="2966313990" sldId="369"/>
            <ac:spMk id="2" creationId="{D8A2EC5C-0568-4E39-13B7-ADD6BBF11D5A}"/>
          </ac:spMkLst>
        </pc:spChg>
        <pc:spChg chg="mod">
          <ac:chgData name="Dr Gaurav Sushant" userId="ea0695df9e5e2b13" providerId="LiveId" clId="{2212AAC7-1DCA-46C7-910B-3C879225C0D9}" dt="2024-06-06T05:28:14.144" v="2476" actId="255"/>
          <ac:spMkLst>
            <pc:docMk/>
            <pc:sldMk cId="2966313990" sldId="369"/>
            <ac:spMk id="3" creationId="{35D2D693-04B5-915B-2920-B7FABF013A7F}"/>
          </ac:spMkLst>
        </pc:spChg>
        <pc:spChg chg="add mod">
          <ac:chgData name="Dr Gaurav Sushant" userId="ea0695df9e5e2b13" providerId="LiveId" clId="{2212AAC7-1DCA-46C7-910B-3C879225C0D9}" dt="2024-06-06T05:37:38.408" v="2815" actId="207"/>
          <ac:spMkLst>
            <pc:docMk/>
            <pc:sldMk cId="2966313990" sldId="369"/>
            <ac:spMk id="5" creationId="{EA1FD58D-AFC8-CD0D-2B81-25194905B152}"/>
          </ac:spMkLst>
        </pc:spChg>
        <pc:picChg chg="add mod">
          <ac:chgData name="Dr Gaurav Sushant" userId="ea0695df9e5e2b13" providerId="LiveId" clId="{2212AAC7-1DCA-46C7-910B-3C879225C0D9}" dt="2024-06-06T05:34:53.440" v="2694" actId="1076"/>
          <ac:picMkLst>
            <pc:docMk/>
            <pc:sldMk cId="2966313990" sldId="369"/>
            <ac:picMk id="4" creationId="{27AB880F-9BED-3CE7-3305-FA5B6DD2AD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3/17/25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3/17/25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3/17/25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3/17/25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3/17/25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3/17/25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3/17/25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3/17/25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3/17/25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3/17/25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3/17/25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E1E1F2E-2113-7722-B971-979D8913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0"/>
            <a:ext cx="10972800" cy="1905000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Uso de Hay, Mi casa y Mi habitación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r>
              <a:rPr lang="en-US" sz="3300" dirty="0"/>
              <a:t>SER</a:t>
            </a:r>
          </a:p>
          <a:p>
            <a:r>
              <a:rPr lang="en-US" sz="3300" dirty="0"/>
              <a:t>ESTAR</a:t>
            </a:r>
          </a:p>
          <a:p>
            <a:r>
              <a:rPr lang="en-US" sz="3300" dirty="0"/>
              <a:t>TENER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verbs we have learned till now: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C6002C-3518-1198-FCD8-0464C5475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562600"/>
          </a:xfrm>
        </p:spPr>
        <p:txBody>
          <a:bodyPr/>
          <a:lstStyle/>
          <a:p>
            <a:r>
              <a:rPr lang="en-US" dirty="0"/>
              <a:t>HAY is a universal sentence starter that can take on the following two meanings. </a:t>
            </a:r>
          </a:p>
          <a:p>
            <a:r>
              <a:rPr lang="en-US" dirty="0"/>
              <a:t>There is…. / There are…..</a:t>
            </a:r>
          </a:p>
          <a:p>
            <a:r>
              <a:rPr lang="en-US" dirty="0"/>
              <a:t>After HAY, there is no need to add SER or ESTAR verbs. </a:t>
            </a:r>
          </a:p>
          <a:p>
            <a:pPr marL="109220" indent="0">
              <a:buNone/>
            </a:pPr>
            <a:r>
              <a:rPr lang="en-US" dirty="0"/>
              <a:t>Examples: </a:t>
            </a:r>
          </a:p>
          <a:p>
            <a:pPr marL="109220" indent="0">
              <a:buNone/>
            </a:pPr>
            <a:r>
              <a:rPr lang="en-US" u="sng" dirty="0"/>
              <a:t>Hay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hoy. – </a:t>
            </a:r>
            <a:r>
              <a:rPr lang="en-US" u="sng" dirty="0"/>
              <a:t>There is </a:t>
            </a:r>
            <a:r>
              <a:rPr lang="en-US" dirty="0"/>
              <a:t>a class today. </a:t>
            </a:r>
          </a:p>
          <a:p>
            <a:pPr marL="109220" indent="0">
              <a:buNone/>
            </a:pPr>
            <a:r>
              <a:rPr lang="en-US" u="sng" dirty="0"/>
              <a:t>Hay </a:t>
            </a:r>
            <a:r>
              <a:rPr lang="en-US" dirty="0"/>
              <a:t>dos </a:t>
            </a:r>
            <a:r>
              <a:rPr lang="en-US" dirty="0" err="1"/>
              <a:t>estudiantes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clase</a:t>
            </a:r>
            <a:r>
              <a:rPr lang="en-US" dirty="0"/>
              <a:t>. – </a:t>
            </a:r>
            <a:r>
              <a:rPr lang="en-US" u="sng" dirty="0"/>
              <a:t>There are </a:t>
            </a:r>
            <a:r>
              <a:rPr lang="en-US" dirty="0"/>
              <a:t>two students in the class. 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03C537-7D42-512F-D1AD-182DF189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Introduction to the verb HAY</a:t>
            </a:r>
          </a:p>
        </p:txBody>
      </p:sp>
    </p:spTree>
    <p:extLst>
      <p:ext uri="{BB962C8B-B14F-4D97-AF65-F5344CB8AC3E}">
        <p14:creationId xmlns:p14="http://schemas.microsoft.com/office/powerpoint/2010/main" val="367254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24AF9D-A570-3EE2-5458-67613A237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638800"/>
          </a:xfrm>
        </p:spPr>
        <p:txBody>
          <a:bodyPr/>
          <a:lstStyle/>
          <a:p>
            <a:r>
              <a:rPr lang="en-US" dirty="0"/>
              <a:t>HAY is also a universal sentence starter for the following two meanings. </a:t>
            </a:r>
          </a:p>
          <a:p>
            <a:r>
              <a:rPr lang="en-US" dirty="0"/>
              <a:t>Is there…? / Are there…?</a:t>
            </a:r>
          </a:p>
          <a:p>
            <a:r>
              <a:rPr lang="en-US" dirty="0"/>
              <a:t>Before HAY, there is no need to add SER or ESTAR verbs. </a:t>
            </a:r>
          </a:p>
          <a:p>
            <a:pPr marL="109220" indent="0">
              <a:buNone/>
            </a:pPr>
            <a:r>
              <a:rPr lang="en-US" dirty="0"/>
              <a:t>Examples: </a:t>
            </a:r>
          </a:p>
          <a:p>
            <a:pPr marL="109220" indent="0">
              <a:buNone/>
            </a:pPr>
            <a:r>
              <a:rPr lang="es-ES" dirty="0"/>
              <a:t>¿Hay una clase hoy? –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there</a:t>
            </a:r>
            <a:r>
              <a:rPr lang="es-ES" dirty="0"/>
              <a:t> a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today</a:t>
            </a:r>
            <a:r>
              <a:rPr lang="es-ES" dirty="0"/>
              <a:t>?</a:t>
            </a:r>
          </a:p>
          <a:p>
            <a:pPr marL="109220" indent="0">
              <a:buNone/>
            </a:pPr>
            <a:r>
              <a:rPr lang="es-ES" dirty="0"/>
              <a:t>¿Hay estudiantes en la clase ahora? – Are </a:t>
            </a:r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students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now</a:t>
            </a:r>
            <a:r>
              <a:rPr lang="es-ES" dirty="0"/>
              <a:t>? 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4A66C8-7D31-2D2F-7FA6-2A4B2800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66800"/>
          </a:xfrm>
        </p:spPr>
        <p:txBody>
          <a:bodyPr>
            <a:normAutofit/>
          </a:bodyPr>
          <a:lstStyle/>
          <a:p>
            <a:r>
              <a:rPr lang="en-US" sz="4000" dirty="0"/>
              <a:t>Other uses of HAY</a:t>
            </a:r>
          </a:p>
        </p:txBody>
      </p:sp>
    </p:spTree>
    <p:extLst>
      <p:ext uri="{BB962C8B-B14F-4D97-AF65-F5344CB8AC3E}">
        <p14:creationId xmlns:p14="http://schemas.microsoft.com/office/powerpoint/2010/main" val="126636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8198BD-48DD-3002-BB03-4B12FE8CA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62000"/>
            <a:ext cx="6477000" cy="5867400"/>
          </a:xfrm>
        </p:spPr>
        <p:txBody>
          <a:bodyPr/>
          <a:lstStyle/>
          <a:p>
            <a:r>
              <a:rPr lang="en-US" sz="3300" dirty="0"/>
              <a:t>De – of/ from</a:t>
            </a:r>
          </a:p>
          <a:p>
            <a:r>
              <a:rPr lang="en-US" sz="3300" dirty="0" err="1"/>
              <a:t>Sobre</a:t>
            </a:r>
            <a:r>
              <a:rPr lang="en-US" sz="3300" dirty="0"/>
              <a:t> – on, above</a:t>
            </a:r>
          </a:p>
          <a:p>
            <a:r>
              <a:rPr lang="en-US" sz="3300" dirty="0" err="1"/>
              <a:t>Encima</a:t>
            </a:r>
            <a:r>
              <a:rPr lang="en-US" sz="3300" dirty="0"/>
              <a:t> de – on the top of </a:t>
            </a:r>
          </a:p>
          <a:p>
            <a:r>
              <a:rPr lang="en-US" sz="3300" dirty="0" err="1"/>
              <a:t>Debajo</a:t>
            </a:r>
            <a:r>
              <a:rPr lang="en-US" sz="3300" dirty="0"/>
              <a:t> de – under</a:t>
            </a:r>
          </a:p>
          <a:p>
            <a:r>
              <a:rPr lang="en-US" sz="3300" dirty="0"/>
              <a:t>A la </a:t>
            </a:r>
            <a:r>
              <a:rPr lang="en-US" sz="3300" dirty="0" err="1"/>
              <a:t>derecha</a:t>
            </a:r>
            <a:r>
              <a:rPr lang="en-US" sz="3300" dirty="0"/>
              <a:t> de – to the right of </a:t>
            </a:r>
          </a:p>
          <a:p>
            <a:r>
              <a:rPr lang="en-US" sz="3300" dirty="0"/>
              <a:t>A la </a:t>
            </a:r>
            <a:r>
              <a:rPr lang="en-US" sz="3300" dirty="0" err="1"/>
              <a:t>izquierda</a:t>
            </a:r>
            <a:r>
              <a:rPr lang="en-US" sz="3300" dirty="0"/>
              <a:t> de – to the left of</a:t>
            </a:r>
          </a:p>
          <a:p>
            <a:r>
              <a:rPr lang="en-US" sz="3300" dirty="0"/>
              <a:t>Entre – between</a:t>
            </a:r>
          </a:p>
          <a:p>
            <a:r>
              <a:rPr lang="en-US" sz="3300" dirty="0"/>
              <a:t>Al </a:t>
            </a:r>
            <a:r>
              <a:rPr lang="en-US" sz="3300" dirty="0" err="1"/>
              <a:t>lado</a:t>
            </a:r>
            <a:r>
              <a:rPr lang="en-US" sz="3300" dirty="0"/>
              <a:t> de – beside</a:t>
            </a:r>
          </a:p>
          <a:p>
            <a:r>
              <a:rPr lang="es-ES" sz="3300" dirty="0"/>
              <a:t>Delante</a:t>
            </a:r>
            <a:r>
              <a:rPr lang="en-US" sz="3300" dirty="0"/>
              <a:t> de - in front of </a:t>
            </a:r>
          </a:p>
          <a:p>
            <a:r>
              <a:rPr lang="es-ES" sz="3300" dirty="0"/>
              <a:t>Detrás</a:t>
            </a:r>
            <a:r>
              <a:rPr lang="en-US" sz="3300" dirty="0"/>
              <a:t> de - behind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E18790-AC45-F60B-57E9-B905727EC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774700"/>
          </a:xfrm>
        </p:spPr>
        <p:txBody>
          <a:bodyPr>
            <a:normAutofit/>
          </a:bodyPr>
          <a:lstStyle/>
          <a:p>
            <a:r>
              <a:rPr lang="en-US" sz="4000" dirty="0"/>
              <a:t>Useful Prepositional Phrases</a:t>
            </a:r>
          </a:p>
        </p:txBody>
      </p:sp>
    </p:spTree>
    <p:extLst>
      <p:ext uri="{BB962C8B-B14F-4D97-AF65-F5344CB8AC3E}">
        <p14:creationId xmlns:p14="http://schemas.microsoft.com/office/powerpoint/2010/main" val="422612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64CAFF-3720-F3E4-720C-385495C09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990600"/>
            <a:ext cx="5181600" cy="510079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E5C5F1-48F8-6A85-AA4D-E54514B45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2667000" cy="914400"/>
          </a:xfrm>
        </p:spPr>
        <p:txBody>
          <a:bodyPr>
            <a:normAutofit/>
          </a:bodyPr>
          <a:lstStyle/>
          <a:p>
            <a:r>
              <a:rPr lang="es-ES" sz="4000" u="sng" dirty="0"/>
              <a:t>Mi Casa</a:t>
            </a:r>
            <a:endParaRPr lang="en-US" sz="4000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370AF-12F3-7836-4798-225EF6D9CE75}"/>
              </a:ext>
            </a:extLst>
          </p:cNvPr>
          <p:cNvSpPr txBox="1"/>
          <p:nvPr/>
        </p:nvSpPr>
        <p:spPr>
          <a:xfrm>
            <a:off x="6400800" y="2743200"/>
            <a:ext cx="259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El </a:t>
            </a:r>
            <a:r>
              <a:rPr lang="es-ES" sz="3000" dirty="0">
                <a:solidFill>
                  <a:schemeClr val="bg1"/>
                </a:solidFill>
              </a:rPr>
              <a:t>dormitorio/</a:t>
            </a:r>
          </a:p>
          <a:p>
            <a:r>
              <a:rPr lang="es-ES" sz="3000" dirty="0">
                <a:solidFill>
                  <a:schemeClr val="bg1"/>
                </a:solidFill>
              </a:rPr>
              <a:t>La habitación</a:t>
            </a:r>
          </a:p>
        </p:txBody>
      </p:sp>
    </p:spTree>
    <p:extLst>
      <p:ext uri="{BB962C8B-B14F-4D97-AF65-F5344CB8AC3E}">
        <p14:creationId xmlns:p14="http://schemas.microsoft.com/office/powerpoint/2010/main" val="344707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285262-CFDD-5523-603E-404A5275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>
                <a:solidFill>
                  <a:schemeClr val="bg1"/>
                </a:solidFill>
              </a:rPr>
              <a:t>La sala</a:t>
            </a:r>
            <a:r>
              <a:rPr lang="en-US" sz="4400" dirty="0">
                <a:solidFill>
                  <a:schemeClr val="bg1"/>
                </a:solidFill>
              </a:rPr>
              <a:t>/ El </a:t>
            </a:r>
            <a:r>
              <a:rPr lang="en-US" sz="4400" dirty="0" err="1">
                <a:solidFill>
                  <a:schemeClr val="bg1"/>
                </a:solidFill>
              </a:rPr>
              <a:t>sal</a:t>
            </a:r>
            <a:r>
              <a:rPr lang="es-ES" sz="4400" dirty="0" err="1">
                <a:solidFill>
                  <a:schemeClr val="bg1"/>
                </a:solidFill>
              </a:rPr>
              <a:t>ón</a:t>
            </a:r>
            <a:r>
              <a:rPr lang="es-ES" sz="4400" dirty="0">
                <a:solidFill>
                  <a:schemeClr val="bg1"/>
                </a:solidFill>
              </a:rPr>
              <a:t> 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B817FD-6A5F-39D9-6763-3DC8D0832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17638"/>
            <a:ext cx="4473537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3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4423EB-F277-1535-D5E5-D296BB7B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>
                <a:solidFill>
                  <a:schemeClr val="bg1"/>
                </a:solidFill>
              </a:rPr>
              <a:t>La cocina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68E6A59-7CA1-AD56-EF97-0201A9A61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1" y="1272640"/>
            <a:ext cx="4671092" cy="473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6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70AF2F-937A-C42E-343B-07EF3D0F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El </a:t>
            </a:r>
            <a:r>
              <a:rPr lang="en-US" dirty="0" err="1"/>
              <a:t>baño</a:t>
            </a:r>
            <a:endParaRPr lang="en-US" dirty="0"/>
          </a:p>
        </p:txBody>
      </p:sp>
      <p:pic>
        <p:nvPicPr>
          <p:cNvPr id="11" name="Content Placeholder 10" descr="A bathroom with a shower and sink&#10;&#10;Description automatically generated">
            <a:extLst>
              <a:ext uri="{FF2B5EF4-FFF2-40B4-BE49-F238E27FC236}">
                <a16:creationId xmlns:a16="http://schemas.microsoft.com/office/drawing/2014/main" id="{A92E34E4-4A45-1969-5CEF-A53109A80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318419"/>
            <a:ext cx="4625181" cy="462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5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8ECB25-8A1A-4F71-F834-40A1C986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>
                <a:solidFill>
                  <a:schemeClr val="bg1"/>
                </a:solidFill>
              </a:rPr>
              <a:t>El garaje</a:t>
            </a:r>
            <a:endParaRPr lang="en-US" dirty="0"/>
          </a:p>
        </p:txBody>
      </p:sp>
      <p:pic>
        <p:nvPicPr>
          <p:cNvPr id="15" name="Content Placeholder 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F536F5-7F50-D527-74EC-B733713C1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93"/>
          <a:stretch/>
        </p:blipFill>
        <p:spPr>
          <a:xfrm>
            <a:off x="3002129" y="1481138"/>
            <a:ext cx="6187742" cy="4525962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8964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81CC03-826C-BD78-79FC-FFB2352F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El </a:t>
            </a:r>
            <a:r>
              <a:rPr lang="en-US" dirty="0" err="1"/>
              <a:t>balcón</a:t>
            </a:r>
            <a:endParaRPr lang="en-US" dirty="0"/>
          </a:p>
        </p:txBody>
      </p:sp>
      <p:pic>
        <p:nvPicPr>
          <p:cNvPr id="1026" name="Picture 2" descr="A couple of people sitting on a balcony of a building. Residence color  mediteran. - PICRYL - Public Domain Media Search Engine Public Domain Search">
            <a:extLst>
              <a:ext uri="{FF2B5EF4-FFF2-40B4-BE49-F238E27FC236}">
                <a16:creationId xmlns:a16="http://schemas.microsoft.com/office/drawing/2014/main" id="{E1C5A3A9-1C7A-DC73-D825-8232819E76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702" y="1524000"/>
            <a:ext cx="5700596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78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D6A960-564A-2D94-9728-0BE7ED25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>
                <a:solidFill>
                  <a:schemeClr val="bg1"/>
                </a:solidFill>
              </a:rPr>
              <a:t>El estudio</a:t>
            </a:r>
            <a:endParaRPr lang="en-US" dirty="0"/>
          </a:p>
        </p:txBody>
      </p:sp>
      <p:pic>
        <p:nvPicPr>
          <p:cNvPr id="1028" name="Picture 4" descr="Tiny Study Room #1 | Table is from Elf Miniatures Chair from… | Flickr">
            <a:extLst>
              <a:ext uri="{FF2B5EF4-FFF2-40B4-BE49-F238E27FC236}">
                <a16:creationId xmlns:a16="http://schemas.microsoft.com/office/drawing/2014/main" id="{C39EEA83-54C8-A514-5487-045A2119C0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692" y="1481138"/>
            <a:ext cx="6034616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34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076DF3-1743-86E5-B1CB-65066F09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>
                <a:solidFill>
                  <a:schemeClr val="bg1"/>
                </a:solidFill>
              </a:rPr>
              <a:t>El comedor</a:t>
            </a:r>
            <a:endParaRPr lang="en-US" dirty="0"/>
          </a:p>
        </p:txBody>
      </p:sp>
      <p:pic>
        <p:nvPicPr>
          <p:cNvPr id="1030" name="Picture 6" descr="Delightful Dining by ItahSpooderKitty on DeviantArt">
            <a:extLst>
              <a:ext uri="{FF2B5EF4-FFF2-40B4-BE49-F238E27FC236}">
                <a16:creationId xmlns:a16="http://schemas.microsoft.com/office/drawing/2014/main" id="{CA8A3F17-687E-9126-04BA-E05B5461BA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751" y="1481138"/>
            <a:ext cx="5816497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43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5C73D8-5D98-956A-6028-57442222B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2743200" cy="114300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El sótano</a:t>
            </a:r>
            <a:endParaRPr lang="en-US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9DC7CC-A6CD-3C11-A196-B7414DFE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2000"/>
            <a:ext cx="533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8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C5B12D-7DEF-B7CF-F7FB-8A6E420FB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3019" y="1481138"/>
            <a:ext cx="4525962" cy="452596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5A7635-DC4F-DF75-753B-CA452D4C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pasillo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6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68DE01-A83A-7438-CC57-A4DB764CC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3019" y="1481138"/>
            <a:ext cx="4525962" cy="452596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3AE334A-C5F7-F40A-D910-A4836059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El patio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0485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568DE-6F22-824A-3CD1-E07873E1A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3019" y="1481138"/>
            <a:ext cx="4525962" cy="452596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F7B960-54E3-0E2A-AC35-5E2EAED9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La </a:t>
            </a:r>
            <a:r>
              <a:rPr lang="en-US" sz="4000" dirty="0" err="1"/>
              <a:t>terraza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483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E0D15A-8464-1BEE-DED3-C3D9BA5B5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3019" y="1481138"/>
            <a:ext cx="4525962" cy="452596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1E1ACE0-3726-4E7B-FA4C-BA977523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Las escaleras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8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E086A8-D3DB-B56F-8379-5BA4ECAE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1723"/>
            <a:ext cx="4572000" cy="896815"/>
          </a:xfrm>
        </p:spPr>
        <p:txBody>
          <a:bodyPr>
            <a:normAutofit/>
          </a:bodyPr>
          <a:lstStyle/>
          <a:p>
            <a:r>
              <a:rPr lang="en-US" sz="4000" dirty="0"/>
              <a:t>Mi </a:t>
            </a:r>
            <a:r>
              <a:rPr lang="en-US" sz="4000" dirty="0" err="1"/>
              <a:t>habitaci</a:t>
            </a:r>
            <a:r>
              <a:rPr lang="es-ES" sz="4000" dirty="0" err="1"/>
              <a:t>ón</a:t>
            </a:r>
            <a:r>
              <a:rPr lang="es-ES" sz="4000" dirty="0"/>
              <a:t> </a:t>
            </a:r>
            <a:r>
              <a:rPr lang="en-US" sz="4000" dirty="0"/>
              <a:t> </a:t>
            </a:r>
          </a:p>
        </p:txBody>
      </p:sp>
      <p:pic>
        <p:nvPicPr>
          <p:cNvPr id="1026" name="Picture 2" descr="Wallpaper design, style, interior, wardrobe, bedroom, children's, Desk, the  room of the student for mobile and desktop, section интерьер, resolution  1920x1080 - download">
            <a:extLst>
              <a:ext uri="{FF2B5EF4-FFF2-40B4-BE49-F238E27FC236}">
                <a16:creationId xmlns:a16="http://schemas.microsoft.com/office/drawing/2014/main" id="{71C6E63C-5749-CA0C-333A-0AF9CE68ED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638300"/>
            <a:ext cx="61722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1F24CA7B-5137-8ED7-B6A9-4926EE02EB1B}"/>
              </a:ext>
            </a:extLst>
          </p:cNvPr>
          <p:cNvSpPr txBox="1">
            <a:spLocks/>
          </p:cNvSpPr>
          <p:nvPr/>
        </p:nvSpPr>
        <p:spPr bwMode="auto">
          <a:xfrm>
            <a:off x="0" y="609600"/>
            <a:ext cx="60198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s-ES" sz="3200" dirty="0"/>
              <a:t>La cama – </a:t>
            </a:r>
            <a:r>
              <a:rPr lang="es-ES" sz="3200" dirty="0" err="1"/>
              <a:t>Bed</a:t>
            </a:r>
            <a:endParaRPr lang="es-ES" sz="3200" dirty="0"/>
          </a:p>
          <a:p>
            <a:pPr marL="109220" indent="0">
              <a:buNone/>
            </a:pPr>
            <a:r>
              <a:rPr lang="es-ES" sz="3200" dirty="0"/>
              <a:t>El armario – </a:t>
            </a:r>
            <a:r>
              <a:rPr lang="en-US" sz="3200" dirty="0"/>
              <a:t>Almirah</a:t>
            </a:r>
            <a:r>
              <a:rPr lang="es-ES" sz="3200" dirty="0"/>
              <a:t>, Cupboard</a:t>
            </a:r>
          </a:p>
          <a:p>
            <a:pPr marL="109220" indent="0">
              <a:buNone/>
            </a:pPr>
            <a:r>
              <a:rPr lang="es-ES" sz="3200" dirty="0"/>
              <a:t>La ventana – </a:t>
            </a:r>
            <a:r>
              <a:rPr lang="es-ES" sz="3200" dirty="0" err="1"/>
              <a:t>Window</a:t>
            </a:r>
            <a:endParaRPr lang="es-ES" sz="3200" dirty="0"/>
          </a:p>
          <a:p>
            <a:pPr marL="109220" indent="0">
              <a:buNone/>
            </a:pPr>
            <a:r>
              <a:rPr lang="es-ES" sz="3200" dirty="0"/>
              <a:t>La silla – </a:t>
            </a:r>
            <a:r>
              <a:rPr lang="es-ES" sz="3200" dirty="0" err="1"/>
              <a:t>Chair</a:t>
            </a:r>
            <a:r>
              <a:rPr lang="es-ES" sz="3200" dirty="0"/>
              <a:t> </a:t>
            </a:r>
          </a:p>
          <a:p>
            <a:pPr marL="109220" indent="0">
              <a:buNone/>
            </a:pPr>
            <a:r>
              <a:rPr lang="es-ES" sz="3200" dirty="0"/>
              <a:t>La alfombra – </a:t>
            </a:r>
            <a:r>
              <a:rPr lang="es-ES" sz="3200" dirty="0" err="1"/>
              <a:t>Carpet</a:t>
            </a:r>
            <a:r>
              <a:rPr lang="es-ES" sz="3200" dirty="0"/>
              <a:t> </a:t>
            </a:r>
          </a:p>
          <a:p>
            <a:pPr marL="109220" indent="0">
              <a:buNone/>
            </a:pPr>
            <a:r>
              <a:rPr lang="es-ES" sz="3200" dirty="0"/>
              <a:t>La lampara (de pie) – </a:t>
            </a:r>
            <a:r>
              <a:rPr lang="es-ES" sz="3200" dirty="0" err="1"/>
              <a:t>Lamp</a:t>
            </a:r>
            <a:r>
              <a:rPr lang="es-ES" sz="3200" dirty="0"/>
              <a:t> (</a:t>
            </a:r>
            <a:r>
              <a:rPr lang="es-ES" sz="3200" dirty="0" err="1"/>
              <a:t>with</a:t>
            </a:r>
            <a:r>
              <a:rPr lang="es-ES" sz="3200" dirty="0"/>
              <a:t> stand)</a:t>
            </a:r>
          </a:p>
          <a:p>
            <a:pPr marL="109220" indent="0">
              <a:buNone/>
            </a:pPr>
            <a:r>
              <a:rPr lang="es-ES" sz="3200" dirty="0"/>
              <a:t>El espejo – Mirror</a:t>
            </a:r>
          </a:p>
          <a:p>
            <a:pPr marL="109220" indent="0">
              <a:buNone/>
            </a:pPr>
            <a:r>
              <a:rPr lang="es-ES" sz="3200" dirty="0"/>
              <a:t>La estantería – Shelf  </a:t>
            </a:r>
          </a:p>
          <a:p>
            <a:pPr marL="109220" indent="0">
              <a:buNone/>
            </a:pPr>
            <a:r>
              <a:rPr lang="es-ES" sz="3200" dirty="0"/>
              <a:t>La cortina – </a:t>
            </a:r>
            <a:r>
              <a:rPr lang="es-ES" sz="3200" dirty="0" err="1"/>
              <a:t>Curtain</a:t>
            </a:r>
            <a:endParaRPr lang="es-ES" sz="3200" dirty="0"/>
          </a:p>
          <a:p>
            <a:pPr marL="109220" indent="0">
              <a:buNone/>
            </a:pPr>
            <a:r>
              <a:rPr lang="es-ES" sz="3200" dirty="0"/>
              <a:t>La mesa – Table</a:t>
            </a:r>
          </a:p>
        </p:txBody>
      </p:sp>
    </p:spTree>
    <p:extLst>
      <p:ext uri="{BB962C8B-B14F-4D97-AF65-F5344CB8AC3E}">
        <p14:creationId xmlns:p14="http://schemas.microsoft.com/office/powerpoint/2010/main" val="353695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6F6793-4F41-1406-032F-966FC541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382000" cy="990600"/>
          </a:xfrm>
        </p:spPr>
        <p:txBody>
          <a:bodyPr>
            <a:normAutofit/>
          </a:bodyPr>
          <a:lstStyle/>
          <a:p>
            <a:r>
              <a:rPr lang="es-ES" sz="4000" dirty="0"/>
              <a:t>Descripción de Mi habitación </a:t>
            </a:r>
            <a:endParaRPr lang="en-US" sz="4000" dirty="0"/>
          </a:p>
        </p:txBody>
      </p:sp>
      <p:pic>
        <p:nvPicPr>
          <p:cNvPr id="4" name="Picture 2" descr="Wallpaper design, style, interior, wardrobe, bedroom, children's, Desk, the  room of the student for mobile and desktop, section интерьер, resolution  1920x1080 - download">
            <a:extLst>
              <a:ext uri="{FF2B5EF4-FFF2-40B4-BE49-F238E27FC236}">
                <a16:creationId xmlns:a16="http://schemas.microsoft.com/office/drawing/2014/main" id="{7D25B079-E93B-7799-0ED3-AF41368AF5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985846"/>
            <a:ext cx="4605866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CCC78A3-BB61-1464-D44A-C9090794508F}"/>
              </a:ext>
            </a:extLst>
          </p:cNvPr>
          <p:cNvSpPr txBox="1">
            <a:spLocks/>
          </p:cNvSpPr>
          <p:nvPr/>
        </p:nvSpPr>
        <p:spPr bwMode="auto">
          <a:xfrm>
            <a:off x="0" y="685800"/>
            <a:ext cx="100584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300" dirty="0"/>
              <a:t>Hay muchas cosas en la habitación. </a:t>
            </a:r>
          </a:p>
          <a:p>
            <a:r>
              <a:rPr lang="es-ES" sz="3300" dirty="0"/>
              <a:t>Hay un armario a la derecha de la ventana. </a:t>
            </a:r>
          </a:p>
          <a:p>
            <a:r>
              <a:rPr lang="es-ES" sz="3300" dirty="0"/>
              <a:t>A la izquierda del armario, hay una lampara de pie. </a:t>
            </a:r>
          </a:p>
          <a:p>
            <a:r>
              <a:rPr lang="es-ES" sz="3300" dirty="0"/>
              <a:t>También, la cama está a la derecha de la ventana.</a:t>
            </a:r>
          </a:p>
          <a:p>
            <a:r>
              <a:rPr lang="es-ES" sz="3300" dirty="0"/>
              <a:t>Hay una estantería de libros al lado de la mesa. </a:t>
            </a:r>
          </a:p>
          <a:p>
            <a:r>
              <a:rPr lang="es-ES" sz="3300" dirty="0"/>
              <a:t>La lampara pequeña está al lado de la cama. </a:t>
            </a:r>
          </a:p>
          <a:p>
            <a:r>
              <a:rPr lang="es-ES" sz="3300" dirty="0"/>
              <a:t>La alfombra está delante de la cama.</a:t>
            </a:r>
          </a:p>
          <a:p>
            <a:r>
              <a:rPr lang="es-ES" sz="3300" dirty="0"/>
              <a:t>El portátil está sobre la mesa. </a:t>
            </a:r>
          </a:p>
          <a:p>
            <a:r>
              <a:rPr lang="es-ES" sz="3300" dirty="0"/>
              <a:t>La silla está enfrente de la mesa.  </a:t>
            </a:r>
          </a:p>
          <a:p>
            <a:r>
              <a:rPr lang="es-ES" sz="3300" dirty="0"/>
              <a:t>Hay una cortina sobre la ventana. 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23284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D2D693-04B5-915B-2920-B7FABF013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10972800" cy="944562"/>
          </a:xfrm>
        </p:spPr>
        <p:txBody>
          <a:bodyPr>
            <a:normAutofit/>
          </a:bodyPr>
          <a:lstStyle/>
          <a:p>
            <a:r>
              <a:rPr lang="es-ES" sz="4000" dirty="0" err="1"/>
              <a:t>Exercises</a:t>
            </a:r>
            <a:endParaRPr lang="en-US" sz="4000" dirty="0"/>
          </a:p>
        </p:txBody>
      </p:sp>
      <p:pic>
        <p:nvPicPr>
          <p:cNvPr id="4" name="Picture 2" descr="Wallpaper design, style, interior, wardrobe, bedroom, children's, Desk, the  room of the student for mobile and desktop, section интерьер, resolution  1920x1080 - download">
            <a:extLst>
              <a:ext uri="{FF2B5EF4-FFF2-40B4-BE49-F238E27FC236}">
                <a16:creationId xmlns:a16="http://schemas.microsoft.com/office/drawing/2014/main" id="{27AB880F-9BED-3CE7-3305-FA5B6DD2AD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077" y="2971800"/>
            <a:ext cx="4496017" cy="252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A1FD58D-AFC8-CD0D-2B81-25194905B152}"/>
              </a:ext>
            </a:extLst>
          </p:cNvPr>
          <p:cNvSpPr txBox="1">
            <a:spLocks/>
          </p:cNvSpPr>
          <p:nvPr/>
        </p:nvSpPr>
        <p:spPr bwMode="auto">
          <a:xfrm>
            <a:off x="163906" y="838200"/>
            <a:ext cx="100584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s-ES" sz="3000" dirty="0"/>
              <a:t>Q. ¿Cuántas lámparas hay en la habitación?</a:t>
            </a:r>
          </a:p>
          <a:p>
            <a:pPr marL="109220" indent="0">
              <a:buNone/>
            </a:pPr>
            <a:r>
              <a:rPr lang="es-ES" sz="3000" dirty="0">
                <a:solidFill>
                  <a:srgbClr val="FFFF00"/>
                </a:solidFill>
              </a:rPr>
              <a:t>A – Hay tres lámparas en la habitación. </a:t>
            </a:r>
          </a:p>
          <a:p>
            <a:pPr marL="109220" indent="0">
              <a:buNone/>
            </a:pPr>
            <a:r>
              <a:rPr lang="es-ES" sz="3000" dirty="0"/>
              <a:t>Q. ¿Dónde está la cama?</a:t>
            </a:r>
          </a:p>
          <a:p>
            <a:pPr marL="109220" indent="0">
              <a:buNone/>
            </a:pPr>
            <a:r>
              <a:rPr lang="es-ES" sz="3000" dirty="0">
                <a:solidFill>
                  <a:srgbClr val="FFFF00"/>
                </a:solidFill>
              </a:rPr>
              <a:t>A – La cama está entre la ventana y la mesa.</a:t>
            </a:r>
          </a:p>
          <a:p>
            <a:pPr marL="109220" indent="0">
              <a:buNone/>
            </a:pPr>
            <a:r>
              <a:rPr lang="es-ES" sz="3000" dirty="0"/>
              <a:t>Q. ¿Dónde está el portátil?</a:t>
            </a:r>
          </a:p>
          <a:p>
            <a:pPr marL="109220" indent="0">
              <a:buNone/>
            </a:pPr>
            <a:r>
              <a:rPr lang="es-ES" sz="3000" dirty="0">
                <a:solidFill>
                  <a:srgbClr val="FFFF00"/>
                </a:solidFill>
              </a:rPr>
              <a:t>A – El portátil está sobre la mesa. </a:t>
            </a:r>
          </a:p>
          <a:p>
            <a:pPr marL="109220" indent="0">
              <a:buNone/>
            </a:pPr>
            <a:endParaRPr lang="es-ES" sz="3000" dirty="0"/>
          </a:p>
          <a:p>
            <a:pPr marL="10922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6631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334000"/>
          </a:xfrm>
        </p:spPr>
        <p:txBody>
          <a:bodyPr/>
          <a:lstStyle/>
          <a:p>
            <a:pPr lvl="0"/>
            <a:r>
              <a:rPr lang="en-US" sz="3300" dirty="0"/>
              <a:t>Use of the verb HAY in different situations. </a:t>
            </a:r>
          </a:p>
          <a:p>
            <a:pPr lvl="0"/>
            <a:r>
              <a:rPr lang="en-US" sz="3300" dirty="0"/>
              <a:t>Revision of the preposition and prepositional phrases. </a:t>
            </a:r>
          </a:p>
          <a:p>
            <a:pPr lvl="0"/>
            <a:r>
              <a:rPr lang="en-US" sz="3300" dirty="0"/>
              <a:t>Vocabularies related to house. </a:t>
            </a:r>
          </a:p>
          <a:p>
            <a:pPr lvl="0"/>
            <a:r>
              <a:rPr lang="en-US" sz="3300" dirty="0"/>
              <a:t>Vocabularies related to a bedroom. </a:t>
            </a:r>
          </a:p>
          <a:p>
            <a:pPr lvl="0"/>
            <a:r>
              <a:rPr lang="en-US" sz="3300" dirty="0"/>
              <a:t>Description of a room by using ESTAR, HAY, and prepositional phrases. </a:t>
            </a:r>
          </a:p>
          <a:p>
            <a:r>
              <a:rPr lang="en-US" sz="3300" dirty="0"/>
              <a:t>Exercises related to the description of the room.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-1143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dirty="0">
                <a:cs typeface="Arial Black" panose="020B0A04020102020204" pitchFamily="34" charset="0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1201</TotalTime>
  <Words>514</Words>
  <Application>Microsoft Macintosh PowerPoint</Application>
  <PresentationFormat>Widescreen</PresentationFormat>
  <Paragraphs>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Uso de Hay, Mi casa y Mi habitación </vt:lpstr>
      <vt:lpstr>The verbs we have learned till now:</vt:lpstr>
      <vt:lpstr>Introduction to the verb HAY</vt:lpstr>
      <vt:lpstr>Other uses of HAY</vt:lpstr>
      <vt:lpstr>Useful Prepositional Phrases</vt:lpstr>
      <vt:lpstr>Mi Casa</vt:lpstr>
      <vt:lpstr>La sala/ El salón </vt:lpstr>
      <vt:lpstr>La cocina</vt:lpstr>
      <vt:lpstr>El baño</vt:lpstr>
      <vt:lpstr>El garaje</vt:lpstr>
      <vt:lpstr>El balcón</vt:lpstr>
      <vt:lpstr>El estudio</vt:lpstr>
      <vt:lpstr>El comedor</vt:lpstr>
      <vt:lpstr>El sótano</vt:lpstr>
      <vt:lpstr>El pasillo</vt:lpstr>
      <vt:lpstr>El patio</vt:lpstr>
      <vt:lpstr>La terraza</vt:lpstr>
      <vt:lpstr>Las escaleras</vt:lpstr>
      <vt:lpstr>Mi habitación  </vt:lpstr>
      <vt:lpstr>Descripción de Mi habitación </vt:lpstr>
      <vt:lpstr>Exercises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Apoorva Karnwal</cp:lastModifiedBy>
  <cp:revision>190</cp:revision>
  <dcterms:created xsi:type="dcterms:W3CDTF">2007-10-19T05:42:00Z</dcterms:created>
  <dcterms:modified xsi:type="dcterms:W3CDTF">2025-03-17T18:59:59Z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  <property fmtid="{D5CDD505-2E9C-101B-9397-08002B2CF9AE}" pid="4" name="NXPowerLiteLastOptimized">
    <vt:lpwstr>510798</vt:lpwstr>
  </property>
  <property fmtid="{D5CDD505-2E9C-101B-9397-08002B2CF9AE}" pid="5" name="NXPowerLiteSettings">
    <vt:lpwstr>F7000400038000</vt:lpwstr>
  </property>
  <property fmtid="{D5CDD505-2E9C-101B-9397-08002B2CF9AE}" pid="6" name="NXPowerLiteVersion">
    <vt:lpwstr>S10.2.0</vt:lpwstr>
  </property>
</Properties>
</file>