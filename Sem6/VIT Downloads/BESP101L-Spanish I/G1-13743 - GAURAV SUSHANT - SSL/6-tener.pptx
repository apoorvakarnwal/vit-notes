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4" r:id="rId2"/>
    <p:sldId id="303" r:id="rId3"/>
    <p:sldId id="256" r:id="rId4"/>
    <p:sldId id="313" r:id="rId5"/>
    <p:sldId id="314" r:id="rId6"/>
    <p:sldId id="305" r:id="rId7"/>
    <p:sldId id="306" r:id="rId8"/>
    <p:sldId id="307" r:id="rId9"/>
    <p:sldId id="315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3F5ED-1AF7-4C97-AB80-03E17B82D5EB}" v="4" dt="2024-08-06T10:31:37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>
        <p:scale>
          <a:sx n="64" d="100"/>
          <a:sy n="64" d="100"/>
        </p:scale>
        <p:origin x="954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79F3F5ED-1AF7-4C97-AB80-03E17B82D5EB}"/>
    <pc:docChg chg="undo custSel modSld">
      <pc:chgData name="Dr Gaurav Sushant" userId="ea0695df9e5e2b13" providerId="LiveId" clId="{79F3F5ED-1AF7-4C97-AB80-03E17B82D5EB}" dt="2024-08-06T10:31:47.304" v="119" actId="403"/>
      <pc:docMkLst>
        <pc:docMk/>
      </pc:docMkLst>
      <pc:sldChg chg="addSp delSp modSp mod addAnim delAnim modAnim">
        <pc:chgData name="Dr Gaurav Sushant" userId="ea0695df9e5e2b13" providerId="LiveId" clId="{79F3F5ED-1AF7-4C97-AB80-03E17B82D5EB}" dt="2024-08-02T05:20:58.304" v="113" actId="20577"/>
        <pc:sldMkLst>
          <pc:docMk/>
          <pc:sldMk cId="0" sldId="303"/>
        </pc:sldMkLst>
        <pc:spChg chg="mod">
          <ac:chgData name="Dr Gaurav Sushant" userId="ea0695df9e5e2b13" providerId="LiveId" clId="{79F3F5ED-1AF7-4C97-AB80-03E17B82D5EB}" dt="2024-08-02T05:18:56.814" v="1" actId="108"/>
          <ac:spMkLst>
            <pc:docMk/>
            <pc:sldMk cId="0" sldId="303"/>
            <ac:spMk id="3" creationId="{00000000-0000-0000-0000-000000000000}"/>
          </ac:spMkLst>
        </pc:spChg>
        <pc:spChg chg="del">
          <ac:chgData name="Dr Gaurav Sushant" userId="ea0695df9e5e2b13" providerId="LiveId" clId="{79F3F5ED-1AF7-4C97-AB80-03E17B82D5EB}" dt="2024-08-02T05:19:56.721" v="5" actId="478"/>
          <ac:spMkLst>
            <pc:docMk/>
            <pc:sldMk cId="0" sldId="303"/>
            <ac:spMk id="4" creationId="{5C7A883D-E9DC-6946-753B-D7E1B57688E2}"/>
          </ac:spMkLst>
        </pc:spChg>
        <pc:spChg chg="del">
          <ac:chgData name="Dr Gaurav Sushant" userId="ea0695df9e5e2b13" providerId="LiveId" clId="{79F3F5ED-1AF7-4C97-AB80-03E17B82D5EB}" dt="2024-08-02T05:19:52.989" v="4" actId="478"/>
          <ac:spMkLst>
            <pc:docMk/>
            <pc:sldMk cId="0" sldId="303"/>
            <ac:spMk id="5" creationId="{E5479AFF-A67F-D55F-BFB6-43651DB5B15D}"/>
          </ac:spMkLst>
        </pc:spChg>
        <pc:graphicFrameChg chg="add mod modGraphic">
          <ac:chgData name="Dr Gaurav Sushant" userId="ea0695df9e5e2b13" providerId="LiveId" clId="{79F3F5ED-1AF7-4C97-AB80-03E17B82D5EB}" dt="2024-08-02T05:20:58.304" v="113" actId="20577"/>
          <ac:graphicFrameMkLst>
            <pc:docMk/>
            <pc:sldMk cId="0" sldId="303"/>
            <ac:graphicFrameMk id="2" creationId="{082A8E94-DC0B-1FED-B4F6-BFA6334B228D}"/>
          </ac:graphicFrameMkLst>
        </pc:graphicFrameChg>
      </pc:sldChg>
      <pc:sldChg chg="modAnim">
        <pc:chgData name="Dr Gaurav Sushant" userId="ea0695df9e5e2b13" providerId="LiveId" clId="{79F3F5ED-1AF7-4C97-AB80-03E17B82D5EB}" dt="2024-08-06T10:31:37.412" v="116"/>
        <pc:sldMkLst>
          <pc:docMk/>
          <pc:sldMk cId="2251415543" sldId="307"/>
        </pc:sldMkLst>
      </pc:sldChg>
      <pc:sldChg chg="modSp mod">
        <pc:chgData name="Dr Gaurav Sushant" userId="ea0695df9e5e2b13" providerId="LiveId" clId="{79F3F5ED-1AF7-4C97-AB80-03E17B82D5EB}" dt="2024-08-06T10:31:47.304" v="119" actId="403"/>
        <pc:sldMkLst>
          <pc:docMk/>
          <pc:sldMk cId="501522956" sldId="315"/>
        </pc:sldMkLst>
        <pc:spChg chg="mod">
          <ac:chgData name="Dr Gaurav Sushant" userId="ea0695df9e5e2b13" providerId="LiveId" clId="{79F3F5ED-1AF7-4C97-AB80-03E17B82D5EB}" dt="2024-08-06T10:31:47.304" v="119" actId="403"/>
          <ac:spMkLst>
            <pc:docMk/>
            <pc:sldMk cId="501522956" sldId="315"/>
            <ac:spMk id="2" creationId="{C69B6ADA-082D-515A-ED94-4B4FD974D8BE}"/>
          </ac:spMkLst>
        </pc:spChg>
      </pc:sldChg>
    </pc:docChg>
  </pc:docChgLst>
  <pc:docChgLst>
    <pc:chgData name="Dr Gaurav Sushant" userId="ea0695df9e5e2b13" providerId="LiveId" clId="{2F273EE0-D503-4144-8ED1-43ABBC4EE2C7}"/>
    <pc:docChg chg="custSel addSld delSld modSld">
      <pc:chgData name="Dr Gaurav Sushant" userId="ea0695df9e5e2b13" providerId="LiveId" clId="{2F273EE0-D503-4144-8ED1-43ABBC4EE2C7}" dt="2024-04-25T06:07:05.901" v="438"/>
      <pc:docMkLst>
        <pc:docMk/>
      </pc:docMkLst>
      <pc:sldChg chg="modSp mod">
        <pc:chgData name="Dr Gaurav Sushant" userId="ea0695df9e5e2b13" providerId="LiveId" clId="{2F273EE0-D503-4144-8ED1-43ABBC4EE2C7}" dt="2024-04-25T04:31:09.673" v="426"/>
        <pc:sldMkLst>
          <pc:docMk/>
          <pc:sldMk cId="3901038411" sldId="305"/>
        </pc:sldMkLst>
        <pc:spChg chg="mod">
          <ac:chgData name="Dr Gaurav Sushant" userId="ea0695df9e5e2b13" providerId="LiveId" clId="{2F273EE0-D503-4144-8ED1-43ABBC4EE2C7}" dt="2024-04-25T04:31:09.673" v="426"/>
          <ac:spMkLst>
            <pc:docMk/>
            <pc:sldMk cId="3901038411" sldId="305"/>
            <ac:spMk id="2" creationId="{00000000-0000-0000-0000-000000000000}"/>
          </ac:spMkLst>
        </pc:spChg>
      </pc:sldChg>
      <pc:sldChg chg="del">
        <pc:chgData name="Dr Gaurav Sushant" userId="ea0695df9e5e2b13" providerId="LiveId" clId="{2F273EE0-D503-4144-8ED1-43ABBC4EE2C7}" dt="2024-04-25T04:29:51.912" v="424" actId="47"/>
        <pc:sldMkLst>
          <pc:docMk/>
          <pc:sldMk cId="2711141492" sldId="308"/>
        </pc:sldMkLst>
      </pc:sldChg>
      <pc:sldChg chg="del">
        <pc:chgData name="Dr Gaurav Sushant" userId="ea0695df9e5e2b13" providerId="LiveId" clId="{2F273EE0-D503-4144-8ED1-43ABBC4EE2C7}" dt="2024-04-25T04:29:51.912" v="424" actId="47"/>
        <pc:sldMkLst>
          <pc:docMk/>
          <pc:sldMk cId="1045572082" sldId="309"/>
        </pc:sldMkLst>
      </pc:sldChg>
      <pc:sldChg chg="del">
        <pc:chgData name="Dr Gaurav Sushant" userId="ea0695df9e5e2b13" providerId="LiveId" clId="{2F273EE0-D503-4144-8ED1-43ABBC4EE2C7}" dt="2024-04-25T04:29:51.912" v="424" actId="47"/>
        <pc:sldMkLst>
          <pc:docMk/>
          <pc:sldMk cId="860783455" sldId="310"/>
        </pc:sldMkLst>
      </pc:sldChg>
      <pc:sldChg chg="del">
        <pc:chgData name="Dr Gaurav Sushant" userId="ea0695df9e5e2b13" providerId="LiveId" clId="{2F273EE0-D503-4144-8ED1-43ABBC4EE2C7}" dt="2024-04-25T04:29:51.912" v="424" actId="47"/>
        <pc:sldMkLst>
          <pc:docMk/>
          <pc:sldMk cId="2258853503" sldId="311"/>
        </pc:sldMkLst>
      </pc:sldChg>
      <pc:sldChg chg="del">
        <pc:chgData name="Dr Gaurav Sushant" userId="ea0695df9e5e2b13" providerId="LiveId" clId="{2F273EE0-D503-4144-8ED1-43ABBC4EE2C7}" dt="2024-04-25T04:29:51.912" v="424" actId="47"/>
        <pc:sldMkLst>
          <pc:docMk/>
          <pc:sldMk cId="3096409292" sldId="312"/>
        </pc:sldMkLst>
      </pc:sldChg>
      <pc:sldChg chg="modSp new mod modAnim">
        <pc:chgData name="Dr Gaurav Sushant" userId="ea0695df9e5e2b13" providerId="LiveId" clId="{2F273EE0-D503-4144-8ED1-43ABBC4EE2C7}" dt="2024-04-25T04:28:58.330" v="423" actId="14100"/>
        <pc:sldMkLst>
          <pc:docMk/>
          <pc:sldMk cId="2793844740" sldId="314"/>
        </pc:sldMkLst>
        <pc:spChg chg="mod">
          <ac:chgData name="Dr Gaurav Sushant" userId="ea0695df9e5e2b13" providerId="LiveId" clId="{2F273EE0-D503-4144-8ED1-43ABBC4EE2C7}" dt="2024-04-25T04:28:58.330" v="423" actId="14100"/>
          <ac:spMkLst>
            <pc:docMk/>
            <pc:sldMk cId="2793844740" sldId="314"/>
            <ac:spMk id="2" creationId="{35B35C29-8360-6262-AC57-14A5C0CDD1BC}"/>
          </ac:spMkLst>
        </pc:spChg>
        <pc:spChg chg="mod">
          <ac:chgData name="Dr Gaurav Sushant" userId="ea0695df9e5e2b13" providerId="LiveId" clId="{2F273EE0-D503-4144-8ED1-43ABBC4EE2C7}" dt="2024-04-25T04:26:21.563" v="335" actId="27636"/>
          <ac:spMkLst>
            <pc:docMk/>
            <pc:sldMk cId="2793844740" sldId="314"/>
            <ac:spMk id="3" creationId="{646137A5-AC90-559B-43CB-6049C96B322E}"/>
          </ac:spMkLst>
        </pc:spChg>
      </pc:sldChg>
      <pc:sldChg chg="modSp new mod">
        <pc:chgData name="Dr Gaurav Sushant" userId="ea0695df9e5e2b13" providerId="LiveId" clId="{2F273EE0-D503-4144-8ED1-43ABBC4EE2C7}" dt="2024-04-25T06:07:05.901" v="438"/>
        <pc:sldMkLst>
          <pc:docMk/>
          <pc:sldMk cId="501522956" sldId="315"/>
        </pc:sldMkLst>
        <pc:spChg chg="mod">
          <ac:chgData name="Dr Gaurav Sushant" userId="ea0695df9e5e2b13" providerId="LiveId" clId="{2F273EE0-D503-4144-8ED1-43ABBC4EE2C7}" dt="2024-04-25T06:07:05.901" v="438"/>
          <ac:spMkLst>
            <pc:docMk/>
            <pc:sldMk cId="501522956" sldId="315"/>
            <ac:spMk id="2" creationId="{C69B6ADA-082D-515A-ED94-4B4FD974D8BE}"/>
          </ac:spMkLst>
        </pc:spChg>
        <pc:spChg chg="mod">
          <ac:chgData name="Dr Gaurav Sushant" userId="ea0695df9e5e2b13" providerId="LiveId" clId="{2F273EE0-D503-4144-8ED1-43ABBC4EE2C7}" dt="2024-04-25T04:31:31.402" v="437" actId="122"/>
          <ac:spMkLst>
            <pc:docMk/>
            <pc:sldMk cId="501522956" sldId="315"/>
            <ac:spMk id="3" creationId="{963A4B46-BABE-5BE8-AE49-356A7963C8D2}"/>
          </ac:spMkLst>
        </pc:spChg>
      </pc:sldChg>
    </pc:docChg>
  </pc:docChgLst>
  <pc:docChgLst>
    <pc:chgData name="Dr Gaurav Sushant" userId="ea0695df9e5e2b13" providerId="LiveId" clId="{16C4AF78-F54B-47AF-97A8-F81B5B3C40A1}"/>
    <pc:docChg chg="undo custSel addSld modSld">
      <pc:chgData name="Dr Gaurav Sushant" userId="ea0695df9e5e2b13" providerId="LiveId" clId="{16C4AF78-F54B-47AF-97A8-F81B5B3C40A1}" dt="2024-04-24T17:24:10.477" v="998" actId="255"/>
      <pc:docMkLst>
        <pc:docMk/>
      </pc:docMkLst>
      <pc:sldChg chg="addSp delSp modSp mod modAnim">
        <pc:chgData name="Dr Gaurav Sushant" userId="ea0695df9e5e2b13" providerId="LiveId" clId="{16C4AF78-F54B-47AF-97A8-F81B5B3C40A1}" dt="2024-04-24T17:10:28.957" v="455"/>
        <pc:sldMkLst>
          <pc:docMk/>
          <pc:sldMk cId="0" sldId="256"/>
        </pc:sldMkLst>
        <pc:spChg chg="mod">
          <ac:chgData name="Dr Gaurav Sushant" userId="ea0695df9e5e2b13" providerId="LiveId" clId="{16C4AF78-F54B-47AF-97A8-F81B5B3C40A1}" dt="2024-04-24T16:46:20.161" v="43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Dr Gaurav Sushant" userId="ea0695df9e5e2b13" providerId="LiveId" clId="{16C4AF78-F54B-47AF-97A8-F81B5B3C40A1}" dt="2024-04-24T16:45:49.952" v="37" actId="478"/>
          <ac:spMkLst>
            <pc:docMk/>
            <pc:sldMk cId="0" sldId="256"/>
            <ac:spMk id="3" creationId="{C50BFC0E-139D-F4D6-00D0-3BFD612F049E}"/>
          </ac:spMkLst>
        </pc:spChg>
        <pc:spChg chg="add mod">
          <ac:chgData name="Dr Gaurav Sushant" userId="ea0695df9e5e2b13" providerId="LiveId" clId="{16C4AF78-F54B-47AF-97A8-F81B5B3C40A1}" dt="2024-04-24T16:51:11.719" v="223" actId="6549"/>
          <ac:spMkLst>
            <pc:docMk/>
            <pc:sldMk cId="0" sldId="256"/>
            <ac:spMk id="4" creationId="{9FAE9711-9392-3442-6362-CE0D399C0E02}"/>
          </ac:spMkLst>
        </pc:spChg>
        <pc:spChg chg="del">
          <ac:chgData name="Dr Gaurav Sushant" userId="ea0695df9e5e2b13" providerId="LiveId" clId="{16C4AF78-F54B-47AF-97A8-F81B5B3C40A1}" dt="2024-04-24T16:45:46.784" v="36" actId="478"/>
          <ac:spMkLst>
            <pc:docMk/>
            <pc:sldMk cId="0" sldId="256"/>
            <ac:spMk id="10243" creationId="{00000000-0000-0000-0000-000000000000}"/>
          </ac:spMkLst>
        </pc:spChg>
        <pc:picChg chg="del">
          <ac:chgData name="Dr Gaurav Sushant" userId="ea0695df9e5e2b13" providerId="LiveId" clId="{16C4AF78-F54B-47AF-97A8-F81B5B3C40A1}" dt="2024-04-24T16:45:52.539" v="38" actId="478"/>
          <ac:picMkLst>
            <pc:docMk/>
            <pc:sldMk cId="0" sldId="256"/>
            <ac:picMk id="5" creationId="{1242F8AA-2B3D-AD99-0076-768DAF1173E1}"/>
          </ac:picMkLst>
        </pc:picChg>
        <pc:picChg chg="del">
          <ac:chgData name="Dr Gaurav Sushant" userId="ea0695df9e5e2b13" providerId="LiveId" clId="{16C4AF78-F54B-47AF-97A8-F81B5B3C40A1}" dt="2024-04-24T16:45:54.398" v="39" actId="478"/>
          <ac:picMkLst>
            <pc:docMk/>
            <pc:sldMk cId="0" sldId="256"/>
            <ac:picMk id="6" creationId="{F510DA04-602C-E377-2678-9CBB51589178}"/>
          </ac:picMkLst>
        </pc:picChg>
      </pc:sldChg>
      <pc:sldChg chg="addSp delSp modSp mod modAnim">
        <pc:chgData name="Dr Gaurav Sushant" userId="ea0695df9e5e2b13" providerId="LiveId" clId="{16C4AF78-F54B-47AF-97A8-F81B5B3C40A1}" dt="2024-04-24T17:11:08.552" v="458"/>
        <pc:sldMkLst>
          <pc:docMk/>
          <pc:sldMk cId="0" sldId="303"/>
        </pc:sldMkLst>
        <pc:spChg chg="del mod">
          <ac:chgData name="Dr Gaurav Sushant" userId="ea0695df9e5e2b13" providerId="LiveId" clId="{16C4AF78-F54B-47AF-97A8-F81B5B3C40A1}" dt="2024-04-24T16:43:30.290" v="17" actId="478"/>
          <ac:spMkLst>
            <pc:docMk/>
            <pc:sldMk cId="0" sldId="303"/>
            <ac:spMk id="2" creationId="{00000000-0000-0000-0000-000000000000}"/>
          </ac:spMkLst>
        </pc:spChg>
        <pc:spChg chg="mod">
          <ac:chgData name="Dr Gaurav Sushant" userId="ea0695df9e5e2b13" providerId="LiveId" clId="{16C4AF78-F54B-47AF-97A8-F81B5B3C40A1}" dt="2024-04-24T16:44:29.339" v="26" actId="2711"/>
          <ac:spMkLst>
            <pc:docMk/>
            <pc:sldMk cId="0" sldId="303"/>
            <ac:spMk id="3" creationId="{00000000-0000-0000-0000-000000000000}"/>
          </ac:spMkLst>
        </pc:spChg>
        <pc:spChg chg="add mod">
          <ac:chgData name="Dr Gaurav Sushant" userId="ea0695df9e5e2b13" providerId="LiveId" clId="{16C4AF78-F54B-47AF-97A8-F81B5B3C40A1}" dt="2024-04-24T16:44:20.296" v="25" actId="1076"/>
          <ac:spMkLst>
            <pc:docMk/>
            <pc:sldMk cId="0" sldId="303"/>
            <ac:spMk id="4" creationId="{5C7A883D-E9DC-6946-753B-D7E1B57688E2}"/>
          </ac:spMkLst>
        </pc:spChg>
        <pc:spChg chg="add mod">
          <ac:chgData name="Dr Gaurav Sushant" userId="ea0695df9e5e2b13" providerId="LiveId" clId="{16C4AF78-F54B-47AF-97A8-F81B5B3C40A1}" dt="2024-04-24T16:44:17.273" v="24" actId="1076"/>
          <ac:spMkLst>
            <pc:docMk/>
            <pc:sldMk cId="0" sldId="303"/>
            <ac:spMk id="5" creationId="{E5479AFF-A67F-D55F-BFB6-43651DB5B15D}"/>
          </ac:spMkLst>
        </pc:spChg>
      </pc:sldChg>
      <pc:sldChg chg="modSp modAnim">
        <pc:chgData name="Dr Gaurav Sushant" userId="ea0695df9e5e2b13" providerId="LiveId" clId="{16C4AF78-F54B-47AF-97A8-F81B5B3C40A1}" dt="2024-04-24T17:11:37.406" v="478"/>
        <pc:sldMkLst>
          <pc:docMk/>
          <pc:sldMk cId="0" sldId="304"/>
        </pc:sldMkLst>
        <pc:spChg chg="mod">
          <ac:chgData name="Dr Gaurav Sushant" userId="ea0695df9e5e2b13" providerId="LiveId" clId="{16C4AF78-F54B-47AF-97A8-F81B5B3C40A1}" dt="2024-04-24T17:11:30.340" v="477" actId="20577"/>
          <ac:spMkLst>
            <pc:docMk/>
            <pc:sldMk cId="0" sldId="304"/>
            <ac:spMk id="3" creationId="{00000000-0000-0000-0000-000000000000}"/>
          </ac:spMkLst>
        </pc:spChg>
        <pc:spChg chg="mod">
          <ac:chgData name="Dr Gaurav Sushant" userId="ea0695df9e5e2b13" providerId="LiveId" clId="{16C4AF78-F54B-47AF-97A8-F81B5B3C40A1}" dt="2024-04-24T16:45:09.304" v="31" actId="255"/>
          <ac:spMkLst>
            <pc:docMk/>
            <pc:sldMk cId="0" sldId="304"/>
            <ac:spMk id="4" creationId="{00000000-0000-0000-0000-000000000000}"/>
          </ac:spMkLst>
        </pc:spChg>
      </pc:sldChg>
      <pc:sldChg chg="addSp modSp mod modAnim">
        <pc:chgData name="Dr Gaurav Sushant" userId="ea0695df9e5e2b13" providerId="LiveId" clId="{16C4AF78-F54B-47AF-97A8-F81B5B3C40A1}" dt="2024-04-24T17:09:27.229" v="448"/>
        <pc:sldMkLst>
          <pc:docMk/>
          <pc:sldMk cId="3901038411" sldId="305"/>
        </pc:sldMkLst>
        <pc:spChg chg="mod">
          <ac:chgData name="Dr Gaurav Sushant" userId="ea0695df9e5e2b13" providerId="LiveId" clId="{16C4AF78-F54B-47AF-97A8-F81B5B3C40A1}" dt="2024-04-24T17:08:11.405" v="436" actId="20577"/>
          <ac:spMkLst>
            <pc:docMk/>
            <pc:sldMk cId="3901038411" sldId="305"/>
            <ac:spMk id="2" creationId="{00000000-0000-0000-0000-000000000000}"/>
          </ac:spMkLst>
        </pc:spChg>
        <pc:spChg chg="mod">
          <ac:chgData name="Dr Gaurav Sushant" userId="ea0695df9e5e2b13" providerId="LiveId" clId="{16C4AF78-F54B-47AF-97A8-F81B5B3C40A1}" dt="2024-04-24T17:00:59.214" v="320" actId="255"/>
          <ac:spMkLst>
            <pc:docMk/>
            <pc:sldMk cId="3901038411" sldId="305"/>
            <ac:spMk id="3" creationId="{00000000-0000-0000-0000-000000000000}"/>
          </ac:spMkLst>
        </pc:spChg>
        <pc:spChg chg="add mod">
          <ac:chgData name="Dr Gaurav Sushant" userId="ea0695df9e5e2b13" providerId="LiveId" clId="{16C4AF78-F54B-47AF-97A8-F81B5B3C40A1}" dt="2024-04-24T17:06:25.193" v="391" actId="1076"/>
          <ac:spMkLst>
            <pc:docMk/>
            <pc:sldMk cId="3901038411" sldId="305"/>
            <ac:spMk id="4" creationId="{18C1FF03-1805-A344-E7EE-1CE19559CBFD}"/>
          </ac:spMkLst>
        </pc:spChg>
        <pc:spChg chg="add mod">
          <ac:chgData name="Dr Gaurav Sushant" userId="ea0695df9e5e2b13" providerId="LiveId" clId="{16C4AF78-F54B-47AF-97A8-F81B5B3C40A1}" dt="2024-04-24T17:06:38.401" v="393" actId="767"/>
          <ac:spMkLst>
            <pc:docMk/>
            <pc:sldMk cId="3901038411" sldId="305"/>
            <ac:spMk id="5" creationId="{B64AC80F-01E3-DB2A-BE47-A491BFC5EAB4}"/>
          </ac:spMkLst>
        </pc:spChg>
        <pc:spChg chg="add mod">
          <ac:chgData name="Dr Gaurav Sushant" userId="ea0695df9e5e2b13" providerId="LiveId" clId="{16C4AF78-F54B-47AF-97A8-F81B5B3C40A1}" dt="2024-04-24T17:06:57.528" v="398" actId="20577"/>
          <ac:spMkLst>
            <pc:docMk/>
            <pc:sldMk cId="3901038411" sldId="305"/>
            <ac:spMk id="6" creationId="{11D70586-1CDB-72F7-2656-897BC1366A6B}"/>
          </ac:spMkLst>
        </pc:spChg>
        <pc:spChg chg="add mod">
          <ac:chgData name="Dr Gaurav Sushant" userId="ea0695df9e5e2b13" providerId="LiveId" clId="{16C4AF78-F54B-47AF-97A8-F81B5B3C40A1}" dt="2024-04-24T17:07:12.033" v="400" actId="1076"/>
          <ac:spMkLst>
            <pc:docMk/>
            <pc:sldMk cId="3901038411" sldId="305"/>
            <ac:spMk id="7" creationId="{4EAB828C-F0B3-7025-65A6-4707A5B78C8D}"/>
          </ac:spMkLst>
        </pc:spChg>
        <pc:spChg chg="add mod">
          <ac:chgData name="Dr Gaurav Sushant" userId="ea0695df9e5e2b13" providerId="LiveId" clId="{16C4AF78-F54B-47AF-97A8-F81B5B3C40A1}" dt="2024-04-24T17:07:28.183" v="403" actId="20577"/>
          <ac:spMkLst>
            <pc:docMk/>
            <pc:sldMk cId="3901038411" sldId="305"/>
            <ac:spMk id="8" creationId="{5FAEF6E3-1FBF-322C-98EE-5CF1FDA672A7}"/>
          </ac:spMkLst>
        </pc:spChg>
        <pc:spChg chg="add mod">
          <ac:chgData name="Dr Gaurav Sushant" userId="ea0695df9e5e2b13" providerId="LiveId" clId="{16C4AF78-F54B-47AF-97A8-F81B5B3C40A1}" dt="2024-04-24T17:07:41.685" v="412" actId="20577"/>
          <ac:spMkLst>
            <pc:docMk/>
            <pc:sldMk cId="3901038411" sldId="305"/>
            <ac:spMk id="9" creationId="{6979637E-FE81-4F35-A223-897350B0D285}"/>
          </ac:spMkLst>
        </pc:spChg>
        <pc:spChg chg="add mod">
          <ac:chgData name="Dr Gaurav Sushant" userId="ea0695df9e5e2b13" providerId="LiveId" clId="{16C4AF78-F54B-47AF-97A8-F81B5B3C40A1}" dt="2024-04-24T17:07:58.146" v="419" actId="20577"/>
          <ac:spMkLst>
            <pc:docMk/>
            <pc:sldMk cId="3901038411" sldId="305"/>
            <ac:spMk id="10" creationId="{96F5EE07-0430-4674-C20B-41B1213EA852}"/>
          </ac:spMkLst>
        </pc:spChg>
        <pc:spChg chg="add mod">
          <ac:chgData name="Dr Gaurav Sushant" userId="ea0695df9e5e2b13" providerId="LiveId" clId="{16C4AF78-F54B-47AF-97A8-F81B5B3C40A1}" dt="2024-04-24T17:08:32.797" v="441" actId="20577"/>
          <ac:spMkLst>
            <pc:docMk/>
            <pc:sldMk cId="3901038411" sldId="305"/>
            <ac:spMk id="11" creationId="{2C7F26BC-D102-8D06-1187-B7AA5C4038A0}"/>
          </ac:spMkLst>
        </pc:spChg>
      </pc:sldChg>
      <pc:sldChg chg="modSp mod modAnim">
        <pc:chgData name="Dr Gaurav Sushant" userId="ea0695df9e5e2b13" providerId="LiveId" clId="{16C4AF78-F54B-47AF-97A8-F81B5B3C40A1}" dt="2024-04-24T17:19:56.927" v="829"/>
        <pc:sldMkLst>
          <pc:docMk/>
          <pc:sldMk cId="1822451704" sldId="306"/>
        </pc:sldMkLst>
        <pc:spChg chg="mod">
          <ac:chgData name="Dr Gaurav Sushant" userId="ea0695df9e5e2b13" providerId="LiveId" clId="{16C4AF78-F54B-47AF-97A8-F81B5B3C40A1}" dt="2024-04-24T17:19:45.397" v="828" actId="20577"/>
          <ac:spMkLst>
            <pc:docMk/>
            <pc:sldMk cId="1822451704" sldId="306"/>
            <ac:spMk id="2" creationId="{00000000-0000-0000-0000-000000000000}"/>
          </ac:spMkLst>
        </pc:spChg>
        <pc:spChg chg="mod">
          <ac:chgData name="Dr Gaurav Sushant" userId="ea0695df9e5e2b13" providerId="LiveId" clId="{16C4AF78-F54B-47AF-97A8-F81B5B3C40A1}" dt="2024-04-24T17:12:55.267" v="542" actId="2711"/>
          <ac:spMkLst>
            <pc:docMk/>
            <pc:sldMk cId="1822451704" sldId="306"/>
            <ac:spMk id="3" creationId="{00000000-0000-0000-0000-000000000000}"/>
          </ac:spMkLst>
        </pc:spChg>
      </pc:sldChg>
      <pc:sldChg chg="modSp modAnim">
        <pc:chgData name="Dr Gaurav Sushant" userId="ea0695df9e5e2b13" providerId="LiveId" clId="{16C4AF78-F54B-47AF-97A8-F81B5B3C40A1}" dt="2024-04-24T17:24:10.477" v="998" actId="255"/>
        <pc:sldMkLst>
          <pc:docMk/>
          <pc:sldMk cId="2251415543" sldId="307"/>
        </pc:sldMkLst>
        <pc:spChg chg="mod">
          <ac:chgData name="Dr Gaurav Sushant" userId="ea0695df9e5e2b13" providerId="LiveId" clId="{16C4AF78-F54B-47AF-97A8-F81B5B3C40A1}" dt="2024-04-24T17:24:10.477" v="998" actId="255"/>
          <ac:spMkLst>
            <pc:docMk/>
            <pc:sldMk cId="2251415543" sldId="307"/>
            <ac:spMk id="2" creationId="{00000000-0000-0000-0000-000000000000}"/>
          </ac:spMkLst>
        </pc:spChg>
        <pc:spChg chg="mod">
          <ac:chgData name="Dr Gaurav Sushant" userId="ea0695df9e5e2b13" providerId="LiveId" clId="{16C4AF78-F54B-47AF-97A8-F81B5B3C40A1}" dt="2024-04-24T17:20:08.741" v="830"/>
          <ac:spMkLst>
            <pc:docMk/>
            <pc:sldMk cId="2251415543" sldId="307"/>
            <ac:spMk id="3" creationId="{00000000-0000-0000-0000-000000000000}"/>
          </ac:spMkLst>
        </pc:spChg>
      </pc:sldChg>
      <pc:sldChg chg="modSp add mod modAnim">
        <pc:chgData name="Dr Gaurav Sushant" userId="ea0695df9e5e2b13" providerId="LiveId" clId="{16C4AF78-F54B-47AF-97A8-F81B5B3C40A1}" dt="2024-04-24T17:09:43.827" v="450"/>
        <pc:sldMkLst>
          <pc:docMk/>
          <pc:sldMk cId="1903207731" sldId="313"/>
        </pc:sldMkLst>
        <pc:spChg chg="mod">
          <ac:chgData name="Dr Gaurav Sushant" userId="ea0695df9e5e2b13" providerId="LiveId" clId="{16C4AF78-F54B-47AF-97A8-F81B5B3C40A1}" dt="2024-04-24T16:52:16.851" v="283" actId="20577"/>
          <ac:spMkLst>
            <pc:docMk/>
            <pc:sldMk cId="1903207731" sldId="313"/>
            <ac:spMk id="4" creationId="{9FAE9711-9392-3442-6362-CE0D399C0E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7/31/2024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CE1F3-5572-4D5D-BC5C-1C54B9B46EBA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CE1F3-5572-4D5D-BC5C-1C54B9B46EBA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8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7/31/2024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7/31/2024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7/31/2024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7/31/2024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7/31/2024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7/31/2024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7/31/2024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7/31/2024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7/31/2024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7/31/2024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7/31/2024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401762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Verbo TENER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749300" y="2286000"/>
            <a:ext cx="10693400" cy="7115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casa.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473378-31B9-B0DD-4D2C-C5F77DA62FF5}"/>
              </a:ext>
            </a:extLst>
          </p:cNvPr>
          <p:cNvSpPr txBox="1">
            <a:spLocks noChangeArrowheads="1"/>
          </p:cNvSpPr>
          <p:nvPr/>
        </p:nvSpPr>
        <p:spPr>
          <a:xfrm>
            <a:off x="2438400" y="533400"/>
            <a:ext cx="8153400" cy="2746375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rgbClr val="1DE7FF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endParaRPr lang="en-US" altLang="en-US" sz="70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5541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s-ES">
                <a:latin typeface="Times New Roman" panose="02020603050405020304" pitchFamily="18" charset="0"/>
                <a:cs typeface="Times New Roman" panose="02020603050405020304" pitchFamily="18" charset="0"/>
              </a:rPr>
              <a:t>Tener – To have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82A8E94-DC0B-1FED-B4F6-BFA6334B2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252570"/>
              </p:ext>
            </p:extLst>
          </p:nvPr>
        </p:nvGraphicFramePr>
        <p:xfrm>
          <a:off x="1219200" y="1828800"/>
          <a:ext cx="9753600" cy="3627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3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tengo</a:t>
                      </a:r>
                      <a:endParaRPr lang="en-US" sz="33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tenemos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 tienes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ten</a:t>
                      </a:r>
                      <a:r>
                        <a:rPr lang="es-E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éis</a:t>
                      </a:r>
                      <a:endParaRPr lang="es-E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y Pablo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381000"/>
            <a:ext cx="4876800" cy="914400"/>
          </a:xfr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of </a:t>
            </a:r>
            <a:r>
              <a:rPr lang="en-US" sz="4400" dirty="0" err="1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endParaRPr lang="en-US" sz="4400" dirty="0">
              <a:ln/>
              <a:solidFill>
                <a:srgbClr val="1DE7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E9711-9392-3442-6362-CE0D399C0E02}"/>
              </a:ext>
            </a:extLst>
          </p:cNvPr>
          <p:cNvSpPr txBox="1"/>
          <p:nvPr/>
        </p:nvSpPr>
        <p:spPr>
          <a:xfrm>
            <a:off x="1676400" y="1600200"/>
            <a:ext cx="845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possession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I have a house -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casa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have two dogs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have three cats.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tengotres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have two brothers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hermanos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381000"/>
            <a:ext cx="4876800" cy="914400"/>
          </a:xfr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of </a:t>
            </a:r>
            <a:r>
              <a:rPr lang="en-US" sz="4400" dirty="0" err="1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endParaRPr lang="en-US" sz="4400" dirty="0">
              <a:ln/>
              <a:solidFill>
                <a:srgbClr val="1DE7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E9711-9392-3442-6362-CE0D399C0E02}"/>
              </a:ext>
            </a:extLst>
          </p:cNvPr>
          <p:cNvSpPr txBox="1"/>
          <p:nvPr/>
        </p:nvSpPr>
        <p:spPr>
          <a:xfrm>
            <a:off x="1676400" y="1600200"/>
            <a:ext cx="8458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To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20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Yo tengo veinte años</a:t>
            </a:r>
          </a:p>
          <a:p>
            <a:endParaRPr lang="es-E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padre tiene cincuenta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 tiene diez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 tienes veinte años. </a:t>
            </a:r>
          </a:p>
        </p:txBody>
      </p:sp>
    </p:spTree>
    <p:extLst>
      <p:ext uri="{BB962C8B-B14F-4D97-AF65-F5344CB8AC3E}">
        <p14:creationId xmlns:p14="http://schemas.microsoft.com/office/powerpoint/2010/main" val="190320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B35C29-8360-6262-AC57-14A5C0CD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81600"/>
          </a:xfrm>
        </p:spPr>
        <p:txBody>
          <a:bodyPr/>
          <a:lstStyle/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años tú tienes?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veinte años.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años ella tiene?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Ella tiene diez años.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hermanos tú tienes?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dos hermanos.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¿Cuántas hijas Pablo tiene?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Pablo tiene tres hijas. 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¿Cuántas clases tú tienes hoy?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dos clases hoy.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6137A5-AC90-559B-43CB-6049C96B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framed by using TENER</a:t>
            </a:r>
          </a:p>
        </p:txBody>
      </p:sp>
    </p:spTree>
    <p:extLst>
      <p:ext uri="{BB962C8B-B14F-4D97-AF65-F5344CB8AC3E}">
        <p14:creationId xmlns:p14="http://schemas.microsoft.com/office/powerpoint/2010/main" val="279384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1935" y="1219200"/>
            <a:ext cx="5812666" cy="4876800"/>
          </a:xfrm>
        </p:spPr>
        <p:txBody>
          <a:bodyPr/>
          <a:lstStyle/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Ella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dinero. 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tú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mascota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un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Pérez _____(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un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 y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diecisiete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años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Ustedes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grande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86300" y="228600"/>
            <a:ext cx="2819400" cy="8683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1FF03-1805-A344-E7EE-1CE19559CBFD}"/>
              </a:ext>
            </a:extLst>
          </p:cNvPr>
          <p:cNvSpPr txBox="1"/>
          <p:nvPr/>
        </p:nvSpPr>
        <p:spPr>
          <a:xfrm>
            <a:off x="6096000" y="1295400"/>
            <a:ext cx="12971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70586-1CDB-72F7-2656-897BC1366A6B}"/>
              </a:ext>
            </a:extLst>
          </p:cNvPr>
          <p:cNvSpPr txBox="1"/>
          <p:nvPr/>
        </p:nvSpPr>
        <p:spPr>
          <a:xfrm>
            <a:off x="6324601" y="1925598"/>
            <a:ext cx="15103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TIENES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B828C-F0B3-7025-65A6-4707A5B78C8D}"/>
              </a:ext>
            </a:extLst>
          </p:cNvPr>
          <p:cNvSpPr txBox="1"/>
          <p:nvPr/>
        </p:nvSpPr>
        <p:spPr>
          <a:xfrm>
            <a:off x="6324601" y="2601834"/>
            <a:ext cx="12971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EF6E3-1FBF-322C-98EE-5CF1FDA672A7}"/>
              </a:ext>
            </a:extLst>
          </p:cNvPr>
          <p:cNvSpPr txBox="1"/>
          <p:nvPr/>
        </p:nvSpPr>
        <p:spPr>
          <a:xfrm>
            <a:off x="6373433" y="3278070"/>
            <a:ext cx="1574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9637E-FE81-4F35-A223-897350B0D285}"/>
              </a:ext>
            </a:extLst>
          </p:cNvPr>
          <p:cNvSpPr txBox="1"/>
          <p:nvPr/>
        </p:nvSpPr>
        <p:spPr>
          <a:xfrm>
            <a:off x="6431201" y="3954946"/>
            <a:ext cx="20008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TENEMOS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5EE07-0430-4674-C20B-41B1213EA852}"/>
              </a:ext>
            </a:extLst>
          </p:cNvPr>
          <p:cNvSpPr txBox="1"/>
          <p:nvPr/>
        </p:nvSpPr>
        <p:spPr>
          <a:xfrm>
            <a:off x="6405968" y="4630542"/>
            <a:ext cx="1487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F26BC-D102-8D06-1187-B7AA5C4038A0}"/>
              </a:ext>
            </a:extLst>
          </p:cNvPr>
          <p:cNvSpPr txBox="1"/>
          <p:nvPr/>
        </p:nvSpPr>
        <p:spPr>
          <a:xfrm>
            <a:off x="6537801" y="5306138"/>
            <a:ext cx="1574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4572000"/>
          </a:xfrm>
        </p:spPr>
        <p:txBody>
          <a:bodyPr/>
          <a:lstStyle/>
          <a:p>
            <a:pPr marL="852170" indent="-742950" algn="just">
              <a:buFont typeface="+mj-lt"/>
              <a:buAutoNum type="arabicPeriod"/>
            </a:pP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hambre – To be </a:t>
            </a: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hungry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220" indent="0" algn="just">
              <a:buNone/>
            </a:pP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 tengo mucho hambre. </a:t>
            </a:r>
          </a:p>
          <a:p>
            <a:pPr marL="109220" indent="0" algn="just">
              <a:buNone/>
            </a:pPr>
            <a:endParaRPr lang="es-E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2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miedo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– To be afraid of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miedo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las 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arañas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09220" indent="0" algn="just"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3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frío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calor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feel cold/hot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Mi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hermano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frío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ahora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Expressions by Using TENER</a:t>
            </a:r>
          </a:p>
        </p:txBody>
      </p:sp>
    </p:spTree>
    <p:extLst>
      <p:ext uri="{BB962C8B-B14F-4D97-AF65-F5344CB8AC3E}">
        <p14:creationId xmlns:p14="http://schemas.microsoft.com/office/powerpoint/2010/main" val="182245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19200"/>
            <a:ext cx="10972800" cy="4876800"/>
          </a:xfrm>
        </p:spPr>
        <p:txBody>
          <a:bodyPr/>
          <a:lstStyle/>
          <a:p>
            <a:pPr marL="852170" indent="-742950" algn="just">
              <a:buFont typeface="+mj-lt"/>
              <a:buAutoNum type="arabicPeriod"/>
            </a:pP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prisa – To be in </a:t>
            </a: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hurry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220" indent="0" algn="just">
              <a:buNone/>
            </a:pP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Él profesor tiene mucha prisa. </a:t>
            </a:r>
          </a:p>
          <a:p>
            <a:pPr marL="109220" indent="0" algn="just">
              <a:buNone/>
            </a:pPr>
            <a:endParaRPr lang="es-E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2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be thirsty 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Los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jugadores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sed. </a:t>
            </a:r>
          </a:p>
          <a:p>
            <a:pPr marL="109220" indent="0" algn="just"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3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sueño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 feel sleepy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El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niño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sueños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Expressions by Using TENER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1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9B6ADA-082D-515A-ED94-4B4FD974D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The conjugation of the verb TENER.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Use of TENER verb for talking about the possession.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Use of the TENER verb for telling age.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Framing simple questions by using the TENER verb.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Common expressions by using TENER verb. </a:t>
            </a:r>
            <a:r>
              <a:rPr lang="es-E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es-E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e.g</a:t>
            </a:r>
            <a:r>
              <a:rPr lang="es-E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– Tener hambre, Tener miedo de, Tener frío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A4B46-BABE-5BE8-AE49-356A7963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22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8780</TotalTime>
  <Words>460</Words>
  <Application>Microsoft Office PowerPoint</Application>
  <PresentationFormat>Widescreen</PresentationFormat>
  <Paragraphs>82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El Verbo TENER</vt:lpstr>
      <vt:lpstr>Tener – To have</vt:lpstr>
      <vt:lpstr>Uses of tener</vt:lpstr>
      <vt:lpstr>Uses of tener</vt:lpstr>
      <vt:lpstr>Questions framed by using TENER</vt:lpstr>
      <vt:lpstr>Exercises</vt:lpstr>
      <vt:lpstr>Useful Expressions by Using TENER</vt:lpstr>
      <vt:lpstr>Useful Expressions by Using TENER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Dr Gaurav Sushant</cp:lastModifiedBy>
  <cp:revision>152</cp:revision>
  <dcterms:created xsi:type="dcterms:W3CDTF">2007-10-19T05:42:00Z</dcterms:created>
  <dcterms:modified xsi:type="dcterms:W3CDTF">2024-08-06T10:31:49Z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