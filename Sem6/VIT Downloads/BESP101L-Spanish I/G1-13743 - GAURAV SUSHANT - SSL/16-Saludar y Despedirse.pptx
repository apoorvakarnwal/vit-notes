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04" r:id="rId2"/>
    <p:sldId id="303" r:id="rId3"/>
    <p:sldId id="315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16" r:id="rId25"/>
    <p:sldId id="326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howGuides="1">
      <p:cViewPr varScale="1">
        <p:scale>
          <a:sx n="64" d="100"/>
          <a:sy n="64" d="100"/>
        </p:scale>
        <p:origin x="954" y="72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4F9DFECB-EFE2-441D-8277-760C1063BCDA}"/>
    <pc:docChg chg="undo custSel addSld delSld modSld">
      <pc:chgData name="Dr Gaurav Sushant" userId="ea0695df9e5e2b13" providerId="LiveId" clId="{4F9DFECB-EFE2-441D-8277-760C1063BCDA}" dt="2024-05-15T18:45:46.184" v="785" actId="1076"/>
      <pc:docMkLst>
        <pc:docMk/>
      </pc:docMkLst>
      <pc:sldChg chg="addSp delSp modSp mod modAnim">
        <pc:chgData name="Dr Gaurav Sushant" userId="ea0695df9e5e2b13" providerId="LiveId" clId="{4F9DFECB-EFE2-441D-8277-760C1063BCDA}" dt="2024-05-15T18:43:31.138" v="769"/>
        <pc:sldMkLst>
          <pc:docMk/>
          <pc:sldMk cId="0" sldId="303"/>
        </pc:sldMkLst>
        <pc:spChg chg="mod">
          <ac:chgData name="Dr Gaurav Sushant" userId="ea0695df9e5e2b13" providerId="LiveId" clId="{4F9DFECB-EFE2-441D-8277-760C1063BCDA}" dt="2024-05-15T16:36:03.256" v="1" actId="255"/>
          <ac:spMkLst>
            <pc:docMk/>
            <pc:sldMk cId="0" sldId="303"/>
            <ac:spMk id="8" creationId="{8E26C679-F134-87CD-D9CC-F7800E55428A}"/>
          </ac:spMkLst>
        </pc:spChg>
        <pc:picChg chg="add del mod">
          <ac:chgData name="Dr Gaurav Sushant" userId="ea0695df9e5e2b13" providerId="LiveId" clId="{4F9DFECB-EFE2-441D-8277-760C1063BCDA}" dt="2024-05-15T16:49:52.280" v="60" actId="21"/>
          <ac:picMkLst>
            <pc:docMk/>
            <pc:sldMk cId="0" sldId="303"/>
            <ac:picMk id="3" creationId="{668F5194-EAA4-3839-E447-DEA9A1B4E43A}"/>
          </ac:picMkLst>
        </pc:picChg>
        <pc:picChg chg="add mod">
          <ac:chgData name="Dr Gaurav Sushant" userId="ea0695df9e5e2b13" providerId="LiveId" clId="{4F9DFECB-EFE2-441D-8277-760C1063BCDA}" dt="2024-05-15T17:17:17.357" v="155"/>
          <ac:picMkLst>
            <pc:docMk/>
            <pc:sldMk cId="0" sldId="303"/>
            <ac:picMk id="5" creationId="{668F5194-EAA4-3839-E447-DEA9A1B4E43A}"/>
          </ac:picMkLst>
        </pc:picChg>
        <pc:picChg chg="mod">
          <ac:chgData name="Dr Gaurav Sushant" userId="ea0695df9e5e2b13" providerId="LiveId" clId="{4F9DFECB-EFE2-441D-8277-760C1063BCDA}" dt="2024-05-15T16:48:39.242" v="59" actId="1076"/>
          <ac:picMkLst>
            <pc:docMk/>
            <pc:sldMk cId="0" sldId="303"/>
            <ac:picMk id="1026" creationId="{B5925AF7-0877-7859-C485-D2890B7E1FB6}"/>
          </ac:picMkLst>
        </pc:picChg>
      </pc:sldChg>
      <pc:sldChg chg="modSp mod">
        <pc:chgData name="Dr Gaurav Sushant" userId="ea0695df9e5e2b13" providerId="LiveId" clId="{4F9DFECB-EFE2-441D-8277-760C1063BCDA}" dt="2024-05-15T18:45:46.184" v="785" actId="1076"/>
        <pc:sldMkLst>
          <pc:docMk/>
          <pc:sldMk cId="0" sldId="304"/>
        </pc:sldMkLst>
        <pc:spChg chg="mod">
          <ac:chgData name="Dr Gaurav Sushant" userId="ea0695df9e5e2b13" providerId="LiveId" clId="{4F9DFECB-EFE2-441D-8277-760C1063BCDA}" dt="2024-05-15T18:45:46.184" v="785" actId="1076"/>
          <ac:spMkLst>
            <pc:docMk/>
            <pc:sldMk cId="0" sldId="304"/>
            <ac:spMk id="31" creationId="{5E1E1F2E-2113-7722-B971-979D891361F3}"/>
          </ac:spMkLst>
        </pc:spChg>
      </pc:sldChg>
      <pc:sldChg chg="addSp delSp modSp mod delAnim modAnim">
        <pc:chgData name="Dr Gaurav Sushant" userId="ea0695df9e5e2b13" providerId="LiveId" clId="{4F9DFECB-EFE2-441D-8277-760C1063BCDA}" dt="2024-05-15T18:43:42.826" v="771"/>
        <pc:sldMkLst>
          <pc:docMk/>
          <pc:sldMk cId="2212169892" sldId="315"/>
        </pc:sldMkLst>
        <pc:spChg chg="add mod">
          <ac:chgData name="Dr Gaurav Sushant" userId="ea0695df9e5e2b13" providerId="LiveId" clId="{4F9DFECB-EFE2-441D-8277-760C1063BCDA}" dt="2024-05-15T16:50:11.546" v="66" actId="1076"/>
          <ac:spMkLst>
            <pc:docMk/>
            <pc:sldMk cId="2212169892" sldId="315"/>
            <ac:spMk id="2" creationId="{84F73E1D-EA0F-BE34-9DDB-522D8E1C9E67}"/>
          </ac:spMkLst>
        </pc:spChg>
        <pc:spChg chg="add del mod">
          <ac:chgData name="Dr Gaurav Sushant" userId="ea0695df9e5e2b13" providerId="LiveId" clId="{4F9DFECB-EFE2-441D-8277-760C1063BCDA}" dt="2024-05-15T16:44:34.380" v="44" actId="478"/>
          <ac:spMkLst>
            <pc:docMk/>
            <pc:sldMk cId="2212169892" sldId="315"/>
            <ac:spMk id="3" creationId="{1DCDAADB-CBC9-4BE1-AC5E-D3D0D590BC29}"/>
          </ac:spMkLst>
        </pc:spChg>
        <pc:spChg chg="add mod">
          <ac:chgData name="Dr Gaurav Sushant" userId="ea0695df9e5e2b13" providerId="LiveId" clId="{4F9DFECB-EFE2-441D-8277-760C1063BCDA}" dt="2024-05-15T16:53:35.188" v="87" actId="1076"/>
          <ac:spMkLst>
            <pc:docMk/>
            <pc:sldMk cId="2212169892" sldId="315"/>
            <ac:spMk id="4" creationId="{582E3BE5-9BAF-06BA-4AF9-56EB6F310396}"/>
          </ac:spMkLst>
        </pc:spChg>
        <pc:spChg chg="del mod">
          <ac:chgData name="Dr Gaurav Sushant" userId="ea0695df9e5e2b13" providerId="LiveId" clId="{4F9DFECB-EFE2-441D-8277-760C1063BCDA}" dt="2024-05-15T16:36:15.998" v="3" actId="478"/>
          <ac:spMkLst>
            <pc:docMk/>
            <pc:sldMk cId="2212169892" sldId="315"/>
            <ac:spMk id="7" creationId="{AE87CECB-4801-2364-ECAB-68175AE88445}"/>
          </ac:spMkLst>
        </pc:spChg>
        <pc:picChg chg="add del mod">
          <ac:chgData name="Dr Gaurav Sushant" userId="ea0695df9e5e2b13" providerId="LiveId" clId="{4F9DFECB-EFE2-441D-8277-760C1063BCDA}" dt="2024-05-15T16:52:13.635" v="80" actId="478"/>
          <ac:picMkLst>
            <pc:docMk/>
            <pc:sldMk cId="2212169892" sldId="315"/>
            <ac:picMk id="5" creationId="{668F5194-EAA4-3839-E447-DEA9A1B4E43A}"/>
          </ac:picMkLst>
        </pc:picChg>
        <pc:picChg chg="add mod">
          <ac:chgData name="Dr Gaurav Sushant" userId="ea0695df9e5e2b13" providerId="LiveId" clId="{4F9DFECB-EFE2-441D-8277-760C1063BCDA}" dt="2024-05-15T16:52:49.618" v="81"/>
          <ac:picMkLst>
            <pc:docMk/>
            <pc:sldMk cId="2212169892" sldId="315"/>
            <ac:picMk id="6" creationId="{34B878F2-35D3-032F-0D04-0254609FDE66}"/>
          </ac:picMkLst>
        </pc:picChg>
        <pc:picChg chg="add del mod">
          <ac:chgData name="Dr Gaurav Sushant" userId="ea0695df9e5e2b13" providerId="LiveId" clId="{4F9DFECB-EFE2-441D-8277-760C1063BCDA}" dt="2024-05-15T16:41:00.684" v="23" actId="478"/>
          <ac:picMkLst>
            <pc:docMk/>
            <pc:sldMk cId="2212169892" sldId="315"/>
            <ac:picMk id="2050" creationId="{9A42223D-7C3A-CA51-6BD9-59FF24E478AC}"/>
          </ac:picMkLst>
        </pc:picChg>
        <pc:picChg chg="add del mod">
          <ac:chgData name="Dr Gaurav Sushant" userId="ea0695df9e5e2b13" providerId="LiveId" clId="{4F9DFECB-EFE2-441D-8277-760C1063BCDA}" dt="2024-05-15T16:53:31.711" v="86" actId="478"/>
          <ac:picMkLst>
            <pc:docMk/>
            <pc:sldMk cId="2212169892" sldId="315"/>
            <ac:picMk id="2052" creationId="{CE72F880-9A25-7EC7-F499-9DD717ED7447}"/>
          </ac:picMkLst>
        </pc:picChg>
        <pc:picChg chg="add mod">
          <ac:chgData name="Dr Gaurav Sushant" userId="ea0695df9e5e2b13" providerId="LiveId" clId="{4F9DFECB-EFE2-441D-8277-760C1063BCDA}" dt="2024-05-15T17:16:57.747" v="154"/>
          <ac:picMkLst>
            <pc:docMk/>
            <pc:sldMk cId="2212169892" sldId="315"/>
            <ac:picMk id="2054" creationId="{C86FAD4E-D5D7-1A9C-9FD5-5BAF809AC00B}"/>
          </ac:picMkLst>
        </pc:picChg>
      </pc:sldChg>
      <pc:sldChg chg="delSp modSp mod delAnim modAnim">
        <pc:chgData name="Dr Gaurav Sushant" userId="ea0695df9e5e2b13" providerId="LiveId" clId="{4F9DFECB-EFE2-441D-8277-760C1063BCDA}" dt="2024-05-15T18:30:13.466" v="634" actId="1076"/>
        <pc:sldMkLst>
          <pc:docMk/>
          <pc:sldMk cId="1637802222" sldId="316"/>
        </pc:sldMkLst>
        <pc:spChg chg="mod">
          <ac:chgData name="Dr Gaurav Sushant" userId="ea0695df9e5e2b13" providerId="LiveId" clId="{4F9DFECB-EFE2-441D-8277-760C1063BCDA}" dt="2024-05-15T18:30:08.683" v="633" actId="20577"/>
          <ac:spMkLst>
            <pc:docMk/>
            <pc:sldMk cId="1637802222" sldId="316"/>
            <ac:spMk id="7" creationId="{AE87CECB-4801-2364-ECAB-68175AE88445}"/>
          </ac:spMkLst>
        </pc:spChg>
        <pc:spChg chg="mod">
          <ac:chgData name="Dr Gaurav Sushant" userId="ea0695df9e5e2b13" providerId="LiveId" clId="{4F9DFECB-EFE2-441D-8277-760C1063BCDA}" dt="2024-05-15T18:30:13.466" v="634" actId="1076"/>
          <ac:spMkLst>
            <pc:docMk/>
            <pc:sldMk cId="1637802222" sldId="316"/>
            <ac:spMk id="8" creationId="{8E26C679-F134-87CD-D9CC-F7800E55428A}"/>
          </ac:spMkLst>
        </pc:spChg>
        <pc:graphicFrameChg chg="del">
          <ac:chgData name="Dr Gaurav Sushant" userId="ea0695df9e5e2b13" providerId="LiveId" clId="{4F9DFECB-EFE2-441D-8277-760C1063BCDA}" dt="2024-05-15T18:28:58.755" v="623" actId="21"/>
          <ac:graphicFrameMkLst>
            <pc:docMk/>
            <pc:sldMk cId="1637802222" sldId="316"/>
            <ac:graphicFrameMk id="2" creationId="{80D9EBA7-F655-2978-E63C-B8A0C435A004}"/>
          </ac:graphicFrameMkLst>
        </pc:graphicFrameChg>
      </pc:sldChg>
      <pc:sldChg chg="addSp delSp modSp mod delAnim modAnim">
        <pc:chgData name="Dr Gaurav Sushant" userId="ea0695df9e5e2b13" providerId="LiveId" clId="{4F9DFECB-EFE2-441D-8277-760C1063BCDA}" dt="2024-05-15T18:42:37.065" v="757"/>
        <pc:sldMkLst>
          <pc:docMk/>
          <pc:sldMk cId="3071258833" sldId="326"/>
        </pc:sldMkLst>
        <pc:spChg chg="mod">
          <ac:chgData name="Dr Gaurav Sushant" userId="ea0695df9e5e2b13" providerId="LiveId" clId="{4F9DFECB-EFE2-441D-8277-760C1063BCDA}" dt="2024-05-15T18:35:11.937" v="731" actId="20577"/>
          <ac:spMkLst>
            <pc:docMk/>
            <pc:sldMk cId="3071258833" sldId="326"/>
            <ac:spMk id="2" creationId="{34256C80-3FCE-E652-8183-2529EFB7FF90}"/>
          </ac:spMkLst>
        </pc:spChg>
        <pc:spChg chg="mod">
          <ac:chgData name="Dr Gaurav Sushant" userId="ea0695df9e5e2b13" providerId="LiveId" clId="{4F9DFECB-EFE2-441D-8277-760C1063BCDA}" dt="2024-05-15T18:34:16.666" v="696" actId="1076"/>
          <ac:spMkLst>
            <pc:docMk/>
            <pc:sldMk cId="3071258833" sldId="326"/>
            <ac:spMk id="3" creationId="{F006FD07-2E60-3CFC-04BD-8D2E965627D5}"/>
          </ac:spMkLst>
        </pc:spChg>
        <pc:spChg chg="add mod">
          <ac:chgData name="Dr Gaurav Sushant" userId="ea0695df9e5e2b13" providerId="LiveId" clId="{4F9DFECB-EFE2-441D-8277-760C1063BCDA}" dt="2024-05-15T18:34:22.200" v="697" actId="1076"/>
          <ac:spMkLst>
            <pc:docMk/>
            <pc:sldMk cId="3071258833" sldId="326"/>
            <ac:spMk id="5" creationId="{599FFBCF-276C-5508-2F88-AC883CDB5FF3}"/>
          </ac:spMkLst>
        </pc:spChg>
        <pc:spChg chg="add del mod">
          <ac:chgData name="Dr Gaurav Sushant" userId="ea0695df9e5e2b13" providerId="LiveId" clId="{4F9DFECB-EFE2-441D-8277-760C1063BCDA}" dt="2024-05-15T18:33:20.993" v="665"/>
          <ac:spMkLst>
            <pc:docMk/>
            <pc:sldMk cId="3071258833" sldId="326"/>
            <ac:spMk id="7" creationId="{81C27D29-F40A-2C4B-4716-59BB63C26518}"/>
          </ac:spMkLst>
        </pc:spChg>
        <pc:spChg chg="add mod">
          <ac:chgData name="Dr Gaurav Sushant" userId="ea0695df9e5e2b13" providerId="LiveId" clId="{4F9DFECB-EFE2-441D-8277-760C1063BCDA}" dt="2024-05-15T18:34:11.712" v="695" actId="1076"/>
          <ac:spMkLst>
            <pc:docMk/>
            <pc:sldMk cId="3071258833" sldId="326"/>
            <ac:spMk id="8" creationId="{6BE3C2C4-6641-AA4A-1BDB-D79B47676231}"/>
          </ac:spMkLst>
        </pc:spChg>
        <pc:graphicFrameChg chg="del">
          <ac:chgData name="Dr Gaurav Sushant" userId="ea0695df9e5e2b13" providerId="LiveId" clId="{4F9DFECB-EFE2-441D-8277-760C1063BCDA}" dt="2024-05-15T18:31:11.580" v="635" actId="21"/>
          <ac:graphicFrameMkLst>
            <pc:docMk/>
            <pc:sldMk cId="3071258833" sldId="326"/>
            <ac:graphicFrameMk id="4" creationId="{F4B5333C-EAD2-E12F-D317-A6F04C9D57A1}"/>
          </ac:graphicFrameMkLst>
        </pc:graphicFrameChg>
        <pc:picChg chg="add mod">
          <ac:chgData name="Dr Gaurav Sushant" userId="ea0695df9e5e2b13" providerId="LiveId" clId="{4F9DFECB-EFE2-441D-8277-760C1063BCDA}" dt="2024-05-15T18:42:14.064" v="755" actId="1076"/>
          <ac:picMkLst>
            <pc:docMk/>
            <pc:sldMk cId="3071258833" sldId="326"/>
            <ac:picMk id="9" creationId="{159DB823-B0F4-5651-7311-A5805BC1CB67}"/>
          </ac:picMkLst>
        </pc:picChg>
      </pc:sldChg>
      <pc:sldChg chg="addSp delSp modSp add mod modAnim">
        <pc:chgData name="Dr Gaurav Sushant" userId="ea0695df9e5e2b13" providerId="LiveId" clId="{4F9DFECB-EFE2-441D-8277-760C1063BCDA}" dt="2024-05-15T18:44:16.849" v="776"/>
        <pc:sldMkLst>
          <pc:docMk/>
          <pc:sldMk cId="1293880155" sldId="327"/>
        </pc:sldMkLst>
        <pc:spChg chg="mod">
          <ac:chgData name="Dr Gaurav Sushant" userId="ea0695df9e5e2b13" providerId="LiveId" clId="{4F9DFECB-EFE2-441D-8277-760C1063BCDA}" dt="2024-05-15T16:54:04.007" v="97" actId="20577"/>
          <ac:spMkLst>
            <pc:docMk/>
            <pc:sldMk cId="1293880155" sldId="327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6:56:08.851" v="123" actId="1076"/>
          <ac:spMkLst>
            <pc:docMk/>
            <pc:sldMk cId="1293880155" sldId="327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6:52:00.286" v="77" actId="21"/>
          <ac:picMkLst>
            <pc:docMk/>
            <pc:sldMk cId="1293880155" sldId="327"/>
            <ac:picMk id="5" creationId="{668F5194-EAA4-3839-E447-DEA9A1B4E43A}"/>
          </ac:picMkLst>
        </pc:picChg>
        <pc:picChg chg="del">
          <ac:chgData name="Dr Gaurav Sushant" userId="ea0695df9e5e2b13" providerId="LiveId" clId="{4F9DFECB-EFE2-441D-8277-760C1063BCDA}" dt="2024-05-15T16:56:01.626" v="122" actId="478"/>
          <ac:picMkLst>
            <pc:docMk/>
            <pc:sldMk cId="1293880155" sldId="327"/>
            <ac:picMk id="2052" creationId="{CE72F880-9A25-7EC7-F499-9DD717ED7447}"/>
          </ac:picMkLst>
        </pc:picChg>
        <pc:picChg chg="add">
          <ac:chgData name="Dr Gaurav Sushant" userId="ea0695df9e5e2b13" providerId="LiveId" clId="{4F9DFECB-EFE2-441D-8277-760C1063BCDA}" dt="2024-05-15T16:56:11.025" v="124"/>
          <ac:picMkLst>
            <pc:docMk/>
            <pc:sldMk cId="1293880155" sldId="327"/>
            <ac:picMk id="3074" creationId="{CFB6B6E9-CB12-7ADD-0C12-5C1AA57BA6DF}"/>
          </ac:picMkLst>
        </pc:picChg>
        <pc:picChg chg="add mod">
          <ac:chgData name="Dr Gaurav Sushant" userId="ea0695df9e5e2b13" providerId="LiveId" clId="{4F9DFECB-EFE2-441D-8277-760C1063BCDA}" dt="2024-05-15T16:57:40.048" v="128" actId="1076"/>
          <ac:picMkLst>
            <pc:docMk/>
            <pc:sldMk cId="1293880155" sldId="327"/>
            <ac:picMk id="3076" creationId="{651A1D45-8569-737F-0285-FA45EB71D5ED}"/>
          </ac:picMkLst>
        </pc:picChg>
      </pc:sldChg>
      <pc:sldChg chg="addSp delSp modSp add mod modAnim">
        <pc:chgData name="Dr Gaurav Sushant" userId="ea0695df9e5e2b13" providerId="LiveId" clId="{4F9DFECB-EFE2-441D-8277-760C1063BCDA}" dt="2024-05-15T18:44:34.755" v="778"/>
        <pc:sldMkLst>
          <pc:docMk/>
          <pc:sldMk cId="3274077356" sldId="328"/>
        </pc:sldMkLst>
        <pc:spChg chg="mod">
          <ac:chgData name="Dr Gaurav Sushant" userId="ea0695df9e5e2b13" providerId="LiveId" clId="{4F9DFECB-EFE2-441D-8277-760C1063BCDA}" dt="2024-05-15T16:58:49.618" v="135" actId="14100"/>
          <ac:spMkLst>
            <pc:docMk/>
            <pc:sldMk cId="3274077356" sldId="328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16:46.593" v="153" actId="1076"/>
          <ac:spMkLst>
            <pc:docMk/>
            <pc:sldMk cId="3274077356" sldId="328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7:13:38.026" v="148" actId="478"/>
          <ac:picMkLst>
            <pc:docMk/>
            <pc:sldMk cId="3274077356" sldId="328"/>
            <ac:picMk id="3076" creationId="{651A1D45-8569-737F-0285-FA45EB71D5ED}"/>
          </ac:picMkLst>
        </pc:picChg>
        <pc:picChg chg="add mod">
          <ac:chgData name="Dr Gaurav Sushant" userId="ea0695df9e5e2b13" providerId="LiveId" clId="{4F9DFECB-EFE2-441D-8277-760C1063BCDA}" dt="2024-05-15T17:16:39.968" v="152"/>
          <ac:picMkLst>
            <pc:docMk/>
            <pc:sldMk cId="3274077356" sldId="328"/>
            <ac:picMk id="4098" creationId="{6F927068-BC4C-D70E-10AE-BDCA58EA9210}"/>
          </ac:picMkLst>
        </pc:picChg>
      </pc:sldChg>
      <pc:sldChg chg="addSp delSp modSp add mod modAnim">
        <pc:chgData name="Dr Gaurav Sushant" userId="ea0695df9e5e2b13" providerId="LiveId" clId="{4F9DFECB-EFE2-441D-8277-760C1063BCDA}" dt="2024-05-15T18:45:10.087" v="782"/>
        <pc:sldMkLst>
          <pc:docMk/>
          <pc:sldMk cId="1522120644" sldId="329"/>
        </pc:sldMkLst>
        <pc:spChg chg="mod">
          <ac:chgData name="Dr Gaurav Sushant" userId="ea0695df9e5e2b13" providerId="LiveId" clId="{4F9DFECB-EFE2-441D-8277-760C1063BCDA}" dt="2024-05-15T17:18:03.911" v="169" actId="20577"/>
          <ac:spMkLst>
            <pc:docMk/>
            <pc:sldMk cId="1522120644" sldId="329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22:23.659" v="196" actId="1076"/>
          <ac:spMkLst>
            <pc:docMk/>
            <pc:sldMk cId="1522120644" sldId="329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7:18:07.948" v="170" actId="478"/>
          <ac:picMkLst>
            <pc:docMk/>
            <pc:sldMk cId="1522120644" sldId="329"/>
            <ac:picMk id="4098" creationId="{6F927068-BC4C-D70E-10AE-BDCA58EA9210}"/>
          </ac:picMkLst>
        </pc:picChg>
        <pc:picChg chg="add mod">
          <ac:chgData name="Dr Gaurav Sushant" userId="ea0695df9e5e2b13" providerId="LiveId" clId="{4F9DFECB-EFE2-441D-8277-760C1063BCDA}" dt="2024-05-15T17:19:42.145" v="185" actId="14100"/>
          <ac:picMkLst>
            <pc:docMk/>
            <pc:sldMk cId="1522120644" sldId="329"/>
            <ac:picMk id="5122" creationId="{BCAA74FA-5886-A655-4E96-402316DCB749}"/>
          </ac:picMkLst>
        </pc:picChg>
        <pc:picChg chg="add mod">
          <ac:chgData name="Dr Gaurav Sushant" userId="ea0695df9e5e2b13" providerId="LiveId" clId="{4F9DFECB-EFE2-441D-8277-760C1063BCDA}" dt="2024-05-15T17:20:36.888" v="190" actId="1076"/>
          <ac:picMkLst>
            <pc:docMk/>
            <pc:sldMk cId="1522120644" sldId="329"/>
            <ac:picMk id="5124" creationId="{7C2F1604-019D-8B20-40BE-795E33BCBCA8}"/>
          </ac:picMkLst>
        </pc:picChg>
        <pc:picChg chg="add mod">
          <ac:chgData name="Dr Gaurav Sushant" userId="ea0695df9e5e2b13" providerId="LiveId" clId="{4F9DFECB-EFE2-441D-8277-760C1063BCDA}" dt="2024-05-15T17:22:19.145" v="194" actId="1076"/>
          <ac:picMkLst>
            <pc:docMk/>
            <pc:sldMk cId="1522120644" sldId="329"/>
            <ac:picMk id="5126" creationId="{BBDEE64E-100E-421C-7FAC-CE3773130FD0}"/>
          </ac:picMkLst>
        </pc:picChg>
      </pc:sldChg>
      <pc:sldChg chg="addSp delSp modSp add mod modAnim">
        <pc:chgData name="Dr Gaurav Sushant" userId="ea0695df9e5e2b13" providerId="LiveId" clId="{4F9DFECB-EFE2-441D-8277-760C1063BCDA}" dt="2024-05-15T18:45:23.868" v="784"/>
        <pc:sldMkLst>
          <pc:docMk/>
          <pc:sldMk cId="1661995806" sldId="330"/>
        </pc:sldMkLst>
        <pc:spChg chg="mod">
          <ac:chgData name="Dr Gaurav Sushant" userId="ea0695df9e5e2b13" providerId="LiveId" clId="{4F9DFECB-EFE2-441D-8277-760C1063BCDA}" dt="2024-05-15T17:22:49.143" v="201" actId="6549"/>
          <ac:spMkLst>
            <pc:docMk/>
            <pc:sldMk cId="1661995806" sldId="330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24:58.417" v="211" actId="1076"/>
          <ac:spMkLst>
            <pc:docMk/>
            <pc:sldMk cId="1661995806" sldId="330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7:24:56.504" v="210" actId="478"/>
          <ac:picMkLst>
            <pc:docMk/>
            <pc:sldMk cId="1661995806" sldId="330"/>
            <ac:picMk id="5124" creationId="{7C2F1604-019D-8B20-40BE-795E33BCBCA8}"/>
          </ac:picMkLst>
        </pc:picChg>
        <pc:picChg chg="del">
          <ac:chgData name="Dr Gaurav Sushant" userId="ea0695df9e5e2b13" providerId="LiveId" clId="{4F9DFECB-EFE2-441D-8277-760C1063BCDA}" dt="2024-05-15T17:24:39.858" v="204" actId="478"/>
          <ac:picMkLst>
            <pc:docMk/>
            <pc:sldMk cId="1661995806" sldId="330"/>
            <ac:picMk id="5126" creationId="{BBDEE64E-100E-421C-7FAC-CE3773130FD0}"/>
          </ac:picMkLst>
        </pc:picChg>
        <pc:picChg chg="add mod">
          <ac:chgData name="Dr Gaurav Sushant" userId="ea0695df9e5e2b13" providerId="LiveId" clId="{4F9DFECB-EFE2-441D-8277-760C1063BCDA}" dt="2024-05-15T17:25:01.475" v="212" actId="1076"/>
          <ac:picMkLst>
            <pc:docMk/>
            <pc:sldMk cId="1661995806" sldId="330"/>
            <ac:picMk id="6146" creationId="{CC77CBE6-9118-0D61-EB87-0C3A4E4154E5}"/>
          </ac:picMkLst>
        </pc:picChg>
      </pc:sldChg>
      <pc:sldChg chg="addSp delSp modSp add mod">
        <pc:chgData name="Dr Gaurav Sushant" userId="ea0695df9e5e2b13" providerId="LiveId" clId="{4F9DFECB-EFE2-441D-8277-760C1063BCDA}" dt="2024-05-15T17:27:26.618" v="221" actId="1076"/>
        <pc:sldMkLst>
          <pc:docMk/>
          <pc:sldMk cId="4291457734" sldId="331"/>
        </pc:sldMkLst>
        <pc:spChg chg="mod">
          <ac:chgData name="Dr Gaurav Sushant" userId="ea0695df9e5e2b13" providerId="LiveId" clId="{4F9DFECB-EFE2-441D-8277-760C1063BCDA}" dt="2024-05-15T17:25:21.444" v="214"/>
          <ac:spMkLst>
            <pc:docMk/>
            <pc:sldMk cId="4291457734" sldId="331"/>
            <ac:spMk id="2" creationId="{84F73E1D-EA0F-BE34-9DDB-522D8E1C9E67}"/>
          </ac:spMkLst>
        </pc:spChg>
        <pc:spChg chg="add del">
          <ac:chgData name="Dr Gaurav Sushant" userId="ea0695df9e5e2b13" providerId="LiveId" clId="{4F9DFECB-EFE2-441D-8277-760C1063BCDA}" dt="2024-05-15T17:27:08.730" v="218" actId="21"/>
          <ac:spMkLst>
            <pc:docMk/>
            <pc:sldMk cId="4291457734" sldId="331"/>
            <ac:spMk id="3" creationId="{94940C32-8C1E-E03E-877A-CA2DE998B434}"/>
          </ac:spMkLst>
        </pc:spChg>
        <pc:spChg chg="mod">
          <ac:chgData name="Dr Gaurav Sushant" userId="ea0695df9e5e2b13" providerId="LiveId" clId="{4F9DFECB-EFE2-441D-8277-760C1063BCDA}" dt="2024-05-15T17:25:37.326" v="215"/>
          <ac:spMkLst>
            <pc:docMk/>
            <pc:sldMk cId="4291457734" sldId="331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7:26:45.738" v="216" actId="478"/>
          <ac:picMkLst>
            <pc:docMk/>
            <pc:sldMk cId="4291457734" sldId="331"/>
            <ac:picMk id="6146" creationId="{CC77CBE6-9118-0D61-EB87-0C3A4E4154E5}"/>
          </ac:picMkLst>
        </pc:picChg>
        <pc:picChg chg="add mod">
          <ac:chgData name="Dr Gaurav Sushant" userId="ea0695df9e5e2b13" providerId="LiveId" clId="{4F9DFECB-EFE2-441D-8277-760C1063BCDA}" dt="2024-05-15T17:27:26.618" v="221" actId="1076"/>
          <ac:picMkLst>
            <pc:docMk/>
            <pc:sldMk cId="4291457734" sldId="331"/>
            <ac:picMk id="7172" creationId="{791649FF-59E1-D479-7FFC-7F158B887DFA}"/>
          </ac:picMkLst>
        </pc:picChg>
      </pc:sldChg>
      <pc:sldChg chg="addSp delSp modSp add mod">
        <pc:chgData name="Dr Gaurav Sushant" userId="ea0695df9e5e2b13" providerId="LiveId" clId="{4F9DFECB-EFE2-441D-8277-760C1063BCDA}" dt="2024-05-15T17:30:47.106" v="249" actId="1076"/>
        <pc:sldMkLst>
          <pc:docMk/>
          <pc:sldMk cId="1136050385" sldId="332"/>
        </pc:sldMkLst>
        <pc:spChg chg="mod">
          <ac:chgData name="Dr Gaurav Sushant" userId="ea0695df9e5e2b13" providerId="LiveId" clId="{4F9DFECB-EFE2-441D-8277-760C1063BCDA}" dt="2024-05-15T17:28:11.339" v="231" actId="20577"/>
          <ac:spMkLst>
            <pc:docMk/>
            <pc:sldMk cId="1136050385" sldId="332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28:23.478" v="242" actId="20577"/>
          <ac:spMkLst>
            <pc:docMk/>
            <pc:sldMk cId="1136050385" sldId="332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7:28:46.046" v="243" actId="478"/>
          <ac:picMkLst>
            <pc:docMk/>
            <pc:sldMk cId="1136050385" sldId="332"/>
            <ac:picMk id="7172" creationId="{791649FF-59E1-D479-7FFC-7F158B887DFA}"/>
          </ac:picMkLst>
        </pc:picChg>
        <pc:picChg chg="add mod">
          <ac:chgData name="Dr Gaurav Sushant" userId="ea0695df9e5e2b13" providerId="LiveId" clId="{4F9DFECB-EFE2-441D-8277-760C1063BCDA}" dt="2024-05-15T17:29:58.465" v="246" actId="1076"/>
          <ac:picMkLst>
            <pc:docMk/>
            <pc:sldMk cId="1136050385" sldId="332"/>
            <ac:picMk id="8194" creationId="{607D2C2E-B01A-B664-25FA-D4AD2D023FFF}"/>
          </ac:picMkLst>
        </pc:picChg>
        <pc:picChg chg="add mod">
          <ac:chgData name="Dr Gaurav Sushant" userId="ea0695df9e5e2b13" providerId="LiveId" clId="{4F9DFECB-EFE2-441D-8277-760C1063BCDA}" dt="2024-05-15T17:30:47.106" v="249" actId="1076"/>
          <ac:picMkLst>
            <pc:docMk/>
            <pc:sldMk cId="1136050385" sldId="332"/>
            <ac:picMk id="8196" creationId="{1DCD3ECB-624F-75F9-BD7E-661FFAFF4F41}"/>
          </ac:picMkLst>
        </pc:picChg>
      </pc:sldChg>
      <pc:sldChg chg="addSp delSp modSp add mod">
        <pc:chgData name="Dr Gaurav Sushant" userId="ea0695df9e5e2b13" providerId="LiveId" clId="{4F9DFECB-EFE2-441D-8277-760C1063BCDA}" dt="2024-05-15T17:33:37.185" v="270" actId="1076"/>
        <pc:sldMkLst>
          <pc:docMk/>
          <pc:sldMk cId="3715642338" sldId="333"/>
        </pc:sldMkLst>
        <pc:spChg chg="mod">
          <ac:chgData name="Dr Gaurav Sushant" userId="ea0695df9e5e2b13" providerId="LiveId" clId="{4F9DFECB-EFE2-441D-8277-760C1063BCDA}" dt="2024-05-15T17:31:21.225" v="252" actId="20577"/>
          <ac:spMkLst>
            <pc:docMk/>
            <pc:sldMk cId="3715642338" sldId="333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31:29.396" v="255" actId="20577"/>
          <ac:spMkLst>
            <pc:docMk/>
            <pc:sldMk cId="3715642338" sldId="333"/>
            <ac:spMk id="4" creationId="{582E3BE5-9BAF-06BA-4AF9-56EB6F310396}"/>
          </ac:spMkLst>
        </pc:spChg>
        <pc:picChg chg="add mod">
          <ac:chgData name="Dr Gaurav Sushant" userId="ea0695df9e5e2b13" providerId="LiveId" clId="{4F9DFECB-EFE2-441D-8277-760C1063BCDA}" dt="2024-05-15T17:33:37.185" v="270" actId="1076"/>
          <ac:picMkLst>
            <pc:docMk/>
            <pc:sldMk cId="3715642338" sldId="333"/>
            <ac:picMk id="3" creationId="{4EA37EDC-5CE5-4723-66DC-BFA89B72266E}"/>
          </ac:picMkLst>
        </pc:picChg>
        <pc:picChg chg="del">
          <ac:chgData name="Dr Gaurav Sushant" userId="ea0695df9e5e2b13" providerId="LiveId" clId="{4F9DFECB-EFE2-441D-8277-760C1063BCDA}" dt="2024-05-15T17:33:31.545" v="268" actId="478"/>
          <ac:picMkLst>
            <pc:docMk/>
            <pc:sldMk cId="3715642338" sldId="333"/>
            <ac:picMk id="8194" creationId="{607D2C2E-B01A-B664-25FA-D4AD2D023FFF}"/>
          </ac:picMkLst>
        </pc:picChg>
        <pc:picChg chg="del">
          <ac:chgData name="Dr Gaurav Sushant" userId="ea0695df9e5e2b13" providerId="LiveId" clId="{4F9DFECB-EFE2-441D-8277-760C1063BCDA}" dt="2024-05-15T17:32:41.191" v="256" actId="478"/>
          <ac:picMkLst>
            <pc:docMk/>
            <pc:sldMk cId="3715642338" sldId="333"/>
            <ac:picMk id="8196" creationId="{1DCD3ECB-624F-75F9-BD7E-661FFAFF4F41}"/>
          </ac:picMkLst>
        </pc:picChg>
        <pc:picChg chg="add mod">
          <ac:chgData name="Dr Gaurav Sushant" userId="ea0695df9e5e2b13" providerId="LiveId" clId="{4F9DFECB-EFE2-441D-8277-760C1063BCDA}" dt="2024-05-15T17:33:02.713" v="261" actId="1076"/>
          <ac:picMkLst>
            <pc:docMk/>
            <pc:sldMk cId="3715642338" sldId="333"/>
            <ac:picMk id="9218" creationId="{09D27296-CE48-06BB-6FFF-66E27853D59F}"/>
          </ac:picMkLst>
        </pc:picChg>
      </pc:sldChg>
      <pc:sldChg chg="new del">
        <pc:chgData name="Dr Gaurav Sushant" userId="ea0695df9e5e2b13" providerId="LiveId" clId="{4F9DFECB-EFE2-441D-8277-760C1063BCDA}" dt="2024-05-15T17:33:08.075" v="263" actId="680"/>
        <pc:sldMkLst>
          <pc:docMk/>
          <pc:sldMk cId="1735942728" sldId="334"/>
        </pc:sldMkLst>
      </pc:sldChg>
      <pc:sldChg chg="addSp delSp modSp add mod">
        <pc:chgData name="Dr Gaurav Sushant" userId="ea0695df9e5e2b13" providerId="LiveId" clId="{4F9DFECB-EFE2-441D-8277-760C1063BCDA}" dt="2024-05-15T17:36:29.969" v="295" actId="1076"/>
        <pc:sldMkLst>
          <pc:docMk/>
          <pc:sldMk cId="2643924912" sldId="334"/>
        </pc:sldMkLst>
        <pc:spChg chg="mod">
          <ac:chgData name="Dr Gaurav Sushant" userId="ea0695df9e5e2b13" providerId="LiveId" clId="{4F9DFECB-EFE2-441D-8277-760C1063BCDA}" dt="2024-05-15T17:34:02.018" v="273" actId="14100"/>
          <ac:spMkLst>
            <pc:docMk/>
            <pc:sldMk cId="2643924912" sldId="334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34:16.146" v="286" actId="20577"/>
          <ac:spMkLst>
            <pc:docMk/>
            <pc:sldMk cId="2643924912" sldId="334"/>
            <ac:spMk id="4" creationId="{582E3BE5-9BAF-06BA-4AF9-56EB6F310396}"/>
          </ac:spMkLst>
        </pc:spChg>
        <pc:spChg chg="add">
          <ac:chgData name="Dr Gaurav Sushant" userId="ea0695df9e5e2b13" providerId="LiveId" clId="{4F9DFECB-EFE2-441D-8277-760C1063BCDA}" dt="2024-05-15T17:35:09.545" v="288"/>
          <ac:spMkLst>
            <pc:docMk/>
            <pc:sldMk cId="2643924912" sldId="334"/>
            <ac:spMk id="5" creationId="{80144716-A875-B24C-15A0-34884A4199F8}"/>
          </ac:spMkLst>
        </pc:spChg>
        <pc:spChg chg="add">
          <ac:chgData name="Dr Gaurav Sushant" userId="ea0695df9e5e2b13" providerId="LiveId" clId="{4F9DFECB-EFE2-441D-8277-760C1063BCDA}" dt="2024-05-15T17:35:26.992" v="289"/>
          <ac:spMkLst>
            <pc:docMk/>
            <pc:sldMk cId="2643924912" sldId="334"/>
            <ac:spMk id="6" creationId="{31677A60-1EBA-2D22-F1E3-0FE2274B8292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0" creationId="{A5CCB397-0863-141F-E91C-755946F11043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1" creationId="{85DF2C8B-9538-252F-5648-331F7B97742B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2" creationId="{0916620F-33CA-615C-D82E-DE83ADE85F90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3" creationId="{05C1B42C-B068-7748-EA8D-62F1F1B3CDFB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4" creationId="{EAC5D1A1-55AD-9ED8-D170-7CEFB89C974A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5" creationId="{8044A62B-D543-AE8A-8DCE-BC8398048259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6" creationId="{872A9724-D33E-5A9E-959D-391900983C09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7" creationId="{BEB58FDA-FB9C-984A-4B44-5C0792047A02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8" creationId="{2E74DB4C-C950-DC85-ECC1-F456AD26F90B}"/>
          </ac:spMkLst>
        </pc:spChg>
        <pc:spChg chg="mod">
          <ac:chgData name="Dr Gaurav Sushant" userId="ea0695df9e5e2b13" providerId="LiveId" clId="{4F9DFECB-EFE2-441D-8277-760C1063BCDA}" dt="2024-05-15T17:36:29.969" v="295" actId="1076"/>
          <ac:spMkLst>
            <pc:docMk/>
            <pc:sldMk cId="2643924912" sldId="334"/>
            <ac:spMk id="19" creationId="{83DAA99C-AC28-64D0-9039-36DCDE1926D4}"/>
          </ac:spMkLst>
        </pc:spChg>
        <pc:grpChg chg="add mod">
          <ac:chgData name="Dr Gaurav Sushant" userId="ea0695df9e5e2b13" providerId="LiveId" clId="{4F9DFECB-EFE2-441D-8277-760C1063BCDA}" dt="2024-05-15T17:36:29.969" v="295" actId="1076"/>
          <ac:grpSpMkLst>
            <pc:docMk/>
            <pc:sldMk cId="2643924912" sldId="334"/>
            <ac:grpSpMk id="7" creationId="{08679BC3-AFFB-CABB-5373-684F8582A084}"/>
          </ac:grpSpMkLst>
        </pc:grpChg>
        <pc:grpChg chg="mod">
          <ac:chgData name="Dr Gaurav Sushant" userId="ea0695df9e5e2b13" providerId="LiveId" clId="{4F9DFECB-EFE2-441D-8277-760C1063BCDA}" dt="2024-05-15T17:36:29.969" v="295" actId="1076"/>
          <ac:grpSpMkLst>
            <pc:docMk/>
            <pc:sldMk cId="2643924912" sldId="334"/>
            <ac:grpSpMk id="8" creationId="{8CAECDBF-0C8C-0F0F-E1FD-307E41C2157E}"/>
          </ac:grpSpMkLst>
        </pc:grpChg>
        <pc:picChg chg="add del mod">
          <ac:chgData name="Dr Gaurav Sushant" userId="ea0695df9e5e2b13" providerId="LiveId" clId="{4F9DFECB-EFE2-441D-8277-760C1063BCDA}" dt="2024-05-15T17:34:21.067" v="287" actId="478"/>
          <ac:picMkLst>
            <pc:docMk/>
            <pc:sldMk cId="2643924912" sldId="334"/>
            <ac:picMk id="3" creationId="{03C19CC6-9980-C253-0380-630269A85061}"/>
          </ac:picMkLst>
        </pc:picChg>
        <pc:picChg chg="del">
          <ac:chgData name="Dr Gaurav Sushant" userId="ea0695df9e5e2b13" providerId="LiveId" clId="{4F9DFECB-EFE2-441D-8277-760C1063BCDA}" dt="2024-05-15T17:33:21.261" v="265" actId="478"/>
          <ac:picMkLst>
            <pc:docMk/>
            <pc:sldMk cId="2643924912" sldId="334"/>
            <ac:picMk id="8194" creationId="{607D2C2E-B01A-B664-25FA-D4AD2D023FFF}"/>
          </ac:picMkLst>
        </pc:picChg>
        <pc:picChg chg="del">
          <ac:chgData name="Dr Gaurav Sushant" userId="ea0695df9e5e2b13" providerId="LiveId" clId="{4F9DFECB-EFE2-441D-8277-760C1063BCDA}" dt="2024-05-15T17:34:07.731" v="275" actId="478"/>
          <ac:picMkLst>
            <pc:docMk/>
            <pc:sldMk cId="2643924912" sldId="334"/>
            <ac:picMk id="9218" creationId="{09D27296-CE48-06BB-6FFF-66E27853D59F}"/>
          </ac:picMkLst>
        </pc:picChg>
        <pc:picChg chg="add mod">
          <ac:chgData name="Dr Gaurav Sushant" userId="ea0695df9e5e2b13" providerId="LiveId" clId="{4F9DFECB-EFE2-441D-8277-760C1063BCDA}" dt="2024-05-15T17:35:58.019" v="293"/>
          <ac:picMkLst>
            <pc:docMk/>
            <pc:sldMk cId="2643924912" sldId="334"/>
            <ac:picMk id="10246" creationId="{F1278473-3904-0C1A-617D-D6FBFBFC215E}"/>
          </ac:picMkLst>
        </pc:picChg>
        <pc:cxnChg chg="mod">
          <ac:chgData name="Dr Gaurav Sushant" userId="ea0695df9e5e2b13" providerId="LiveId" clId="{4F9DFECB-EFE2-441D-8277-760C1063BCDA}" dt="2024-05-15T17:36:29.969" v="295" actId="1076"/>
          <ac:cxnSpMkLst>
            <pc:docMk/>
            <pc:sldMk cId="2643924912" sldId="334"/>
            <ac:cxnSpMk id="9" creationId="{30A84F9C-86B4-928A-CBC2-D9D1A84D6371}"/>
          </ac:cxnSpMkLst>
        </pc:cxnChg>
      </pc:sldChg>
      <pc:sldChg chg="addSp delSp modSp add mod modAnim">
        <pc:chgData name="Dr Gaurav Sushant" userId="ea0695df9e5e2b13" providerId="LiveId" clId="{4F9DFECB-EFE2-441D-8277-760C1063BCDA}" dt="2024-05-15T17:40:07.578" v="321" actId="478"/>
        <pc:sldMkLst>
          <pc:docMk/>
          <pc:sldMk cId="3985708784" sldId="335"/>
        </pc:sldMkLst>
        <pc:spChg chg="mod">
          <ac:chgData name="Dr Gaurav Sushant" userId="ea0695df9e5e2b13" providerId="LiveId" clId="{4F9DFECB-EFE2-441D-8277-760C1063BCDA}" dt="2024-05-15T17:37:17.555" v="304" actId="1076"/>
          <ac:spMkLst>
            <pc:docMk/>
            <pc:sldMk cId="3985708784" sldId="335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37:23.958" v="314" actId="20577"/>
          <ac:spMkLst>
            <pc:docMk/>
            <pc:sldMk cId="3985708784" sldId="335"/>
            <ac:spMk id="4" creationId="{582E3BE5-9BAF-06BA-4AF9-56EB6F310396}"/>
          </ac:spMkLst>
        </pc:spChg>
        <pc:grpChg chg="del">
          <ac:chgData name="Dr Gaurav Sushant" userId="ea0695df9e5e2b13" providerId="LiveId" clId="{4F9DFECB-EFE2-441D-8277-760C1063BCDA}" dt="2024-05-15T17:40:07.578" v="321" actId="478"/>
          <ac:grpSpMkLst>
            <pc:docMk/>
            <pc:sldMk cId="3985708784" sldId="335"/>
            <ac:grpSpMk id="7" creationId="{08679BC3-AFFB-CABB-5373-684F8582A084}"/>
          </ac:grpSpMkLst>
        </pc:grpChg>
        <pc:picChg chg="del">
          <ac:chgData name="Dr Gaurav Sushant" userId="ea0695df9e5e2b13" providerId="LiveId" clId="{4F9DFECB-EFE2-441D-8277-760C1063BCDA}" dt="2024-05-15T17:39:33.962" v="315" actId="478"/>
          <ac:picMkLst>
            <pc:docMk/>
            <pc:sldMk cId="3985708784" sldId="335"/>
            <ac:picMk id="10246" creationId="{F1278473-3904-0C1A-617D-D6FBFBFC215E}"/>
          </ac:picMkLst>
        </pc:picChg>
        <pc:picChg chg="add mod">
          <ac:chgData name="Dr Gaurav Sushant" userId="ea0695df9e5e2b13" providerId="LiveId" clId="{4F9DFECB-EFE2-441D-8277-760C1063BCDA}" dt="2024-05-15T17:39:43.128" v="318" actId="1076"/>
          <ac:picMkLst>
            <pc:docMk/>
            <pc:sldMk cId="3985708784" sldId="335"/>
            <ac:picMk id="11266" creationId="{261370CA-5421-167E-F556-BD4D6B46FF0E}"/>
          </ac:picMkLst>
        </pc:picChg>
      </pc:sldChg>
      <pc:sldChg chg="addSp delSp modSp add mod modAnim">
        <pc:chgData name="Dr Gaurav Sushant" userId="ea0695df9e5e2b13" providerId="LiveId" clId="{4F9DFECB-EFE2-441D-8277-760C1063BCDA}" dt="2024-05-15T17:43:56.440" v="380" actId="1076"/>
        <pc:sldMkLst>
          <pc:docMk/>
          <pc:sldMk cId="4066058575" sldId="336"/>
        </pc:sldMkLst>
        <pc:spChg chg="mod">
          <ac:chgData name="Dr Gaurav Sushant" userId="ea0695df9e5e2b13" providerId="LiveId" clId="{4F9DFECB-EFE2-441D-8277-760C1063BCDA}" dt="2024-05-15T17:41:52.778" v="375" actId="1076"/>
          <ac:spMkLst>
            <pc:docMk/>
            <pc:sldMk cId="4066058575" sldId="336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43:12.506" v="378" actId="1076"/>
          <ac:spMkLst>
            <pc:docMk/>
            <pc:sldMk cId="4066058575" sldId="336"/>
            <ac:spMk id="4" creationId="{582E3BE5-9BAF-06BA-4AF9-56EB6F310396}"/>
          </ac:spMkLst>
        </pc:spChg>
        <pc:grpChg chg="del">
          <ac:chgData name="Dr Gaurav Sushant" userId="ea0695df9e5e2b13" providerId="LiveId" clId="{4F9DFECB-EFE2-441D-8277-760C1063BCDA}" dt="2024-05-15T17:40:12.760" v="322" actId="478"/>
          <ac:grpSpMkLst>
            <pc:docMk/>
            <pc:sldMk cId="4066058575" sldId="336"/>
            <ac:grpSpMk id="7" creationId="{08679BC3-AFFB-CABB-5373-684F8582A084}"/>
          </ac:grpSpMkLst>
        </pc:grpChg>
        <pc:picChg chg="add mod">
          <ac:chgData name="Dr Gaurav Sushant" userId="ea0695df9e5e2b13" providerId="LiveId" clId="{4F9DFECB-EFE2-441D-8277-760C1063BCDA}" dt="2024-05-15T17:43:56.440" v="380" actId="1076"/>
          <ac:picMkLst>
            <pc:docMk/>
            <pc:sldMk cId="4066058575" sldId="336"/>
            <ac:picMk id="3" creationId="{F3A6BA8F-BBB6-738C-874D-C2D24C911764}"/>
          </ac:picMkLst>
        </pc:picChg>
        <pc:picChg chg="del">
          <ac:chgData name="Dr Gaurav Sushant" userId="ea0695df9e5e2b13" providerId="LiveId" clId="{4F9DFECB-EFE2-441D-8277-760C1063BCDA}" dt="2024-05-15T17:42:54.839" v="376" actId="478"/>
          <ac:picMkLst>
            <pc:docMk/>
            <pc:sldMk cId="4066058575" sldId="336"/>
            <ac:picMk id="11266" creationId="{261370CA-5421-167E-F556-BD4D6B46FF0E}"/>
          </ac:picMkLst>
        </pc:picChg>
        <pc:picChg chg="add">
          <ac:chgData name="Dr Gaurav Sushant" userId="ea0695df9e5e2b13" providerId="LiveId" clId="{4F9DFECB-EFE2-441D-8277-760C1063BCDA}" dt="2024-05-15T17:42:57.326" v="377"/>
          <ac:picMkLst>
            <pc:docMk/>
            <pc:sldMk cId="4066058575" sldId="336"/>
            <ac:picMk id="12290" creationId="{8DD79CD8-7AD7-3048-B93F-0C6902393BB3}"/>
          </ac:picMkLst>
        </pc:picChg>
      </pc:sldChg>
      <pc:sldChg chg="addSp delSp modSp add mod">
        <pc:chgData name="Dr Gaurav Sushant" userId="ea0695df9e5e2b13" providerId="LiveId" clId="{4F9DFECB-EFE2-441D-8277-760C1063BCDA}" dt="2024-05-15T17:54:28.009" v="432" actId="1076"/>
        <pc:sldMkLst>
          <pc:docMk/>
          <pc:sldMk cId="1706549192" sldId="337"/>
        </pc:sldMkLst>
        <pc:spChg chg="mod">
          <ac:chgData name="Dr Gaurav Sushant" userId="ea0695df9e5e2b13" providerId="LiveId" clId="{4F9DFECB-EFE2-441D-8277-760C1063BCDA}" dt="2024-05-15T17:50:53.386" v="405" actId="27636"/>
          <ac:spMkLst>
            <pc:docMk/>
            <pc:sldMk cId="1706549192" sldId="337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51:20.669" v="424" actId="20577"/>
          <ac:spMkLst>
            <pc:docMk/>
            <pc:sldMk cId="1706549192" sldId="337"/>
            <ac:spMk id="4" creationId="{582E3BE5-9BAF-06BA-4AF9-56EB6F310396}"/>
          </ac:spMkLst>
        </pc:spChg>
        <pc:spChg chg="add">
          <ac:chgData name="Dr Gaurav Sushant" userId="ea0695df9e5e2b13" providerId="LiveId" clId="{4F9DFECB-EFE2-441D-8277-760C1063BCDA}" dt="2024-05-15T17:54:07.103" v="426"/>
          <ac:spMkLst>
            <pc:docMk/>
            <pc:sldMk cId="1706549192" sldId="337"/>
            <ac:spMk id="5" creationId="{C164AF55-6A31-3890-C1FA-8B9695625821}"/>
          </ac:spMkLst>
        </pc:spChg>
        <pc:picChg chg="del">
          <ac:chgData name="Dr Gaurav Sushant" userId="ea0695df9e5e2b13" providerId="LiveId" clId="{4F9DFECB-EFE2-441D-8277-760C1063BCDA}" dt="2024-05-15T17:54:05.063" v="425" actId="478"/>
          <ac:picMkLst>
            <pc:docMk/>
            <pc:sldMk cId="1706549192" sldId="337"/>
            <ac:picMk id="3" creationId="{F3A6BA8F-BBB6-738C-874D-C2D24C911764}"/>
          </ac:picMkLst>
        </pc:picChg>
        <pc:picChg chg="add mod">
          <ac:chgData name="Dr Gaurav Sushant" userId="ea0695df9e5e2b13" providerId="LiveId" clId="{4F9DFECB-EFE2-441D-8277-760C1063BCDA}" dt="2024-05-15T17:54:28.009" v="432" actId="1076"/>
          <ac:picMkLst>
            <pc:docMk/>
            <pc:sldMk cId="1706549192" sldId="337"/>
            <ac:picMk id="6" creationId="{B7BA0E6B-5B91-BC28-FE73-C2BA718009E0}"/>
          </ac:picMkLst>
        </pc:picChg>
      </pc:sldChg>
      <pc:sldChg chg="addSp delSp modSp add mod">
        <pc:chgData name="Dr Gaurav Sushant" userId="ea0695df9e5e2b13" providerId="LiveId" clId="{4F9DFECB-EFE2-441D-8277-760C1063BCDA}" dt="2024-05-15T17:58:32.704" v="468"/>
        <pc:sldMkLst>
          <pc:docMk/>
          <pc:sldMk cId="1816920663" sldId="338"/>
        </pc:sldMkLst>
        <pc:spChg chg="mod">
          <ac:chgData name="Dr Gaurav Sushant" userId="ea0695df9e5e2b13" providerId="LiveId" clId="{4F9DFECB-EFE2-441D-8277-760C1063BCDA}" dt="2024-05-15T17:54:49.892" v="435" actId="27636"/>
          <ac:spMkLst>
            <pc:docMk/>
            <pc:sldMk cId="1816920663" sldId="338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7:55:31.254" v="463" actId="20577"/>
          <ac:spMkLst>
            <pc:docMk/>
            <pc:sldMk cId="1816920663" sldId="338"/>
            <ac:spMk id="4" creationId="{582E3BE5-9BAF-06BA-4AF9-56EB6F310396}"/>
          </ac:spMkLst>
        </pc:spChg>
        <pc:spChg chg="mod">
          <ac:chgData name="Dr Gaurav Sushant" userId="ea0695df9e5e2b13" providerId="LiveId" clId="{4F9DFECB-EFE2-441D-8277-760C1063BCDA}" dt="2024-05-15T17:55:19.740" v="441" actId="207"/>
          <ac:spMkLst>
            <pc:docMk/>
            <pc:sldMk cId="1816920663" sldId="338"/>
            <ac:spMk id="7" creationId="{B05C7B96-8B6D-5255-A7A7-562FC2EC7150}"/>
          </ac:spMkLst>
        </pc:spChg>
        <pc:grpChg chg="add mod">
          <ac:chgData name="Dr Gaurav Sushant" userId="ea0695df9e5e2b13" providerId="LiveId" clId="{4F9DFECB-EFE2-441D-8277-760C1063BCDA}" dt="2024-05-15T17:55:05.192" v="437" actId="1076"/>
          <ac:grpSpMkLst>
            <pc:docMk/>
            <pc:sldMk cId="1816920663" sldId="338"/>
            <ac:grpSpMk id="3" creationId="{AF9E4165-4449-122F-5F57-42E3DCB54983}"/>
          </ac:grpSpMkLst>
        </pc:grpChg>
        <pc:picChg chg="mod">
          <ac:chgData name="Dr Gaurav Sushant" userId="ea0695df9e5e2b13" providerId="LiveId" clId="{4F9DFECB-EFE2-441D-8277-760C1063BCDA}" dt="2024-05-15T17:55:05.192" v="437" actId="1076"/>
          <ac:picMkLst>
            <pc:docMk/>
            <pc:sldMk cId="1816920663" sldId="338"/>
            <ac:picMk id="5" creationId="{9D730508-FFDF-9D9F-ACD7-16C56AFF4F98}"/>
          </ac:picMkLst>
        </pc:picChg>
        <pc:picChg chg="del mod">
          <ac:chgData name="Dr Gaurav Sushant" userId="ea0695df9e5e2b13" providerId="LiveId" clId="{4F9DFECB-EFE2-441D-8277-760C1063BCDA}" dt="2024-05-15T17:55:37.158" v="464" actId="478"/>
          <ac:picMkLst>
            <pc:docMk/>
            <pc:sldMk cId="1816920663" sldId="338"/>
            <ac:picMk id="6" creationId="{B7BA0E6B-5B91-BC28-FE73-C2BA718009E0}"/>
          </ac:picMkLst>
        </pc:picChg>
        <pc:picChg chg="add mod">
          <ac:chgData name="Dr Gaurav Sushant" userId="ea0695df9e5e2b13" providerId="LiveId" clId="{4F9DFECB-EFE2-441D-8277-760C1063BCDA}" dt="2024-05-15T17:58:32.704" v="468"/>
          <ac:picMkLst>
            <pc:docMk/>
            <pc:sldMk cId="1816920663" sldId="338"/>
            <ac:picMk id="8" creationId="{FAE1F91F-7FCF-6C23-7FDE-0BF5DB55F26C}"/>
          </ac:picMkLst>
        </pc:picChg>
      </pc:sldChg>
      <pc:sldChg chg="addSp delSp modSp add mod">
        <pc:chgData name="Dr Gaurav Sushant" userId="ea0695df9e5e2b13" providerId="LiveId" clId="{4F9DFECB-EFE2-441D-8277-760C1063BCDA}" dt="2024-05-15T18:26:38.507" v="615" actId="14100"/>
        <pc:sldMkLst>
          <pc:docMk/>
          <pc:sldMk cId="2720374416" sldId="339"/>
        </pc:sldMkLst>
        <pc:spChg chg="mod">
          <ac:chgData name="Dr Gaurav Sushant" userId="ea0695df9e5e2b13" providerId="LiveId" clId="{4F9DFECB-EFE2-441D-8277-760C1063BCDA}" dt="2024-05-15T17:59:30.415" v="470"/>
          <ac:spMkLst>
            <pc:docMk/>
            <pc:sldMk cId="2720374416" sldId="339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26:33.585" v="613" actId="1076"/>
          <ac:spMkLst>
            <pc:docMk/>
            <pc:sldMk cId="2720374416" sldId="339"/>
            <ac:spMk id="4" creationId="{582E3BE5-9BAF-06BA-4AF9-56EB6F310396}"/>
          </ac:spMkLst>
        </pc:spChg>
        <pc:spChg chg="mod">
          <ac:chgData name="Dr Gaurav Sushant" userId="ea0695df9e5e2b13" providerId="LiveId" clId="{4F9DFECB-EFE2-441D-8277-760C1063BCDA}" dt="2024-05-15T17:59:50.410" v="473" actId="478"/>
          <ac:spMkLst>
            <pc:docMk/>
            <pc:sldMk cId="2720374416" sldId="339"/>
            <ac:spMk id="7" creationId="{B05C7B96-8B6D-5255-A7A7-562FC2EC7150}"/>
          </ac:spMkLst>
        </pc:spChg>
        <pc:grpChg chg="del mod">
          <ac:chgData name="Dr Gaurav Sushant" userId="ea0695df9e5e2b13" providerId="LiveId" clId="{4F9DFECB-EFE2-441D-8277-760C1063BCDA}" dt="2024-05-15T17:59:50.410" v="473" actId="478"/>
          <ac:grpSpMkLst>
            <pc:docMk/>
            <pc:sldMk cId="2720374416" sldId="339"/>
            <ac:grpSpMk id="3" creationId="{AF9E4165-4449-122F-5F57-42E3DCB54983}"/>
          </ac:grpSpMkLst>
        </pc:grpChg>
        <pc:picChg chg="del">
          <ac:chgData name="Dr Gaurav Sushant" userId="ea0695df9e5e2b13" providerId="LiveId" clId="{4F9DFECB-EFE2-441D-8277-760C1063BCDA}" dt="2024-05-15T17:59:50.410" v="473" actId="478"/>
          <ac:picMkLst>
            <pc:docMk/>
            <pc:sldMk cId="2720374416" sldId="339"/>
            <ac:picMk id="5" creationId="{9D730508-FFDF-9D9F-ACD7-16C56AFF4F98}"/>
          </ac:picMkLst>
        </pc:picChg>
        <pc:picChg chg="add mod">
          <ac:chgData name="Dr Gaurav Sushant" userId="ea0695df9e5e2b13" providerId="LiveId" clId="{4F9DFECB-EFE2-441D-8277-760C1063BCDA}" dt="2024-05-15T18:26:38.507" v="615" actId="14100"/>
          <ac:picMkLst>
            <pc:docMk/>
            <pc:sldMk cId="2720374416" sldId="339"/>
            <ac:picMk id="6" creationId="{97CCB4EF-00E8-78E8-F9A1-A4D487FABA7A}"/>
          </ac:picMkLst>
        </pc:picChg>
        <pc:picChg chg="del mod">
          <ac:chgData name="Dr Gaurav Sushant" userId="ea0695df9e5e2b13" providerId="LiveId" clId="{4F9DFECB-EFE2-441D-8277-760C1063BCDA}" dt="2024-05-15T18:25:58.203" v="611" actId="478"/>
          <ac:picMkLst>
            <pc:docMk/>
            <pc:sldMk cId="2720374416" sldId="339"/>
            <ac:picMk id="8" creationId="{FAE1F91F-7FCF-6C23-7FDE-0BF5DB55F26C}"/>
          </ac:picMkLst>
        </pc:picChg>
        <pc:picChg chg="add mod">
          <ac:chgData name="Dr Gaurav Sushant" userId="ea0695df9e5e2b13" providerId="LiveId" clId="{4F9DFECB-EFE2-441D-8277-760C1063BCDA}" dt="2024-05-15T18:00:43.270" v="481"/>
          <ac:picMkLst>
            <pc:docMk/>
            <pc:sldMk cId="2720374416" sldId="339"/>
            <ac:picMk id="14338" creationId="{4720F872-1D78-901C-2AA6-1021D0602162}"/>
          </ac:picMkLst>
        </pc:picChg>
      </pc:sldChg>
      <pc:sldChg chg="addSp delSp modSp add mod">
        <pc:chgData name="Dr Gaurav Sushant" userId="ea0695df9e5e2b13" providerId="LiveId" clId="{4F9DFECB-EFE2-441D-8277-760C1063BCDA}" dt="2024-05-15T18:02:06.506" v="490"/>
        <pc:sldMkLst>
          <pc:docMk/>
          <pc:sldMk cId="3060520338" sldId="340"/>
        </pc:sldMkLst>
        <pc:spChg chg="mod">
          <ac:chgData name="Dr Gaurav Sushant" userId="ea0695df9e5e2b13" providerId="LiveId" clId="{4F9DFECB-EFE2-441D-8277-760C1063BCDA}" dt="2024-05-15T18:01:08.204" v="483"/>
          <ac:spMkLst>
            <pc:docMk/>
            <pc:sldMk cId="3060520338" sldId="340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01:21.716" v="485"/>
          <ac:spMkLst>
            <pc:docMk/>
            <pc:sldMk cId="3060520338" sldId="340"/>
            <ac:spMk id="4" creationId="{582E3BE5-9BAF-06BA-4AF9-56EB6F310396}"/>
          </ac:spMkLst>
        </pc:spChg>
        <pc:picChg chg="add mod">
          <ac:chgData name="Dr Gaurav Sushant" userId="ea0695df9e5e2b13" providerId="LiveId" clId="{4F9DFECB-EFE2-441D-8277-760C1063BCDA}" dt="2024-05-15T18:02:06.506" v="490"/>
          <ac:picMkLst>
            <pc:docMk/>
            <pc:sldMk cId="3060520338" sldId="340"/>
            <ac:picMk id="3" creationId="{D7B76584-79E1-74B4-1D4A-52AA9BD8C9D1}"/>
          </ac:picMkLst>
        </pc:picChg>
        <pc:picChg chg="del">
          <ac:chgData name="Dr Gaurav Sushant" userId="ea0695df9e5e2b13" providerId="LiveId" clId="{4F9DFECB-EFE2-441D-8277-760C1063BCDA}" dt="2024-05-15T18:01:24.277" v="486" actId="478"/>
          <ac:picMkLst>
            <pc:docMk/>
            <pc:sldMk cId="3060520338" sldId="340"/>
            <ac:picMk id="8" creationId="{FAE1F91F-7FCF-6C23-7FDE-0BF5DB55F26C}"/>
          </ac:picMkLst>
        </pc:picChg>
        <pc:picChg chg="del">
          <ac:chgData name="Dr Gaurav Sushant" userId="ea0695df9e5e2b13" providerId="LiveId" clId="{4F9DFECB-EFE2-441D-8277-760C1063BCDA}" dt="2024-05-15T18:01:11.437" v="484" actId="478"/>
          <ac:picMkLst>
            <pc:docMk/>
            <pc:sldMk cId="3060520338" sldId="340"/>
            <ac:picMk id="14338" creationId="{4720F872-1D78-901C-2AA6-1021D0602162}"/>
          </ac:picMkLst>
        </pc:picChg>
      </pc:sldChg>
      <pc:sldChg chg="addSp delSp modSp add mod">
        <pc:chgData name="Dr Gaurav Sushant" userId="ea0695df9e5e2b13" providerId="LiveId" clId="{4F9DFECB-EFE2-441D-8277-760C1063BCDA}" dt="2024-05-15T18:04:00.156" v="498" actId="1076"/>
        <pc:sldMkLst>
          <pc:docMk/>
          <pc:sldMk cId="2104631858" sldId="341"/>
        </pc:sldMkLst>
        <pc:spChg chg="mod">
          <ac:chgData name="Dr Gaurav Sushant" userId="ea0695df9e5e2b13" providerId="LiveId" clId="{4F9DFECB-EFE2-441D-8277-760C1063BCDA}" dt="2024-05-15T18:02:28.892" v="492"/>
          <ac:spMkLst>
            <pc:docMk/>
            <pc:sldMk cId="2104631858" sldId="341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02:45.403" v="494" actId="14100"/>
          <ac:spMkLst>
            <pc:docMk/>
            <pc:sldMk cId="2104631858" sldId="341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8:02:48.609" v="495" actId="478"/>
          <ac:picMkLst>
            <pc:docMk/>
            <pc:sldMk cId="2104631858" sldId="341"/>
            <ac:picMk id="3" creationId="{D7B76584-79E1-74B4-1D4A-52AA9BD8C9D1}"/>
          </ac:picMkLst>
        </pc:picChg>
        <pc:picChg chg="add mod">
          <ac:chgData name="Dr Gaurav Sushant" userId="ea0695df9e5e2b13" providerId="LiveId" clId="{4F9DFECB-EFE2-441D-8277-760C1063BCDA}" dt="2024-05-15T18:04:00.156" v="498" actId="1076"/>
          <ac:picMkLst>
            <pc:docMk/>
            <pc:sldMk cId="2104631858" sldId="341"/>
            <ac:picMk id="16386" creationId="{22AD298F-0695-33C1-3789-F656C1DD9615}"/>
          </ac:picMkLst>
        </pc:picChg>
      </pc:sldChg>
      <pc:sldChg chg="addSp delSp modSp add mod">
        <pc:chgData name="Dr Gaurav Sushant" userId="ea0695df9e5e2b13" providerId="LiveId" clId="{4F9DFECB-EFE2-441D-8277-760C1063BCDA}" dt="2024-05-15T18:07:25.897" v="534" actId="14100"/>
        <pc:sldMkLst>
          <pc:docMk/>
          <pc:sldMk cId="1224231031" sldId="342"/>
        </pc:sldMkLst>
        <pc:spChg chg="mod">
          <ac:chgData name="Dr Gaurav Sushant" userId="ea0695df9e5e2b13" providerId="LiveId" clId="{4F9DFECB-EFE2-441D-8277-760C1063BCDA}" dt="2024-05-15T18:04:21.668" v="500"/>
          <ac:spMkLst>
            <pc:docMk/>
            <pc:sldMk cId="1224231031" sldId="342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04:49.698" v="526" actId="14100"/>
          <ac:spMkLst>
            <pc:docMk/>
            <pc:sldMk cId="1224231031" sldId="342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8:05:00.661" v="527" actId="478"/>
          <ac:picMkLst>
            <pc:docMk/>
            <pc:sldMk cId="1224231031" sldId="342"/>
            <ac:picMk id="16386" creationId="{22AD298F-0695-33C1-3789-F656C1DD9615}"/>
          </ac:picMkLst>
        </pc:picChg>
        <pc:picChg chg="add">
          <ac:chgData name="Dr Gaurav Sushant" userId="ea0695df9e5e2b13" providerId="LiveId" clId="{4F9DFECB-EFE2-441D-8277-760C1063BCDA}" dt="2024-05-15T18:06:27.281" v="528"/>
          <ac:picMkLst>
            <pc:docMk/>
            <pc:sldMk cId="1224231031" sldId="342"/>
            <ac:picMk id="17410" creationId="{D6C20998-7594-36A4-CBD2-2329AF012595}"/>
          </ac:picMkLst>
        </pc:picChg>
        <pc:picChg chg="add">
          <ac:chgData name="Dr Gaurav Sushant" userId="ea0695df9e5e2b13" providerId="LiveId" clId="{4F9DFECB-EFE2-441D-8277-760C1063BCDA}" dt="2024-05-15T18:06:41.044" v="529"/>
          <ac:picMkLst>
            <pc:docMk/>
            <pc:sldMk cId="1224231031" sldId="342"/>
            <ac:picMk id="17412" creationId="{E66C7646-4001-8D4F-6B85-F99ECB3D3A6D}"/>
          </ac:picMkLst>
        </pc:picChg>
        <pc:picChg chg="add mod">
          <ac:chgData name="Dr Gaurav Sushant" userId="ea0695df9e5e2b13" providerId="LiveId" clId="{4F9DFECB-EFE2-441D-8277-760C1063BCDA}" dt="2024-05-15T18:07:25.897" v="534" actId="14100"/>
          <ac:picMkLst>
            <pc:docMk/>
            <pc:sldMk cId="1224231031" sldId="342"/>
            <ac:picMk id="17414" creationId="{1CF7D7A9-9553-A58D-36F5-F885CCADBB4C}"/>
          </ac:picMkLst>
        </pc:picChg>
      </pc:sldChg>
      <pc:sldChg chg="addSp delSp modSp add mod">
        <pc:chgData name="Dr Gaurav Sushant" userId="ea0695df9e5e2b13" providerId="LiveId" clId="{4F9DFECB-EFE2-441D-8277-760C1063BCDA}" dt="2024-05-15T18:12:06.048" v="556" actId="14100"/>
        <pc:sldMkLst>
          <pc:docMk/>
          <pc:sldMk cId="3570487804" sldId="343"/>
        </pc:sldMkLst>
        <pc:spChg chg="mod">
          <ac:chgData name="Dr Gaurav Sushant" userId="ea0695df9e5e2b13" providerId="LiveId" clId="{4F9DFECB-EFE2-441D-8277-760C1063BCDA}" dt="2024-05-15T18:08:02.195" v="537" actId="14100"/>
          <ac:spMkLst>
            <pc:docMk/>
            <pc:sldMk cId="3570487804" sldId="343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08:23.688" v="540" actId="1076"/>
          <ac:spMkLst>
            <pc:docMk/>
            <pc:sldMk cId="3570487804" sldId="343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8:08:25.634" v="541" actId="478"/>
          <ac:picMkLst>
            <pc:docMk/>
            <pc:sldMk cId="3570487804" sldId="343"/>
            <ac:picMk id="17414" creationId="{1CF7D7A9-9553-A58D-36F5-F885CCADBB4C}"/>
          </ac:picMkLst>
        </pc:picChg>
        <pc:picChg chg="add">
          <ac:chgData name="Dr Gaurav Sushant" userId="ea0695df9e5e2b13" providerId="LiveId" clId="{4F9DFECB-EFE2-441D-8277-760C1063BCDA}" dt="2024-05-15T18:09:05.894" v="542"/>
          <ac:picMkLst>
            <pc:docMk/>
            <pc:sldMk cId="3570487804" sldId="343"/>
            <ac:picMk id="18434" creationId="{5C257AAC-2009-B17F-BB83-C7E3AD0B9761}"/>
          </ac:picMkLst>
        </pc:picChg>
        <pc:picChg chg="add mod">
          <ac:chgData name="Dr Gaurav Sushant" userId="ea0695df9e5e2b13" providerId="LiveId" clId="{4F9DFECB-EFE2-441D-8277-760C1063BCDA}" dt="2024-05-15T18:10:46.848" v="549" actId="1076"/>
          <ac:picMkLst>
            <pc:docMk/>
            <pc:sldMk cId="3570487804" sldId="343"/>
            <ac:picMk id="18436" creationId="{70E8F9A5-67D0-7832-E3A0-7C4C8F50B38E}"/>
          </ac:picMkLst>
        </pc:picChg>
        <pc:picChg chg="add mod">
          <ac:chgData name="Dr Gaurav Sushant" userId="ea0695df9e5e2b13" providerId="LiveId" clId="{4F9DFECB-EFE2-441D-8277-760C1063BCDA}" dt="2024-05-15T18:12:06.048" v="556" actId="14100"/>
          <ac:picMkLst>
            <pc:docMk/>
            <pc:sldMk cId="3570487804" sldId="343"/>
            <ac:picMk id="18438" creationId="{4BE01B47-3D75-B14C-0FC6-42FCEF43AA98}"/>
          </ac:picMkLst>
        </pc:picChg>
      </pc:sldChg>
      <pc:sldChg chg="addSp delSp modSp add mod modAnim">
        <pc:chgData name="Dr Gaurav Sushant" userId="ea0695df9e5e2b13" providerId="LiveId" clId="{4F9DFECB-EFE2-441D-8277-760C1063BCDA}" dt="2024-05-15T18:29:58.801" v="632" actId="1076"/>
        <pc:sldMkLst>
          <pc:docMk/>
          <pc:sldMk cId="3810137794" sldId="344"/>
        </pc:sldMkLst>
        <pc:spChg chg="mod">
          <ac:chgData name="Dr Gaurav Sushant" userId="ea0695df9e5e2b13" providerId="LiveId" clId="{4F9DFECB-EFE2-441D-8277-760C1063BCDA}" dt="2024-05-15T18:12:40.682" v="560"/>
          <ac:spMkLst>
            <pc:docMk/>
            <pc:sldMk cId="3810137794" sldId="344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29:54.811" v="631" actId="14100"/>
          <ac:spMkLst>
            <pc:docMk/>
            <pc:sldMk cId="3810137794" sldId="344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8:12:42.925" v="561" actId="478"/>
          <ac:picMkLst>
            <pc:docMk/>
            <pc:sldMk cId="3810137794" sldId="344"/>
            <ac:picMk id="18436" creationId="{70E8F9A5-67D0-7832-E3A0-7C4C8F50B38E}"/>
          </ac:picMkLst>
        </pc:picChg>
        <pc:picChg chg="del">
          <ac:chgData name="Dr Gaurav Sushant" userId="ea0695df9e5e2b13" providerId="LiveId" clId="{4F9DFECB-EFE2-441D-8277-760C1063BCDA}" dt="2024-05-15T18:14:16.725" v="569" actId="478"/>
          <ac:picMkLst>
            <pc:docMk/>
            <pc:sldMk cId="3810137794" sldId="344"/>
            <ac:picMk id="18438" creationId="{4BE01B47-3D75-B14C-0FC6-42FCEF43AA98}"/>
          </ac:picMkLst>
        </pc:picChg>
        <pc:picChg chg="add mod">
          <ac:chgData name="Dr Gaurav Sushant" userId="ea0695df9e5e2b13" providerId="LiveId" clId="{4F9DFECB-EFE2-441D-8277-760C1063BCDA}" dt="2024-05-15T18:13:54.347" v="566"/>
          <ac:picMkLst>
            <pc:docMk/>
            <pc:sldMk cId="3810137794" sldId="344"/>
            <ac:picMk id="19458" creationId="{98C57C52-60A4-5666-8013-F1CDBA686D38}"/>
          </ac:picMkLst>
        </pc:picChg>
        <pc:picChg chg="add mod">
          <ac:chgData name="Dr Gaurav Sushant" userId="ea0695df9e5e2b13" providerId="LiveId" clId="{4F9DFECB-EFE2-441D-8277-760C1063BCDA}" dt="2024-05-15T18:29:58.801" v="632" actId="1076"/>
          <ac:picMkLst>
            <pc:docMk/>
            <pc:sldMk cId="3810137794" sldId="344"/>
            <ac:picMk id="19460" creationId="{2E857C89-6199-FACD-CCDA-CB4E37675C10}"/>
          </ac:picMkLst>
        </pc:picChg>
      </pc:sldChg>
      <pc:sldChg chg="addSp delSp modSp add mod modAnim">
        <pc:chgData name="Dr Gaurav Sushant" userId="ea0695df9e5e2b13" providerId="LiveId" clId="{4F9DFECB-EFE2-441D-8277-760C1063BCDA}" dt="2024-05-15T18:29:42.929" v="629" actId="14100"/>
        <pc:sldMkLst>
          <pc:docMk/>
          <pc:sldMk cId="2699381726" sldId="345"/>
        </pc:sldMkLst>
        <pc:spChg chg="mod">
          <ac:chgData name="Dr Gaurav Sushant" userId="ea0695df9e5e2b13" providerId="LiveId" clId="{4F9DFECB-EFE2-441D-8277-760C1063BCDA}" dt="2024-05-15T18:17:51.047" v="578" actId="20577"/>
          <ac:spMkLst>
            <pc:docMk/>
            <pc:sldMk cId="2699381726" sldId="345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29:42.929" v="629" actId="14100"/>
          <ac:spMkLst>
            <pc:docMk/>
            <pc:sldMk cId="2699381726" sldId="345"/>
            <ac:spMk id="4" creationId="{582E3BE5-9BAF-06BA-4AF9-56EB6F310396}"/>
          </ac:spMkLst>
        </pc:spChg>
        <pc:picChg chg="add mod">
          <ac:chgData name="Dr Gaurav Sushant" userId="ea0695df9e5e2b13" providerId="LiveId" clId="{4F9DFECB-EFE2-441D-8277-760C1063BCDA}" dt="2024-05-15T18:22:18.511" v="605" actId="1076"/>
          <ac:picMkLst>
            <pc:docMk/>
            <pc:sldMk cId="2699381726" sldId="345"/>
            <ac:picMk id="3" creationId="{65C89868-A143-D2BF-6AAA-DD922519AA49}"/>
          </ac:picMkLst>
        </pc:picChg>
        <pc:picChg chg="del">
          <ac:chgData name="Dr Gaurav Sushant" userId="ea0695df9e5e2b13" providerId="LiveId" clId="{4F9DFECB-EFE2-441D-8277-760C1063BCDA}" dt="2024-05-15T18:17:53.548" v="579" actId="478"/>
          <ac:picMkLst>
            <pc:docMk/>
            <pc:sldMk cId="2699381726" sldId="345"/>
            <ac:picMk id="19458" creationId="{98C57C52-60A4-5666-8013-F1CDBA686D38}"/>
          </ac:picMkLst>
        </pc:picChg>
        <pc:picChg chg="del">
          <ac:chgData name="Dr Gaurav Sushant" userId="ea0695df9e5e2b13" providerId="LiveId" clId="{4F9DFECB-EFE2-441D-8277-760C1063BCDA}" dt="2024-05-15T18:19:51.686" v="594" actId="478"/>
          <ac:picMkLst>
            <pc:docMk/>
            <pc:sldMk cId="2699381726" sldId="345"/>
            <ac:picMk id="19460" creationId="{2E857C89-6199-FACD-CCDA-CB4E37675C10}"/>
          </ac:picMkLst>
        </pc:picChg>
        <pc:picChg chg="add mod">
          <ac:chgData name="Dr Gaurav Sushant" userId="ea0695df9e5e2b13" providerId="LiveId" clId="{4F9DFECB-EFE2-441D-8277-760C1063BCDA}" dt="2024-05-15T18:20:32.319" v="599" actId="1076"/>
          <ac:picMkLst>
            <pc:docMk/>
            <pc:sldMk cId="2699381726" sldId="345"/>
            <ac:picMk id="20482" creationId="{04DEEA82-C1F6-5636-CE9E-752882F79B70}"/>
          </ac:picMkLst>
        </pc:picChg>
      </pc:sldChg>
      <pc:sldChg chg="addSp delSp modSp add mod">
        <pc:chgData name="Dr Gaurav Sushant" userId="ea0695df9e5e2b13" providerId="LiveId" clId="{4F9DFECB-EFE2-441D-8277-760C1063BCDA}" dt="2024-05-15T18:29:27.169" v="627" actId="255"/>
        <pc:sldMkLst>
          <pc:docMk/>
          <pc:sldMk cId="2399839693" sldId="346"/>
        </pc:sldMkLst>
        <pc:spChg chg="mod">
          <ac:chgData name="Dr Gaurav Sushant" userId="ea0695df9e5e2b13" providerId="LiveId" clId="{4F9DFECB-EFE2-441D-8277-760C1063BCDA}" dt="2024-05-15T18:22:57.986" v="608" actId="27636"/>
          <ac:spMkLst>
            <pc:docMk/>
            <pc:sldMk cId="2399839693" sldId="346"/>
            <ac:spMk id="2" creationId="{84F73E1D-EA0F-BE34-9DDB-522D8E1C9E67}"/>
          </ac:spMkLst>
        </pc:spChg>
        <pc:spChg chg="mod">
          <ac:chgData name="Dr Gaurav Sushant" userId="ea0695df9e5e2b13" providerId="LiveId" clId="{4F9DFECB-EFE2-441D-8277-760C1063BCDA}" dt="2024-05-15T18:29:27.169" v="627" actId="255"/>
          <ac:spMkLst>
            <pc:docMk/>
            <pc:sldMk cId="2399839693" sldId="346"/>
            <ac:spMk id="4" creationId="{582E3BE5-9BAF-06BA-4AF9-56EB6F310396}"/>
          </ac:spMkLst>
        </pc:spChg>
        <pc:picChg chg="del">
          <ac:chgData name="Dr Gaurav Sushant" userId="ea0695df9e5e2b13" providerId="LiveId" clId="{4F9DFECB-EFE2-441D-8277-760C1063BCDA}" dt="2024-05-15T18:23:17.522" v="610" actId="478"/>
          <ac:picMkLst>
            <pc:docMk/>
            <pc:sldMk cId="2399839693" sldId="346"/>
            <ac:picMk id="3" creationId="{65C89868-A143-D2BF-6AAA-DD922519AA49}"/>
          </ac:picMkLst>
        </pc:picChg>
        <pc:picChg chg="add mod">
          <ac:chgData name="Dr Gaurav Sushant" userId="ea0695df9e5e2b13" providerId="LiveId" clId="{4F9DFECB-EFE2-441D-8277-760C1063BCDA}" dt="2024-05-15T18:28:04.810" v="619"/>
          <ac:picMkLst>
            <pc:docMk/>
            <pc:sldMk cId="2399839693" sldId="346"/>
            <ac:picMk id="21506" creationId="{AA412D8E-CD34-A8B7-90DC-A22BC3F67DF3}"/>
          </ac:picMkLst>
        </pc:picChg>
      </pc:sldChg>
    </pc:docChg>
  </pc:docChgLst>
  <pc:docChgLst>
    <pc:chgData name="Dr Gaurav Sushant" userId="ea0695df9e5e2b13" providerId="LiveId" clId="{C1B9C0A7-9652-4F1C-A17B-7541857E360D}"/>
    <pc:docChg chg="addSld delSld">
      <pc:chgData name="Dr Gaurav Sushant" userId="ea0695df9e5e2b13" providerId="LiveId" clId="{C1B9C0A7-9652-4F1C-A17B-7541857E360D}" dt="2024-08-07T04:35:32.223" v="10" actId="47"/>
      <pc:docMkLst>
        <pc:docMk/>
      </pc:docMkLst>
      <pc:sldChg chg="del">
        <pc:chgData name="Dr Gaurav Sushant" userId="ea0695df9e5e2b13" providerId="LiveId" clId="{C1B9C0A7-9652-4F1C-A17B-7541857E360D}" dt="2024-08-06T06:08:03.527" v="8" actId="47"/>
        <pc:sldMkLst>
          <pc:docMk/>
          <pc:sldMk cId="0" sldId="302"/>
        </pc:sldMkLst>
      </pc:sldChg>
      <pc:sldChg chg="del">
        <pc:chgData name="Dr Gaurav Sushant" userId="ea0695df9e5e2b13" providerId="LiveId" clId="{C1B9C0A7-9652-4F1C-A17B-7541857E360D}" dt="2024-08-06T06:07:48.283" v="0" actId="47"/>
        <pc:sldMkLst>
          <pc:docMk/>
          <pc:sldMk cId="3981992409" sldId="317"/>
        </pc:sldMkLst>
      </pc:sldChg>
      <pc:sldChg chg="del">
        <pc:chgData name="Dr Gaurav Sushant" userId="ea0695df9e5e2b13" providerId="LiveId" clId="{C1B9C0A7-9652-4F1C-A17B-7541857E360D}" dt="2024-08-06T06:07:49.449" v="1" actId="47"/>
        <pc:sldMkLst>
          <pc:docMk/>
          <pc:sldMk cId="3142713533" sldId="319"/>
        </pc:sldMkLst>
      </pc:sldChg>
      <pc:sldChg chg="del">
        <pc:chgData name="Dr Gaurav Sushant" userId="ea0695df9e5e2b13" providerId="LiveId" clId="{C1B9C0A7-9652-4F1C-A17B-7541857E360D}" dt="2024-08-06T06:07:50.469" v="2" actId="47"/>
        <pc:sldMkLst>
          <pc:docMk/>
          <pc:sldMk cId="3029162061" sldId="320"/>
        </pc:sldMkLst>
      </pc:sldChg>
      <pc:sldChg chg="del">
        <pc:chgData name="Dr Gaurav Sushant" userId="ea0695df9e5e2b13" providerId="LiveId" clId="{C1B9C0A7-9652-4F1C-A17B-7541857E360D}" dt="2024-08-06T06:07:51.944" v="3" actId="47"/>
        <pc:sldMkLst>
          <pc:docMk/>
          <pc:sldMk cId="1639927765" sldId="321"/>
        </pc:sldMkLst>
      </pc:sldChg>
      <pc:sldChg chg="del">
        <pc:chgData name="Dr Gaurav Sushant" userId="ea0695df9e5e2b13" providerId="LiveId" clId="{C1B9C0A7-9652-4F1C-A17B-7541857E360D}" dt="2024-08-06T06:07:53.073" v="4" actId="47"/>
        <pc:sldMkLst>
          <pc:docMk/>
          <pc:sldMk cId="1991278942" sldId="322"/>
        </pc:sldMkLst>
      </pc:sldChg>
      <pc:sldChg chg="del">
        <pc:chgData name="Dr Gaurav Sushant" userId="ea0695df9e5e2b13" providerId="LiveId" clId="{C1B9C0A7-9652-4F1C-A17B-7541857E360D}" dt="2024-08-06T06:07:55.185" v="5" actId="47"/>
        <pc:sldMkLst>
          <pc:docMk/>
          <pc:sldMk cId="3821321728" sldId="323"/>
        </pc:sldMkLst>
      </pc:sldChg>
      <pc:sldChg chg="del">
        <pc:chgData name="Dr Gaurav Sushant" userId="ea0695df9e5e2b13" providerId="LiveId" clId="{C1B9C0A7-9652-4F1C-A17B-7541857E360D}" dt="2024-08-06T06:07:56.268" v="6" actId="47"/>
        <pc:sldMkLst>
          <pc:docMk/>
          <pc:sldMk cId="3477613246" sldId="324"/>
        </pc:sldMkLst>
      </pc:sldChg>
      <pc:sldChg chg="del">
        <pc:chgData name="Dr Gaurav Sushant" userId="ea0695df9e5e2b13" providerId="LiveId" clId="{C1B9C0A7-9652-4F1C-A17B-7541857E360D}" dt="2024-08-06T06:07:59.428" v="7" actId="47"/>
        <pc:sldMkLst>
          <pc:docMk/>
          <pc:sldMk cId="4184621630" sldId="325"/>
        </pc:sldMkLst>
      </pc:sldChg>
      <pc:sldChg chg="new del">
        <pc:chgData name="Dr Gaurav Sushant" userId="ea0695df9e5e2b13" providerId="LiveId" clId="{C1B9C0A7-9652-4F1C-A17B-7541857E360D}" dt="2024-08-07T04:35:32.223" v="10" actId="47"/>
        <pc:sldMkLst>
          <pc:docMk/>
          <pc:sldMk cId="1392805060" sldId="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8/7/2024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8/7/2024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8/7/2024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8/7/2024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8/7/2024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8/7/2024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8/7/2024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8/7/2024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8/7/2024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8/7/2024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8/7/2024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8/7/2024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E1E1F2E-2113-7722-B971-979D8913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Saludar y Despedirse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71600"/>
            <a:ext cx="2057400" cy="1295400"/>
          </a:xfrm>
        </p:spPr>
        <p:txBody>
          <a:bodyPr>
            <a:normAutofit/>
          </a:bodyPr>
          <a:lstStyle/>
          <a:p>
            <a:r>
              <a:rPr lang="en-US" sz="5000" dirty="0"/>
              <a:t>Hola</a:t>
            </a:r>
          </a:p>
        </p:txBody>
      </p:sp>
      <p:pic>
        <p:nvPicPr>
          <p:cNvPr id="1026" name="Picture 2" descr="Hello Text Free Stock Photo - Public Domain Pictures">
            <a:extLst>
              <a:ext uri="{FF2B5EF4-FFF2-40B4-BE49-F238E27FC236}">
                <a16:creationId xmlns:a16="http://schemas.microsoft.com/office/drawing/2014/main" id="{B5925AF7-0877-7859-C485-D2890B7E1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04800"/>
            <a:ext cx="2519362" cy="251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hild with his arms up&#10;&#10;Description automatically generated">
            <a:extLst>
              <a:ext uri="{FF2B5EF4-FFF2-40B4-BE49-F238E27FC236}">
                <a16:creationId xmlns:a16="http://schemas.microsoft.com/office/drawing/2014/main" id="{668F5194-EAA4-3839-E447-DEA9A1B4E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438400"/>
            <a:ext cx="2147467" cy="358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1" y="381000"/>
            <a:ext cx="48768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Buenos Días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924179" y="533400"/>
            <a:ext cx="4664954" cy="12192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Morning!</a:t>
            </a:r>
            <a:endParaRPr lang="en-US" sz="3300" dirty="0"/>
          </a:p>
        </p:txBody>
      </p:sp>
      <p:pic>
        <p:nvPicPr>
          <p:cNvPr id="2054" name="Picture 6" descr="happy cute little kid boy wake up">
            <a:extLst>
              <a:ext uri="{FF2B5EF4-FFF2-40B4-BE49-F238E27FC236}">
                <a16:creationId xmlns:a16="http://schemas.microsoft.com/office/drawing/2014/main" id="{C86FAD4E-D5D7-1A9C-9FD5-5BAF809AC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421" y="1981200"/>
            <a:ext cx="4702809" cy="350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16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1" y="381000"/>
            <a:ext cx="4876800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Buenas Tardes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705600" y="609600"/>
            <a:ext cx="4664954" cy="16764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afternoon/ Good evening!</a:t>
            </a:r>
            <a:endParaRPr lang="en-US" sz="3300" dirty="0"/>
          </a:p>
        </p:txBody>
      </p:sp>
      <p:pic>
        <p:nvPicPr>
          <p:cNvPr id="3076" name="Picture 4" descr="Noon Cartoon Stock Illustrations, Cliparts and Royalty Free Noon Cartoon  Vectors">
            <a:extLst>
              <a:ext uri="{FF2B5EF4-FFF2-40B4-BE49-F238E27FC236}">
                <a16:creationId xmlns:a16="http://schemas.microsoft.com/office/drawing/2014/main" id="{651A1D45-8569-737F-0285-FA45EB71D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624138"/>
            <a:ext cx="3895726" cy="389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88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0" y="381000"/>
            <a:ext cx="5227179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Buenas Noches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324600" y="1676400"/>
            <a:ext cx="4664954" cy="16764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Night!</a:t>
            </a:r>
            <a:endParaRPr lang="en-US" sz="3300" dirty="0"/>
          </a:p>
        </p:txBody>
      </p:sp>
      <p:pic>
        <p:nvPicPr>
          <p:cNvPr id="4098" name="Picture 2" descr="Cartoon Boy In Bed Images | Free Photos, PNG Stickers, Wallpapers &amp;  Backgrounds - rawpixel">
            <a:extLst>
              <a:ext uri="{FF2B5EF4-FFF2-40B4-BE49-F238E27FC236}">
                <a16:creationId xmlns:a16="http://schemas.microsoft.com/office/drawing/2014/main" id="{6F927068-BC4C-D70E-10AE-BDCA58EA9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700030"/>
            <a:ext cx="5227179" cy="348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07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0" y="381000"/>
            <a:ext cx="5227179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 ¿</a:t>
            </a:r>
            <a:r>
              <a:rPr lang="en-US" sz="5000" dirty="0" err="1"/>
              <a:t>Cómo</a:t>
            </a:r>
            <a:r>
              <a:rPr lang="en-US" sz="5000" dirty="0"/>
              <a:t> </a:t>
            </a:r>
            <a:r>
              <a:rPr lang="en-US" sz="5000" dirty="0" err="1"/>
              <a:t>estás</a:t>
            </a:r>
            <a:r>
              <a:rPr lang="en-US" sz="5000" dirty="0"/>
              <a:t>?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4876799" y="1844980"/>
            <a:ext cx="4114800" cy="1306882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you?</a:t>
            </a:r>
            <a:endParaRPr lang="en-US" sz="3300" dirty="0"/>
          </a:p>
        </p:txBody>
      </p:sp>
      <p:pic>
        <p:nvPicPr>
          <p:cNvPr id="5124" name="Picture 4" descr="Right,wrong,button,thumbs up,thumbs down - free image from needpix.com">
            <a:extLst>
              <a:ext uri="{FF2B5EF4-FFF2-40B4-BE49-F238E27FC236}">
                <a16:creationId xmlns:a16="http://schemas.microsoft.com/office/drawing/2014/main" id="{7C2F1604-019D-8B20-40BE-795E33BCB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197465"/>
            <a:ext cx="2971800" cy="147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Little boy clipart psd. Free | Free PSD - rawpixel">
            <a:extLst>
              <a:ext uri="{FF2B5EF4-FFF2-40B4-BE49-F238E27FC236}">
                <a16:creationId xmlns:a16="http://schemas.microsoft.com/office/drawing/2014/main" id="{BBDEE64E-100E-421C-7FAC-CE3773130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625" y="3352800"/>
            <a:ext cx="2218349" cy="332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12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0" y="381000"/>
            <a:ext cx="5227179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¿Qué </a:t>
            </a:r>
            <a:r>
              <a:rPr lang="en-US" sz="5000" dirty="0" err="1"/>
              <a:t>tal</a:t>
            </a:r>
            <a:r>
              <a:rPr lang="en-US" sz="5000" dirty="0"/>
              <a:t>?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486400" y="1066800"/>
            <a:ext cx="4419599" cy="1306882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How’s it going?</a:t>
            </a:r>
          </a:p>
        </p:txBody>
      </p:sp>
      <p:pic>
        <p:nvPicPr>
          <p:cNvPr id="6146" name="Picture 2" descr="Kids,clipart,cute,design,teacher - free image from needpix.com">
            <a:extLst>
              <a:ext uri="{FF2B5EF4-FFF2-40B4-BE49-F238E27FC236}">
                <a16:creationId xmlns:a16="http://schemas.microsoft.com/office/drawing/2014/main" id="{CC77CBE6-9118-0D61-EB87-0C3A4E41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549" y="2865069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99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0" y="381000"/>
            <a:ext cx="5227179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  ¿Qué pasa?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486400" y="1066800"/>
            <a:ext cx="4419599" cy="1306882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What’s up?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791649FF-59E1-D479-7FFC-7F158B887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237" y="2581687"/>
            <a:ext cx="3870325" cy="372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45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0" y="381000"/>
            <a:ext cx="5227179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(Yo) Estoy bien.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486400" y="1066800"/>
            <a:ext cx="4419599" cy="1306882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well. </a:t>
            </a:r>
          </a:p>
        </p:txBody>
      </p:sp>
      <p:pic>
        <p:nvPicPr>
          <p:cNvPr id="8194" name="Picture 2" descr="Free Excited Emoji Icon - Free Download Sign &amp; Symbols Emoji Icons |  IconScout">
            <a:extLst>
              <a:ext uri="{FF2B5EF4-FFF2-40B4-BE49-F238E27FC236}">
                <a16:creationId xmlns:a16="http://schemas.microsoft.com/office/drawing/2014/main" id="{607D2C2E-B01A-B664-25FA-D4AD2D023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769" y="2286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appy Boy Kid Images | Free Photos, PNG Stickers, Wallpapers &amp; Backgrounds  - rawpixel">
            <a:extLst>
              <a:ext uri="{FF2B5EF4-FFF2-40B4-BE49-F238E27FC236}">
                <a16:creationId xmlns:a16="http://schemas.microsoft.com/office/drawing/2014/main" id="{1DCD3ECB-624F-75F9-BD7E-661FFAFF4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2628900"/>
            <a:ext cx="37338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05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0" y="381000"/>
            <a:ext cx="5227179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(Yo) Estoy mal.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486400" y="1066800"/>
            <a:ext cx="4419599" cy="1306882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bad. </a:t>
            </a:r>
          </a:p>
        </p:txBody>
      </p:sp>
      <p:pic>
        <p:nvPicPr>
          <p:cNvPr id="9218" name="Picture 2" descr="Unhappy Boy by designerjunior on DeviantArt">
            <a:extLst>
              <a:ext uri="{FF2B5EF4-FFF2-40B4-BE49-F238E27FC236}">
                <a16:creationId xmlns:a16="http://schemas.microsoft.com/office/drawing/2014/main" id="{09D27296-CE48-06BB-6FFF-66E27853D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671" y="2468671"/>
            <a:ext cx="2860256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:\Users\mcase\AppData\Local\Microsoft\Windows\Temporary Internet Files\Content.IE5\FT4NHVMN\MC900423165[1].wmf">
            <a:extLst>
              <a:ext uri="{FF2B5EF4-FFF2-40B4-BE49-F238E27FC236}">
                <a16:creationId xmlns:a16="http://schemas.microsoft.com/office/drawing/2014/main" id="{4EA37EDC-5CE5-4723-66DC-BFA89B722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378912"/>
            <a:ext cx="1293813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564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20" y="381000"/>
            <a:ext cx="6065380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(Yo) Estoy </a:t>
            </a:r>
            <a:r>
              <a:rPr lang="en-US" sz="5000" dirty="0" err="1"/>
              <a:t>así-así</a:t>
            </a:r>
            <a:r>
              <a:rPr lang="en-US" sz="5000" dirty="0"/>
              <a:t>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638799" y="1384669"/>
            <a:ext cx="4419599" cy="1306882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so-so. </a:t>
            </a:r>
          </a:p>
        </p:txBody>
      </p:sp>
      <p:pic>
        <p:nvPicPr>
          <p:cNvPr id="10246" name="Picture 6" descr="Adult Boy Student Images | Free Photos, PNG Stickers, Wallpapers &amp;  Backgrounds - rawpixel">
            <a:extLst>
              <a:ext uri="{FF2B5EF4-FFF2-40B4-BE49-F238E27FC236}">
                <a16:creationId xmlns:a16="http://schemas.microsoft.com/office/drawing/2014/main" id="{F1278473-3904-0C1A-617D-D6FBFBFC2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777068"/>
            <a:ext cx="2081212" cy="369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267">
            <a:extLst>
              <a:ext uri="{FF2B5EF4-FFF2-40B4-BE49-F238E27FC236}">
                <a16:creationId xmlns:a16="http://schemas.microsoft.com/office/drawing/2014/main" id="{08679BC3-AFFB-CABB-5373-684F8582A084}"/>
              </a:ext>
            </a:extLst>
          </p:cNvPr>
          <p:cNvGrpSpPr>
            <a:grpSpLocks/>
          </p:cNvGrpSpPr>
          <p:nvPr/>
        </p:nvGrpSpPr>
        <p:grpSpPr bwMode="auto">
          <a:xfrm>
            <a:off x="10486567" y="381000"/>
            <a:ext cx="1293813" cy="1293813"/>
            <a:chOff x="7162800" y="381000"/>
            <a:chExt cx="1293813" cy="1293813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8CAECDBF-0C8C-0F0F-E1FD-307E41C215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162800" y="381000"/>
              <a:ext cx="1293813" cy="1293813"/>
              <a:chOff x="4512" y="240"/>
              <a:chExt cx="815" cy="815"/>
            </a:xfrm>
          </p:grpSpPr>
          <p:sp>
            <p:nvSpPr>
              <p:cNvPr id="10" name="AutoShape 3">
                <a:extLst>
                  <a:ext uri="{FF2B5EF4-FFF2-40B4-BE49-F238E27FC236}">
                    <a16:creationId xmlns:a16="http://schemas.microsoft.com/office/drawing/2014/main" id="{A5CCB397-0863-141F-E91C-755946F1104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4512" y="240"/>
                <a:ext cx="815" cy="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5">
                <a:extLst>
                  <a:ext uri="{FF2B5EF4-FFF2-40B4-BE49-F238E27FC236}">
                    <a16:creationId xmlns:a16="http://schemas.microsoft.com/office/drawing/2014/main" id="{85DF2C8B-9538-252F-5648-331F7B977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2" y="240"/>
                <a:ext cx="815" cy="815"/>
              </a:xfrm>
              <a:custGeom>
                <a:avLst/>
                <a:gdLst>
                  <a:gd name="T0" fmla="*/ 0 w 16300"/>
                  <a:gd name="T1" fmla="*/ 0 h 16300"/>
                  <a:gd name="T2" fmla="*/ 0 w 16300"/>
                  <a:gd name="T3" fmla="*/ 0 h 16300"/>
                  <a:gd name="T4" fmla="*/ 0 w 16300"/>
                  <a:gd name="T5" fmla="*/ 0 h 16300"/>
                  <a:gd name="T6" fmla="*/ 0 w 16300"/>
                  <a:gd name="T7" fmla="*/ 0 h 16300"/>
                  <a:gd name="T8" fmla="*/ 0 w 16300"/>
                  <a:gd name="T9" fmla="*/ 0 h 16300"/>
                  <a:gd name="T10" fmla="*/ 0 w 16300"/>
                  <a:gd name="T11" fmla="*/ 0 h 16300"/>
                  <a:gd name="T12" fmla="*/ 0 w 16300"/>
                  <a:gd name="T13" fmla="*/ 0 h 16300"/>
                  <a:gd name="T14" fmla="*/ 0 w 16300"/>
                  <a:gd name="T15" fmla="*/ 0 h 16300"/>
                  <a:gd name="T16" fmla="*/ 0 w 16300"/>
                  <a:gd name="T17" fmla="*/ 0 h 16300"/>
                  <a:gd name="T18" fmla="*/ 0 w 16300"/>
                  <a:gd name="T19" fmla="*/ 0 h 16300"/>
                  <a:gd name="T20" fmla="*/ 0 w 16300"/>
                  <a:gd name="T21" fmla="*/ 0 h 16300"/>
                  <a:gd name="T22" fmla="*/ 0 w 16300"/>
                  <a:gd name="T23" fmla="*/ 0 h 16300"/>
                  <a:gd name="T24" fmla="*/ 0 w 16300"/>
                  <a:gd name="T25" fmla="*/ 0 h 16300"/>
                  <a:gd name="T26" fmla="*/ 0 w 16300"/>
                  <a:gd name="T27" fmla="*/ 0 h 16300"/>
                  <a:gd name="T28" fmla="*/ 0 w 16300"/>
                  <a:gd name="T29" fmla="*/ 0 h 16300"/>
                  <a:gd name="T30" fmla="*/ 0 w 16300"/>
                  <a:gd name="T31" fmla="*/ 0 h 16300"/>
                  <a:gd name="T32" fmla="*/ 0 w 16300"/>
                  <a:gd name="T33" fmla="*/ 0 h 16300"/>
                  <a:gd name="T34" fmla="*/ 0 w 16300"/>
                  <a:gd name="T35" fmla="*/ 0 h 16300"/>
                  <a:gd name="T36" fmla="*/ 0 w 16300"/>
                  <a:gd name="T37" fmla="*/ 0 h 16300"/>
                  <a:gd name="T38" fmla="*/ 0 w 16300"/>
                  <a:gd name="T39" fmla="*/ 0 h 16300"/>
                  <a:gd name="T40" fmla="*/ 0 w 16300"/>
                  <a:gd name="T41" fmla="*/ 0 h 16300"/>
                  <a:gd name="T42" fmla="*/ 0 w 16300"/>
                  <a:gd name="T43" fmla="*/ 0 h 16300"/>
                  <a:gd name="T44" fmla="*/ 0 w 16300"/>
                  <a:gd name="T45" fmla="*/ 0 h 16300"/>
                  <a:gd name="T46" fmla="*/ 0 w 16300"/>
                  <a:gd name="T47" fmla="*/ 0 h 16300"/>
                  <a:gd name="T48" fmla="*/ 0 w 16300"/>
                  <a:gd name="T49" fmla="*/ 0 h 16300"/>
                  <a:gd name="T50" fmla="*/ 0 w 16300"/>
                  <a:gd name="T51" fmla="*/ 0 h 16300"/>
                  <a:gd name="T52" fmla="*/ 0 w 16300"/>
                  <a:gd name="T53" fmla="*/ 0 h 16300"/>
                  <a:gd name="T54" fmla="*/ 0 w 16300"/>
                  <a:gd name="T55" fmla="*/ 0 h 16300"/>
                  <a:gd name="T56" fmla="*/ 0 w 16300"/>
                  <a:gd name="T57" fmla="*/ 0 h 16300"/>
                  <a:gd name="T58" fmla="*/ 0 w 16300"/>
                  <a:gd name="T59" fmla="*/ 0 h 16300"/>
                  <a:gd name="T60" fmla="*/ 0 w 16300"/>
                  <a:gd name="T61" fmla="*/ 0 h 16300"/>
                  <a:gd name="T62" fmla="*/ 0 w 16300"/>
                  <a:gd name="T63" fmla="*/ 0 h 16300"/>
                  <a:gd name="T64" fmla="*/ 0 w 16300"/>
                  <a:gd name="T65" fmla="*/ 0 h 16300"/>
                  <a:gd name="T66" fmla="*/ 0 w 16300"/>
                  <a:gd name="T67" fmla="*/ 0 h 16300"/>
                  <a:gd name="T68" fmla="*/ 0 w 16300"/>
                  <a:gd name="T69" fmla="*/ 0 h 16300"/>
                  <a:gd name="T70" fmla="*/ 0 w 16300"/>
                  <a:gd name="T71" fmla="*/ 0 h 16300"/>
                  <a:gd name="T72" fmla="*/ 0 w 16300"/>
                  <a:gd name="T73" fmla="*/ 0 h 16300"/>
                  <a:gd name="T74" fmla="*/ 0 w 16300"/>
                  <a:gd name="T75" fmla="*/ 0 h 16300"/>
                  <a:gd name="T76" fmla="*/ 0 w 16300"/>
                  <a:gd name="T77" fmla="*/ 0 h 16300"/>
                  <a:gd name="T78" fmla="*/ 0 w 16300"/>
                  <a:gd name="T79" fmla="*/ 0 h 16300"/>
                  <a:gd name="T80" fmla="*/ 0 w 16300"/>
                  <a:gd name="T81" fmla="*/ 0 h 16300"/>
                  <a:gd name="T82" fmla="*/ 0 w 16300"/>
                  <a:gd name="T83" fmla="*/ 0 h 16300"/>
                  <a:gd name="T84" fmla="*/ 0 w 16300"/>
                  <a:gd name="T85" fmla="*/ 0 h 1630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6300"/>
                  <a:gd name="T130" fmla="*/ 0 h 16300"/>
                  <a:gd name="T131" fmla="*/ 16300 w 16300"/>
                  <a:gd name="T132" fmla="*/ 16300 h 16300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6300" h="16300">
                    <a:moveTo>
                      <a:pt x="16300" y="8150"/>
                    </a:moveTo>
                    <a:lnTo>
                      <a:pt x="16290" y="7730"/>
                    </a:lnTo>
                    <a:lnTo>
                      <a:pt x="16258" y="7316"/>
                    </a:lnTo>
                    <a:lnTo>
                      <a:pt x="16206" y="6907"/>
                    </a:lnTo>
                    <a:lnTo>
                      <a:pt x="16134" y="6506"/>
                    </a:lnTo>
                    <a:lnTo>
                      <a:pt x="16043" y="6111"/>
                    </a:lnTo>
                    <a:lnTo>
                      <a:pt x="15933" y="5724"/>
                    </a:lnTo>
                    <a:lnTo>
                      <a:pt x="15805" y="5345"/>
                    </a:lnTo>
                    <a:lnTo>
                      <a:pt x="15659" y="4976"/>
                    </a:lnTo>
                    <a:lnTo>
                      <a:pt x="15496" y="4614"/>
                    </a:lnTo>
                    <a:lnTo>
                      <a:pt x="15316" y="4262"/>
                    </a:lnTo>
                    <a:lnTo>
                      <a:pt x="15119" y="3921"/>
                    </a:lnTo>
                    <a:lnTo>
                      <a:pt x="14907" y="3591"/>
                    </a:lnTo>
                    <a:lnTo>
                      <a:pt x="14680" y="3271"/>
                    </a:lnTo>
                    <a:lnTo>
                      <a:pt x="14438" y="2964"/>
                    </a:lnTo>
                    <a:lnTo>
                      <a:pt x="14182" y="2668"/>
                    </a:lnTo>
                    <a:lnTo>
                      <a:pt x="13912" y="2385"/>
                    </a:lnTo>
                    <a:lnTo>
                      <a:pt x="13629" y="2115"/>
                    </a:lnTo>
                    <a:lnTo>
                      <a:pt x="13333" y="1859"/>
                    </a:lnTo>
                    <a:lnTo>
                      <a:pt x="13025" y="1618"/>
                    </a:lnTo>
                    <a:lnTo>
                      <a:pt x="12706" y="1391"/>
                    </a:lnTo>
                    <a:lnTo>
                      <a:pt x="12375" y="1179"/>
                    </a:lnTo>
                    <a:lnTo>
                      <a:pt x="12033" y="982"/>
                    </a:lnTo>
                    <a:lnTo>
                      <a:pt x="11682" y="803"/>
                    </a:lnTo>
                    <a:lnTo>
                      <a:pt x="11321" y="640"/>
                    </a:lnTo>
                    <a:lnTo>
                      <a:pt x="10952" y="494"/>
                    </a:lnTo>
                    <a:lnTo>
                      <a:pt x="10573" y="366"/>
                    </a:lnTo>
                    <a:lnTo>
                      <a:pt x="10186" y="257"/>
                    </a:lnTo>
                    <a:lnTo>
                      <a:pt x="9792" y="165"/>
                    </a:lnTo>
                    <a:lnTo>
                      <a:pt x="9391" y="94"/>
                    </a:lnTo>
                    <a:lnTo>
                      <a:pt x="8983" y="42"/>
                    </a:lnTo>
                    <a:lnTo>
                      <a:pt x="8569" y="10"/>
                    </a:lnTo>
                    <a:lnTo>
                      <a:pt x="8150" y="0"/>
                    </a:lnTo>
                    <a:lnTo>
                      <a:pt x="7731" y="10"/>
                    </a:lnTo>
                    <a:lnTo>
                      <a:pt x="7317" y="42"/>
                    </a:lnTo>
                    <a:lnTo>
                      <a:pt x="6909" y="94"/>
                    </a:lnTo>
                    <a:lnTo>
                      <a:pt x="6508" y="165"/>
                    </a:lnTo>
                    <a:lnTo>
                      <a:pt x="6114" y="257"/>
                    </a:lnTo>
                    <a:lnTo>
                      <a:pt x="5727" y="366"/>
                    </a:lnTo>
                    <a:lnTo>
                      <a:pt x="5348" y="494"/>
                    </a:lnTo>
                    <a:lnTo>
                      <a:pt x="4979" y="640"/>
                    </a:lnTo>
                    <a:lnTo>
                      <a:pt x="4618" y="803"/>
                    </a:lnTo>
                    <a:lnTo>
                      <a:pt x="4267" y="982"/>
                    </a:lnTo>
                    <a:lnTo>
                      <a:pt x="3925" y="1179"/>
                    </a:lnTo>
                    <a:lnTo>
                      <a:pt x="3594" y="1391"/>
                    </a:lnTo>
                    <a:lnTo>
                      <a:pt x="3274" y="1618"/>
                    </a:lnTo>
                    <a:lnTo>
                      <a:pt x="2967" y="1859"/>
                    </a:lnTo>
                    <a:lnTo>
                      <a:pt x="2671" y="2115"/>
                    </a:lnTo>
                    <a:lnTo>
                      <a:pt x="2388" y="2385"/>
                    </a:lnTo>
                    <a:lnTo>
                      <a:pt x="2118" y="2668"/>
                    </a:lnTo>
                    <a:lnTo>
                      <a:pt x="1862" y="2964"/>
                    </a:lnTo>
                    <a:lnTo>
                      <a:pt x="1620" y="3271"/>
                    </a:lnTo>
                    <a:lnTo>
                      <a:pt x="1393" y="3591"/>
                    </a:lnTo>
                    <a:lnTo>
                      <a:pt x="1181" y="3921"/>
                    </a:lnTo>
                    <a:lnTo>
                      <a:pt x="984" y="4262"/>
                    </a:lnTo>
                    <a:lnTo>
                      <a:pt x="804" y="4614"/>
                    </a:lnTo>
                    <a:lnTo>
                      <a:pt x="641" y="4976"/>
                    </a:lnTo>
                    <a:lnTo>
                      <a:pt x="495" y="5345"/>
                    </a:lnTo>
                    <a:lnTo>
                      <a:pt x="367" y="5724"/>
                    </a:lnTo>
                    <a:lnTo>
                      <a:pt x="257" y="6111"/>
                    </a:lnTo>
                    <a:lnTo>
                      <a:pt x="166" y="6506"/>
                    </a:lnTo>
                    <a:lnTo>
                      <a:pt x="94" y="6907"/>
                    </a:lnTo>
                    <a:lnTo>
                      <a:pt x="42" y="7316"/>
                    </a:lnTo>
                    <a:lnTo>
                      <a:pt x="10" y="7730"/>
                    </a:lnTo>
                    <a:lnTo>
                      <a:pt x="0" y="8150"/>
                    </a:lnTo>
                    <a:lnTo>
                      <a:pt x="10" y="8569"/>
                    </a:lnTo>
                    <a:lnTo>
                      <a:pt x="42" y="8983"/>
                    </a:lnTo>
                    <a:lnTo>
                      <a:pt x="94" y="9391"/>
                    </a:lnTo>
                    <a:lnTo>
                      <a:pt x="166" y="9792"/>
                    </a:lnTo>
                    <a:lnTo>
                      <a:pt x="257" y="10186"/>
                    </a:lnTo>
                    <a:lnTo>
                      <a:pt x="367" y="10573"/>
                    </a:lnTo>
                    <a:lnTo>
                      <a:pt x="495" y="10952"/>
                    </a:lnTo>
                    <a:lnTo>
                      <a:pt x="641" y="11321"/>
                    </a:lnTo>
                    <a:lnTo>
                      <a:pt x="804" y="11682"/>
                    </a:lnTo>
                    <a:lnTo>
                      <a:pt x="984" y="12033"/>
                    </a:lnTo>
                    <a:lnTo>
                      <a:pt x="1181" y="12375"/>
                    </a:lnTo>
                    <a:lnTo>
                      <a:pt x="1393" y="12706"/>
                    </a:lnTo>
                    <a:lnTo>
                      <a:pt x="1620" y="13026"/>
                    </a:lnTo>
                    <a:lnTo>
                      <a:pt x="1862" y="13333"/>
                    </a:lnTo>
                    <a:lnTo>
                      <a:pt x="2118" y="13629"/>
                    </a:lnTo>
                    <a:lnTo>
                      <a:pt x="2388" y="13912"/>
                    </a:lnTo>
                    <a:lnTo>
                      <a:pt x="2671" y="14182"/>
                    </a:lnTo>
                    <a:lnTo>
                      <a:pt x="2967" y="14438"/>
                    </a:lnTo>
                    <a:lnTo>
                      <a:pt x="3274" y="14680"/>
                    </a:lnTo>
                    <a:lnTo>
                      <a:pt x="3594" y="14907"/>
                    </a:lnTo>
                    <a:lnTo>
                      <a:pt x="3925" y="15119"/>
                    </a:lnTo>
                    <a:lnTo>
                      <a:pt x="4267" y="15316"/>
                    </a:lnTo>
                    <a:lnTo>
                      <a:pt x="4618" y="15496"/>
                    </a:lnTo>
                    <a:lnTo>
                      <a:pt x="4979" y="15659"/>
                    </a:lnTo>
                    <a:lnTo>
                      <a:pt x="5348" y="15805"/>
                    </a:lnTo>
                    <a:lnTo>
                      <a:pt x="5727" y="15933"/>
                    </a:lnTo>
                    <a:lnTo>
                      <a:pt x="6114" y="16043"/>
                    </a:lnTo>
                    <a:lnTo>
                      <a:pt x="6508" y="16134"/>
                    </a:lnTo>
                    <a:lnTo>
                      <a:pt x="6909" y="16206"/>
                    </a:lnTo>
                    <a:lnTo>
                      <a:pt x="7317" y="16258"/>
                    </a:lnTo>
                    <a:lnTo>
                      <a:pt x="7731" y="16290"/>
                    </a:lnTo>
                    <a:lnTo>
                      <a:pt x="8150" y="16300"/>
                    </a:lnTo>
                    <a:lnTo>
                      <a:pt x="8569" y="16290"/>
                    </a:lnTo>
                    <a:lnTo>
                      <a:pt x="8983" y="16258"/>
                    </a:lnTo>
                    <a:lnTo>
                      <a:pt x="9391" y="16206"/>
                    </a:lnTo>
                    <a:lnTo>
                      <a:pt x="9792" y="16134"/>
                    </a:lnTo>
                    <a:lnTo>
                      <a:pt x="10186" y="16043"/>
                    </a:lnTo>
                    <a:lnTo>
                      <a:pt x="10573" y="15933"/>
                    </a:lnTo>
                    <a:lnTo>
                      <a:pt x="10952" y="15805"/>
                    </a:lnTo>
                    <a:lnTo>
                      <a:pt x="11321" y="15659"/>
                    </a:lnTo>
                    <a:lnTo>
                      <a:pt x="11682" y="15496"/>
                    </a:lnTo>
                    <a:lnTo>
                      <a:pt x="12033" y="15316"/>
                    </a:lnTo>
                    <a:lnTo>
                      <a:pt x="12375" y="15119"/>
                    </a:lnTo>
                    <a:lnTo>
                      <a:pt x="12706" y="14907"/>
                    </a:lnTo>
                    <a:lnTo>
                      <a:pt x="13025" y="14680"/>
                    </a:lnTo>
                    <a:lnTo>
                      <a:pt x="13333" y="14438"/>
                    </a:lnTo>
                    <a:lnTo>
                      <a:pt x="13629" y="14182"/>
                    </a:lnTo>
                    <a:lnTo>
                      <a:pt x="13912" y="13912"/>
                    </a:lnTo>
                    <a:lnTo>
                      <a:pt x="14182" y="13629"/>
                    </a:lnTo>
                    <a:lnTo>
                      <a:pt x="14438" y="13333"/>
                    </a:lnTo>
                    <a:lnTo>
                      <a:pt x="14680" y="13026"/>
                    </a:lnTo>
                    <a:lnTo>
                      <a:pt x="14907" y="12706"/>
                    </a:lnTo>
                    <a:lnTo>
                      <a:pt x="15119" y="12375"/>
                    </a:lnTo>
                    <a:lnTo>
                      <a:pt x="15316" y="12033"/>
                    </a:lnTo>
                    <a:lnTo>
                      <a:pt x="15496" y="11682"/>
                    </a:lnTo>
                    <a:lnTo>
                      <a:pt x="15659" y="11321"/>
                    </a:lnTo>
                    <a:lnTo>
                      <a:pt x="15805" y="10952"/>
                    </a:lnTo>
                    <a:lnTo>
                      <a:pt x="15933" y="10573"/>
                    </a:lnTo>
                    <a:lnTo>
                      <a:pt x="16043" y="10186"/>
                    </a:lnTo>
                    <a:lnTo>
                      <a:pt x="16134" y="9792"/>
                    </a:lnTo>
                    <a:lnTo>
                      <a:pt x="16206" y="9391"/>
                    </a:lnTo>
                    <a:lnTo>
                      <a:pt x="16258" y="8983"/>
                    </a:lnTo>
                    <a:lnTo>
                      <a:pt x="16290" y="8569"/>
                    </a:lnTo>
                    <a:lnTo>
                      <a:pt x="16300" y="8150"/>
                    </a:lnTo>
                    <a:close/>
                  </a:path>
                </a:pathLst>
              </a:custGeom>
              <a:solidFill>
                <a:srgbClr val="FCD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6">
                <a:extLst>
                  <a:ext uri="{FF2B5EF4-FFF2-40B4-BE49-F238E27FC236}">
                    <a16:creationId xmlns:a16="http://schemas.microsoft.com/office/drawing/2014/main" id="{0916620F-33CA-615C-D82E-DE83ADE85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0" y="648"/>
                <a:ext cx="719" cy="359"/>
              </a:xfrm>
              <a:custGeom>
                <a:avLst/>
                <a:gdLst>
                  <a:gd name="T0" fmla="*/ 0 w 14376"/>
                  <a:gd name="T1" fmla="*/ 0 h 7188"/>
                  <a:gd name="T2" fmla="*/ 0 w 14376"/>
                  <a:gd name="T3" fmla="*/ 0 h 7188"/>
                  <a:gd name="T4" fmla="*/ 0 w 14376"/>
                  <a:gd name="T5" fmla="*/ 0 h 7188"/>
                  <a:gd name="T6" fmla="*/ 0 w 14376"/>
                  <a:gd name="T7" fmla="*/ 0 h 7188"/>
                  <a:gd name="T8" fmla="*/ 0 w 14376"/>
                  <a:gd name="T9" fmla="*/ 0 h 7188"/>
                  <a:gd name="T10" fmla="*/ 0 w 14376"/>
                  <a:gd name="T11" fmla="*/ 0 h 7188"/>
                  <a:gd name="T12" fmla="*/ 0 w 14376"/>
                  <a:gd name="T13" fmla="*/ 0 h 7188"/>
                  <a:gd name="T14" fmla="*/ 0 w 14376"/>
                  <a:gd name="T15" fmla="*/ 0 h 7188"/>
                  <a:gd name="T16" fmla="*/ 0 w 14376"/>
                  <a:gd name="T17" fmla="*/ 0 h 7188"/>
                  <a:gd name="T18" fmla="*/ 0 w 14376"/>
                  <a:gd name="T19" fmla="*/ 0 h 7188"/>
                  <a:gd name="T20" fmla="*/ 0 w 14376"/>
                  <a:gd name="T21" fmla="*/ 0 h 7188"/>
                  <a:gd name="T22" fmla="*/ 0 w 14376"/>
                  <a:gd name="T23" fmla="*/ 0 h 7188"/>
                  <a:gd name="T24" fmla="*/ 0 w 14376"/>
                  <a:gd name="T25" fmla="*/ 0 h 7188"/>
                  <a:gd name="T26" fmla="*/ 0 w 14376"/>
                  <a:gd name="T27" fmla="*/ 0 h 7188"/>
                  <a:gd name="T28" fmla="*/ 0 w 14376"/>
                  <a:gd name="T29" fmla="*/ 0 h 7188"/>
                  <a:gd name="T30" fmla="*/ 0 w 14376"/>
                  <a:gd name="T31" fmla="*/ 0 h 7188"/>
                  <a:gd name="T32" fmla="*/ 0 w 14376"/>
                  <a:gd name="T33" fmla="*/ 0 h 7188"/>
                  <a:gd name="T34" fmla="*/ 0 w 14376"/>
                  <a:gd name="T35" fmla="*/ 0 h 7188"/>
                  <a:gd name="T36" fmla="*/ 0 w 14376"/>
                  <a:gd name="T37" fmla="*/ 0 h 7188"/>
                  <a:gd name="T38" fmla="*/ 0 w 14376"/>
                  <a:gd name="T39" fmla="*/ 0 h 7188"/>
                  <a:gd name="T40" fmla="*/ 0 w 14376"/>
                  <a:gd name="T41" fmla="*/ 0 h 7188"/>
                  <a:gd name="T42" fmla="*/ 0 w 14376"/>
                  <a:gd name="T43" fmla="*/ 0 h 7188"/>
                  <a:gd name="T44" fmla="*/ 0 w 14376"/>
                  <a:gd name="T45" fmla="*/ 0 h 7188"/>
                  <a:gd name="T46" fmla="*/ 0 w 14376"/>
                  <a:gd name="T47" fmla="*/ 0 h 7188"/>
                  <a:gd name="T48" fmla="*/ 0 w 14376"/>
                  <a:gd name="T49" fmla="*/ 0 h 7188"/>
                  <a:gd name="T50" fmla="*/ 0 w 14376"/>
                  <a:gd name="T51" fmla="*/ 0 h 7188"/>
                  <a:gd name="T52" fmla="*/ 0 w 14376"/>
                  <a:gd name="T53" fmla="*/ 0 h 7188"/>
                  <a:gd name="T54" fmla="*/ 0 w 14376"/>
                  <a:gd name="T55" fmla="*/ 0 h 7188"/>
                  <a:gd name="T56" fmla="*/ 0 w 14376"/>
                  <a:gd name="T57" fmla="*/ 0 h 7188"/>
                  <a:gd name="T58" fmla="*/ 0 w 14376"/>
                  <a:gd name="T59" fmla="*/ 0 h 7188"/>
                  <a:gd name="T60" fmla="*/ 0 w 14376"/>
                  <a:gd name="T61" fmla="*/ 0 h 7188"/>
                  <a:gd name="T62" fmla="*/ 0 w 14376"/>
                  <a:gd name="T63" fmla="*/ 0 h 7188"/>
                  <a:gd name="T64" fmla="*/ 0 w 14376"/>
                  <a:gd name="T65" fmla="*/ 0 h 7188"/>
                  <a:gd name="T66" fmla="*/ 0 w 14376"/>
                  <a:gd name="T67" fmla="*/ 0 h 7188"/>
                  <a:gd name="T68" fmla="*/ 0 w 14376"/>
                  <a:gd name="T69" fmla="*/ 0 h 7188"/>
                  <a:gd name="T70" fmla="*/ 0 w 14376"/>
                  <a:gd name="T71" fmla="*/ 0 h 7188"/>
                  <a:gd name="T72" fmla="*/ 0 w 14376"/>
                  <a:gd name="T73" fmla="*/ 0 h 7188"/>
                  <a:gd name="T74" fmla="*/ 0 w 14376"/>
                  <a:gd name="T75" fmla="*/ 0 h 7188"/>
                  <a:gd name="T76" fmla="*/ 0 w 14376"/>
                  <a:gd name="T77" fmla="*/ 0 h 7188"/>
                  <a:gd name="T78" fmla="*/ 0 w 14376"/>
                  <a:gd name="T79" fmla="*/ 0 h 7188"/>
                  <a:gd name="T80" fmla="*/ 0 w 14376"/>
                  <a:gd name="T81" fmla="*/ 0 h 7188"/>
                  <a:gd name="T82" fmla="*/ 0 w 14376"/>
                  <a:gd name="T83" fmla="*/ 0 h 7188"/>
                  <a:gd name="T84" fmla="*/ 0 w 14376"/>
                  <a:gd name="T85" fmla="*/ 0 h 718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4376"/>
                  <a:gd name="T130" fmla="*/ 0 h 7188"/>
                  <a:gd name="T131" fmla="*/ 14376 w 14376"/>
                  <a:gd name="T132" fmla="*/ 7188 h 718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4376" h="7188">
                    <a:moveTo>
                      <a:pt x="0" y="0"/>
                    </a:moveTo>
                    <a:lnTo>
                      <a:pt x="9" y="369"/>
                    </a:lnTo>
                    <a:lnTo>
                      <a:pt x="36" y="734"/>
                    </a:lnTo>
                    <a:lnTo>
                      <a:pt x="82" y="1093"/>
                    </a:lnTo>
                    <a:lnTo>
                      <a:pt x="145" y="1447"/>
                    </a:lnTo>
                    <a:lnTo>
                      <a:pt x="226" y="1794"/>
                    </a:lnTo>
                    <a:lnTo>
                      <a:pt x="323" y="2134"/>
                    </a:lnTo>
                    <a:lnTo>
                      <a:pt x="436" y="2468"/>
                    </a:lnTo>
                    <a:lnTo>
                      <a:pt x="565" y="2794"/>
                    </a:lnTo>
                    <a:lnTo>
                      <a:pt x="709" y="3112"/>
                    </a:lnTo>
                    <a:lnTo>
                      <a:pt x="868" y="3422"/>
                    </a:lnTo>
                    <a:lnTo>
                      <a:pt x="1041" y="3724"/>
                    </a:lnTo>
                    <a:lnTo>
                      <a:pt x="1227" y="4015"/>
                    </a:lnTo>
                    <a:lnTo>
                      <a:pt x="1428" y="4297"/>
                    </a:lnTo>
                    <a:lnTo>
                      <a:pt x="1641" y="4569"/>
                    </a:lnTo>
                    <a:lnTo>
                      <a:pt x="1867" y="4830"/>
                    </a:lnTo>
                    <a:lnTo>
                      <a:pt x="2105" y="5079"/>
                    </a:lnTo>
                    <a:lnTo>
                      <a:pt x="2355" y="5318"/>
                    </a:lnTo>
                    <a:lnTo>
                      <a:pt x="2616" y="5544"/>
                    </a:lnTo>
                    <a:lnTo>
                      <a:pt x="2888" y="5758"/>
                    </a:lnTo>
                    <a:lnTo>
                      <a:pt x="3169" y="5959"/>
                    </a:lnTo>
                    <a:lnTo>
                      <a:pt x="3461" y="6145"/>
                    </a:lnTo>
                    <a:lnTo>
                      <a:pt x="3762" y="6319"/>
                    </a:lnTo>
                    <a:lnTo>
                      <a:pt x="4072" y="6478"/>
                    </a:lnTo>
                    <a:lnTo>
                      <a:pt x="4391" y="6622"/>
                    </a:lnTo>
                    <a:lnTo>
                      <a:pt x="4717" y="6751"/>
                    </a:lnTo>
                    <a:lnTo>
                      <a:pt x="5051" y="6864"/>
                    </a:lnTo>
                    <a:lnTo>
                      <a:pt x="5392" y="6961"/>
                    </a:lnTo>
                    <a:lnTo>
                      <a:pt x="5739" y="7042"/>
                    </a:lnTo>
                    <a:lnTo>
                      <a:pt x="6094" y="7106"/>
                    </a:lnTo>
                    <a:lnTo>
                      <a:pt x="6453" y="7152"/>
                    </a:lnTo>
                    <a:lnTo>
                      <a:pt x="6818" y="7179"/>
                    </a:lnTo>
                    <a:lnTo>
                      <a:pt x="7188" y="7188"/>
                    </a:lnTo>
                    <a:lnTo>
                      <a:pt x="7558" y="7179"/>
                    </a:lnTo>
                    <a:lnTo>
                      <a:pt x="7923" y="7152"/>
                    </a:lnTo>
                    <a:lnTo>
                      <a:pt x="8282" y="7106"/>
                    </a:lnTo>
                    <a:lnTo>
                      <a:pt x="8637" y="7042"/>
                    </a:lnTo>
                    <a:lnTo>
                      <a:pt x="8984" y="6961"/>
                    </a:lnTo>
                    <a:lnTo>
                      <a:pt x="9325" y="6864"/>
                    </a:lnTo>
                    <a:lnTo>
                      <a:pt x="9659" y="6751"/>
                    </a:lnTo>
                    <a:lnTo>
                      <a:pt x="9985" y="6622"/>
                    </a:lnTo>
                    <a:lnTo>
                      <a:pt x="10304" y="6478"/>
                    </a:lnTo>
                    <a:lnTo>
                      <a:pt x="10614" y="6319"/>
                    </a:lnTo>
                    <a:lnTo>
                      <a:pt x="10915" y="6145"/>
                    </a:lnTo>
                    <a:lnTo>
                      <a:pt x="11207" y="5959"/>
                    </a:lnTo>
                    <a:lnTo>
                      <a:pt x="11488" y="5758"/>
                    </a:lnTo>
                    <a:lnTo>
                      <a:pt x="11760" y="5544"/>
                    </a:lnTo>
                    <a:lnTo>
                      <a:pt x="12021" y="5318"/>
                    </a:lnTo>
                    <a:lnTo>
                      <a:pt x="12271" y="5079"/>
                    </a:lnTo>
                    <a:lnTo>
                      <a:pt x="12509" y="4830"/>
                    </a:lnTo>
                    <a:lnTo>
                      <a:pt x="12734" y="4569"/>
                    </a:lnTo>
                    <a:lnTo>
                      <a:pt x="12948" y="4297"/>
                    </a:lnTo>
                    <a:lnTo>
                      <a:pt x="13149" y="4015"/>
                    </a:lnTo>
                    <a:lnTo>
                      <a:pt x="13335" y="3724"/>
                    </a:lnTo>
                    <a:lnTo>
                      <a:pt x="13508" y="3422"/>
                    </a:lnTo>
                    <a:lnTo>
                      <a:pt x="13667" y="3112"/>
                    </a:lnTo>
                    <a:lnTo>
                      <a:pt x="13811" y="2794"/>
                    </a:lnTo>
                    <a:lnTo>
                      <a:pt x="13940" y="2468"/>
                    </a:lnTo>
                    <a:lnTo>
                      <a:pt x="14053" y="2134"/>
                    </a:lnTo>
                    <a:lnTo>
                      <a:pt x="14150" y="1794"/>
                    </a:lnTo>
                    <a:lnTo>
                      <a:pt x="14231" y="1447"/>
                    </a:lnTo>
                    <a:lnTo>
                      <a:pt x="14294" y="1093"/>
                    </a:lnTo>
                    <a:lnTo>
                      <a:pt x="14340" y="734"/>
                    </a:lnTo>
                    <a:lnTo>
                      <a:pt x="14367" y="369"/>
                    </a:lnTo>
                    <a:lnTo>
                      <a:pt x="14376" y="0"/>
                    </a:lnTo>
                    <a:lnTo>
                      <a:pt x="14375" y="15"/>
                    </a:lnTo>
                    <a:lnTo>
                      <a:pt x="14372" y="58"/>
                    </a:lnTo>
                    <a:lnTo>
                      <a:pt x="14366" y="127"/>
                    </a:lnTo>
                    <a:lnTo>
                      <a:pt x="14355" y="221"/>
                    </a:lnTo>
                    <a:lnTo>
                      <a:pt x="14338" y="337"/>
                    </a:lnTo>
                    <a:lnTo>
                      <a:pt x="14313" y="475"/>
                    </a:lnTo>
                    <a:lnTo>
                      <a:pt x="14281" y="631"/>
                    </a:lnTo>
                    <a:lnTo>
                      <a:pt x="14238" y="804"/>
                    </a:lnTo>
                    <a:lnTo>
                      <a:pt x="14185" y="991"/>
                    </a:lnTo>
                    <a:lnTo>
                      <a:pt x="14121" y="1193"/>
                    </a:lnTo>
                    <a:lnTo>
                      <a:pt x="14042" y="1405"/>
                    </a:lnTo>
                    <a:lnTo>
                      <a:pt x="13949" y="1627"/>
                    </a:lnTo>
                    <a:lnTo>
                      <a:pt x="13841" y="1857"/>
                    </a:lnTo>
                    <a:lnTo>
                      <a:pt x="13716" y="2091"/>
                    </a:lnTo>
                    <a:lnTo>
                      <a:pt x="13574" y="2331"/>
                    </a:lnTo>
                    <a:lnTo>
                      <a:pt x="13412" y="2571"/>
                    </a:lnTo>
                    <a:lnTo>
                      <a:pt x="13229" y="2812"/>
                    </a:lnTo>
                    <a:lnTo>
                      <a:pt x="13024" y="3051"/>
                    </a:lnTo>
                    <a:lnTo>
                      <a:pt x="12798" y="3286"/>
                    </a:lnTo>
                    <a:lnTo>
                      <a:pt x="12547" y="3516"/>
                    </a:lnTo>
                    <a:lnTo>
                      <a:pt x="12271" y="3738"/>
                    </a:lnTo>
                    <a:lnTo>
                      <a:pt x="11968" y="3950"/>
                    </a:lnTo>
                    <a:lnTo>
                      <a:pt x="11638" y="4151"/>
                    </a:lnTo>
                    <a:lnTo>
                      <a:pt x="11278" y="4339"/>
                    </a:lnTo>
                    <a:lnTo>
                      <a:pt x="10889" y="4512"/>
                    </a:lnTo>
                    <a:lnTo>
                      <a:pt x="10468" y="4668"/>
                    </a:lnTo>
                    <a:lnTo>
                      <a:pt x="10015" y="4805"/>
                    </a:lnTo>
                    <a:lnTo>
                      <a:pt x="9529" y="4922"/>
                    </a:lnTo>
                    <a:lnTo>
                      <a:pt x="9007" y="5015"/>
                    </a:lnTo>
                    <a:lnTo>
                      <a:pt x="8449" y="5085"/>
                    </a:lnTo>
                    <a:lnTo>
                      <a:pt x="7854" y="5128"/>
                    </a:lnTo>
                    <a:lnTo>
                      <a:pt x="7221" y="5143"/>
                    </a:lnTo>
                    <a:lnTo>
                      <a:pt x="6587" y="5128"/>
                    </a:lnTo>
                    <a:lnTo>
                      <a:pt x="5991" y="5085"/>
                    </a:lnTo>
                    <a:lnTo>
                      <a:pt x="5433" y="5015"/>
                    </a:lnTo>
                    <a:lnTo>
                      <a:pt x="4910" y="4922"/>
                    </a:lnTo>
                    <a:lnTo>
                      <a:pt x="4421" y="4805"/>
                    </a:lnTo>
                    <a:lnTo>
                      <a:pt x="3967" y="4668"/>
                    </a:lnTo>
                    <a:lnTo>
                      <a:pt x="3544" y="4512"/>
                    </a:lnTo>
                    <a:lnTo>
                      <a:pt x="3153" y="4339"/>
                    </a:lnTo>
                    <a:lnTo>
                      <a:pt x="2791" y="4151"/>
                    </a:lnTo>
                    <a:lnTo>
                      <a:pt x="2458" y="3950"/>
                    </a:lnTo>
                    <a:lnTo>
                      <a:pt x="2152" y="3738"/>
                    </a:lnTo>
                    <a:lnTo>
                      <a:pt x="1873" y="3516"/>
                    </a:lnTo>
                    <a:lnTo>
                      <a:pt x="1620" y="3286"/>
                    </a:lnTo>
                    <a:lnTo>
                      <a:pt x="1389" y="3051"/>
                    </a:lnTo>
                    <a:lnTo>
                      <a:pt x="1182" y="2812"/>
                    </a:lnTo>
                    <a:lnTo>
                      <a:pt x="997" y="2571"/>
                    </a:lnTo>
                    <a:lnTo>
                      <a:pt x="832" y="2331"/>
                    </a:lnTo>
                    <a:lnTo>
                      <a:pt x="686" y="2091"/>
                    </a:lnTo>
                    <a:lnTo>
                      <a:pt x="558" y="1857"/>
                    </a:lnTo>
                    <a:lnTo>
                      <a:pt x="447" y="1627"/>
                    </a:lnTo>
                    <a:lnTo>
                      <a:pt x="352" y="1405"/>
                    </a:lnTo>
                    <a:lnTo>
                      <a:pt x="271" y="1193"/>
                    </a:lnTo>
                    <a:lnTo>
                      <a:pt x="203" y="991"/>
                    </a:lnTo>
                    <a:lnTo>
                      <a:pt x="148" y="804"/>
                    </a:lnTo>
                    <a:lnTo>
                      <a:pt x="104" y="631"/>
                    </a:lnTo>
                    <a:lnTo>
                      <a:pt x="69" y="475"/>
                    </a:lnTo>
                    <a:lnTo>
                      <a:pt x="42" y="337"/>
                    </a:lnTo>
                    <a:lnTo>
                      <a:pt x="24" y="221"/>
                    </a:lnTo>
                    <a:lnTo>
                      <a:pt x="12" y="127"/>
                    </a:lnTo>
                    <a:lnTo>
                      <a:pt x="4" y="58"/>
                    </a:lnTo>
                    <a:lnTo>
                      <a:pt x="1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05C1B42C-B068-7748-EA8D-62F1F1B3C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506"/>
                <a:ext cx="83" cy="96"/>
              </a:xfrm>
              <a:custGeom>
                <a:avLst/>
                <a:gdLst>
                  <a:gd name="T0" fmla="*/ 0 w 1663"/>
                  <a:gd name="T1" fmla="*/ 0 h 1925"/>
                  <a:gd name="T2" fmla="*/ 0 w 1663"/>
                  <a:gd name="T3" fmla="*/ 0 h 1925"/>
                  <a:gd name="T4" fmla="*/ 0 w 1663"/>
                  <a:gd name="T5" fmla="*/ 0 h 1925"/>
                  <a:gd name="T6" fmla="*/ 0 w 1663"/>
                  <a:gd name="T7" fmla="*/ 0 h 1925"/>
                  <a:gd name="T8" fmla="*/ 0 w 1663"/>
                  <a:gd name="T9" fmla="*/ 0 h 1925"/>
                  <a:gd name="T10" fmla="*/ 0 w 1663"/>
                  <a:gd name="T11" fmla="*/ 0 h 1925"/>
                  <a:gd name="T12" fmla="*/ 0 w 1663"/>
                  <a:gd name="T13" fmla="*/ 0 h 1925"/>
                  <a:gd name="T14" fmla="*/ 0 w 1663"/>
                  <a:gd name="T15" fmla="*/ 0 h 1925"/>
                  <a:gd name="T16" fmla="*/ 0 w 1663"/>
                  <a:gd name="T17" fmla="*/ 0 h 1925"/>
                  <a:gd name="T18" fmla="*/ 0 w 1663"/>
                  <a:gd name="T19" fmla="*/ 0 h 1925"/>
                  <a:gd name="T20" fmla="*/ 0 w 1663"/>
                  <a:gd name="T21" fmla="*/ 0 h 1925"/>
                  <a:gd name="T22" fmla="*/ 0 w 1663"/>
                  <a:gd name="T23" fmla="*/ 0 h 1925"/>
                  <a:gd name="T24" fmla="*/ 0 w 1663"/>
                  <a:gd name="T25" fmla="*/ 0 h 1925"/>
                  <a:gd name="T26" fmla="*/ 0 w 1663"/>
                  <a:gd name="T27" fmla="*/ 0 h 1925"/>
                  <a:gd name="T28" fmla="*/ 0 w 1663"/>
                  <a:gd name="T29" fmla="*/ 0 h 1925"/>
                  <a:gd name="T30" fmla="*/ 0 w 1663"/>
                  <a:gd name="T31" fmla="*/ 0 h 1925"/>
                  <a:gd name="T32" fmla="*/ 0 w 1663"/>
                  <a:gd name="T33" fmla="*/ 0 h 1925"/>
                  <a:gd name="T34" fmla="*/ 0 w 1663"/>
                  <a:gd name="T35" fmla="*/ 0 h 1925"/>
                  <a:gd name="T36" fmla="*/ 0 w 1663"/>
                  <a:gd name="T37" fmla="*/ 0 h 1925"/>
                  <a:gd name="T38" fmla="*/ 0 w 1663"/>
                  <a:gd name="T39" fmla="*/ 0 h 1925"/>
                  <a:gd name="T40" fmla="*/ 0 w 1663"/>
                  <a:gd name="T41" fmla="*/ 0 h 1925"/>
                  <a:gd name="T42" fmla="*/ 0 w 1663"/>
                  <a:gd name="T43" fmla="*/ 0 h 1925"/>
                  <a:gd name="T44" fmla="*/ 0 w 1663"/>
                  <a:gd name="T45" fmla="*/ 0 h 1925"/>
                  <a:gd name="T46" fmla="*/ 0 w 1663"/>
                  <a:gd name="T47" fmla="*/ 0 h 1925"/>
                  <a:gd name="T48" fmla="*/ 0 w 1663"/>
                  <a:gd name="T49" fmla="*/ 0 h 1925"/>
                  <a:gd name="T50" fmla="*/ 0 w 1663"/>
                  <a:gd name="T51" fmla="*/ 0 h 1925"/>
                  <a:gd name="T52" fmla="*/ 0 w 1663"/>
                  <a:gd name="T53" fmla="*/ 0 h 1925"/>
                  <a:gd name="T54" fmla="*/ 0 w 1663"/>
                  <a:gd name="T55" fmla="*/ 0 h 1925"/>
                  <a:gd name="T56" fmla="*/ 0 w 1663"/>
                  <a:gd name="T57" fmla="*/ 0 h 1925"/>
                  <a:gd name="T58" fmla="*/ 0 w 1663"/>
                  <a:gd name="T59" fmla="*/ 0 h 1925"/>
                  <a:gd name="T60" fmla="*/ 0 w 1663"/>
                  <a:gd name="T61" fmla="*/ 0 h 1925"/>
                  <a:gd name="T62" fmla="*/ 0 w 1663"/>
                  <a:gd name="T63" fmla="*/ 0 h 1925"/>
                  <a:gd name="T64" fmla="*/ 0 w 1663"/>
                  <a:gd name="T65" fmla="*/ 0 h 1925"/>
                  <a:gd name="T66" fmla="*/ 0 w 1663"/>
                  <a:gd name="T67" fmla="*/ 0 h 1925"/>
                  <a:gd name="T68" fmla="*/ 0 w 1663"/>
                  <a:gd name="T69" fmla="*/ 0 h 1925"/>
                  <a:gd name="T70" fmla="*/ 0 w 1663"/>
                  <a:gd name="T71" fmla="*/ 0 h 1925"/>
                  <a:gd name="T72" fmla="*/ 0 w 1663"/>
                  <a:gd name="T73" fmla="*/ 0 h 1925"/>
                  <a:gd name="T74" fmla="*/ 0 w 1663"/>
                  <a:gd name="T75" fmla="*/ 0 h 1925"/>
                  <a:gd name="T76" fmla="*/ 0 w 1663"/>
                  <a:gd name="T77" fmla="*/ 0 h 1925"/>
                  <a:gd name="T78" fmla="*/ 0 w 1663"/>
                  <a:gd name="T79" fmla="*/ 0 h 1925"/>
                  <a:gd name="T80" fmla="*/ 0 w 1663"/>
                  <a:gd name="T81" fmla="*/ 0 h 1925"/>
                  <a:gd name="T82" fmla="*/ 0 w 1663"/>
                  <a:gd name="T83" fmla="*/ 0 h 1925"/>
                  <a:gd name="T84" fmla="*/ 0 w 1663"/>
                  <a:gd name="T85" fmla="*/ 0 h 1925"/>
                  <a:gd name="T86" fmla="*/ 0 w 1663"/>
                  <a:gd name="T87" fmla="*/ 0 h 1925"/>
                  <a:gd name="T88" fmla="*/ 0 w 1663"/>
                  <a:gd name="T89" fmla="*/ 0 h 1925"/>
                  <a:gd name="T90" fmla="*/ 0 w 1663"/>
                  <a:gd name="T91" fmla="*/ 0 h 1925"/>
                  <a:gd name="T92" fmla="*/ 0 w 1663"/>
                  <a:gd name="T93" fmla="*/ 0 h 1925"/>
                  <a:gd name="T94" fmla="*/ 0 w 1663"/>
                  <a:gd name="T95" fmla="*/ 0 h 1925"/>
                  <a:gd name="T96" fmla="*/ 0 w 1663"/>
                  <a:gd name="T97" fmla="*/ 0 h 1925"/>
                  <a:gd name="T98" fmla="*/ 0 w 1663"/>
                  <a:gd name="T99" fmla="*/ 0 h 1925"/>
                  <a:gd name="T100" fmla="*/ 0 w 1663"/>
                  <a:gd name="T101" fmla="*/ 0 h 1925"/>
                  <a:gd name="T102" fmla="*/ 0 w 1663"/>
                  <a:gd name="T103" fmla="*/ 0 h 1925"/>
                  <a:gd name="T104" fmla="*/ 0 w 1663"/>
                  <a:gd name="T105" fmla="*/ 0 h 1925"/>
                  <a:gd name="T106" fmla="*/ 0 w 1663"/>
                  <a:gd name="T107" fmla="*/ 0 h 1925"/>
                  <a:gd name="T108" fmla="*/ 0 w 1663"/>
                  <a:gd name="T109" fmla="*/ 0 h 1925"/>
                  <a:gd name="T110" fmla="*/ 0 w 1663"/>
                  <a:gd name="T111" fmla="*/ 0 h 1925"/>
                  <a:gd name="T112" fmla="*/ 0 w 1663"/>
                  <a:gd name="T113" fmla="*/ 0 h 1925"/>
                  <a:gd name="T114" fmla="*/ 0 w 1663"/>
                  <a:gd name="T115" fmla="*/ 0 h 1925"/>
                  <a:gd name="T116" fmla="*/ 0 w 1663"/>
                  <a:gd name="T117" fmla="*/ 0 h 1925"/>
                  <a:gd name="T118" fmla="*/ 0 w 1663"/>
                  <a:gd name="T119" fmla="*/ 0 h 1925"/>
                  <a:gd name="T120" fmla="*/ 0 w 1663"/>
                  <a:gd name="T121" fmla="*/ 0 h 1925"/>
                  <a:gd name="T122" fmla="*/ 0 w 1663"/>
                  <a:gd name="T123" fmla="*/ 0 h 1925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663"/>
                  <a:gd name="T187" fmla="*/ 0 h 1925"/>
                  <a:gd name="T188" fmla="*/ 1663 w 1663"/>
                  <a:gd name="T189" fmla="*/ 1925 h 1925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663" h="1925">
                    <a:moveTo>
                      <a:pt x="1663" y="434"/>
                    </a:moveTo>
                    <a:lnTo>
                      <a:pt x="1662" y="361"/>
                    </a:lnTo>
                    <a:lnTo>
                      <a:pt x="1659" y="294"/>
                    </a:lnTo>
                    <a:lnTo>
                      <a:pt x="1653" y="236"/>
                    </a:lnTo>
                    <a:lnTo>
                      <a:pt x="1646" y="186"/>
                    </a:lnTo>
                    <a:lnTo>
                      <a:pt x="1637" y="143"/>
                    </a:lnTo>
                    <a:lnTo>
                      <a:pt x="1626" y="106"/>
                    </a:lnTo>
                    <a:lnTo>
                      <a:pt x="1613" y="75"/>
                    </a:lnTo>
                    <a:lnTo>
                      <a:pt x="1598" y="50"/>
                    </a:lnTo>
                    <a:lnTo>
                      <a:pt x="1581" y="30"/>
                    </a:lnTo>
                    <a:lnTo>
                      <a:pt x="1564" y="16"/>
                    </a:lnTo>
                    <a:lnTo>
                      <a:pt x="1543" y="7"/>
                    </a:lnTo>
                    <a:lnTo>
                      <a:pt x="1522" y="2"/>
                    </a:lnTo>
                    <a:lnTo>
                      <a:pt x="1499" y="0"/>
                    </a:lnTo>
                    <a:lnTo>
                      <a:pt x="1474" y="3"/>
                    </a:lnTo>
                    <a:lnTo>
                      <a:pt x="1449" y="8"/>
                    </a:lnTo>
                    <a:lnTo>
                      <a:pt x="1421" y="16"/>
                    </a:lnTo>
                    <a:lnTo>
                      <a:pt x="1393" y="27"/>
                    </a:lnTo>
                    <a:lnTo>
                      <a:pt x="1362" y="40"/>
                    </a:lnTo>
                    <a:lnTo>
                      <a:pt x="1331" y="54"/>
                    </a:lnTo>
                    <a:lnTo>
                      <a:pt x="1299" y="70"/>
                    </a:lnTo>
                    <a:lnTo>
                      <a:pt x="1230" y="104"/>
                    </a:lnTo>
                    <a:lnTo>
                      <a:pt x="1157" y="138"/>
                    </a:lnTo>
                    <a:lnTo>
                      <a:pt x="1120" y="155"/>
                    </a:lnTo>
                    <a:lnTo>
                      <a:pt x="1081" y="170"/>
                    </a:lnTo>
                    <a:lnTo>
                      <a:pt x="1041" y="184"/>
                    </a:lnTo>
                    <a:lnTo>
                      <a:pt x="1000" y="197"/>
                    </a:lnTo>
                    <a:lnTo>
                      <a:pt x="959" y="208"/>
                    </a:lnTo>
                    <a:lnTo>
                      <a:pt x="917" y="215"/>
                    </a:lnTo>
                    <a:lnTo>
                      <a:pt x="874" y="220"/>
                    </a:lnTo>
                    <a:lnTo>
                      <a:pt x="831" y="222"/>
                    </a:lnTo>
                    <a:lnTo>
                      <a:pt x="789" y="220"/>
                    </a:lnTo>
                    <a:lnTo>
                      <a:pt x="747" y="215"/>
                    </a:lnTo>
                    <a:lnTo>
                      <a:pt x="705" y="208"/>
                    </a:lnTo>
                    <a:lnTo>
                      <a:pt x="664" y="197"/>
                    </a:lnTo>
                    <a:lnTo>
                      <a:pt x="625" y="184"/>
                    </a:lnTo>
                    <a:lnTo>
                      <a:pt x="585" y="170"/>
                    </a:lnTo>
                    <a:lnTo>
                      <a:pt x="546" y="155"/>
                    </a:lnTo>
                    <a:lnTo>
                      <a:pt x="508" y="138"/>
                    </a:lnTo>
                    <a:lnTo>
                      <a:pt x="436" y="104"/>
                    </a:lnTo>
                    <a:lnTo>
                      <a:pt x="368" y="70"/>
                    </a:lnTo>
                    <a:lnTo>
                      <a:pt x="335" y="54"/>
                    </a:lnTo>
                    <a:lnTo>
                      <a:pt x="304" y="40"/>
                    </a:lnTo>
                    <a:lnTo>
                      <a:pt x="273" y="27"/>
                    </a:lnTo>
                    <a:lnTo>
                      <a:pt x="245" y="16"/>
                    </a:lnTo>
                    <a:lnTo>
                      <a:pt x="217" y="8"/>
                    </a:lnTo>
                    <a:lnTo>
                      <a:pt x="191" y="3"/>
                    </a:lnTo>
                    <a:lnTo>
                      <a:pt x="166" y="0"/>
                    </a:lnTo>
                    <a:lnTo>
                      <a:pt x="143" y="2"/>
                    </a:lnTo>
                    <a:lnTo>
                      <a:pt x="121" y="7"/>
                    </a:lnTo>
                    <a:lnTo>
                      <a:pt x="101" y="16"/>
                    </a:lnTo>
                    <a:lnTo>
                      <a:pt x="83" y="30"/>
                    </a:lnTo>
                    <a:lnTo>
                      <a:pt x="65" y="50"/>
                    </a:lnTo>
                    <a:lnTo>
                      <a:pt x="51" y="75"/>
                    </a:lnTo>
                    <a:lnTo>
                      <a:pt x="38" y="106"/>
                    </a:lnTo>
                    <a:lnTo>
                      <a:pt x="27" y="143"/>
                    </a:lnTo>
                    <a:lnTo>
                      <a:pt x="17" y="186"/>
                    </a:lnTo>
                    <a:lnTo>
                      <a:pt x="9" y="236"/>
                    </a:lnTo>
                    <a:lnTo>
                      <a:pt x="4" y="294"/>
                    </a:lnTo>
                    <a:lnTo>
                      <a:pt x="1" y="361"/>
                    </a:lnTo>
                    <a:lnTo>
                      <a:pt x="0" y="434"/>
                    </a:lnTo>
                    <a:lnTo>
                      <a:pt x="1" y="510"/>
                    </a:lnTo>
                    <a:lnTo>
                      <a:pt x="4" y="587"/>
                    </a:lnTo>
                    <a:lnTo>
                      <a:pt x="9" y="661"/>
                    </a:lnTo>
                    <a:lnTo>
                      <a:pt x="17" y="734"/>
                    </a:lnTo>
                    <a:lnTo>
                      <a:pt x="27" y="807"/>
                    </a:lnTo>
                    <a:lnTo>
                      <a:pt x="38" y="877"/>
                    </a:lnTo>
                    <a:lnTo>
                      <a:pt x="51" y="946"/>
                    </a:lnTo>
                    <a:lnTo>
                      <a:pt x="65" y="1015"/>
                    </a:lnTo>
                    <a:lnTo>
                      <a:pt x="83" y="1081"/>
                    </a:lnTo>
                    <a:lnTo>
                      <a:pt x="101" y="1145"/>
                    </a:lnTo>
                    <a:lnTo>
                      <a:pt x="121" y="1207"/>
                    </a:lnTo>
                    <a:lnTo>
                      <a:pt x="143" y="1267"/>
                    </a:lnTo>
                    <a:lnTo>
                      <a:pt x="166" y="1326"/>
                    </a:lnTo>
                    <a:lnTo>
                      <a:pt x="191" y="1382"/>
                    </a:lnTo>
                    <a:lnTo>
                      <a:pt x="217" y="1436"/>
                    </a:lnTo>
                    <a:lnTo>
                      <a:pt x="245" y="1488"/>
                    </a:lnTo>
                    <a:lnTo>
                      <a:pt x="273" y="1538"/>
                    </a:lnTo>
                    <a:lnTo>
                      <a:pt x="304" y="1585"/>
                    </a:lnTo>
                    <a:lnTo>
                      <a:pt x="335" y="1629"/>
                    </a:lnTo>
                    <a:lnTo>
                      <a:pt x="368" y="1671"/>
                    </a:lnTo>
                    <a:lnTo>
                      <a:pt x="401" y="1709"/>
                    </a:lnTo>
                    <a:lnTo>
                      <a:pt x="436" y="1745"/>
                    </a:lnTo>
                    <a:lnTo>
                      <a:pt x="472" y="1779"/>
                    </a:lnTo>
                    <a:lnTo>
                      <a:pt x="508" y="1808"/>
                    </a:lnTo>
                    <a:lnTo>
                      <a:pt x="546" y="1835"/>
                    </a:lnTo>
                    <a:lnTo>
                      <a:pt x="585" y="1858"/>
                    </a:lnTo>
                    <a:lnTo>
                      <a:pt x="625" y="1878"/>
                    </a:lnTo>
                    <a:lnTo>
                      <a:pt x="664" y="1895"/>
                    </a:lnTo>
                    <a:lnTo>
                      <a:pt x="705" y="1908"/>
                    </a:lnTo>
                    <a:lnTo>
                      <a:pt x="747" y="1917"/>
                    </a:lnTo>
                    <a:lnTo>
                      <a:pt x="789" y="1923"/>
                    </a:lnTo>
                    <a:lnTo>
                      <a:pt x="831" y="1925"/>
                    </a:lnTo>
                    <a:lnTo>
                      <a:pt x="874" y="1923"/>
                    </a:lnTo>
                    <a:lnTo>
                      <a:pt x="917" y="1917"/>
                    </a:lnTo>
                    <a:lnTo>
                      <a:pt x="959" y="1908"/>
                    </a:lnTo>
                    <a:lnTo>
                      <a:pt x="1000" y="1895"/>
                    </a:lnTo>
                    <a:lnTo>
                      <a:pt x="1041" y="1878"/>
                    </a:lnTo>
                    <a:lnTo>
                      <a:pt x="1081" y="1858"/>
                    </a:lnTo>
                    <a:lnTo>
                      <a:pt x="1120" y="1835"/>
                    </a:lnTo>
                    <a:lnTo>
                      <a:pt x="1157" y="1808"/>
                    </a:lnTo>
                    <a:lnTo>
                      <a:pt x="1194" y="1779"/>
                    </a:lnTo>
                    <a:lnTo>
                      <a:pt x="1230" y="1745"/>
                    </a:lnTo>
                    <a:lnTo>
                      <a:pt x="1264" y="1709"/>
                    </a:lnTo>
                    <a:lnTo>
                      <a:pt x="1299" y="1671"/>
                    </a:lnTo>
                    <a:lnTo>
                      <a:pt x="1331" y="1629"/>
                    </a:lnTo>
                    <a:lnTo>
                      <a:pt x="1362" y="1585"/>
                    </a:lnTo>
                    <a:lnTo>
                      <a:pt x="1393" y="1538"/>
                    </a:lnTo>
                    <a:lnTo>
                      <a:pt x="1421" y="1488"/>
                    </a:lnTo>
                    <a:lnTo>
                      <a:pt x="1449" y="1436"/>
                    </a:lnTo>
                    <a:lnTo>
                      <a:pt x="1474" y="1382"/>
                    </a:lnTo>
                    <a:lnTo>
                      <a:pt x="1499" y="1326"/>
                    </a:lnTo>
                    <a:lnTo>
                      <a:pt x="1522" y="1267"/>
                    </a:lnTo>
                    <a:lnTo>
                      <a:pt x="1543" y="1207"/>
                    </a:lnTo>
                    <a:lnTo>
                      <a:pt x="1564" y="1145"/>
                    </a:lnTo>
                    <a:lnTo>
                      <a:pt x="1581" y="1081"/>
                    </a:lnTo>
                    <a:lnTo>
                      <a:pt x="1598" y="1015"/>
                    </a:lnTo>
                    <a:lnTo>
                      <a:pt x="1613" y="946"/>
                    </a:lnTo>
                    <a:lnTo>
                      <a:pt x="1626" y="877"/>
                    </a:lnTo>
                    <a:lnTo>
                      <a:pt x="1637" y="807"/>
                    </a:lnTo>
                    <a:lnTo>
                      <a:pt x="1646" y="734"/>
                    </a:lnTo>
                    <a:lnTo>
                      <a:pt x="1653" y="661"/>
                    </a:lnTo>
                    <a:lnTo>
                      <a:pt x="1659" y="587"/>
                    </a:lnTo>
                    <a:lnTo>
                      <a:pt x="1662" y="510"/>
                    </a:lnTo>
                    <a:lnTo>
                      <a:pt x="1663" y="434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8">
                <a:extLst>
                  <a:ext uri="{FF2B5EF4-FFF2-40B4-BE49-F238E27FC236}">
                    <a16:creationId xmlns:a16="http://schemas.microsoft.com/office/drawing/2014/main" id="{EAC5D1A1-55AD-9ED8-D170-7CEFB89C9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8" y="506"/>
                <a:ext cx="83" cy="96"/>
              </a:xfrm>
              <a:custGeom>
                <a:avLst/>
                <a:gdLst>
                  <a:gd name="T0" fmla="*/ 0 w 1655"/>
                  <a:gd name="T1" fmla="*/ 0 h 1925"/>
                  <a:gd name="T2" fmla="*/ 0 w 1655"/>
                  <a:gd name="T3" fmla="*/ 0 h 1925"/>
                  <a:gd name="T4" fmla="*/ 0 w 1655"/>
                  <a:gd name="T5" fmla="*/ 0 h 1925"/>
                  <a:gd name="T6" fmla="*/ 0 w 1655"/>
                  <a:gd name="T7" fmla="*/ 0 h 1925"/>
                  <a:gd name="T8" fmla="*/ 0 w 1655"/>
                  <a:gd name="T9" fmla="*/ 0 h 1925"/>
                  <a:gd name="T10" fmla="*/ 0 w 1655"/>
                  <a:gd name="T11" fmla="*/ 0 h 1925"/>
                  <a:gd name="T12" fmla="*/ 0 w 1655"/>
                  <a:gd name="T13" fmla="*/ 0 h 1925"/>
                  <a:gd name="T14" fmla="*/ 0 w 1655"/>
                  <a:gd name="T15" fmla="*/ 0 h 1925"/>
                  <a:gd name="T16" fmla="*/ 0 w 1655"/>
                  <a:gd name="T17" fmla="*/ 0 h 1925"/>
                  <a:gd name="T18" fmla="*/ 0 w 1655"/>
                  <a:gd name="T19" fmla="*/ 0 h 1925"/>
                  <a:gd name="T20" fmla="*/ 0 w 1655"/>
                  <a:gd name="T21" fmla="*/ 0 h 1925"/>
                  <a:gd name="T22" fmla="*/ 0 w 1655"/>
                  <a:gd name="T23" fmla="*/ 0 h 1925"/>
                  <a:gd name="T24" fmla="*/ 0 w 1655"/>
                  <a:gd name="T25" fmla="*/ 0 h 1925"/>
                  <a:gd name="T26" fmla="*/ 0 w 1655"/>
                  <a:gd name="T27" fmla="*/ 0 h 1925"/>
                  <a:gd name="T28" fmla="*/ 0 w 1655"/>
                  <a:gd name="T29" fmla="*/ 0 h 1925"/>
                  <a:gd name="T30" fmla="*/ 0 w 1655"/>
                  <a:gd name="T31" fmla="*/ 0 h 1925"/>
                  <a:gd name="T32" fmla="*/ 0 w 1655"/>
                  <a:gd name="T33" fmla="*/ 0 h 1925"/>
                  <a:gd name="T34" fmla="*/ 0 w 1655"/>
                  <a:gd name="T35" fmla="*/ 0 h 1925"/>
                  <a:gd name="T36" fmla="*/ 0 w 1655"/>
                  <a:gd name="T37" fmla="*/ 0 h 1925"/>
                  <a:gd name="T38" fmla="*/ 0 w 1655"/>
                  <a:gd name="T39" fmla="*/ 0 h 1925"/>
                  <a:gd name="T40" fmla="*/ 0 w 1655"/>
                  <a:gd name="T41" fmla="*/ 0 h 1925"/>
                  <a:gd name="T42" fmla="*/ 0 w 1655"/>
                  <a:gd name="T43" fmla="*/ 0 h 1925"/>
                  <a:gd name="T44" fmla="*/ 0 w 1655"/>
                  <a:gd name="T45" fmla="*/ 0 h 1925"/>
                  <a:gd name="T46" fmla="*/ 0 w 1655"/>
                  <a:gd name="T47" fmla="*/ 0 h 1925"/>
                  <a:gd name="T48" fmla="*/ 0 w 1655"/>
                  <a:gd name="T49" fmla="*/ 0 h 1925"/>
                  <a:gd name="T50" fmla="*/ 0 w 1655"/>
                  <a:gd name="T51" fmla="*/ 0 h 1925"/>
                  <a:gd name="T52" fmla="*/ 0 w 1655"/>
                  <a:gd name="T53" fmla="*/ 0 h 1925"/>
                  <a:gd name="T54" fmla="*/ 0 w 1655"/>
                  <a:gd name="T55" fmla="*/ 0 h 1925"/>
                  <a:gd name="T56" fmla="*/ 0 w 1655"/>
                  <a:gd name="T57" fmla="*/ 0 h 1925"/>
                  <a:gd name="T58" fmla="*/ 0 w 1655"/>
                  <a:gd name="T59" fmla="*/ 0 h 1925"/>
                  <a:gd name="T60" fmla="*/ 0 w 1655"/>
                  <a:gd name="T61" fmla="*/ 0 h 1925"/>
                  <a:gd name="T62" fmla="*/ 0 w 1655"/>
                  <a:gd name="T63" fmla="*/ 0 h 1925"/>
                  <a:gd name="T64" fmla="*/ 0 w 1655"/>
                  <a:gd name="T65" fmla="*/ 0 h 1925"/>
                  <a:gd name="T66" fmla="*/ 0 w 1655"/>
                  <a:gd name="T67" fmla="*/ 0 h 1925"/>
                  <a:gd name="T68" fmla="*/ 0 w 1655"/>
                  <a:gd name="T69" fmla="*/ 0 h 1925"/>
                  <a:gd name="T70" fmla="*/ 0 w 1655"/>
                  <a:gd name="T71" fmla="*/ 0 h 1925"/>
                  <a:gd name="T72" fmla="*/ 0 w 1655"/>
                  <a:gd name="T73" fmla="*/ 0 h 1925"/>
                  <a:gd name="T74" fmla="*/ 0 w 1655"/>
                  <a:gd name="T75" fmla="*/ 0 h 1925"/>
                  <a:gd name="T76" fmla="*/ 0 w 1655"/>
                  <a:gd name="T77" fmla="*/ 0 h 1925"/>
                  <a:gd name="T78" fmla="*/ 0 w 1655"/>
                  <a:gd name="T79" fmla="*/ 0 h 1925"/>
                  <a:gd name="T80" fmla="*/ 0 w 1655"/>
                  <a:gd name="T81" fmla="*/ 0 h 1925"/>
                  <a:gd name="T82" fmla="*/ 0 w 1655"/>
                  <a:gd name="T83" fmla="*/ 0 h 1925"/>
                  <a:gd name="T84" fmla="*/ 0 w 1655"/>
                  <a:gd name="T85" fmla="*/ 0 h 1925"/>
                  <a:gd name="T86" fmla="*/ 0 w 1655"/>
                  <a:gd name="T87" fmla="*/ 0 h 1925"/>
                  <a:gd name="T88" fmla="*/ 0 w 1655"/>
                  <a:gd name="T89" fmla="*/ 0 h 1925"/>
                  <a:gd name="T90" fmla="*/ 0 w 1655"/>
                  <a:gd name="T91" fmla="*/ 0 h 1925"/>
                  <a:gd name="T92" fmla="*/ 0 w 1655"/>
                  <a:gd name="T93" fmla="*/ 0 h 1925"/>
                  <a:gd name="T94" fmla="*/ 0 w 1655"/>
                  <a:gd name="T95" fmla="*/ 0 h 1925"/>
                  <a:gd name="T96" fmla="*/ 0 w 1655"/>
                  <a:gd name="T97" fmla="*/ 0 h 1925"/>
                  <a:gd name="T98" fmla="*/ 0 w 1655"/>
                  <a:gd name="T99" fmla="*/ 0 h 1925"/>
                  <a:gd name="T100" fmla="*/ 0 w 1655"/>
                  <a:gd name="T101" fmla="*/ 0 h 1925"/>
                  <a:gd name="T102" fmla="*/ 0 w 1655"/>
                  <a:gd name="T103" fmla="*/ 0 h 1925"/>
                  <a:gd name="T104" fmla="*/ 0 w 1655"/>
                  <a:gd name="T105" fmla="*/ 0 h 1925"/>
                  <a:gd name="T106" fmla="*/ 0 w 1655"/>
                  <a:gd name="T107" fmla="*/ 0 h 1925"/>
                  <a:gd name="T108" fmla="*/ 0 w 1655"/>
                  <a:gd name="T109" fmla="*/ 0 h 1925"/>
                  <a:gd name="T110" fmla="*/ 0 w 1655"/>
                  <a:gd name="T111" fmla="*/ 0 h 1925"/>
                  <a:gd name="T112" fmla="*/ 0 w 1655"/>
                  <a:gd name="T113" fmla="*/ 0 h 1925"/>
                  <a:gd name="T114" fmla="*/ 0 w 1655"/>
                  <a:gd name="T115" fmla="*/ 0 h 1925"/>
                  <a:gd name="T116" fmla="*/ 0 w 1655"/>
                  <a:gd name="T117" fmla="*/ 0 h 1925"/>
                  <a:gd name="T118" fmla="*/ 0 w 1655"/>
                  <a:gd name="T119" fmla="*/ 0 h 1925"/>
                  <a:gd name="T120" fmla="*/ 0 w 1655"/>
                  <a:gd name="T121" fmla="*/ 0 h 1925"/>
                  <a:gd name="T122" fmla="*/ 0 w 1655"/>
                  <a:gd name="T123" fmla="*/ 0 h 1925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655"/>
                  <a:gd name="T187" fmla="*/ 0 h 1925"/>
                  <a:gd name="T188" fmla="*/ 1655 w 1655"/>
                  <a:gd name="T189" fmla="*/ 1925 h 1925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655" h="1925">
                    <a:moveTo>
                      <a:pt x="0" y="434"/>
                    </a:moveTo>
                    <a:lnTo>
                      <a:pt x="1" y="361"/>
                    </a:lnTo>
                    <a:lnTo>
                      <a:pt x="4" y="294"/>
                    </a:lnTo>
                    <a:lnTo>
                      <a:pt x="10" y="236"/>
                    </a:lnTo>
                    <a:lnTo>
                      <a:pt x="17" y="186"/>
                    </a:lnTo>
                    <a:lnTo>
                      <a:pt x="26" y="143"/>
                    </a:lnTo>
                    <a:lnTo>
                      <a:pt x="37" y="106"/>
                    </a:lnTo>
                    <a:lnTo>
                      <a:pt x="50" y="75"/>
                    </a:lnTo>
                    <a:lnTo>
                      <a:pt x="65" y="50"/>
                    </a:lnTo>
                    <a:lnTo>
                      <a:pt x="81" y="30"/>
                    </a:lnTo>
                    <a:lnTo>
                      <a:pt x="99" y="16"/>
                    </a:lnTo>
                    <a:lnTo>
                      <a:pt x="120" y="7"/>
                    </a:lnTo>
                    <a:lnTo>
                      <a:pt x="140" y="2"/>
                    </a:lnTo>
                    <a:lnTo>
                      <a:pt x="163" y="0"/>
                    </a:lnTo>
                    <a:lnTo>
                      <a:pt x="188" y="3"/>
                    </a:lnTo>
                    <a:lnTo>
                      <a:pt x="213" y="8"/>
                    </a:lnTo>
                    <a:lnTo>
                      <a:pt x="241" y="16"/>
                    </a:lnTo>
                    <a:lnTo>
                      <a:pt x="269" y="27"/>
                    </a:lnTo>
                    <a:lnTo>
                      <a:pt x="299" y="40"/>
                    </a:lnTo>
                    <a:lnTo>
                      <a:pt x="330" y="54"/>
                    </a:lnTo>
                    <a:lnTo>
                      <a:pt x="362" y="70"/>
                    </a:lnTo>
                    <a:lnTo>
                      <a:pt x="430" y="104"/>
                    </a:lnTo>
                    <a:lnTo>
                      <a:pt x="503" y="138"/>
                    </a:lnTo>
                    <a:lnTo>
                      <a:pt x="539" y="155"/>
                    </a:lnTo>
                    <a:lnTo>
                      <a:pt x="578" y="170"/>
                    </a:lnTo>
                    <a:lnTo>
                      <a:pt x="617" y="184"/>
                    </a:lnTo>
                    <a:lnTo>
                      <a:pt x="657" y="197"/>
                    </a:lnTo>
                    <a:lnTo>
                      <a:pt x="698" y="208"/>
                    </a:lnTo>
                    <a:lnTo>
                      <a:pt x="739" y="215"/>
                    </a:lnTo>
                    <a:lnTo>
                      <a:pt x="781" y="220"/>
                    </a:lnTo>
                    <a:lnTo>
                      <a:pt x="824" y="222"/>
                    </a:lnTo>
                    <a:lnTo>
                      <a:pt x="866" y="220"/>
                    </a:lnTo>
                    <a:lnTo>
                      <a:pt x="909" y="215"/>
                    </a:lnTo>
                    <a:lnTo>
                      <a:pt x="951" y="208"/>
                    </a:lnTo>
                    <a:lnTo>
                      <a:pt x="993" y="197"/>
                    </a:lnTo>
                    <a:lnTo>
                      <a:pt x="1033" y="184"/>
                    </a:lnTo>
                    <a:lnTo>
                      <a:pt x="1073" y="170"/>
                    </a:lnTo>
                    <a:lnTo>
                      <a:pt x="1112" y="155"/>
                    </a:lnTo>
                    <a:lnTo>
                      <a:pt x="1150" y="138"/>
                    </a:lnTo>
                    <a:lnTo>
                      <a:pt x="1222" y="104"/>
                    </a:lnTo>
                    <a:lnTo>
                      <a:pt x="1291" y="70"/>
                    </a:lnTo>
                    <a:lnTo>
                      <a:pt x="1323" y="54"/>
                    </a:lnTo>
                    <a:lnTo>
                      <a:pt x="1354" y="40"/>
                    </a:lnTo>
                    <a:lnTo>
                      <a:pt x="1385" y="27"/>
                    </a:lnTo>
                    <a:lnTo>
                      <a:pt x="1413" y="16"/>
                    </a:lnTo>
                    <a:lnTo>
                      <a:pt x="1441" y="8"/>
                    </a:lnTo>
                    <a:lnTo>
                      <a:pt x="1466" y="3"/>
                    </a:lnTo>
                    <a:lnTo>
                      <a:pt x="1491" y="0"/>
                    </a:lnTo>
                    <a:lnTo>
                      <a:pt x="1514" y="2"/>
                    </a:lnTo>
                    <a:lnTo>
                      <a:pt x="1536" y="7"/>
                    </a:lnTo>
                    <a:lnTo>
                      <a:pt x="1556" y="16"/>
                    </a:lnTo>
                    <a:lnTo>
                      <a:pt x="1573" y="30"/>
                    </a:lnTo>
                    <a:lnTo>
                      <a:pt x="1591" y="50"/>
                    </a:lnTo>
                    <a:lnTo>
                      <a:pt x="1605" y="75"/>
                    </a:lnTo>
                    <a:lnTo>
                      <a:pt x="1618" y="106"/>
                    </a:lnTo>
                    <a:lnTo>
                      <a:pt x="1629" y="143"/>
                    </a:lnTo>
                    <a:lnTo>
                      <a:pt x="1639" y="186"/>
                    </a:lnTo>
                    <a:lnTo>
                      <a:pt x="1646" y="236"/>
                    </a:lnTo>
                    <a:lnTo>
                      <a:pt x="1651" y="294"/>
                    </a:lnTo>
                    <a:lnTo>
                      <a:pt x="1654" y="361"/>
                    </a:lnTo>
                    <a:lnTo>
                      <a:pt x="1655" y="434"/>
                    </a:lnTo>
                    <a:lnTo>
                      <a:pt x="1654" y="510"/>
                    </a:lnTo>
                    <a:lnTo>
                      <a:pt x="1651" y="587"/>
                    </a:lnTo>
                    <a:lnTo>
                      <a:pt x="1646" y="661"/>
                    </a:lnTo>
                    <a:lnTo>
                      <a:pt x="1639" y="734"/>
                    </a:lnTo>
                    <a:lnTo>
                      <a:pt x="1629" y="807"/>
                    </a:lnTo>
                    <a:lnTo>
                      <a:pt x="1618" y="877"/>
                    </a:lnTo>
                    <a:lnTo>
                      <a:pt x="1605" y="946"/>
                    </a:lnTo>
                    <a:lnTo>
                      <a:pt x="1591" y="1015"/>
                    </a:lnTo>
                    <a:lnTo>
                      <a:pt x="1573" y="1081"/>
                    </a:lnTo>
                    <a:lnTo>
                      <a:pt x="1556" y="1145"/>
                    </a:lnTo>
                    <a:lnTo>
                      <a:pt x="1536" y="1207"/>
                    </a:lnTo>
                    <a:lnTo>
                      <a:pt x="1514" y="1267"/>
                    </a:lnTo>
                    <a:lnTo>
                      <a:pt x="1491" y="1326"/>
                    </a:lnTo>
                    <a:lnTo>
                      <a:pt x="1466" y="1382"/>
                    </a:lnTo>
                    <a:lnTo>
                      <a:pt x="1441" y="1436"/>
                    </a:lnTo>
                    <a:lnTo>
                      <a:pt x="1413" y="1488"/>
                    </a:lnTo>
                    <a:lnTo>
                      <a:pt x="1385" y="1538"/>
                    </a:lnTo>
                    <a:lnTo>
                      <a:pt x="1354" y="1585"/>
                    </a:lnTo>
                    <a:lnTo>
                      <a:pt x="1323" y="1629"/>
                    </a:lnTo>
                    <a:lnTo>
                      <a:pt x="1291" y="1671"/>
                    </a:lnTo>
                    <a:lnTo>
                      <a:pt x="1256" y="1709"/>
                    </a:lnTo>
                    <a:lnTo>
                      <a:pt x="1222" y="1745"/>
                    </a:lnTo>
                    <a:lnTo>
                      <a:pt x="1186" y="1779"/>
                    </a:lnTo>
                    <a:lnTo>
                      <a:pt x="1150" y="1808"/>
                    </a:lnTo>
                    <a:lnTo>
                      <a:pt x="1112" y="1835"/>
                    </a:lnTo>
                    <a:lnTo>
                      <a:pt x="1073" y="1858"/>
                    </a:lnTo>
                    <a:lnTo>
                      <a:pt x="1033" y="1878"/>
                    </a:lnTo>
                    <a:lnTo>
                      <a:pt x="993" y="1895"/>
                    </a:lnTo>
                    <a:lnTo>
                      <a:pt x="951" y="1908"/>
                    </a:lnTo>
                    <a:lnTo>
                      <a:pt x="909" y="1917"/>
                    </a:lnTo>
                    <a:lnTo>
                      <a:pt x="866" y="1923"/>
                    </a:lnTo>
                    <a:lnTo>
                      <a:pt x="824" y="1925"/>
                    </a:lnTo>
                    <a:lnTo>
                      <a:pt x="781" y="1923"/>
                    </a:lnTo>
                    <a:lnTo>
                      <a:pt x="739" y="1917"/>
                    </a:lnTo>
                    <a:lnTo>
                      <a:pt x="698" y="1908"/>
                    </a:lnTo>
                    <a:lnTo>
                      <a:pt x="657" y="1895"/>
                    </a:lnTo>
                    <a:lnTo>
                      <a:pt x="617" y="1878"/>
                    </a:lnTo>
                    <a:lnTo>
                      <a:pt x="578" y="1858"/>
                    </a:lnTo>
                    <a:lnTo>
                      <a:pt x="539" y="1835"/>
                    </a:lnTo>
                    <a:lnTo>
                      <a:pt x="503" y="1808"/>
                    </a:lnTo>
                    <a:lnTo>
                      <a:pt x="466" y="1779"/>
                    </a:lnTo>
                    <a:lnTo>
                      <a:pt x="430" y="1745"/>
                    </a:lnTo>
                    <a:lnTo>
                      <a:pt x="396" y="1709"/>
                    </a:lnTo>
                    <a:lnTo>
                      <a:pt x="362" y="1671"/>
                    </a:lnTo>
                    <a:lnTo>
                      <a:pt x="330" y="1629"/>
                    </a:lnTo>
                    <a:lnTo>
                      <a:pt x="299" y="1585"/>
                    </a:lnTo>
                    <a:lnTo>
                      <a:pt x="269" y="1538"/>
                    </a:lnTo>
                    <a:lnTo>
                      <a:pt x="241" y="1488"/>
                    </a:lnTo>
                    <a:lnTo>
                      <a:pt x="213" y="1436"/>
                    </a:lnTo>
                    <a:lnTo>
                      <a:pt x="188" y="1382"/>
                    </a:lnTo>
                    <a:lnTo>
                      <a:pt x="163" y="1326"/>
                    </a:lnTo>
                    <a:lnTo>
                      <a:pt x="140" y="1267"/>
                    </a:lnTo>
                    <a:lnTo>
                      <a:pt x="120" y="1207"/>
                    </a:lnTo>
                    <a:lnTo>
                      <a:pt x="99" y="1145"/>
                    </a:lnTo>
                    <a:lnTo>
                      <a:pt x="81" y="1081"/>
                    </a:lnTo>
                    <a:lnTo>
                      <a:pt x="65" y="1015"/>
                    </a:lnTo>
                    <a:lnTo>
                      <a:pt x="50" y="946"/>
                    </a:lnTo>
                    <a:lnTo>
                      <a:pt x="37" y="877"/>
                    </a:lnTo>
                    <a:lnTo>
                      <a:pt x="26" y="807"/>
                    </a:lnTo>
                    <a:lnTo>
                      <a:pt x="17" y="734"/>
                    </a:lnTo>
                    <a:lnTo>
                      <a:pt x="10" y="661"/>
                    </a:lnTo>
                    <a:lnTo>
                      <a:pt x="4" y="587"/>
                    </a:lnTo>
                    <a:lnTo>
                      <a:pt x="1" y="510"/>
                    </a:lnTo>
                    <a:lnTo>
                      <a:pt x="0" y="434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8044A62B-D543-AE8A-8DCE-BC8398048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7" y="448"/>
                <a:ext cx="117" cy="40"/>
              </a:xfrm>
              <a:custGeom>
                <a:avLst/>
                <a:gdLst>
                  <a:gd name="T0" fmla="*/ 0 w 2356"/>
                  <a:gd name="T1" fmla="*/ 0 h 788"/>
                  <a:gd name="T2" fmla="*/ 0 w 2356"/>
                  <a:gd name="T3" fmla="*/ 0 h 788"/>
                  <a:gd name="T4" fmla="*/ 0 w 2356"/>
                  <a:gd name="T5" fmla="*/ 0 h 788"/>
                  <a:gd name="T6" fmla="*/ 0 w 2356"/>
                  <a:gd name="T7" fmla="*/ 0 h 788"/>
                  <a:gd name="T8" fmla="*/ 0 w 2356"/>
                  <a:gd name="T9" fmla="*/ 0 h 788"/>
                  <a:gd name="T10" fmla="*/ 0 w 2356"/>
                  <a:gd name="T11" fmla="*/ 0 h 788"/>
                  <a:gd name="T12" fmla="*/ 0 w 2356"/>
                  <a:gd name="T13" fmla="*/ 0 h 788"/>
                  <a:gd name="T14" fmla="*/ 0 w 2356"/>
                  <a:gd name="T15" fmla="*/ 0 h 788"/>
                  <a:gd name="T16" fmla="*/ 0 w 2356"/>
                  <a:gd name="T17" fmla="*/ 0 h 788"/>
                  <a:gd name="T18" fmla="*/ 0 w 2356"/>
                  <a:gd name="T19" fmla="*/ 0 h 788"/>
                  <a:gd name="T20" fmla="*/ 0 w 2356"/>
                  <a:gd name="T21" fmla="*/ 0 h 788"/>
                  <a:gd name="T22" fmla="*/ 0 w 2356"/>
                  <a:gd name="T23" fmla="*/ 0 h 788"/>
                  <a:gd name="T24" fmla="*/ 0 w 2356"/>
                  <a:gd name="T25" fmla="*/ 0 h 788"/>
                  <a:gd name="T26" fmla="*/ 0 w 2356"/>
                  <a:gd name="T27" fmla="*/ 0 h 788"/>
                  <a:gd name="T28" fmla="*/ 0 w 2356"/>
                  <a:gd name="T29" fmla="*/ 0 h 788"/>
                  <a:gd name="T30" fmla="*/ 0 w 2356"/>
                  <a:gd name="T31" fmla="*/ 0 h 788"/>
                  <a:gd name="T32" fmla="*/ 0 w 2356"/>
                  <a:gd name="T33" fmla="*/ 0 h 788"/>
                  <a:gd name="T34" fmla="*/ 0 w 2356"/>
                  <a:gd name="T35" fmla="*/ 0 h 788"/>
                  <a:gd name="T36" fmla="*/ 0 w 2356"/>
                  <a:gd name="T37" fmla="*/ 0 h 788"/>
                  <a:gd name="T38" fmla="*/ 0 w 2356"/>
                  <a:gd name="T39" fmla="*/ 0 h 788"/>
                  <a:gd name="T40" fmla="*/ 0 w 2356"/>
                  <a:gd name="T41" fmla="*/ 0 h 788"/>
                  <a:gd name="T42" fmla="*/ 0 w 2356"/>
                  <a:gd name="T43" fmla="*/ 0 h 788"/>
                  <a:gd name="T44" fmla="*/ 0 w 2356"/>
                  <a:gd name="T45" fmla="*/ 0 h 788"/>
                  <a:gd name="T46" fmla="*/ 0 w 2356"/>
                  <a:gd name="T47" fmla="*/ 0 h 788"/>
                  <a:gd name="T48" fmla="*/ 0 w 2356"/>
                  <a:gd name="T49" fmla="*/ 0 h 788"/>
                  <a:gd name="T50" fmla="*/ 0 w 2356"/>
                  <a:gd name="T51" fmla="*/ 0 h 788"/>
                  <a:gd name="T52" fmla="*/ 0 w 2356"/>
                  <a:gd name="T53" fmla="*/ 0 h 788"/>
                  <a:gd name="T54" fmla="*/ 0 w 2356"/>
                  <a:gd name="T55" fmla="*/ 0 h 788"/>
                  <a:gd name="T56" fmla="*/ 0 w 2356"/>
                  <a:gd name="T57" fmla="*/ 0 h 788"/>
                  <a:gd name="T58" fmla="*/ 0 w 2356"/>
                  <a:gd name="T59" fmla="*/ 0 h 788"/>
                  <a:gd name="T60" fmla="*/ 0 w 2356"/>
                  <a:gd name="T61" fmla="*/ 0 h 788"/>
                  <a:gd name="T62" fmla="*/ 0 w 2356"/>
                  <a:gd name="T63" fmla="*/ 0 h 788"/>
                  <a:gd name="T64" fmla="*/ 0 w 2356"/>
                  <a:gd name="T65" fmla="*/ 0 h 788"/>
                  <a:gd name="T66" fmla="*/ 0 w 2356"/>
                  <a:gd name="T67" fmla="*/ 0 h 788"/>
                  <a:gd name="T68" fmla="*/ 0 w 2356"/>
                  <a:gd name="T69" fmla="*/ 0 h 788"/>
                  <a:gd name="T70" fmla="*/ 0 w 2356"/>
                  <a:gd name="T71" fmla="*/ 0 h 788"/>
                  <a:gd name="T72" fmla="*/ 0 w 2356"/>
                  <a:gd name="T73" fmla="*/ 0 h 788"/>
                  <a:gd name="T74" fmla="*/ 0 w 2356"/>
                  <a:gd name="T75" fmla="*/ 0 h 788"/>
                  <a:gd name="T76" fmla="*/ 0 w 2356"/>
                  <a:gd name="T77" fmla="*/ 0 h 788"/>
                  <a:gd name="T78" fmla="*/ 0 w 2356"/>
                  <a:gd name="T79" fmla="*/ 0 h 788"/>
                  <a:gd name="T80" fmla="*/ 0 w 2356"/>
                  <a:gd name="T81" fmla="*/ 0 h 788"/>
                  <a:gd name="T82" fmla="*/ 0 w 2356"/>
                  <a:gd name="T83" fmla="*/ 0 h 788"/>
                  <a:gd name="T84" fmla="*/ 0 w 2356"/>
                  <a:gd name="T85" fmla="*/ 0 h 788"/>
                  <a:gd name="T86" fmla="*/ 0 w 2356"/>
                  <a:gd name="T87" fmla="*/ 0 h 788"/>
                  <a:gd name="T88" fmla="*/ 0 w 2356"/>
                  <a:gd name="T89" fmla="*/ 0 h 788"/>
                  <a:gd name="T90" fmla="*/ 0 w 2356"/>
                  <a:gd name="T91" fmla="*/ 0 h 788"/>
                  <a:gd name="T92" fmla="*/ 0 w 2356"/>
                  <a:gd name="T93" fmla="*/ 0 h 788"/>
                  <a:gd name="T94" fmla="*/ 0 w 2356"/>
                  <a:gd name="T95" fmla="*/ 0 h 788"/>
                  <a:gd name="T96" fmla="*/ 0 w 2356"/>
                  <a:gd name="T97" fmla="*/ 0 h 788"/>
                  <a:gd name="T98" fmla="*/ 0 w 2356"/>
                  <a:gd name="T99" fmla="*/ 0 h 788"/>
                  <a:gd name="T100" fmla="*/ 0 w 2356"/>
                  <a:gd name="T101" fmla="*/ 0 h 788"/>
                  <a:gd name="T102" fmla="*/ 0 w 2356"/>
                  <a:gd name="T103" fmla="*/ 0 h 788"/>
                  <a:gd name="T104" fmla="*/ 0 w 2356"/>
                  <a:gd name="T105" fmla="*/ 0 h 788"/>
                  <a:gd name="T106" fmla="*/ 0 w 2356"/>
                  <a:gd name="T107" fmla="*/ 0 h 788"/>
                  <a:gd name="T108" fmla="*/ 0 w 2356"/>
                  <a:gd name="T109" fmla="*/ 0 h 788"/>
                  <a:gd name="T110" fmla="*/ 0 w 2356"/>
                  <a:gd name="T111" fmla="*/ 0 h 788"/>
                  <a:gd name="T112" fmla="*/ 0 w 2356"/>
                  <a:gd name="T113" fmla="*/ 0 h 788"/>
                  <a:gd name="T114" fmla="*/ 0 w 2356"/>
                  <a:gd name="T115" fmla="*/ 0 h 788"/>
                  <a:gd name="T116" fmla="*/ 0 w 2356"/>
                  <a:gd name="T117" fmla="*/ 0 h 788"/>
                  <a:gd name="T118" fmla="*/ 0 w 2356"/>
                  <a:gd name="T119" fmla="*/ 0 h 788"/>
                  <a:gd name="T120" fmla="*/ 0 w 2356"/>
                  <a:gd name="T121" fmla="*/ 0 h 788"/>
                  <a:gd name="T122" fmla="*/ 0 w 2356"/>
                  <a:gd name="T123" fmla="*/ 0 h 788"/>
                  <a:gd name="T124" fmla="*/ 0 w 2356"/>
                  <a:gd name="T125" fmla="*/ 0 h 788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2356"/>
                  <a:gd name="T190" fmla="*/ 0 h 788"/>
                  <a:gd name="T191" fmla="*/ 2356 w 2356"/>
                  <a:gd name="T192" fmla="*/ 788 h 788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2356" h="788">
                    <a:moveTo>
                      <a:pt x="2356" y="690"/>
                    </a:moveTo>
                    <a:lnTo>
                      <a:pt x="2324" y="620"/>
                    </a:lnTo>
                    <a:lnTo>
                      <a:pt x="2286" y="552"/>
                    </a:lnTo>
                    <a:lnTo>
                      <a:pt x="2242" y="488"/>
                    </a:lnTo>
                    <a:lnTo>
                      <a:pt x="2190" y="426"/>
                    </a:lnTo>
                    <a:lnTo>
                      <a:pt x="2133" y="367"/>
                    </a:lnTo>
                    <a:lnTo>
                      <a:pt x="2071" y="312"/>
                    </a:lnTo>
                    <a:lnTo>
                      <a:pt x="2003" y="262"/>
                    </a:lnTo>
                    <a:lnTo>
                      <a:pt x="1932" y="214"/>
                    </a:lnTo>
                    <a:lnTo>
                      <a:pt x="1856" y="171"/>
                    </a:lnTo>
                    <a:lnTo>
                      <a:pt x="1776" y="132"/>
                    </a:lnTo>
                    <a:lnTo>
                      <a:pt x="1694" y="99"/>
                    </a:lnTo>
                    <a:lnTo>
                      <a:pt x="1608" y="69"/>
                    </a:lnTo>
                    <a:lnTo>
                      <a:pt x="1520" y="45"/>
                    </a:lnTo>
                    <a:lnTo>
                      <a:pt x="1431" y="25"/>
                    </a:lnTo>
                    <a:lnTo>
                      <a:pt x="1340" y="11"/>
                    </a:lnTo>
                    <a:lnTo>
                      <a:pt x="1248" y="3"/>
                    </a:lnTo>
                    <a:lnTo>
                      <a:pt x="1156" y="0"/>
                    </a:lnTo>
                    <a:lnTo>
                      <a:pt x="1063" y="4"/>
                    </a:lnTo>
                    <a:lnTo>
                      <a:pt x="971" y="13"/>
                    </a:lnTo>
                    <a:lnTo>
                      <a:pt x="880" y="29"/>
                    </a:lnTo>
                    <a:lnTo>
                      <a:pt x="789" y="52"/>
                    </a:lnTo>
                    <a:lnTo>
                      <a:pt x="700" y="80"/>
                    </a:lnTo>
                    <a:lnTo>
                      <a:pt x="614" y="117"/>
                    </a:lnTo>
                    <a:lnTo>
                      <a:pt x="530" y="160"/>
                    </a:lnTo>
                    <a:lnTo>
                      <a:pt x="449" y="211"/>
                    </a:lnTo>
                    <a:lnTo>
                      <a:pt x="371" y="269"/>
                    </a:lnTo>
                    <a:lnTo>
                      <a:pt x="297" y="335"/>
                    </a:lnTo>
                    <a:lnTo>
                      <a:pt x="228" y="408"/>
                    </a:lnTo>
                    <a:lnTo>
                      <a:pt x="162" y="491"/>
                    </a:lnTo>
                    <a:lnTo>
                      <a:pt x="103" y="581"/>
                    </a:lnTo>
                    <a:lnTo>
                      <a:pt x="48" y="680"/>
                    </a:lnTo>
                    <a:lnTo>
                      <a:pt x="0" y="788"/>
                    </a:lnTo>
                    <a:lnTo>
                      <a:pt x="16" y="780"/>
                    </a:lnTo>
                    <a:lnTo>
                      <a:pt x="61" y="757"/>
                    </a:lnTo>
                    <a:lnTo>
                      <a:pt x="92" y="740"/>
                    </a:lnTo>
                    <a:lnTo>
                      <a:pt x="131" y="722"/>
                    </a:lnTo>
                    <a:lnTo>
                      <a:pt x="176" y="702"/>
                    </a:lnTo>
                    <a:lnTo>
                      <a:pt x="227" y="679"/>
                    </a:lnTo>
                    <a:lnTo>
                      <a:pt x="283" y="656"/>
                    </a:lnTo>
                    <a:lnTo>
                      <a:pt x="343" y="631"/>
                    </a:lnTo>
                    <a:lnTo>
                      <a:pt x="409" y="606"/>
                    </a:lnTo>
                    <a:lnTo>
                      <a:pt x="479" y="581"/>
                    </a:lnTo>
                    <a:lnTo>
                      <a:pt x="554" y="557"/>
                    </a:lnTo>
                    <a:lnTo>
                      <a:pt x="632" y="532"/>
                    </a:lnTo>
                    <a:lnTo>
                      <a:pt x="714" y="510"/>
                    </a:lnTo>
                    <a:lnTo>
                      <a:pt x="799" y="489"/>
                    </a:lnTo>
                    <a:lnTo>
                      <a:pt x="887" y="469"/>
                    </a:lnTo>
                    <a:lnTo>
                      <a:pt x="978" y="453"/>
                    </a:lnTo>
                    <a:lnTo>
                      <a:pt x="1071" y="439"/>
                    </a:lnTo>
                    <a:lnTo>
                      <a:pt x="1166" y="428"/>
                    </a:lnTo>
                    <a:lnTo>
                      <a:pt x="1264" y="420"/>
                    </a:lnTo>
                    <a:lnTo>
                      <a:pt x="1361" y="417"/>
                    </a:lnTo>
                    <a:lnTo>
                      <a:pt x="1461" y="418"/>
                    </a:lnTo>
                    <a:lnTo>
                      <a:pt x="1561" y="423"/>
                    </a:lnTo>
                    <a:lnTo>
                      <a:pt x="1662" y="435"/>
                    </a:lnTo>
                    <a:lnTo>
                      <a:pt x="1763" y="451"/>
                    </a:lnTo>
                    <a:lnTo>
                      <a:pt x="1864" y="473"/>
                    </a:lnTo>
                    <a:lnTo>
                      <a:pt x="1965" y="503"/>
                    </a:lnTo>
                    <a:lnTo>
                      <a:pt x="2064" y="539"/>
                    </a:lnTo>
                    <a:lnTo>
                      <a:pt x="2163" y="581"/>
                    </a:lnTo>
                    <a:lnTo>
                      <a:pt x="2260" y="632"/>
                    </a:lnTo>
                    <a:lnTo>
                      <a:pt x="2356" y="690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872A9724-D33E-5A9E-959D-391900983C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5" y="448"/>
                <a:ext cx="117" cy="40"/>
              </a:xfrm>
              <a:custGeom>
                <a:avLst/>
                <a:gdLst>
                  <a:gd name="T0" fmla="*/ 0 w 2347"/>
                  <a:gd name="T1" fmla="*/ 0 h 788"/>
                  <a:gd name="T2" fmla="*/ 0 w 2347"/>
                  <a:gd name="T3" fmla="*/ 0 h 788"/>
                  <a:gd name="T4" fmla="*/ 0 w 2347"/>
                  <a:gd name="T5" fmla="*/ 0 h 788"/>
                  <a:gd name="T6" fmla="*/ 0 w 2347"/>
                  <a:gd name="T7" fmla="*/ 0 h 788"/>
                  <a:gd name="T8" fmla="*/ 0 w 2347"/>
                  <a:gd name="T9" fmla="*/ 0 h 788"/>
                  <a:gd name="T10" fmla="*/ 0 w 2347"/>
                  <a:gd name="T11" fmla="*/ 0 h 788"/>
                  <a:gd name="T12" fmla="*/ 0 w 2347"/>
                  <a:gd name="T13" fmla="*/ 0 h 788"/>
                  <a:gd name="T14" fmla="*/ 0 w 2347"/>
                  <a:gd name="T15" fmla="*/ 0 h 788"/>
                  <a:gd name="T16" fmla="*/ 0 w 2347"/>
                  <a:gd name="T17" fmla="*/ 0 h 788"/>
                  <a:gd name="T18" fmla="*/ 0 w 2347"/>
                  <a:gd name="T19" fmla="*/ 0 h 788"/>
                  <a:gd name="T20" fmla="*/ 0 w 2347"/>
                  <a:gd name="T21" fmla="*/ 0 h 788"/>
                  <a:gd name="T22" fmla="*/ 0 w 2347"/>
                  <a:gd name="T23" fmla="*/ 0 h 788"/>
                  <a:gd name="T24" fmla="*/ 0 w 2347"/>
                  <a:gd name="T25" fmla="*/ 0 h 788"/>
                  <a:gd name="T26" fmla="*/ 0 w 2347"/>
                  <a:gd name="T27" fmla="*/ 0 h 788"/>
                  <a:gd name="T28" fmla="*/ 0 w 2347"/>
                  <a:gd name="T29" fmla="*/ 0 h 788"/>
                  <a:gd name="T30" fmla="*/ 0 w 2347"/>
                  <a:gd name="T31" fmla="*/ 0 h 788"/>
                  <a:gd name="T32" fmla="*/ 0 w 2347"/>
                  <a:gd name="T33" fmla="*/ 0 h 788"/>
                  <a:gd name="T34" fmla="*/ 0 w 2347"/>
                  <a:gd name="T35" fmla="*/ 0 h 788"/>
                  <a:gd name="T36" fmla="*/ 0 w 2347"/>
                  <a:gd name="T37" fmla="*/ 0 h 788"/>
                  <a:gd name="T38" fmla="*/ 0 w 2347"/>
                  <a:gd name="T39" fmla="*/ 0 h 788"/>
                  <a:gd name="T40" fmla="*/ 0 w 2347"/>
                  <a:gd name="T41" fmla="*/ 0 h 788"/>
                  <a:gd name="T42" fmla="*/ 0 w 2347"/>
                  <a:gd name="T43" fmla="*/ 0 h 788"/>
                  <a:gd name="T44" fmla="*/ 0 w 2347"/>
                  <a:gd name="T45" fmla="*/ 0 h 788"/>
                  <a:gd name="T46" fmla="*/ 0 w 2347"/>
                  <a:gd name="T47" fmla="*/ 0 h 788"/>
                  <a:gd name="T48" fmla="*/ 0 w 2347"/>
                  <a:gd name="T49" fmla="*/ 0 h 788"/>
                  <a:gd name="T50" fmla="*/ 0 w 2347"/>
                  <a:gd name="T51" fmla="*/ 0 h 788"/>
                  <a:gd name="T52" fmla="*/ 0 w 2347"/>
                  <a:gd name="T53" fmla="*/ 0 h 788"/>
                  <a:gd name="T54" fmla="*/ 0 w 2347"/>
                  <a:gd name="T55" fmla="*/ 0 h 788"/>
                  <a:gd name="T56" fmla="*/ 0 w 2347"/>
                  <a:gd name="T57" fmla="*/ 0 h 788"/>
                  <a:gd name="T58" fmla="*/ 0 w 2347"/>
                  <a:gd name="T59" fmla="*/ 0 h 788"/>
                  <a:gd name="T60" fmla="*/ 0 w 2347"/>
                  <a:gd name="T61" fmla="*/ 0 h 788"/>
                  <a:gd name="T62" fmla="*/ 0 w 2347"/>
                  <a:gd name="T63" fmla="*/ 0 h 788"/>
                  <a:gd name="T64" fmla="*/ 0 w 2347"/>
                  <a:gd name="T65" fmla="*/ 0 h 788"/>
                  <a:gd name="T66" fmla="*/ 0 w 2347"/>
                  <a:gd name="T67" fmla="*/ 0 h 788"/>
                  <a:gd name="T68" fmla="*/ 0 w 2347"/>
                  <a:gd name="T69" fmla="*/ 0 h 788"/>
                  <a:gd name="T70" fmla="*/ 0 w 2347"/>
                  <a:gd name="T71" fmla="*/ 0 h 788"/>
                  <a:gd name="T72" fmla="*/ 0 w 2347"/>
                  <a:gd name="T73" fmla="*/ 0 h 788"/>
                  <a:gd name="T74" fmla="*/ 0 w 2347"/>
                  <a:gd name="T75" fmla="*/ 0 h 788"/>
                  <a:gd name="T76" fmla="*/ 0 w 2347"/>
                  <a:gd name="T77" fmla="*/ 0 h 788"/>
                  <a:gd name="T78" fmla="*/ 0 w 2347"/>
                  <a:gd name="T79" fmla="*/ 0 h 788"/>
                  <a:gd name="T80" fmla="*/ 0 w 2347"/>
                  <a:gd name="T81" fmla="*/ 0 h 788"/>
                  <a:gd name="T82" fmla="*/ 0 w 2347"/>
                  <a:gd name="T83" fmla="*/ 0 h 788"/>
                  <a:gd name="T84" fmla="*/ 0 w 2347"/>
                  <a:gd name="T85" fmla="*/ 0 h 788"/>
                  <a:gd name="T86" fmla="*/ 0 w 2347"/>
                  <a:gd name="T87" fmla="*/ 0 h 788"/>
                  <a:gd name="T88" fmla="*/ 0 w 2347"/>
                  <a:gd name="T89" fmla="*/ 0 h 788"/>
                  <a:gd name="T90" fmla="*/ 0 w 2347"/>
                  <a:gd name="T91" fmla="*/ 0 h 788"/>
                  <a:gd name="T92" fmla="*/ 0 w 2347"/>
                  <a:gd name="T93" fmla="*/ 0 h 788"/>
                  <a:gd name="T94" fmla="*/ 0 w 2347"/>
                  <a:gd name="T95" fmla="*/ 0 h 788"/>
                  <a:gd name="T96" fmla="*/ 0 w 2347"/>
                  <a:gd name="T97" fmla="*/ 0 h 788"/>
                  <a:gd name="T98" fmla="*/ 0 w 2347"/>
                  <a:gd name="T99" fmla="*/ 0 h 788"/>
                  <a:gd name="T100" fmla="*/ 0 w 2347"/>
                  <a:gd name="T101" fmla="*/ 0 h 788"/>
                  <a:gd name="T102" fmla="*/ 0 w 2347"/>
                  <a:gd name="T103" fmla="*/ 0 h 788"/>
                  <a:gd name="T104" fmla="*/ 0 w 2347"/>
                  <a:gd name="T105" fmla="*/ 0 h 788"/>
                  <a:gd name="T106" fmla="*/ 0 w 2347"/>
                  <a:gd name="T107" fmla="*/ 0 h 788"/>
                  <a:gd name="T108" fmla="*/ 0 w 2347"/>
                  <a:gd name="T109" fmla="*/ 0 h 788"/>
                  <a:gd name="T110" fmla="*/ 0 w 2347"/>
                  <a:gd name="T111" fmla="*/ 0 h 788"/>
                  <a:gd name="T112" fmla="*/ 0 w 2347"/>
                  <a:gd name="T113" fmla="*/ 0 h 788"/>
                  <a:gd name="T114" fmla="*/ 0 w 2347"/>
                  <a:gd name="T115" fmla="*/ 0 h 788"/>
                  <a:gd name="T116" fmla="*/ 0 w 2347"/>
                  <a:gd name="T117" fmla="*/ 0 h 788"/>
                  <a:gd name="T118" fmla="*/ 0 w 2347"/>
                  <a:gd name="T119" fmla="*/ 0 h 788"/>
                  <a:gd name="T120" fmla="*/ 0 w 2347"/>
                  <a:gd name="T121" fmla="*/ 0 h 788"/>
                  <a:gd name="T122" fmla="*/ 0 w 2347"/>
                  <a:gd name="T123" fmla="*/ 0 h 788"/>
                  <a:gd name="T124" fmla="*/ 0 w 2347"/>
                  <a:gd name="T125" fmla="*/ 0 h 788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2347"/>
                  <a:gd name="T190" fmla="*/ 0 h 788"/>
                  <a:gd name="T191" fmla="*/ 2347 w 2347"/>
                  <a:gd name="T192" fmla="*/ 788 h 788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2347" h="788">
                    <a:moveTo>
                      <a:pt x="0" y="690"/>
                    </a:moveTo>
                    <a:lnTo>
                      <a:pt x="32" y="620"/>
                    </a:lnTo>
                    <a:lnTo>
                      <a:pt x="70" y="552"/>
                    </a:lnTo>
                    <a:lnTo>
                      <a:pt x="114" y="488"/>
                    </a:lnTo>
                    <a:lnTo>
                      <a:pt x="165" y="426"/>
                    </a:lnTo>
                    <a:lnTo>
                      <a:pt x="222" y="367"/>
                    </a:lnTo>
                    <a:lnTo>
                      <a:pt x="284" y="312"/>
                    </a:lnTo>
                    <a:lnTo>
                      <a:pt x="352" y="262"/>
                    </a:lnTo>
                    <a:lnTo>
                      <a:pt x="423" y="214"/>
                    </a:lnTo>
                    <a:lnTo>
                      <a:pt x="498" y="171"/>
                    </a:lnTo>
                    <a:lnTo>
                      <a:pt x="578" y="132"/>
                    </a:lnTo>
                    <a:lnTo>
                      <a:pt x="660" y="99"/>
                    </a:lnTo>
                    <a:lnTo>
                      <a:pt x="745" y="69"/>
                    </a:lnTo>
                    <a:lnTo>
                      <a:pt x="833" y="45"/>
                    </a:lnTo>
                    <a:lnTo>
                      <a:pt x="921" y="25"/>
                    </a:lnTo>
                    <a:lnTo>
                      <a:pt x="1012" y="11"/>
                    </a:lnTo>
                    <a:lnTo>
                      <a:pt x="1104" y="3"/>
                    </a:lnTo>
                    <a:lnTo>
                      <a:pt x="1195" y="0"/>
                    </a:lnTo>
                    <a:lnTo>
                      <a:pt x="1288" y="4"/>
                    </a:lnTo>
                    <a:lnTo>
                      <a:pt x="1380" y="13"/>
                    </a:lnTo>
                    <a:lnTo>
                      <a:pt x="1470" y="29"/>
                    </a:lnTo>
                    <a:lnTo>
                      <a:pt x="1561" y="52"/>
                    </a:lnTo>
                    <a:lnTo>
                      <a:pt x="1649" y="80"/>
                    </a:lnTo>
                    <a:lnTo>
                      <a:pt x="1735" y="117"/>
                    </a:lnTo>
                    <a:lnTo>
                      <a:pt x="1819" y="160"/>
                    </a:lnTo>
                    <a:lnTo>
                      <a:pt x="1900" y="211"/>
                    </a:lnTo>
                    <a:lnTo>
                      <a:pt x="1978" y="269"/>
                    </a:lnTo>
                    <a:lnTo>
                      <a:pt x="2051" y="335"/>
                    </a:lnTo>
                    <a:lnTo>
                      <a:pt x="2120" y="408"/>
                    </a:lnTo>
                    <a:lnTo>
                      <a:pt x="2185" y="491"/>
                    </a:lnTo>
                    <a:lnTo>
                      <a:pt x="2245" y="581"/>
                    </a:lnTo>
                    <a:lnTo>
                      <a:pt x="2300" y="680"/>
                    </a:lnTo>
                    <a:lnTo>
                      <a:pt x="2347" y="788"/>
                    </a:lnTo>
                    <a:lnTo>
                      <a:pt x="2332" y="780"/>
                    </a:lnTo>
                    <a:lnTo>
                      <a:pt x="2287" y="757"/>
                    </a:lnTo>
                    <a:lnTo>
                      <a:pt x="2256" y="740"/>
                    </a:lnTo>
                    <a:lnTo>
                      <a:pt x="2217" y="722"/>
                    </a:lnTo>
                    <a:lnTo>
                      <a:pt x="2172" y="702"/>
                    </a:lnTo>
                    <a:lnTo>
                      <a:pt x="2121" y="679"/>
                    </a:lnTo>
                    <a:lnTo>
                      <a:pt x="2065" y="656"/>
                    </a:lnTo>
                    <a:lnTo>
                      <a:pt x="2005" y="631"/>
                    </a:lnTo>
                    <a:lnTo>
                      <a:pt x="1939" y="606"/>
                    </a:lnTo>
                    <a:lnTo>
                      <a:pt x="1869" y="581"/>
                    </a:lnTo>
                    <a:lnTo>
                      <a:pt x="1794" y="557"/>
                    </a:lnTo>
                    <a:lnTo>
                      <a:pt x="1717" y="532"/>
                    </a:lnTo>
                    <a:lnTo>
                      <a:pt x="1634" y="510"/>
                    </a:lnTo>
                    <a:lnTo>
                      <a:pt x="1550" y="489"/>
                    </a:lnTo>
                    <a:lnTo>
                      <a:pt x="1462" y="469"/>
                    </a:lnTo>
                    <a:lnTo>
                      <a:pt x="1371" y="453"/>
                    </a:lnTo>
                    <a:lnTo>
                      <a:pt x="1278" y="439"/>
                    </a:lnTo>
                    <a:lnTo>
                      <a:pt x="1183" y="428"/>
                    </a:lnTo>
                    <a:lnTo>
                      <a:pt x="1087" y="420"/>
                    </a:lnTo>
                    <a:lnTo>
                      <a:pt x="988" y="417"/>
                    </a:lnTo>
                    <a:lnTo>
                      <a:pt x="890" y="418"/>
                    </a:lnTo>
                    <a:lnTo>
                      <a:pt x="790" y="423"/>
                    </a:lnTo>
                    <a:lnTo>
                      <a:pt x="690" y="435"/>
                    </a:lnTo>
                    <a:lnTo>
                      <a:pt x="589" y="451"/>
                    </a:lnTo>
                    <a:lnTo>
                      <a:pt x="488" y="473"/>
                    </a:lnTo>
                    <a:lnTo>
                      <a:pt x="388" y="503"/>
                    </a:lnTo>
                    <a:lnTo>
                      <a:pt x="290" y="539"/>
                    </a:lnTo>
                    <a:lnTo>
                      <a:pt x="192" y="581"/>
                    </a:lnTo>
                    <a:lnTo>
                      <a:pt x="95" y="632"/>
                    </a:lnTo>
                    <a:lnTo>
                      <a:pt x="0" y="690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BEB58FDA-FB9C-984A-4B44-5C0792047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5" y="269"/>
                <a:ext cx="342" cy="204"/>
              </a:xfrm>
              <a:custGeom>
                <a:avLst/>
                <a:gdLst>
                  <a:gd name="T0" fmla="*/ 0 w 6838"/>
                  <a:gd name="T1" fmla="*/ 0 h 4088"/>
                  <a:gd name="T2" fmla="*/ 0 w 6838"/>
                  <a:gd name="T3" fmla="*/ 0 h 4088"/>
                  <a:gd name="T4" fmla="*/ 0 w 6838"/>
                  <a:gd name="T5" fmla="*/ 0 h 4088"/>
                  <a:gd name="T6" fmla="*/ 0 w 6838"/>
                  <a:gd name="T7" fmla="*/ 0 h 4088"/>
                  <a:gd name="T8" fmla="*/ 0 w 6838"/>
                  <a:gd name="T9" fmla="*/ 0 h 4088"/>
                  <a:gd name="T10" fmla="*/ 0 w 6838"/>
                  <a:gd name="T11" fmla="*/ 0 h 4088"/>
                  <a:gd name="T12" fmla="*/ 0 w 6838"/>
                  <a:gd name="T13" fmla="*/ 0 h 4088"/>
                  <a:gd name="T14" fmla="*/ 0 w 6838"/>
                  <a:gd name="T15" fmla="*/ 0 h 4088"/>
                  <a:gd name="T16" fmla="*/ 0 w 6838"/>
                  <a:gd name="T17" fmla="*/ 0 h 4088"/>
                  <a:gd name="T18" fmla="*/ 0 w 6838"/>
                  <a:gd name="T19" fmla="*/ 0 h 4088"/>
                  <a:gd name="T20" fmla="*/ 0 w 6838"/>
                  <a:gd name="T21" fmla="*/ 0 h 4088"/>
                  <a:gd name="T22" fmla="*/ 0 w 6838"/>
                  <a:gd name="T23" fmla="*/ 0 h 4088"/>
                  <a:gd name="T24" fmla="*/ 0 w 6838"/>
                  <a:gd name="T25" fmla="*/ 0 h 4088"/>
                  <a:gd name="T26" fmla="*/ 0 w 6838"/>
                  <a:gd name="T27" fmla="*/ 0 h 4088"/>
                  <a:gd name="T28" fmla="*/ 0 w 6838"/>
                  <a:gd name="T29" fmla="*/ 0 h 4088"/>
                  <a:gd name="T30" fmla="*/ 0 w 6838"/>
                  <a:gd name="T31" fmla="*/ 0 h 4088"/>
                  <a:gd name="T32" fmla="*/ 0 w 6838"/>
                  <a:gd name="T33" fmla="*/ 0 h 4088"/>
                  <a:gd name="T34" fmla="*/ 0 w 6838"/>
                  <a:gd name="T35" fmla="*/ 0 h 4088"/>
                  <a:gd name="T36" fmla="*/ 0 w 6838"/>
                  <a:gd name="T37" fmla="*/ 0 h 4088"/>
                  <a:gd name="T38" fmla="*/ 0 w 6838"/>
                  <a:gd name="T39" fmla="*/ 0 h 4088"/>
                  <a:gd name="T40" fmla="*/ 0 w 6838"/>
                  <a:gd name="T41" fmla="*/ 0 h 4088"/>
                  <a:gd name="T42" fmla="*/ 0 w 6838"/>
                  <a:gd name="T43" fmla="*/ 0 h 4088"/>
                  <a:gd name="T44" fmla="*/ 0 w 6838"/>
                  <a:gd name="T45" fmla="*/ 0 h 4088"/>
                  <a:gd name="T46" fmla="*/ 0 w 6838"/>
                  <a:gd name="T47" fmla="*/ 0 h 4088"/>
                  <a:gd name="T48" fmla="*/ 0 w 6838"/>
                  <a:gd name="T49" fmla="*/ 0 h 4088"/>
                  <a:gd name="T50" fmla="*/ 0 w 6838"/>
                  <a:gd name="T51" fmla="*/ 0 h 4088"/>
                  <a:gd name="T52" fmla="*/ 0 w 6838"/>
                  <a:gd name="T53" fmla="*/ 0 h 4088"/>
                  <a:gd name="T54" fmla="*/ 0 w 6838"/>
                  <a:gd name="T55" fmla="*/ 0 h 4088"/>
                  <a:gd name="T56" fmla="*/ 0 w 6838"/>
                  <a:gd name="T57" fmla="*/ 0 h 4088"/>
                  <a:gd name="T58" fmla="*/ 0 w 6838"/>
                  <a:gd name="T59" fmla="*/ 0 h 4088"/>
                  <a:gd name="T60" fmla="*/ 0 w 6838"/>
                  <a:gd name="T61" fmla="*/ 0 h 4088"/>
                  <a:gd name="T62" fmla="*/ 0 w 6838"/>
                  <a:gd name="T63" fmla="*/ 0 h 4088"/>
                  <a:gd name="T64" fmla="*/ 0 w 6838"/>
                  <a:gd name="T65" fmla="*/ 0 h 4088"/>
                  <a:gd name="T66" fmla="*/ 0 w 6838"/>
                  <a:gd name="T67" fmla="*/ 0 h 4088"/>
                  <a:gd name="T68" fmla="*/ 0 w 6838"/>
                  <a:gd name="T69" fmla="*/ 0 h 4088"/>
                  <a:gd name="T70" fmla="*/ 0 w 6838"/>
                  <a:gd name="T71" fmla="*/ 0 h 4088"/>
                  <a:gd name="T72" fmla="*/ 0 w 6838"/>
                  <a:gd name="T73" fmla="*/ 0 h 4088"/>
                  <a:gd name="T74" fmla="*/ 0 w 6838"/>
                  <a:gd name="T75" fmla="*/ 0 h 4088"/>
                  <a:gd name="T76" fmla="*/ 0 w 6838"/>
                  <a:gd name="T77" fmla="*/ 0 h 4088"/>
                  <a:gd name="T78" fmla="*/ 0 w 6838"/>
                  <a:gd name="T79" fmla="*/ 0 h 4088"/>
                  <a:gd name="T80" fmla="*/ 0 w 6838"/>
                  <a:gd name="T81" fmla="*/ 0 h 4088"/>
                  <a:gd name="T82" fmla="*/ 0 w 6838"/>
                  <a:gd name="T83" fmla="*/ 0 h 4088"/>
                  <a:gd name="T84" fmla="*/ 0 w 6838"/>
                  <a:gd name="T85" fmla="*/ 0 h 4088"/>
                  <a:gd name="T86" fmla="*/ 0 w 6838"/>
                  <a:gd name="T87" fmla="*/ 0 h 4088"/>
                  <a:gd name="T88" fmla="*/ 0 w 6838"/>
                  <a:gd name="T89" fmla="*/ 0 h 4088"/>
                  <a:gd name="T90" fmla="*/ 0 w 6838"/>
                  <a:gd name="T91" fmla="*/ 0 h 4088"/>
                  <a:gd name="T92" fmla="*/ 0 w 6838"/>
                  <a:gd name="T93" fmla="*/ 0 h 4088"/>
                  <a:gd name="T94" fmla="*/ 0 w 6838"/>
                  <a:gd name="T95" fmla="*/ 0 h 4088"/>
                  <a:gd name="T96" fmla="*/ 0 w 6838"/>
                  <a:gd name="T97" fmla="*/ 0 h 4088"/>
                  <a:gd name="T98" fmla="*/ 0 w 6838"/>
                  <a:gd name="T99" fmla="*/ 0 h 4088"/>
                  <a:gd name="T100" fmla="*/ 0 w 6838"/>
                  <a:gd name="T101" fmla="*/ 0 h 4088"/>
                  <a:gd name="T102" fmla="*/ 0 w 6838"/>
                  <a:gd name="T103" fmla="*/ 0 h 4088"/>
                  <a:gd name="T104" fmla="*/ 0 w 6838"/>
                  <a:gd name="T105" fmla="*/ 0 h 4088"/>
                  <a:gd name="T106" fmla="*/ 0 w 6838"/>
                  <a:gd name="T107" fmla="*/ 0 h 4088"/>
                  <a:gd name="T108" fmla="*/ 0 w 6838"/>
                  <a:gd name="T109" fmla="*/ 0 h 4088"/>
                  <a:gd name="T110" fmla="*/ 0 w 6838"/>
                  <a:gd name="T111" fmla="*/ 0 h 4088"/>
                  <a:gd name="T112" fmla="*/ 0 w 6838"/>
                  <a:gd name="T113" fmla="*/ 0 h 4088"/>
                  <a:gd name="T114" fmla="*/ 0 w 6838"/>
                  <a:gd name="T115" fmla="*/ 0 h 4088"/>
                  <a:gd name="T116" fmla="*/ 0 w 6838"/>
                  <a:gd name="T117" fmla="*/ 0 h 4088"/>
                  <a:gd name="T118" fmla="*/ 0 w 6838"/>
                  <a:gd name="T119" fmla="*/ 0 h 4088"/>
                  <a:gd name="T120" fmla="*/ 0 w 6838"/>
                  <a:gd name="T121" fmla="*/ 0 h 408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6838"/>
                  <a:gd name="T184" fmla="*/ 0 h 4088"/>
                  <a:gd name="T185" fmla="*/ 6838 w 6838"/>
                  <a:gd name="T186" fmla="*/ 4088 h 4088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6838" h="4088">
                    <a:moveTo>
                      <a:pt x="0" y="5"/>
                    </a:moveTo>
                    <a:lnTo>
                      <a:pt x="384" y="0"/>
                    </a:lnTo>
                    <a:lnTo>
                      <a:pt x="760" y="18"/>
                    </a:lnTo>
                    <a:lnTo>
                      <a:pt x="1127" y="61"/>
                    </a:lnTo>
                    <a:lnTo>
                      <a:pt x="1485" y="124"/>
                    </a:lnTo>
                    <a:lnTo>
                      <a:pt x="1833" y="207"/>
                    </a:lnTo>
                    <a:lnTo>
                      <a:pt x="2171" y="309"/>
                    </a:lnTo>
                    <a:lnTo>
                      <a:pt x="2500" y="427"/>
                    </a:lnTo>
                    <a:lnTo>
                      <a:pt x="2819" y="560"/>
                    </a:lnTo>
                    <a:lnTo>
                      <a:pt x="3127" y="707"/>
                    </a:lnTo>
                    <a:lnTo>
                      <a:pt x="3424" y="865"/>
                    </a:lnTo>
                    <a:lnTo>
                      <a:pt x="3710" y="1034"/>
                    </a:lnTo>
                    <a:lnTo>
                      <a:pt x="3987" y="1211"/>
                    </a:lnTo>
                    <a:lnTo>
                      <a:pt x="4251" y="1395"/>
                    </a:lnTo>
                    <a:lnTo>
                      <a:pt x="4504" y="1585"/>
                    </a:lnTo>
                    <a:lnTo>
                      <a:pt x="4746" y="1777"/>
                    </a:lnTo>
                    <a:lnTo>
                      <a:pt x="4975" y="1973"/>
                    </a:lnTo>
                    <a:lnTo>
                      <a:pt x="5192" y="2168"/>
                    </a:lnTo>
                    <a:lnTo>
                      <a:pt x="5397" y="2364"/>
                    </a:lnTo>
                    <a:lnTo>
                      <a:pt x="5589" y="2557"/>
                    </a:lnTo>
                    <a:lnTo>
                      <a:pt x="5768" y="2744"/>
                    </a:lnTo>
                    <a:lnTo>
                      <a:pt x="5934" y="2926"/>
                    </a:lnTo>
                    <a:lnTo>
                      <a:pt x="6087" y="3102"/>
                    </a:lnTo>
                    <a:lnTo>
                      <a:pt x="6227" y="3268"/>
                    </a:lnTo>
                    <a:lnTo>
                      <a:pt x="6353" y="3423"/>
                    </a:lnTo>
                    <a:lnTo>
                      <a:pt x="6465" y="3565"/>
                    </a:lnTo>
                    <a:lnTo>
                      <a:pt x="6562" y="3695"/>
                    </a:lnTo>
                    <a:lnTo>
                      <a:pt x="6646" y="3808"/>
                    </a:lnTo>
                    <a:lnTo>
                      <a:pt x="6715" y="3904"/>
                    </a:lnTo>
                    <a:lnTo>
                      <a:pt x="6806" y="4040"/>
                    </a:lnTo>
                    <a:lnTo>
                      <a:pt x="6838" y="4088"/>
                    </a:lnTo>
                    <a:lnTo>
                      <a:pt x="6797" y="4047"/>
                    </a:lnTo>
                    <a:lnTo>
                      <a:pt x="6678" y="3933"/>
                    </a:lnTo>
                    <a:lnTo>
                      <a:pt x="6590" y="3851"/>
                    </a:lnTo>
                    <a:lnTo>
                      <a:pt x="6487" y="3755"/>
                    </a:lnTo>
                    <a:lnTo>
                      <a:pt x="6365" y="3644"/>
                    </a:lnTo>
                    <a:lnTo>
                      <a:pt x="6228" y="3521"/>
                    </a:lnTo>
                    <a:lnTo>
                      <a:pt x="6076" y="3387"/>
                    </a:lnTo>
                    <a:lnTo>
                      <a:pt x="5909" y="3242"/>
                    </a:lnTo>
                    <a:lnTo>
                      <a:pt x="5728" y="3089"/>
                    </a:lnTo>
                    <a:lnTo>
                      <a:pt x="5534" y="2929"/>
                    </a:lnTo>
                    <a:lnTo>
                      <a:pt x="5327" y="2762"/>
                    </a:lnTo>
                    <a:lnTo>
                      <a:pt x="5109" y="2590"/>
                    </a:lnTo>
                    <a:lnTo>
                      <a:pt x="4881" y="2414"/>
                    </a:lnTo>
                    <a:lnTo>
                      <a:pt x="4642" y="2236"/>
                    </a:lnTo>
                    <a:lnTo>
                      <a:pt x="4393" y="2055"/>
                    </a:lnTo>
                    <a:lnTo>
                      <a:pt x="4135" y="1875"/>
                    </a:lnTo>
                    <a:lnTo>
                      <a:pt x="3869" y="1696"/>
                    </a:lnTo>
                    <a:lnTo>
                      <a:pt x="3596" y="1519"/>
                    </a:lnTo>
                    <a:lnTo>
                      <a:pt x="3316" y="1345"/>
                    </a:lnTo>
                    <a:lnTo>
                      <a:pt x="3031" y="1175"/>
                    </a:lnTo>
                    <a:lnTo>
                      <a:pt x="2740" y="1012"/>
                    </a:lnTo>
                    <a:lnTo>
                      <a:pt x="2444" y="856"/>
                    </a:lnTo>
                    <a:lnTo>
                      <a:pt x="2145" y="708"/>
                    </a:lnTo>
                    <a:lnTo>
                      <a:pt x="1842" y="569"/>
                    </a:lnTo>
                    <a:lnTo>
                      <a:pt x="1536" y="442"/>
                    </a:lnTo>
                    <a:lnTo>
                      <a:pt x="1230" y="326"/>
                    </a:lnTo>
                    <a:lnTo>
                      <a:pt x="922" y="223"/>
                    </a:lnTo>
                    <a:lnTo>
                      <a:pt x="615" y="134"/>
                    </a:lnTo>
                    <a:lnTo>
                      <a:pt x="307" y="61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EEE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13">
                <a:extLst>
                  <a:ext uri="{FF2B5EF4-FFF2-40B4-BE49-F238E27FC236}">
                    <a16:creationId xmlns:a16="http://schemas.microsoft.com/office/drawing/2014/main" id="{2E74DB4C-C950-DC85-ECC1-F456AD26F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7" y="528"/>
                <a:ext cx="31" cy="31"/>
              </a:xfrm>
              <a:custGeom>
                <a:avLst/>
                <a:gdLst>
                  <a:gd name="T0" fmla="*/ 0 w 611"/>
                  <a:gd name="T1" fmla="*/ 0 h 611"/>
                  <a:gd name="T2" fmla="*/ 0 w 611"/>
                  <a:gd name="T3" fmla="*/ 0 h 611"/>
                  <a:gd name="T4" fmla="*/ 0 w 611"/>
                  <a:gd name="T5" fmla="*/ 0 h 611"/>
                  <a:gd name="T6" fmla="*/ 0 w 611"/>
                  <a:gd name="T7" fmla="*/ 0 h 611"/>
                  <a:gd name="T8" fmla="*/ 0 w 611"/>
                  <a:gd name="T9" fmla="*/ 0 h 611"/>
                  <a:gd name="T10" fmla="*/ 0 w 611"/>
                  <a:gd name="T11" fmla="*/ 0 h 611"/>
                  <a:gd name="T12" fmla="*/ 0 w 611"/>
                  <a:gd name="T13" fmla="*/ 0 h 611"/>
                  <a:gd name="T14" fmla="*/ 0 w 611"/>
                  <a:gd name="T15" fmla="*/ 0 h 611"/>
                  <a:gd name="T16" fmla="*/ 0 w 611"/>
                  <a:gd name="T17" fmla="*/ 0 h 611"/>
                  <a:gd name="T18" fmla="*/ 0 w 611"/>
                  <a:gd name="T19" fmla="*/ 0 h 611"/>
                  <a:gd name="T20" fmla="*/ 0 w 611"/>
                  <a:gd name="T21" fmla="*/ 0 h 611"/>
                  <a:gd name="T22" fmla="*/ 0 w 611"/>
                  <a:gd name="T23" fmla="*/ 0 h 611"/>
                  <a:gd name="T24" fmla="*/ 0 w 611"/>
                  <a:gd name="T25" fmla="*/ 0 h 611"/>
                  <a:gd name="T26" fmla="*/ 0 w 611"/>
                  <a:gd name="T27" fmla="*/ 0 h 611"/>
                  <a:gd name="T28" fmla="*/ 0 w 611"/>
                  <a:gd name="T29" fmla="*/ 0 h 611"/>
                  <a:gd name="T30" fmla="*/ 0 w 611"/>
                  <a:gd name="T31" fmla="*/ 0 h 611"/>
                  <a:gd name="T32" fmla="*/ 0 w 611"/>
                  <a:gd name="T33" fmla="*/ 0 h 611"/>
                  <a:gd name="T34" fmla="*/ 0 w 611"/>
                  <a:gd name="T35" fmla="*/ 0 h 611"/>
                  <a:gd name="T36" fmla="*/ 0 w 611"/>
                  <a:gd name="T37" fmla="*/ 0 h 611"/>
                  <a:gd name="T38" fmla="*/ 0 w 611"/>
                  <a:gd name="T39" fmla="*/ 0 h 611"/>
                  <a:gd name="T40" fmla="*/ 0 w 611"/>
                  <a:gd name="T41" fmla="*/ 0 h 611"/>
                  <a:gd name="T42" fmla="*/ 0 w 611"/>
                  <a:gd name="T43" fmla="*/ 0 h 611"/>
                  <a:gd name="T44" fmla="*/ 0 w 611"/>
                  <a:gd name="T45" fmla="*/ 0 h 611"/>
                  <a:gd name="T46" fmla="*/ 0 w 611"/>
                  <a:gd name="T47" fmla="*/ 0 h 611"/>
                  <a:gd name="T48" fmla="*/ 0 w 611"/>
                  <a:gd name="T49" fmla="*/ 0 h 611"/>
                  <a:gd name="T50" fmla="*/ 0 w 611"/>
                  <a:gd name="T51" fmla="*/ 0 h 611"/>
                  <a:gd name="T52" fmla="*/ 0 w 611"/>
                  <a:gd name="T53" fmla="*/ 0 h 611"/>
                  <a:gd name="T54" fmla="*/ 0 w 611"/>
                  <a:gd name="T55" fmla="*/ 0 h 611"/>
                  <a:gd name="T56" fmla="*/ 0 w 611"/>
                  <a:gd name="T57" fmla="*/ 0 h 611"/>
                  <a:gd name="T58" fmla="*/ 0 w 611"/>
                  <a:gd name="T59" fmla="*/ 0 h 611"/>
                  <a:gd name="T60" fmla="*/ 0 w 611"/>
                  <a:gd name="T61" fmla="*/ 0 h 611"/>
                  <a:gd name="T62" fmla="*/ 0 w 611"/>
                  <a:gd name="T63" fmla="*/ 0 h 611"/>
                  <a:gd name="T64" fmla="*/ 0 w 611"/>
                  <a:gd name="T65" fmla="*/ 0 h 611"/>
                  <a:gd name="T66" fmla="*/ 0 w 611"/>
                  <a:gd name="T67" fmla="*/ 0 h 611"/>
                  <a:gd name="T68" fmla="*/ 0 w 611"/>
                  <a:gd name="T69" fmla="*/ 0 h 611"/>
                  <a:gd name="T70" fmla="*/ 0 w 611"/>
                  <a:gd name="T71" fmla="*/ 0 h 611"/>
                  <a:gd name="T72" fmla="*/ 0 w 611"/>
                  <a:gd name="T73" fmla="*/ 0 h 611"/>
                  <a:gd name="T74" fmla="*/ 0 w 611"/>
                  <a:gd name="T75" fmla="*/ 0 h 611"/>
                  <a:gd name="T76" fmla="*/ 0 w 611"/>
                  <a:gd name="T77" fmla="*/ 0 h 611"/>
                  <a:gd name="T78" fmla="*/ 0 w 611"/>
                  <a:gd name="T79" fmla="*/ 0 h 611"/>
                  <a:gd name="T80" fmla="*/ 0 w 611"/>
                  <a:gd name="T81" fmla="*/ 0 h 611"/>
                  <a:gd name="T82" fmla="*/ 0 w 611"/>
                  <a:gd name="T83" fmla="*/ 0 h 611"/>
                  <a:gd name="T84" fmla="*/ 0 w 611"/>
                  <a:gd name="T85" fmla="*/ 0 h 61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611"/>
                  <a:gd name="T130" fmla="*/ 0 h 611"/>
                  <a:gd name="T131" fmla="*/ 611 w 611"/>
                  <a:gd name="T132" fmla="*/ 611 h 61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611" h="611">
                    <a:moveTo>
                      <a:pt x="611" y="310"/>
                    </a:moveTo>
                    <a:lnTo>
                      <a:pt x="611" y="293"/>
                    </a:lnTo>
                    <a:lnTo>
                      <a:pt x="609" y="278"/>
                    </a:lnTo>
                    <a:lnTo>
                      <a:pt x="607" y="263"/>
                    </a:lnTo>
                    <a:lnTo>
                      <a:pt x="605" y="248"/>
                    </a:lnTo>
                    <a:lnTo>
                      <a:pt x="601" y="232"/>
                    </a:lnTo>
                    <a:lnTo>
                      <a:pt x="597" y="218"/>
                    </a:lnTo>
                    <a:lnTo>
                      <a:pt x="593" y="203"/>
                    </a:lnTo>
                    <a:lnTo>
                      <a:pt x="587" y="190"/>
                    </a:lnTo>
                    <a:lnTo>
                      <a:pt x="580" y="175"/>
                    </a:lnTo>
                    <a:lnTo>
                      <a:pt x="574" y="162"/>
                    </a:lnTo>
                    <a:lnTo>
                      <a:pt x="566" y="149"/>
                    </a:lnTo>
                    <a:lnTo>
                      <a:pt x="558" y="137"/>
                    </a:lnTo>
                    <a:lnTo>
                      <a:pt x="550" y="124"/>
                    </a:lnTo>
                    <a:lnTo>
                      <a:pt x="541" y="113"/>
                    </a:lnTo>
                    <a:lnTo>
                      <a:pt x="532" y="102"/>
                    </a:lnTo>
                    <a:lnTo>
                      <a:pt x="521" y="91"/>
                    </a:lnTo>
                    <a:lnTo>
                      <a:pt x="511" y="81"/>
                    </a:lnTo>
                    <a:lnTo>
                      <a:pt x="500" y="70"/>
                    </a:lnTo>
                    <a:lnTo>
                      <a:pt x="489" y="61"/>
                    </a:lnTo>
                    <a:lnTo>
                      <a:pt x="477" y="53"/>
                    </a:lnTo>
                    <a:lnTo>
                      <a:pt x="464" y="45"/>
                    </a:lnTo>
                    <a:lnTo>
                      <a:pt x="451" y="38"/>
                    </a:lnTo>
                    <a:lnTo>
                      <a:pt x="439" y="31"/>
                    </a:lnTo>
                    <a:lnTo>
                      <a:pt x="426" y="25"/>
                    </a:lnTo>
                    <a:lnTo>
                      <a:pt x="411" y="18"/>
                    </a:lnTo>
                    <a:lnTo>
                      <a:pt x="398" y="14"/>
                    </a:lnTo>
                    <a:lnTo>
                      <a:pt x="384" y="10"/>
                    </a:lnTo>
                    <a:lnTo>
                      <a:pt x="370" y="6"/>
                    </a:lnTo>
                    <a:lnTo>
                      <a:pt x="354" y="4"/>
                    </a:lnTo>
                    <a:lnTo>
                      <a:pt x="340" y="2"/>
                    </a:lnTo>
                    <a:lnTo>
                      <a:pt x="325" y="0"/>
                    </a:lnTo>
                    <a:lnTo>
                      <a:pt x="309" y="0"/>
                    </a:lnTo>
                    <a:lnTo>
                      <a:pt x="293" y="0"/>
                    </a:lnTo>
                    <a:lnTo>
                      <a:pt x="278" y="2"/>
                    </a:lnTo>
                    <a:lnTo>
                      <a:pt x="263" y="4"/>
                    </a:lnTo>
                    <a:lnTo>
                      <a:pt x="247" y="6"/>
                    </a:lnTo>
                    <a:lnTo>
                      <a:pt x="232" y="10"/>
                    </a:lnTo>
                    <a:lnTo>
                      <a:pt x="218" y="14"/>
                    </a:lnTo>
                    <a:lnTo>
                      <a:pt x="202" y="18"/>
                    </a:lnTo>
                    <a:lnTo>
                      <a:pt x="189" y="25"/>
                    </a:lnTo>
                    <a:lnTo>
                      <a:pt x="175" y="31"/>
                    </a:lnTo>
                    <a:lnTo>
                      <a:pt x="162" y="38"/>
                    </a:lnTo>
                    <a:lnTo>
                      <a:pt x="148" y="45"/>
                    </a:lnTo>
                    <a:lnTo>
                      <a:pt x="136" y="53"/>
                    </a:lnTo>
                    <a:lnTo>
                      <a:pt x="124" y="61"/>
                    </a:lnTo>
                    <a:lnTo>
                      <a:pt x="113" y="70"/>
                    </a:lnTo>
                    <a:lnTo>
                      <a:pt x="101" y="81"/>
                    </a:lnTo>
                    <a:lnTo>
                      <a:pt x="90" y="91"/>
                    </a:lnTo>
                    <a:lnTo>
                      <a:pt x="80" y="102"/>
                    </a:lnTo>
                    <a:lnTo>
                      <a:pt x="70" y="113"/>
                    </a:lnTo>
                    <a:lnTo>
                      <a:pt x="61" y="124"/>
                    </a:lnTo>
                    <a:lnTo>
                      <a:pt x="53" y="137"/>
                    </a:lnTo>
                    <a:lnTo>
                      <a:pt x="45" y="149"/>
                    </a:lnTo>
                    <a:lnTo>
                      <a:pt x="37" y="162"/>
                    </a:lnTo>
                    <a:lnTo>
                      <a:pt x="30" y="175"/>
                    </a:lnTo>
                    <a:lnTo>
                      <a:pt x="24" y="190"/>
                    </a:lnTo>
                    <a:lnTo>
                      <a:pt x="18" y="203"/>
                    </a:lnTo>
                    <a:lnTo>
                      <a:pt x="14" y="218"/>
                    </a:lnTo>
                    <a:lnTo>
                      <a:pt x="9" y="232"/>
                    </a:lnTo>
                    <a:lnTo>
                      <a:pt x="6" y="248"/>
                    </a:lnTo>
                    <a:lnTo>
                      <a:pt x="3" y="263"/>
                    </a:lnTo>
                    <a:lnTo>
                      <a:pt x="2" y="278"/>
                    </a:lnTo>
                    <a:lnTo>
                      <a:pt x="0" y="293"/>
                    </a:lnTo>
                    <a:lnTo>
                      <a:pt x="0" y="310"/>
                    </a:lnTo>
                    <a:lnTo>
                      <a:pt x="0" y="325"/>
                    </a:lnTo>
                    <a:lnTo>
                      <a:pt x="2" y="340"/>
                    </a:lnTo>
                    <a:lnTo>
                      <a:pt x="3" y="355"/>
                    </a:lnTo>
                    <a:lnTo>
                      <a:pt x="6" y="370"/>
                    </a:lnTo>
                    <a:lnTo>
                      <a:pt x="9" y="384"/>
                    </a:lnTo>
                    <a:lnTo>
                      <a:pt x="14" y="398"/>
                    </a:lnTo>
                    <a:lnTo>
                      <a:pt x="18" y="412"/>
                    </a:lnTo>
                    <a:lnTo>
                      <a:pt x="24" y="426"/>
                    </a:lnTo>
                    <a:lnTo>
                      <a:pt x="30" y="439"/>
                    </a:lnTo>
                    <a:lnTo>
                      <a:pt x="37" y="452"/>
                    </a:lnTo>
                    <a:lnTo>
                      <a:pt x="45" y="465"/>
                    </a:lnTo>
                    <a:lnTo>
                      <a:pt x="53" y="477"/>
                    </a:lnTo>
                    <a:lnTo>
                      <a:pt x="61" y="489"/>
                    </a:lnTo>
                    <a:lnTo>
                      <a:pt x="70" y="500"/>
                    </a:lnTo>
                    <a:lnTo>
                      <a:pt x="80" y="511"/>
                    </a:lnTo>
                    <a:lnTo>
                      <a:pt x="90" y="522"/>
                    </a:lnTo>
                    <a:lnTo>
                      <a:pt x="101" y="532"/>
                    </a:lnTo>
                    <a:lnTo>
                      <a:pt x="113" y="541"/>
                    </a:lnTo>
                    <a:lnTo>
                      <a:pt x="124" y="550"/>
                    </a:lnTo>
                    <a:lnTo>
                      <a:pt x="136" y="559"/>
                    </a:lnTo>
                    <a:lnTo>
                      <a:pt x="148" y="566"/>
                    </a:lnTo>
                    <a:lnTo>
                      <a:pt x="162" y="575"/>
                    </a:lnTo>
                    <a:lnTo>
                      <a:pt x="175" y="581"/>
                    </a:lnTo>
                    <a:lnTo>
                      <a:pt x="189" y="587"/>
                    </a:lnTo>
                    <a:lnTo>
                      <a:pt x="202" y="593"/>
                    </a:lnTo>
                    <a:lnTo>
                      <a:pt x="218" y="597"/>
                    </a:lnTo>
                    <a:lnTo>
                      <a:pt x="232" y="602"/>
                    </a:lnTo>
                    <a:lnTo>
                      <a:pt x="247" y="605"/>
                    </a:lnTo>
                    <a:lnTo>
                      <a:pt x="263" y="608"/>
                    </a:lnTo>
                    <a:lnTo>
                      <a:pt x="278" y="609"/>
                    </a:lnTo>
                    <a:lnTo>
                      <a:pt x="293" y="611"/>
                    </a:lnTo>
                    <a:lnTo>
                      <a:pt x="309" y="611"/>
                    </a:lnTo>
                    <a:lnTo>
                      <a:pt x="325" y="611"/>
                    </a:lnTo>
                    <a:lnTo>
                      <a:pt x="340" y="609"/>
                    </a:lnTo>
                    <a:lnTo>
                      <a:pt x="354" y="608"/>
                    </a:lnTo>
                    <a:lnTo>
                      <a:pt x="370" y="605"/>
                    </a:lnTo>
                    <a:lnTo>
                      <a:pt x="384" y="602"/>
                    </a:lnTo>
                    <a:lnTo>
                      <a:pt x="398" y="597"/>
                    </a:lnTo>
                    <a:lnTo>
                      <a:pt x="411" y="593"/>
                    </a:lnTo>
                    <a:lnTo>
                      <a:pt x="426" y="587"/>
                    </a:lnTo>
                    <a:lnTo>
                      <a:pt x="439" y="581"/>
                    </a:lnTo>
                    <a:lnTo>
                      <a:pt x="451" y="575"/>
                    </a:lnTo>
                    <a:lnTo>
                      <a:pt x="464" y="566"/>
                    </a:lnTo>
                    <a:lnTo>
                      <a:pt x="477" y="559"/>
                    </a:lnTo>
                    <a:lnTo>
                      <a:pt x="489" y="550"/>
                    </a:lnTo>
                    <a:lnTo>
                      <a:pt x="500" y="541"/>
                    </a:lnTo>
                    <a:lnTo>
                      <a:pt x="511" y="532"/>
                    </a:lnTo>
                    <a:lnTo>
                      <a:pt x="521" y="522"/>
                    </a:lnTo>
                    <a:lnTo>
                      <a:pt x="532" y="511"/>
                    </a:lnTo>
                    <a:lnTo>
                      <a:pt x="541" y="500"/>
                    </a:lnTo>
                    <a:lnTo>
                      <a:pt x="550" y="489"/>
                    </a:lnTo>
                    <a:lnTo>
                      <a:pt x="558" y="477"/>
                    </a:lnTo>
                    <a:lnTo>
                      <a:pt x="566" y="465"/>
                    </a:lnTo>
                    <a:lnTo>
                      <a:pt x="574" y="452"/>
                    </a:lnTo>
                    <a:lnTo>
                      <a:pt x="580" y="439"/>
                    </a:lnTo>
                    <a:lnTo>
                      <a:pt x="587" y="426"/>
                    </a:lnTo>
                    <a:lnTo>
                      <a:pt x="593" y="412"/>
                    </a:lnTo>
                    <a:lnTo>
                      <a:pt x="597" y="398"/>
                    </a:lnTo>
                    <a:lnTo>
                      <a:pt x="601" y="384"/>
                    </a:lnTo>
                    <a:lnTo>
                      <a:pt x="605" y="370"/>
                    </a:lnTo>
                    <a:lnTo>
                      <a:pt x="607" y="355"/>
                    </a:lnTo>
                    <a:lnTo>
                      <a:pt x="609" y="340"/>
                    </a:lnTo>
                    <a:lnTo>
                      <a:pt x="611" y="325"/>
                    </a:lnTo>
                    <a:lnTo>
                      <a:pt x="611" y="3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83DAA99C-AC28-64D0-9039-36DCDE192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528"/>
                <a:ext cx="30" cy="31"/>
              </a:xfrm>
              <a:custGeom>
                <a:avLst/>
                <a:gdLst>
                  <a:gd name="T0" fmla="*/ 0 w 603"/>
                  <a:gd name="T1" fmla="*/ 0 h 611"/>
                  <a:gd name="T2" fmla="*/ 0 w 603"/>
                  <a:gd name="T3" fmla="*/ 0 h 611"/>
                  <a:gd name="T4" fmla="*/ 0 w 603"/>
                  <a:gd name="T5" fmla="*/ 0 h 611"/>
                  <a:gd name="T6" fmla="*/ 0 w 603"/>
                  <a:gd name="T7" fmla="*/ 0 h 611"/>
                  <a:gd name="T8" fmla="*/ 0 w 603"/>
                  <a:gd name="T9" fmla="*/ 0 h 611"/>
                  <a:gd name="T10" fmla="*/ 0 w 603"/>
                  <a:gd name="T11" fmla="*/ 0 h 611"/>
                  <a:gd name="T12" fmla="*/ 0 w 603"/>
                  <a:gd name="T13" fmla="*/ 0 h 611"/>
                  <a:gd name="T14" fmla="*/ 0 w 603"/>
                  <a:gd name="T15" fmla="*/ 0 h 611"/>
                  <a:gd name="T16" fmla="*/ 0 w 603"/>
                  <a:gd name="T17" fmla="*/ 0 h 611"/>
                  <a:gd name="T18" fmla="*/ 0 w 603"/>
                  <a:gd name="T19" fmla="*/ 0 h 611"/>
                  <a:gd name="T20" fmla="*/ 0 w 603"/>
                  <a:gd name="T21" fmla="*/ 0 h 611"/>
                  <a:gd name="T22" fmla="*/ 0 w 603"/>
                  <a:gd name="T23" fmla="*/ 0 h 611"/>
                  <a:gd name="T24" fmla="*/ 0 w 603"/>
                  <a:gd name="T25" fmla="*/ 0 h 611"/>
                  <a:gd name="T26" fmla="*/ 0 w 603"/>
                  <a:gd name="T27" fmla="*/ 0 h 611"/>
                  <a:gd name="T28" fmla="*/ 0 w 603"/>
                  <a:gd name="T29" fmla="*/ 0 h 611"/>
                  <a:gd name="T30" fmla="*/ 0 w 603"/>
                  <a:gd name="T31" fmla="*/ 0 h 611"/>
                  <a:gd name="T32" fmla="*/ 0 w 603"/>
                  <a:gd name="T33" fmla="*/ 0 h 611"/>
                  <a:gd name="T34" fmla="*/ 0 w 603"/>
                  <a:gd name="T35" fmla="*/ 0 h 611"/>
                  <a:gd name="T36" fmla="*/ 0 w 603"/>
                  <a:gd name="T37" fmla="*/ 0 h 611"/>
                  <a:gd name="T38" fmla="*/ 0 w 603"/>
                  <a:gd name="T39" fmla="*/ 0 h 611"/>
                  <a:gd name="T40" fmla="*/ 0 w 603"/>
                  <a:gd name="T41" fmla="*/ 0 h 611"/>
                  <a:gd name="T42" fmla="*/ 0 w 603"/>
                  <a:gd name="T43" fmla="*/ 0 h 611"/>
                  <a:gd name="T44" fmla="*/ 0 w 603"/>
                  <a:gd name="T45" fmla="*/ 0 h 611"/>
                  <a:gd name="T46" fmla="*/ 0 w 603"/>
                  <a:gd name="T47" fmla="*/ 0 h 611"/>
                  <a:gd name="T48" fmla="*/ 0 w 603"/>
                  <a:gd name="T49" fmla="*/ 0 h 611"/>
                  <a:gd name="T50" fmla="*/ 0 w 603"/>
                  <a:gd name="T51" fmla="*/ 0 h 611"/>
                  <a:gd name="T52" fmla="*/ 0 w 603"/>
                  <a:gd name="T53" fmla="*/ 0 h 611"/>
                  <a:gd name="T54" fmla="*/ 0 w 603"/>
                  <a:gd name="T55" fmla="*/ 0 h 611"/>
                  <a:gd name="T56" fmla="*/ 0 w 603"/>
                  <a:gd name="T57" fmla="*/ 0 h 611"/>
                  <a:gd name="T58" fmla="*/ 0 w 603"/>
                  <a:gd name="T59" fmla="*/ 0 h 611"/>
                  <a:gd name="T60" fmla="*/ 0 w 603"/>
                  <a:gd name="T61" fmla="*/ 0 h 611"/>
                  <a:gd name="T62" fmla="*/ 0 w 603"/>
                  <a:gd name="T63" fmla="*/ 0 h 611"/>
                  <a:gd name="T64" fmla="*/ 0 w 603"/>
                  <a:gd name="T65" fmla="*/ 0 h 611"/>
                  <a:gd name="T66" fmla="*/ 0 w 603"/>
                  <a:gd name="T67" fmla="*/ 0 h 611"/>
                  <a:gd name="T68" fmla="*/ 0 w 603"/>
                  <a:gd name="T69" fmla="*/ 0 h 611"/>
                  <a:gd name="T70" fmla="*/ 0 w 603"/>
                  <a:gd name="T71" fmla="*/ 0 h 611"/>
                  <a:gd name="T72" fmla="*/ 0 w 603"/>
                  <a:gd name="T73" fmla="*/ 0 h 611"/>
                  <a:gd name="T74" fmla="*/ 0 w 603"/>
                  <a:gd name="T75" fmla="*/ 0 h 611"/>
                  <a:gd name="T76" fmla="*/ 0 w 603"/>
                  <a:gd name="T77" fmla="*/ 0 h 611"/>
                  <a:gd name="T78" fmla="*/ 0 w 603"/>
                  <a:gd name="T79" fmla="*/ 0 h 611"/>
                  <a:gd name="T80" fmla="*/ 0 w 603"/>
                  <a:gd name="T81" fmla="*/ 0 h 611"/>
                  <a:gd name="T82" fmla="*/ 0 w 603"/>
                  <a:gd name="T83" fmla="*/ 0 h 611"/>
                  <a:gd name="T84" fmla="*/ 0 w 603"/>
                  <a:gd name="T85" fmla="*/ 0 h 61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603"/>
                  <a:gd name="T130" fmla="*/ 0 h 611"/>
                  <a:gd name="T131" fmla="*/ 603 w 603"/>
                  <a:gd name="T132" fmla="*/ 611 h 61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603" h="611">
                    <a:moveTo>
                      <a:pt x="603" y="310"/>
                    </a:moveTo>
                    <a:lnTo>
                      <a:pt x="603" y="293"/>
                    </a:lnTo>
                    <a:lnTo>
                      <a:pt x="601" y="278"/>
                    </a:lnTo>
                    <a:lnTo>
                      <a:pt x="599" y="263"/>
                    </a:lnTo>
                    <a:lnTo>
                      <a:pt x="597" y="248"/>
                    </a:lnTo>
                    <a:lnTo>
                      <a:pt x="593" y="232"/>
                    </a:lnTo>
                    <a:lnTo>
                      <a:pt x="589" y="218"/>
                    </a:lnTo>
                    <a:lnTo>
                      <a:pt x="585" y="203"/>
                    </a:lnTo>
                    <a:lnTo>
                      <a:pt x="579" y="190"/>
                    </a:lnTo>
                    <a:lnTo>
                      <a:pt x="572" y="175"/>
                    </a:lnTo>
                    <a:lnTo>
                      <a:pt x="566" y="162"/>
                    </a:lnTo>
                    <a:lnTo>
                      <a:pt x="558" y="149"/>
                    </a:lnTo>
                    <a:lnTo>
                      <a:pt x="550" y="137"/>
                    </a:lnTo>
                    <a:lnTo>
                      <a:pt x="542" y="124"/>
                    </a:lnTo>
                    <a:lnTo>
                      <a:pt x="533" y="113"/>
                    </a:lnTo>
                    <a:lnTo>
                      <a:pt x="524" y="102"/>
                    </a:lnTo>
                    <a:lnTo>
                      <a:pt x="513" y="91"/>
                    </a:lnTo>
                    <a:lnTo>
                      <a:pt x="503" y="81"/>
                    </a:lnTo>
                    <a:lnTo>
                      <a:pt x="492" y="70"/>
                    </a:lnTo>
                    <a:lnTo>
                      <a:pt x="481" y="61"/>
                    </a:lnTo>
                    <a:lnTo>
                      <a:pt x="469" y="53"/>
                    </a:lnTo>
                    <a:lnTo>
                      <a:pt x="456" y="45"/>
                    </a:lnTo>
                    <a:lnTo>
                      <a:pt x="443" y="38"/>
                    </a:lnTo>
                    <a:lnTo>
                      <a:pt x="431" y="31"/>
                    </a:lnTo>
                    <a:lnTo>
                      <a:pt x="418" y="25"/>
                    </a:lnTo>
                    <a:lnTo>
                      <a:pt x="403" y="18"/>
                    </a:lnTo>
                    <a:lnTo>
                      <a:pt x="390" y="14"/>
                    </a:lnTo>
                    <a:lnTo>
                      <a:pt x="376" y="10"/>
                    </a:lnTo>
                    <a:lnTo>
                      <a:pt x="362" y="6"/>
                    </a:lnTo>
                    <a:lnTo>
                      <a:pt x="346" y="4"/>
                    </a:lnTo>
                    <a:lnTo>
                      <a:pt x="332" y="2"/>
                    </a:lnTo>
                    <a:lnTo>
                      <a:pt x="317" y="0"/>
                    </a:lnTo>
                    <a:lnTo>
                      <a:pt x="301" y="0"/>
                    </a:lnTo>
                    <a:lnTo>
                      <a:pt x="286" y="0"/>
                    </a:lnTo>
                    <a:lnTo>
                      <a:pt x="271" y="2"/>
                    </a:lnTo>
                    <a:lnTo>
                      <a:pt x="257" y="4"/>
                    </a:lnTo>
                    <a:lnTo>
                      <a:pt x="241" y="6"/>
                    </a:lnTo>
                    <a:lnTo>
                      <a:pt x="227" y="10"/>
                    </a:lnTo>
                    <a:lnTo>
                      <a:pt x="213" y="14"/>
                    </a:lnTo>
                    <a:lnTo>
                      <a:pt x="200" y="18"/>
                    </a:lnTo>
                    <a:lnTo>
                      <a:pt x="185" y="25"/>
                    </a:lnTo>
                    <a:lnTo>
                      <a:pt x="172" y="31"/>
                    </a:lnTo>
                    <a:lnTo>
                      <a:pt x="159" y="38"/>
                    </a:lnTo>
                    <a:lnTo>
                      <a:pt x="147" y="45"/>
                    </a:lnTo>
                    <a:lnTo>
                      <a:pt x="134" y="53"/>
                    </a:lnTo>
                    <a:lnTo>
                      <a:pt x="122" y="61"/>
                    </a:lnTo>
                    <a:lnTo>
                      <a:pt x="111" y="70"/>
                    </a:lnTo>
                    <a:lnTo>
                      <a:pt x="100" y="81"/>
                    </a:lnTo>
                    <a:lnTo>
                      <a:pt x="90" y="91"/>
                    </a:lnTo>
                    <a:lnTo>
                      <a:pt x="79" y="102"/>
                    </a:lnTo>
                    <a:lnTo>
                      <a:pt x="70" y="113"/>
                    </a:lnTo>
                    <a:lnTo>
                      <a:pt x="61" y="124"/>
                    </a:lnTo>
                    <a:lnTo>
                      <a:pt x="52" y="137"/>
                    </a:lnTo>
                    <a:lnTo>
                      <a:pt x="45" y="149"/>
                    </a:lnTo>
                    <a:lnTo>
                      <a:pt x="37" y="162"/>
                    </a:lnTo>
                    <a:lnTo>
                      <a:pt x="30" y="175"/>
                    </a:lnTo>
                    <a:lnTo>
                      <a:pt x="24" y="190"/>
                    </a:lnTo>
                    <a:lnTo>
                      <a:pt x="18" y="203"/>
                    </a:lnTo>
                    <a:lnTo>
                      <a:pt x="14" y="218"/>
                    </a:lnTo>
                    <a:lnTo>
                      <a:pt x="9" y="232"/>
                    </a:lnTo>
                    <a:lnTo>
                      <a:pt x="6" y="248"/>
                    </a:lnTo>
                    <a:lnTo>
                      <a:pt x="3" y="263"/>
                    </a:lnTo>
                    <a:lnTo>
                      <a:pt x="2" y="278"/>
                    </a:lnTo>
                    <a:lnTo>
                      <a:pt x="0" y="293"/>
                    </a:lnTo>
                    <a:lnTo>
                      <a:pt x="0" y="310"/>
                    </a:lnTo>
                    <a:lnTo>
                      <a:pt x="0" y="325"/>
                    </a:lnTo>
                    <a:lnTo>
                      <a:pt x="2" y="340"/>
                    </a:lnTo>
                    <a:lnTo>
                      <a:pt x="3" y="355"/>
                    </a:lnTo>
                    <a:lnTo>
                      <a:pt x="6" y="370"/>
                    </a:lnTo>
                    <a:lnTo>
                      <a:pt x="9" y="384"/>
                    </a:lnTo>
                    <a:lnTo>
                      <a:pt x="14" y="398"/>
                    </a:lnTo>
                    <a:lnTo>
                      <a:pt x="18" y="412"/>
                    </a:lnTo>
                    <a:lnTo>
                      <a:pt x="24" y="426"/>
                    </a:lnTo>
                    <a:lnTo>
                      <a:pt x="30" y="439"/>
                    </a:lnTo>
                    <a:lnTo>
                      <a:pt x="37" y="452"/>
                    </a:lnTo>
                    <a:lnTo>
                      <a:pt x="45" y="465"/>
                    </a:lnTo>
                    <a:lnTo>
                      <a:pt x="52" y="477"/>
                    </a:lnTo>
                    <a:lnTo>
                      <a:pt x="61" y="489"/>
                    </a:lnTo>
                    <a:lnTo>
                      <a:pt x="70" y="500"/>
                    </a:lnTo>
                    <a:lnTo>
                      <a:pt x="79" y="511"/>
                    </a:lnTo>
                    <a:lnTo>
                      <a:pt x="90" y="522"/>
                    </a:lnTo>
                    <a:lnTo>
                      <a:pt x="100" y="532"/>
                    </a:lnTo>
                    <a:lnTo>
                      <a:pt x="111" y="541"/>
                    </a:lnTo>
                    <a:lnTo>
                      <a:pt x="122" y="550"/>
                    </a:lnTo>
                    <a:lnTo>
                      <a:pt x="134" y="559"/>
                    </a:lnTo>
                    <a:lnTo>
                      <a:pt x="147" y="566"/>
                    </a:lnTo>
                    <a:lnTo>
                      <a:pt x="159" y="575"/>
                    </a:lnTo>
                    <a:lnTo>
                      <a:pt x="172" y="581"/>
                    </a:lnTo>
                    <a:lnTo>
                      <a:pt x="185" y="587"/>
                    </a:lnTo>
                    <a:lnTo>
                      <a:pt x="200" y="593"/>
                    </a:lnTo>
                    <a:lnTo>
                      <a:pt x="213" y="597"/>
                    </a:lnTo>
                    <a:lnTo>
                      <a:pt x="227" y="602"/>
                    </a:lnTo>
                    <a:lnTo>
                      <a:pt x="241" y="605"/>
                    </a:lnTo>
                    <a:lnTo>
                      <a:pt x="257" y="608"/>
                    </a:lnTo>
                    <a:lnTo>
                      <a:pt x="271" y="609"/>
                    </a:lnTo>
                    <a:lnTo>
                      <a:pt x="286" y="611"/>
                    </a:lnTo>
                    <a:lnTo>
                      <a:pt x="301" y="611"/>
                    </a:lnTo>
                    <a:lnTo>
                      <a:pt x="317" y="611"/>
                    </a:lnTo>
                    <a:lnTo>
                      <a:pt x="332" y="609"/>
                    </a:lnTo>
                    <a:lnTo>
                      <a:pt x="346" y="608"/>
                    </a:lnTo>
                    <a:lnTo>
                      <a:pt x="362" y="605"/>
                    </a:lnTo>
                    <a:lnTo>
                      <a:pt x="376" y="602"/>
                    </a:lnTo>
                    <a:lnTo>
                      <a:pt x="390" y="597"/>
                    </a:lnTo>
                    <a:lnTo>
                      <a:pt x="403" y="593"/>
                    </a:lnTo>
                    <a:lnTo>
                      <a:pt x="418" y="587"/>
                    </a:lnTo>
                    <a:lnTo>
                      <a:pt x="431" y="581"/>
                    </a:lnTo>
                    <a:lnTo>
                      <a:pt x="443" y="575"/>
                    </a:lnTo>
                    <a:lnTo>
                      <a:pt x="456" y="566"/>
                    </a:lnTo>
                    <a:lnTo>
                      <a:pt x="469" y="559"/>
                    </a:lnTo>
                    <a:lnTo>
                      <a:pt x="481" y="550"/>
                    </a:lnTo>
                    <a:lnTo>
                      <a:pt x="492" y="541"/>
                    </a:lnTo>
                    <a:lnTo>
                      <a:pt x="503" y="532"/>
                    </a:lnTo>
                    <a:lnTo>
                      <a:pt x="513" y="522"/>
                    </a:lnTo>
                    <a:lnTo>
                      <a:pt x="524" y="511"/>
                    </a:lnTo>
                    <a:lnTo>
                      <a:pt x="533" y="500"/>
                    </a:lnTo>
                    <a:lnTo>
                      <a:pt x="542" y="489"/>
                    </a:lnTo>
                    <a:lnTo>
                      <a:pt x="550" y="477"/>
                    </a:lnTo>
                    <a:lnTo>
                      <a:pt x="558" y="465"/>
                    </a:lnTo>
                    <a:lnTo>
                      <a:pt x="566" y="452"/>
                    </a:lnTo>
                    <a:lnTo>
                      <a:pt x="572" y="439"/>
                    </a:lnTo>
                    <a:lnTo>
                      <a:pt x="579" y="426"/>
                    </a:lnTo>
                    <a:lnTo>
                      <a:pt x="585" y="412"/>
                    </a:lnTo>
                    <a:lnTo>
                      <a:pt x="589" y="398"/>
                    </a:lnTo>
                    <a:lnTo>
                      <a:pt x="593" y="384"/>
                    </a:lnTo>
                    <a:lnTo>
                      <a:pt x="597" y="370"/>
                    </a:lnTo>
                    <a:lnTo>
                      <a:pt x="599" y="355"/>
                    </a:lnTo>
                    <a:lnTo>
                      <a:pt x="601" y="340"/>
                    </a:lnTo>
                    <a:lnTo>
                      <a:pt x="603" y="325"/>
                    </a:lnTo>
                    <a:lnTo>
                      <a:pt x="603" y="3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A84F9C-86B4-928A-CBC2-D9D1A84D6371}"/>
                </a:ext>
              </a:extLst>
            </p:cNvPr>
            <p:cNvCxnSpPr/>
            <p:nvPr/>
          </p:nvCxnSpPr>
          <p:spPr>
            <a:xfrm>
              <a:off x="7562850" y="1219200"/>
              <a:ext cx="5334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392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179" y="533400"/>
            <a:ext cx="2255380" cy="1371600"/>
          </a:xfrm>
        </p:spPr>
        <p:txBody>
          <a:bodyPr>
            <a:normAutofit/>
          </a:bodyPr>
          <a:lstStyle/>
          <a:p>
            <a:r>
              <a:rPr lang="es-MX" sz="5400" dirty="0">
                <a:latin typeface="Berlin Sans FB Demi" panose="020E0802020502020306" pitchFamily="34" charset="0"/>
              </a:rPr>
              <a:t>¿Y tú?</a:t>
            </a:r>
            <a:endParaRPr lang="en-US" sz="5000" dirty="0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638799" y="1384669"/>
            <a:ext cx="4419599" cy="1306882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you?</a:t>
            </a:r>
          </a:p>
        </p:txBody>
      </p:sp>
      <p:pic>
        <p:nvPicPr>
          <p:cNvPr id="11266" name="Picture 2" descr="Question Kids Images | Free Photos, PNG Stickers, Wallpapers &amp; Backgrounds  - rawpixel">
            <a:extLst>
              <a:ext uri="{FF2B5EF4-FFF2-40B4-BE49-F238E27FC236}">
                <a16:creationId xmlns:a16="http://schemas.microsoft.com/office/drawing/2014/main" id="{261370CA-5421-167E-F556-BD4D6B46F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048000"/>
            <a:ext cx="26892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70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7086600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¿</a:t>
            </a:r>
            <a:r>
              <a:rPr lang="en-US" sz="5000" dirty="0" err="1"/>
              <a:t>Cómo</a:t>
            </a:r>
            <a:r>
              <a:rPr lang="en-US" sz="5000" dirty="0"/>
              <a:t> </a:t>
            </a:r>
            <a:r>
              <a:rPr lang="en-US" sz="5000" dirty="0" err="1"/>
              <a:t>te</a:t>
            </a:r>
            <a:r>
              <a:rPr lang="en-US" sz="5000" dirty="0"/>
              <a:t> llamas </a:t>
            </a:r>
            <a:r>
              <a:rPr lang="en-US" sz="5000" dirty="0" err="1"/>
              <a:t>tú</a:t>
            </a:r>
            <a:r>
              <a:rPr lang="en-US" sz="5000" dirty="0"/>
              <a:t>? 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069904" y="1447800"/>
            <a:ext cx="5867399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your name? (Informal) </a:t>
            </a:r>
          </a:p>
        </p:txBody>
      </p:sp>
      <p:pic>
        <p:nvPicPr>
          <p:cNvPr id="3" name="Picture 2" descr="Kids,clipart,cute,design,teacher - free image from needpix.com">
            <a:extLst>
              <a:ext uri="{FF2B5EF4-FFF2-40B4-BE49-F238E27FC236}">
                <a16:creationId xmlns:a16="http://schemas.microsoft.com/office/drawing/2014/main" id="{F3A6BA8F-BBB6-738C-874D-C2D24C911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3124200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05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7086600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(Yo) Me llamo Pablo.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069904" y="1447800"/>
            <a:ext cx="5867399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name is Pablo.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A0E6B-5B91-BC28-FE73-C2BA71800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86402"/>
            <a:ext cx="3483958" cy="46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4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7086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¿De </a:t>
            </a:r>
            <a:r>
              <a:rPr lang="en-US" sz="5000" dirty="0" err="1"/>
              <a:t>dónde</a:t>
            </a:r>
            <a:r>
              <a:rPr lang="en-US" sz="5000" dirty="0"/>
              <a:t> </a:t>
            </a:r>
            <a:r>
              <a:rPr lang="en-US" sz="5000" dirty="0" err="1"/>
              <a:t>eres</a:t>
            </a:r>
            <a:r>
              <a:rPr lang="en-US" sz="5000" dirty="0"/>
              <a:t> </a:t>
            </a:r>
            <a:r>
              <a:rPr lang="en-US" sz="5000" dirty="0" err="1"/>
              <a:t>tú</a:t>
            </a:r>
            <a:r>
              <a:rPr lang="en-US" sz="5000" dirty="0"/>
              <a:t>?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172201" y="1764538"/>
            <a:ext cx="5867399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are you from?</a:t>
            </a:r>
          </a:p>
        </p:txBody>
      </p:sp>
      <p:grpSp>
        <p:nvGrpSpPr>
          <p:cNvPr id="3" name="Group 97">
            <a:extLst>
              <a:ext uri="{FF2B5EF4-FFF2-40B4-BE49-F238E27FC236}">
                <a16:creationId xmlns:a16="http://schemas.microsoft.com/office/drawing/2014/main" id="{AF9E4165-4449-122F-5F57-42E3DCB54983}"/>
              </a:ext>
            </a:extLst>
          </p:cNvPr>
          <p:cNvGrpSpPr>
            <a:grpSpLocks/>
          </p:cNvGrpSpPr>
          <p:nvPr/>
        </p:nvGrpSpPr>
        <p:grpSpPr bwMode="auto">
          <a:xfrm>
            <a:off x="10515600" y="277702"/>
            <a:ext cx="1066800" cy="1516063"/>
            <a:chOff x="7848600" y="304800"/>
            <a:chExt cx="1066800" cy="1515599"/>
          </a:xfrm>
        </p:grpSpPr>
        <p:pic>
          <p:nvPicPr>
            <p:cNvPr id="5" name="Picture 2" descr="C:\Users\mcase\AppData\Local\Microsoft\Windows\Temporary Internet Files\Content.IE5\G1IGSMDU\MC900013473[1].wmf">
              <a:extLst>
                <a:ext uri="{FF2B5EF4-FFF2-40B4-BE49-F238E27FC236}">
                  <a16:creationId xmlns:a16="http://schemas.microsoft.com/office/drawing/2014/main" id="{9D730508-FFDF-9D9F-ACD7-16C56AFF4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8600" y="304800"/>
              <a:ext cx="1066800" cy="1515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95">
              <a:extLst>
                <a:ext uri="{FF2B5EF4-FFF2-40B4-BE49-F238E27FC236}">
                  <a16:creationId xmlns:a16="http://schemas.microsoft.com/office/drawing/2014/main" id="{B05C7B96-8B6D-5255-A7A7-562FC2EC7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685800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Kristen ITC" panose="03050502040202030202" pitchFamily="66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Kristen ITC" panose="03050502040202030202" pitchFamily="66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Kristen ITC" panose="03050502040202030202" pitchFamily="66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Kristen ITC" panose="03050502040202030202" pitchFamily="66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Kristen ITC" panose="03050502040202030202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Kristen ITC" panose="03050502040202030202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Kristen ITC" panose="03050502040202030202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Kristen ITC" panose="03050502040202030202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Kristen ITC" panose="03050502040202030202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??</a:t>
              </a:r>
            </a:p>
          </p:txBody>
        </p:sp>
      </p:grpSp>
      <p:pic>
        <p:nvPicPr>
          <p:cNvPr id="8" name="Picture 2" descr="Question Kids Images | Free Photos, PNG Stickers, Wallpapers &amp; Backgrounds  - rawpixel">
            <a:extLst>
              <a:ext uri="{FF2B5EF4-FFF2-40B4-BE49-F238E27FC236}">
                <a16:creationId xmlns:a16="http://schemas.microsoft.com/office/drawing/2014/main" id="{FAE1F91F-7FCF-6C23-7FDE-0BF5DB55F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048000"/>
            <a:ext cx="26892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9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7086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Yo soy de…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4648200" y="1155071"/>
            <a:ext cx="5867399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from ….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14338" name="Picture 2" descr="Clipart,clip art,graphic,illustration,world - free image from needpix.com">
            <a:extLst>
              <a:ext uri="{FF2B5EF4-FFF2-40B4-BE49-F238E27FC236}">
                <a16:creationId xmlns:a16="http://schemas.microsoft.com/office/drawing/2014/main" id="{4720F872-1D78-901C-2AA6-1021D0602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7F8F3"/>
              </a:clrFrom>
              <a:clrTo>
                <a:srgbClr val="F7F8F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72911"/>
            <a:ext cx="1465971" cy="146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CCB4EF-00E8-78E8-F9A1-A4D487FA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43200"/>
            <a:ext cx="2916843" cy="389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7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7086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  Mucho gusto.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172201" y="1764538"/>
            <a:ext cx="5867399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Nice to meet you.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B76584-79E1-74B4-1D4A-52AA9BD8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8" y="3581400"/>
            <a:ext cx="3886201" cy="258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2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7086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  El gusto es </a:t>
            </a:r>
            <a:r>
              <a:rPr lang="en-US" sz="5000" dirty="0" err="1"/>
              <a:t>mío</a:t>
            </a:r>
            <a:r>
              <a:rPr lang="en-US" sz="5000" dirty="0"/>
              <a:t>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943601" y="1764538"/>
            <a:ext cx="6096000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pleasure is mine.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16386" name="Picture 2" descr="Gentlemen Greet By Tipping Hats - Vector Image">
            <a:extLst>
              <a:ext uri="{FF2B5EF4-FFF2-40B4-BE49-F238E27FC236}">
                <a16:creationId xmlns:a16="http://schemas.microsoft.com/office/drawing/2014/main" id="{22AD298F-0695-33C1-3789-F656C1DD9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27036"/>
            <a:ext cx="4862512" cy="395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63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7086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  </a:t>
            </a:r>
            <a:r>
              <a:rPr lang="en-US" sz="5000" dirty="0" err="1"/>
              <a:t>Encantado</a:t>
            </a:r>
            <a:r>
              <a:rPr lang="en-US" sz="5000" dirty="0"/>
              <a:t>/a.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715000" y="1764538"/>
            <a:ext cx="6324601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Delighted to meet you. 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17414" name="Picture 6" descr="Free Vectors, PNGs, Mockups &amp; Backgrounds - rawpixel">
            <a:extLst>
              <a:ext uri="{FF2B5EF4-FFF2-40B4-BE49-F238E27FC236}">
                <a16:creationId xmlns:a16="http://schemas.microsoft.com/office/drawing/2014/main" id="{1CF7D7A9-9553-A58D-36F5-F885CCADB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565574"/>
            <a:ext cx="27432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23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5562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  </a:t>
            </a:r>
            <a:r>
              <a:rPr lang="en-US" sz="5000" dirty="0" err="1"/>
              <a:t>Igual</a:t>
            </a:r>
            <a:r>
              <a:rPr lang="en-US" sz="5000" dirty="0"/>
              <a:t>(</a:t>
            </a:r>
            <a:r>
              <a:rPr lang="en-US" sz="5000" dirty="0" err="1"/>
              <a:t>mente</a:t>
            </a:r>
            <a:r>
              <a:rPr lang="en-US" sz="5000" dirty="0"/>
              <a:t>)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6498923" y="1421638"/>
            <a:ext cx="3657600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Likewise.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18436" name="Picture 4" descr="Equal Math Images | Free Photos, PNG Stickers, Wallpapers &amp; Backgrounds -  rawpixel">
            <a:extLst>
              <a:ext uri="{FF2B5EF4-FFF2-40B4-BE49-F238E27FC236}">
                <a16:creationId xmlns:a16="http://schemas.microsoft.com/office/drawing/2014/main" id="{70E8F9A5-67D0-7832-E3A0-7C4C8F50B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30091">
            <a:off x="6093146" y="315802"/>
            <a:ext cx="12954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Running boy cartoon clip art | Free Vector - rawpixel">
            <a:extLst>
              <a:ext uri="{FF2B5EF4-FFF2-40B4-BE49-F238E27FC236}">
                <a16:creationId xmlns:a16="http://schemas.microsoft.com/office/drawing/2014/main" id="{4BE01B47-3D75-B14C-0FC6-42FCEF43A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769" y="2038298"/>
            <a:ext cx="3151831" cy="44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48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5562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  Hasta luego.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410200" y="1421638"/>
            <a:ext cx="4746323" cy="1371600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you later.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19458" name="Picture 2" descr="5 Finger Images | Free Photos, PNG Stickers, Wallpapers &amp; Backgrounds -  rawpixel">
            <a:extLst>
              <a:ext uri="{FF2B5EF4-FFF2-40B4-BE49-F238E27FC236}">
                <a16:creationId xmlns:a16="http://schemas.microsoft.com/office/drawing/2014/main" id="{98C57C52-60A4-5666-8013-F1CDBA686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277702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Bye Bye - Openclipart">
            <a:extLst>
              <a:ext uri="{FF2B5EF4-FFF2-40B4-BE49-F238E27FC236}">
                <a16:creationId xmlns:a16="http://schemas.microsoft.com/office/drawing/2014/main" id="{2E857C89-6199-FACD-CCDA-CB4E37675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4"/>
          <a:stretch/>
        </p:blipFill>
        <p:spPr bwMode="auto">
          <a:xfrm>
            <a:off x="4572000" y="3125201"/>
            <a:ext cx="2530573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13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5562600" cy="1371600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  Hasta </a:t>
            </a:r>
            <a:r>
              <a:rPr lang="en-US" sz="5000" dirty="0" err="1"/>
              <a:t>mañana</a:t>
            </a:r>
            <a:r>
              <a:rPr lang="en-US" sz="5000" dirty="0"/>
              <a:t>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334000" y="1444171"/>
            <a:ext cx="5562600" cy="1672614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you tomorrow.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20482" name="Picture 2" descr="Desk calendar graphics.ai Royalty Free Stock SVG Vector">
            <a:extLst>
              <a:ext uri="{FF2B5EF4-FFF2-40B4-BE49-F238E27FC236}">
                <a16:creationId xmlns:a16="http://schemas.microsoft.com/office/drawing/2014/main" id="{04DEEA82-C1F6-5636-CE9E-752882F79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1839" y="335271"/>
            <a:ext cx="1223922" cy="122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C89868-A143-D2BF-6AAA-DD922519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440332"/>
            <a:ext cx="2888990" cy="288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8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4F73E1D-EA0F-BE34-9DDB-522D8E1C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702"/>
            <a:ext cx="5562600" cy="1371600"/>
          </a:xfrm>
        </p:spPr>
        <p:txBody>
          <a:bodyPr>
            <a:normAutofit/>
          </a:bodyPr>
          <a:lstStyle/>
          <a:p>
            <a:r>
              <a:rPr lang="en-US" sz="5000" dirty="0"/>
              <a:t>  </a:t>
            </a:r>
            <a:r>
              <a:rPr lang="en-US" sz="5000" dirty="0" err="1"/>
              <a:t>Adiós</a:t>
            </a:r>
            <a:r>
              <a:rPr lang="en-US" sz="5000" dirty="0"/>
              <a:t>.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82E3BE5-9BAF-06BA-4AF9-56EB6F310396}"/>
              </a:ext>
            </a:extLst>
          </p:cNvPr>
          <p:cNvSpPr/>
          <p:nvPr/>
        </p:nvSpPr>
        <p:spPr>
          <a:xfrm>
            <a:off x="5334000" y="1972849"/>
            <a:ext cx="5562600" cy="1143936"/>
          </a:xfrm>
          <a:prstGeom prst="wedgeEllipse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Good-bye</a:t>
            </a:r>
            <a:r>
              <a:rPr lang="en-US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95">
            <a:extLst>
              <a:ext uri="{FF2B5EF4-FFF2-40B4-BE49-F238E27FC236}">
                <a16:creationId xmlns:a16="http://schemas.microsoft.com/office/drawing/2014/main" id="{B05C7B96-8B6D-5255-A7A7-562FC2EC7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200" y="658818"/>
            <a:ext cx="685800" cy="46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Kristen ITC" panose="03050502040202030202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Kristen ITC" panose="03050502040202030202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Kristen ITC" panose="03050502040202030202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Kristen ITC" panose="03050502040202030202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pic>
        <p:nvPicPr>
          <p:cNvPr id="20482" name="Picture 2" descr="Desk calendar graphics.ai Royalty Free Stock SVG Vector">
            <a:extLst>
              <a:ext uri="{FF2B5EF4-FFF2-40B4-BE49-F238E27FC236}">
                <a16:creationId xmlns:a16="http://schemas.microsoft.com/office/drawing/2014/main" id="{04DEEA82-C1F6-5636-CE9E-752882F79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1839" y="335271"/>
            <a:ext cx="1223922" cy="122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6" name="Picture 2" descr="Download free photo of Clipart,clip art,illustration,graphic,diverse - from  needpix.com">
            <a:extLst>
              <a:ext uri="{FF2B5EF4-FFF2-40B4-BE49-F238E27FC236}">
                <a16:creationId xmlns:a16="http://schemas.microsoft.com/office/drawing/2014/main" id="{AA412D8E-CD34-A8B7-90DC-A22BC3F67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DF8"/>
              </a:clrFrom>
              <a:clrTo>
                <a:srgbClr val="FCFD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411255"/>
            <a:ext cx="31242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83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820400" cy="3505200"/>
          </a:xfrm>
        </p:spPr>
        <p:txBody>
          <a:bodyPr/>
          <a:lstStyle/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In general, speak formally with people:</a:t>
            </a:r>
          </a:p>
          <a:p>
            <a:r>
              <a:rPr lang="en-US" dirty="0"/>
              <a:t>you don’t know</a:t>
            </a:r>
          </a:p>
          <a:p>
            <a:r>
              <a:rPr lang="en-US" dirty="0"/>
              <a:t>older than you</a:t>
            </a:r>
          </a:p>
          <a:p>
            <a:r>
              <a:rPr lang="en-US" dirty="0"/>
              <a:t>In a superior position (like your boss, teacher or principal) </a:t>
            </a:r>
          </a:p>
          <a:p>
            <a:pPr marL="10922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To show respect in Spanish you should speak formally. </a:t>
            </a:r>
          </a:p>
        </p:txBody>
      </p:sp>
    </p:spTree>
    <p:extLst>
      <p:ext uri="{BB962C8B-B14F-4D97-AF65-F5344CB8AC3E}">
        <p14:creationId xmlns:p14="http://schemas.microsoft.com/office/powerpoint/2010/main" val="163780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256C80-3FCE-E652-8183-2529EFB7F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49" y="2895601"/>
            <a:ext cx="6485351" cy="2286000"/>
          </a:xfrm>
        </p:spPr>
        <p:txBody>
          <a:bodyPr/>
          <a:lstStyle/>
          <a:p>
            <a:r>
              <a:rPr lang="en-US" dirty="0"/>
              <a:t>What is your name?</a:t>
            </a:r>
          </a:p>
          <a:p>
            <a:r>
              <a:rPr lang="en-US" dirty="0"/>
              <a:t>How are you?</a:t>
            </a:r>
          </a:p>
          <a:p>
            <a:r>
              <a:rPr lang="en-US" dirty="0"/>
              <a:t>Where are you from?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06FD07-2E60-3CFC-04BD-8D2E9656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49" y="228600"/>
            <a:ext cx="6858000" cy="1066800"/>
          </a:xfrm>
        </p:spPr>
        <p:txBody>
          <a:bodyPr>
            <a:normAutofit fontScale="90000"/>
          </a:bodyPr>
          <a:lstStyle/>
          <a:p>
            <a:r>
              <a:rPr lang="es-MX" dirty="0"/>
              <a:t>¿Cómo se llama usted?</a:t>
            </a: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99FFBCF-276C-5508-2F88-AC883CDB5FF3}"/>
              </a:ext>
            </a:extLst>
          </p:cNvPr>
          <p:cNvSpPr txBox="1">
            <a:spLocks/>
          </p:cNvSpPr>
          <p:nvPr/>
        </p:nvSpPr>
        <p:spPr>
          <a:xfrm>
            <a:off x="0" y="797490"/>
            <a:ext cx="7010400" cy="1295400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rgbClr val="1DE7FF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s-MX" sz="4000" dirty="0"/>
              <a:t> ¿Cómo está usted?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BE3C2C4-6641-AA4A-1BDB-D79B47676231}"/>
              </a:ext>
            </a:extLst>
          </p:cNvPr>
          <p:cNvSpPr txBox="1">
            <a:spLocks/>
          </p:cNvSpPr>
          <p:nvPr/>
        </p:nvSpPr>
        <p:spPr>
          <a:xfrm>
            <a:off x="12526" y="1524000"/>
            <a:ext cx="7010400" cy="1295400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rgbClr val="1DE7FF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s-MX" sz="4000" dirty="0"/>
              <a:t> ¿De dónde es usted?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9DB823-B0F4-5651-7311-A5805BC1C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249" y="1194974"/>
            <a:ext cx="3621324" cy="397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5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591</TotalTime>
  <Words>258</Words>
  <Application>Microsoft Office PowerPoint</Application>
  <PresentationFormat>Widescreen</PresentationFormat>
  <Paragraphs>57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Black</vt:lpstr>
      <vt:lpstr>Berlin Sans FB Demi</vt:lpstr>
      <vt:lpstr>Calibri</vt:lpstr>
      <vt:lpstr>Lucida Sans Unicode</vt:lpstr>
      <vt:lpstr>Verdana</vt:lpstr>
      <vt:lpstr>Wingdings 2</vt:lpstr>
      <vt:lpstr>Wingdings 3</vt:lpstr>
      <vt:lpstr>Concourse</vt:lpstr>
      <vt:lpstr>Saludar y Despedirse</vt:lpstr>
      <vt:lpstr>Hola</vt:lpstr>
      <vt:lpstr>Buenos Días</vt:lpstr>
      <vt:lpstr>Buenas Tardes</vt:lpstr>
      <vt:lpstr>Buenas Noches</vt:lpstr>
      <vt:lpstr> ¿Cómo estás?</vt:lpstr>
      <vt:lpstr>¿Qué tal?</vt:lpstr>
      <vt:lpstr>  ¿Qué pasa?</vt:lpstr>
      <vt:lpstr>(Yo) Estoy bien.</vt:lpstr>
      <vt:lpstr>(Yo) Estoy mal.</vt:lpstr>
      <vt:lpstr>(Yo) Estoy así-así.</vt:lpstr>
      <vt:lpstr>¿Y tú?</vt:lpstr>
      <vt:lpstr>¿Cómo te llamas tú? </vt:lpstr>
      <vt:lpstr>(Yo) Me llamo Pablo.</vt:lpstr>
      <vt:lpstr>¿De dónde eres tú?</vt:lpstr>
      <vt:lpstr>Yo soy de…</vt:lpstr>
      <vt:lpstr>  Mucho gusto.</vt:lpstr>
      <vt:lpstr>  El gusto es mío.</vt:lpstr>
      <vt:lpstr>  Encantado/a.</vt:lpstr>
      <vt:lpstr>  Igual(mente)</vt:lpstr>
      <vt:lpstr>  Hasta luego.</vt:lpstr>
      <vt:lpstr>  Hasta mañana.</vt:lpstr>
      <vt:lpstr>  Adiós.</vt:lpstr>
      <vt:lpstr>To show respect in Spanish you should speak formally. </vt:lpstr>
      <vt:lpstr>¿Cómo se llama usted?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187</cp:revision>
  <dcterms:created xsi:type="dcterms:W3CDTF">2007-10-19T05:42:00Z</dcterms:created>
  <dcterms:modified xsi:type="dcterms:W3CDTF">2024-08-07T04:35:41Z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</Properties>
</file>