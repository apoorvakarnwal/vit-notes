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4" r:id="rId2"/>
    <p:sldId id="303" r:id="rId3"/>
    <p:sldId id="307" r:id="rId4"/>
    <p:sldId id="320" r:id="rId5"/>
    <p:sldId id="319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02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84255-C229-40B6-B92B-12720C0BAB28}" v="227" dt="2024-06-17T08:35:50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 autoAdjust="0"/>
    <p:restoredTop sz="94694"/>
  </p:normalViewPr>
  <p:slideViewPr>
    <p:cSldViewPr showGuides="1">
      <p:cViewPr>
        <p:scale>
          <a:sx n="82" d="100"/>
          <a:sy n="82" d="100"/>
        </p:scale>
        <p:origin x="-272" y="1016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71A88D45-23E1-45B6-A998-A7F940C0BE91}"/>
    <pc:docChg chg="undo custSel addSld delSld modSld">
      <pc:chgData name="shilpi gupta" userId="5ce4f23861899b28" providerId="LiveId" clId="{71A88D45-23E1-45B6-A998-A7F940C0BE91}" dt="2024-06-06T16:43:35.020" v="1096" actId="6549"/>
      <pc:docMkLst>
        <pc:docMk/>
      </pc:docMkLst>
      <pc:sldChg chg="del">
        <pc:chgData name="shilpi gupta" userId="5ce4f23861899b28" providerId="LiveId" clId="{71A88D45-23E1-45B6-A998-A7F940C0BE91}" dt="2024-06-06T15:23:22.274" v="287" actId="47"/>
        <pc:sldMkLst>
          <pc:docMk/>
          <pc:sldMk cId="0" sldId="256"/>
        </pc:sldMkLst>
      </pc:sldChg>
      <pc:sldChg chg="del">
        <pc:chgData name="shilpi gupta" userId="5ce4f23861899b28" providerId="LiveId" clId="{71A88D45-23E1-45B6-A998-A7F940C0BE91}" dt="2024-06-06T16:33:41.646" v="821" actId="47"/>
        <pc:sldMkLst>
          <pc:docMk/>
          <pc:sldMk cId="0" sldId="257"/>
        </pc:sldMkLst>
      </pc:sldChg>
      <pc:sldChg chg="del">
        <pc:chgData name="shilpi gupta" userId="5ce4f23861899b28" providerId="LiveId" clId="{71A88D45-23E1-45B6-A998-A7F940C0BE91}" dt="2024-06-06T16:33:42.844" v="823" actId="47"/>
        <pc:sldMkLst>
          <pc:docMk/>
          <pc:sldMk cId="0" sldId="261"/>
        </pc:sldMkLst>
      </pc:sldChg>
      <pc:sldChg chg="del">
        <pc:chgData name="shilpi gupta" userId="5ce4f23861899b28" providerId="LiveId" clId="{71A88D45-23E1-45B6-A998-A7F940C0BE91}" dt="2024-06-06T16:33:43.072" v="824" actId="47"/>
        <pc:sldMkLst>
          <pc:docMk/>
          <pc:sldMk cId="0" sldId="262"/>
        </pc:sldMkLst>
      </pc:sldChg>
      <pc:sldChg chg="del">
        <pc:chgData name="shilpi gupta" userId="5ce4f23861899b28" providerId="LiveId" clId="{71A88D45-23E1-45B6-A998-A7F940C0BE91}" dt="2024-06-06T16:33:43.698" v="827" actId="47"/>
        <pc:sldMkLst>
          <pc:docMk/>
          <pc:sldMk cId="0" sldId="265"/>
        </pc:sldMkLst>
      </pc:sldChg>
      <pc:sldChg chg="del">
        <pc:chgData name="shilpi gupta" userId="5ce4f23861899b28" providerId="LiveId" clId="{71A88D45-23E1-45B6-A998-A7F940C0BE91}" dt="2024-06-06T16:33:43.909" v="828" actId="47"/>
        <pc:sldMkLst>
          <pc:docMk/>
          <pc:sldMk cId="0" sldId="266"/>
        </pc:sldMkLst>
      </pc:sldChg>
      <pc:sldChg chg="del">
        <pc:chgData name="shilpi gupta" userId="5ce4f23861899b28" providerId="LiveId" clId="{71A88D45-23E1-45B6-A998-A7F940C0BE91}" dt="2024-06-06T16:33:44.114" v="829" actId="47"/>
        <pc:sldMkLst>
          <pc:docMk/>
          <pc:sldMk cId="0" sldId="267"/>
        </pc:sldMkLst>
      </pc:sldChg>
      <pc:sldChg chg="del">
        <pc:chgData name="shilpi gupta" userId="5ce4f23861899b28" providerId="LiveId" clId="{71A88D45-23E1-45B6-A998-A7F940C0BE91}" dt="2024-06-06T16:33:44.307" v="830" actId="47"/>
        <pc:sldMkLst>
          <pc:docMk/>
          <pc:sldMk cId="0" sldId="268"/>
        </pc:sldMkLst>
      </pc:sldChg>
      <pc:sldChg chg="del">
        <pc:chgData name="shilpi gupta" userId="5ce4f23861899b28" providerId="LiveId" clId="{71A88D45-23E1-45B6-A998-A7F940C0BE91}" dt="2024-06-06T16:33:44.520" v="831" actId="47"/>
        <pc:sldMkLst>
          <pc:docMk/>
          <pc:sldMk cId="0" sldId="269"/>
        </pc:sldMkLst>
      </pc:sldChg>
      <pc:sldChg chg="del">
        <pc:chgData name="shilpi gupta" userId="5ce4f23861899b28" providerId="LiveId" clId="{71A88D45-23E1-45B6-A998-A7F940C0BE91}" dt="2024-06-06T16:33:45.676" v="832" actId="47"/>
        <pc:sldMkLst>
          <pc:docMk/>
          <pc:sldMk cId="0" sldId="270"/>
        </pc:sldMkLst>
      </pc:sldChg>
      <pc:sldChg chg="del">
        <pc:chgData name="shilpi gupta" userId="5ce4f23861899b28" providerId="LiveId" clId="{71A88D45-23E1-45B6-A998-A7F940C0BE91}" dt="2024-06-06T16:33:46.583" v="835" actId="47"/>
        <pc:sldMkLst>
          <pc:docMk/>
          <pc:sldMk cId="0" sldId="271"/>
        </pc:sldMkLst>
      </pc:sldChg>
      <pc:sldChg chg="del">
        <pc:chgData name="shilpi gupta" userId="5ce4f23861899b28" providerId="LiveId" clId="{71A88D45-23E1-45B6-A998-A7F940C0BE91}" dt="2024-06-06T16:33:46.357" v="834" actId="47"/>
        <pc:sldMkLst>
          <pc:docMk/>
          <pc:sldMk cId="0" sldId="272"/>
        </pc:sldMkLst>
      </pc:sldChg>
      <pc:sldChg chg="del">
        <pc:chgData name="shilpi gupta" userId="5ce4f23861899b28" providerId="LiveId" clId="{71A88D45-23E1-45B6-A998-A7F940C0BE91}" dt="2024-06-06T16:33:46.801" v="836" actId="47"/>
        <pc:sldMkLst>
          <pc:docMk/>
          <pc:sldMk cId="0" sldId="273"/>
        </pc:sldMkLst>
      </pc:sldChg>
      <pc:sldChg chg="del">
        <pc:chgData name="shilpi gupta" userId="5ce4f23861899b28" providerId="LiveId" clId="{71A88D45-23E1-45B6-A998-A7F940C0BE91}" dt="2024-06-06T16:33:43.483" v="826" actId="47"/>
        <pc:sldMkLst>
          <pc:docMk/>
          <pc:sldMk cId="0" sldId="275"/>
        </pc:sldMkLst>
      </pc:sldChg>
      <pc:sldChg chg="del">
        <pc:chgData name="shilpi gupta" userId="5ce4f23861899b28" providerId="LiveId" clId="{71A88D45-23E1-45B6-A998-A7F940C0BE91}" dt="2024-06-06T16:33:46.144" v="833" actId="47"/>
        <pc:sldMkLst>
          <pc:docMk/>
          <pc:sldMk cId="0" sldId="278"/>
        </pc:sldMkLst>
      </pc:sldChg>
      <pc:sldChg chg="del">
        <pc:chgData name="shilpi gupta" userId="5ce4f23861899b28" providerId="LiveId" clId="{71A88D45-23E1-45B6-A998-A7F940C0BE91}" dt="2024-06-06T16:33:43.271" v="825" actId="47"/>
        <pc:sldMkLst>
          <pc:docMk/>
          <pc:sldMk cId="0" sldId="279"/>
        </pc:sldMkLst>
      </pc:sldChg>
      <pc:sldChg chg="del">
        <pc:chgData name="shilpi gupta" userId="5ce4f23861899b28" providerId="LiveId" clId="{71A88D45-23E1-45B6-A998-A7F940C0BE91}" dt="2024-06-06T16:33:41.948" v="822" actId="47"/>
        <pc:sldMkLst>
          <pc:docMk/>
          <pc:sldMk cId="0" sldId="283"/>
        </pc:sldMkLst>
      </pc:sldChg>
      <pc:sldChg chg="modSp add del modAnim">
        <pc:chgData name="shilpi gupta" userId="5ce4f23861899b28" providerId="LiveId" clId="{71A88D45-23E1-45B6-A998-A7F940C0BE91}" dt="2024-06-06T16:43:09.652" v="1091" actId="20577"/>
        <pc:sldMkLst>
          <pc:docMk/>
          <pc:sldMk cId="0" sldId="302"/>
        </pc:sldMkLst>
        <pc:spChg chg="mod">
          <ac:chgData name="shilpi gupta" userId="5ce4f23861899b28" providerId="LiveId" clId="{71A88D45-23E1-45B6-A998-A7F940C0BE91}" dt="2024-06-06T16:43:09.652" v="1091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1A88D45-23E1-45B6-A998-A7F940C0BE91}" dt="2024-06-06T16:43:35.020" v="1096" actId="6549"/>
        <pc:sldMkLst>
          <pc:docMk/>
          <pc:sldMk cId="0" sldId="303"/>
        </pc:sldMkLst>
        <pc:spChg chg="mod">
          <ac:chgData name="shilpi gupta" userId="5ce4f23861899b28" providerId="LiveId" clId="{71A88D45-23E1-45B6-A998-A7F940C0BE91}" dt="2024-06-06T16:43:25.880" v="1092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1A88D45-23E1-45B6-A998-A7F940C0BE91}" dt="2024-06-06T16:43:35.020" v="1096" actId="6549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71A88D45-23E1-45B6-A998-A7F940C0BE91}" dt="2024-06-06T13:54:11.621" v="110" actId="20577"/>
        <pc:sldMkLst>
          <pc:docMk/>
          <pc:sldMk cId="0" sldId="304"/>
        </pc:sldMkLst>
        <pc:spChg chg="mod">
          <ac:chgData name="shilpi gupta" userId="5ce4f23861899b28" providerId="LiveId" clId="{71A88D45-23E1-45B6-A998-A7F940C0BE91}" dt="2024-06-06T13:54:11.621" v="110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71A88D45-23E1-45B6-A998-A7F940C0BE91}" dt="2024-06-06T16:33:46.916" v="837" actId="47"/>
        <pc:sldMkLst>
          <pc:docMk/>
          <pc:sldMk cId="2873325748" sldId="305"/>
        </pc:sldMkLst>
      </pc:sldChg>
      <pc:sldChg chg="del">
        <pc:chgData name="shilpi gupta" userId="5ce4f23861899b28" providerId="LiveId" clId="{71A88D45-23E1-45B6-A998-A7F940C0BE91}" dt="2024-06-06T16:33:47.112" v="838" actId="47"/>
        <pc:sldMkLst>
          <pc:docMk/>
          <pc:sldMk cId="3520298897" sldId="306"/>
        </pc:sldMkLst>
      </pc:sldChg>
      <pc:sldChg chg="addSp modSp new mod modAnim">
        <pc:chgData name="shilpi gupta" userId="5ce4f23861899b28" providerId="LiveId" clId="{71A88D45-23E1-45B6-A998-A7F940C0BE91}" dt="2024-06-06T13:59:44.896" v="204" actId="14100"/>
        <pc:sldMkLst>
          <pc:docMk/>
          <pc:sldMk cId="4029698497" sldId="307"/>
        </pc:sldMkLst>
        <pc:spChg chg="mod">
          <ac:chgData name="shilpi gupta" userId="5ce4f23861899b28" providerId="LiveId" clId="{71A88D45-23E1-45B6-A998-A7F940C0BE91}" dt="2024-06-06T13:58:20.060" v="195"/>
          <ac:spMkLst>
            <pc:docMk/>
            <pc:sldMk cId="4029698497" sldId="307"/>
            <ac:spMk id="2" creationId="{3AEF6B44-2989-865C-65DE-EE2D54CB20A5}"/>
          </ac:spMkLst>
        </pc:spChg>
        <pc:spChg chg="mod">
          <ac:chgData name="shilpi gupta" userId="5ce4f23861899b28" providerId="LiveId" clId="{71A88D45-23E1-45B6-A998-A7F940C0BE91}" dt="2024-06-06T13:57:33.729" v="186" actId="20577"/>
          <ac:spMkLst>
            <pc:docMk/>
            <pc:sldMk cId="4029698497" sldId="307"/>
            <ac:spMk id="3" creationId="{1E76D32F-9076-F600-8952-BB5BD38B1C02}"/>
          </ac:spMkLst>
        </pc:spChg>
        <pc:spChg chg="add mod">
          <ac:chgData name="shilpi gupta" userId="5ce4f23861899b28" providerId="LiveId" clId="{71A88D45-23E1-45B6-A998-A7F940C0BE91}" dt="2024-06-06T13:59:37.067" v="203" actId="207"/>
          <ac:spMkLst>
            <pc:docMk/>
            <pc:sldMk cId="4029698497" sldId="307"/>
            <ac:spMk id="4" creationId="{C852D646-D293-35F7-89FB-6AAF283759A6}"/>
          </ac:spMkLst>
        </pc:spChg>
        <pc:spChg chg="add mod">
          <ac:chgData name="shilpi gupta" userId="5ce4f23861899b28" providerId="LiveId" clId="{71A88D45-23E1-45B6-A998-A7F940C0BE91}" dt="2024-06-06T13:59:44.896" v="204" actId="14100"/>
          <ac:spMkLst>
            <pc:docMk/>
            <pc:sldMk cId="4029698497" sldId="307"/>
            <ac:spMk id="5" creationId="{43381A34-6CB2-4BCB-33C4-A361F846F78F}"/>
          </ac:spMkLst>
        </pc:spChg>
      </pc:sldChg>
      <pc:sldChg chg="new del">
        <pc:chgData name="shilpi gupta" userId="5ce4f23861899b28" providerId="LiveId" clId="{71A88D45-23E1-45B6-A998-A7F940C0BE91}" dt="2024-06-06T13:56:50.665" v="168" actId="47"/>
        <pc:sldMkLst>
          <pc:docMk/>
          <pc:sldMk cId="510218715" sldId="308"/>
        </pc:sldMkLst>
      </pc:sldChg>
      <pc:sldChg chg="addSp delSp modSp new mod modAnim">
        <pc:chgData name="shilpi gupta" userId="5ce4f23861899b28" providerId="LiveId" clId="{71A88D45-23E1-45B6-A998-A7F940C0BE91}" dt="2024-06-06T15:23:16.042" v="286" actId="5793"/>
        <pc:sldMkLst>
          <pc:docMk/>
          <pc:sldMk cId="4092240921" sldId="308"/>
        </pc:sldMkLst>
        <pc:spChg chg="add del mod">
          <ac:chgData name="shilpi gupta" userId="5ce4f23861899b28" providerId="LiveId" clId="{71A88D45-23E1-45B6-A998-A7F940C0BE91}" dt="2024-06-06T14:02:33.135" v="220"/>
          <ac:spMkLst>
            <pc:docMk/>
            <pc:sldMk cId="4092240921" sldId="308"/>
            <ac:spMk id="2" creationId="{128247CC-EF0F-D519-FF2C-7CD2A2BCBCE1}"/>
          </ac:spMkLst>
        </pc:spChg>
        <pc:spChg chg="mod">
          <ac:chgData name="shilpi gupta" userId="5ce4f23861899b28" providerId="LiveId" clId="{71A88D45-23E1-45B6-A998-A7F940C0BE91}" dt="2024-06-06T15:23:09.505" v="285" actId="6549"/>
          <ac:spMkLst>
            <pc:docMk/>
            <pc:sldMk cId="4092240921" sldId="308"/>
            <ac:spMk id="3" creationId="{B3F8F3BD-84E9-7570-C2AC-F111324938B1}"/>
          </ac:spMkLst>
        </pc:spChg>
        <pc:spChg chg="add mod">
          <ac:chgData name="shilpi gupta" userId="5ce4f23861899b28" providerId="LiveId" clId="{71A88D45-23E1-45B6-A998-A7F940C0BE91}" dt="2024-06-06T15:23:16.042" v="286" actId="5793"/>
          <ac:spMkLst>
            <pc:docMk/>
            <pc:sldMk cId="4092240921" sldId="308"/>
            <ac:spMk id="5" creationId="{F402B24B-2D02-4987-6856-445B7CDCD1CC}"/>
          </ac:spMkLst>
        </pc:spChg>
        <pc:spChg chg="add mod">
          <ac:chgData name="shilpi gupta" userId="5ce4f23861899b28" providerId="LiveId" clId="{71A88D45-23E1-45B6-A998-A7F940C0BE91}" dt="2024-06-06T14:02:56.975" v="222"/>
          <ac:spMkLst>
            <pc:docMk/>
            <pc:sldMk cId="4092240921" sldId="308"/>
            <ac:spMk id="6" creationId="{E5C06D09-A44F-267D-C010-860E89534D91}"/>
          </ac:spMkLst>
        </pc:spChg>
        <pc:spChg chg="add mod">
          <ac:chgData name="shilpi gupta" userId="5ce4f23861899b28" providerId="LiveId" clId="{71A88D45-23E1-45B6-A998-A7F940C0BE91}" dt="2024-06-06T14:03:22.853" v="224" actId="1076"/>
          <ac:spMkLst>
            <pc:docMk/>
            <pc:sldMk cId="4092240921" sldId="308"/>
            <ac:spMk id="7" creationId="{40399958-B6DC-CE40-42CB-25D4DE916C14}"/>
          </ac:spMkLst>
        </pc:spChg>
        <pc:spChg chg="add mod">
          <ac:chgData name="shilpi gupta" userId="5ce4f23861899b28" providerId="LiveId" clId="{71A88D45-23E1-45B6-A998-A7F940C0BE91}" dt="2024-06-06T14:04:54.834" v="239" actId="1076"/>
          <ac:spMkLst>
            <pc:docMk/>
            <pc:sldMk cId="4092240921" sldId="308"/>
            <ac:spMk id="8" creationId="{379E5C0E-4086-8FD5-B92B-5E5DC251C9DE}"/>
          </ac:spMkLst>
        </pc:spChg>
        <pc:picChg chg="add mod">
          <ac:chgData name="shilpi gupta" userId="5ce4f23861899b28" providerId="LiveId" clId="{71A88D45-23E1-45B6-A998-A7F940C0BE91}" dt="2024-06-06T14:01:16.548" v="215"/>
          <ac:picMkLst>
            <pc:docMk/>
            <pc:sldMk cId="4092240921" sldId="308"/>
            <ac:picMk id="4" creationId="{E19F7D57-E69F-76D9-B4CF-758E0449D677}"/>
          </ac:picMkLst>
        </pc:picChg>
        <pc:picChg chg="add mod">
          <ac:chgData name="shilpi gupta" userId="5ce4f23861899b28" providerId="LiveId" clId="{71A88D45-23E1-45B6-A998-A7F940C0BE91}" dt="2024-06-06T14:04:16.185" v="231" actId="1076"/>
          <ac:picMkLst>
            <pc:docMk/>
            <pc:sldMk cId="4092240921" sldId="308"/>
            <ac:picMk id="9" creationId="{F01C2308-01C0-8041-46C2-7B91D470EA52}"/>
          </ac:picMkLst>
        </pc:picChg>
        <pc:picChg chg="add mod">
          <ac:chgData name="shilpi gupta" userId="5ce4f23861899b28" providerId="LiveId" clId="{71A88D45-23E1-45B6-A998-A7F940C0BE91}" dt="2024-06-06T14:04:29.717" v="234" actId="1076"/>
          <ac:picMkLst>
            <pc:docMk/>
            <pc:sldMk cId="4092240921" sldId="308"/>
            <ac:picMk id="10" creationId="{FEB36E75-E8D6-DB08-98EE-97CAFD8B3A45}"/>
          </ac:picMkLst>
        </pc:picChg>
      </pc:sldChg>
      <pc:sldChg chg="addSp delSp modSp new mod modAnim">
        <pc:chgData name="shilpi gupta" userId="5ce4f23861899b28" providerId="LiveId" clId="{71A88D45-23E1-45B6-A998-A7F940C0BE91}" dt="2024-06-06T15:27:26.860" v="339" actId="20577"/>
        <pc:sldMkLst>
          <pc:docMk/>
          <pc:sldMk cId="3877777248" sldId="309"/>
        </pc:sldMkLst>
        <pc:spChg chg="del">
          <ac:chgData name="shilpi gupta" userId="5ce4f23861899b28" providerId="LiveId" clId="{71A88D45-23E1-45B6-A998-A7F940C0BE91}" dt="2024-06-06T15:24:08.801" v="289"/>
          <ac:spMkLst>
            <pc:docMk/>
            <pc:sldMk cId="3877777248" sldId="309"/>
            <ac:spMk id="2" creationId="{2C101AEE-9F3F-93B1-796C-49BE87556C67}"/>
          </ac:spMkLst>
        </pc:spChg>
        <pc:spChg chg="mod">
          <ac:chgData name="shilpi gupta" userId="5ce4f23861899b28" providerId="LiveId" clId="{71A88D45-23E1-45B6-A998-A7F940C0BE91}" dt="2024-06-06T15:26:41.987" v="324" actId="20577"/>
          <ac:spMkLst>
            <pc:docMk/>
            <pc:sldMk cId="3877777248" sldId="309"/>
            <ac:spMk id="3" creationId="{E529CC64-9324-3871-3F9B-F762C96F5FAF}"/>
          </ac:spMkLst>
        </pc:spChg>
        <pc:spChg chg="add mod">
          <ac:chgData name="shilpi gupta" userId="5ce4f23861899b28" providerId="LiveId" clId="{71A88D45-23E1-45B6-A998-A7F940C0BE91}" dt="2024-06-06T15:27:26.860" v="339" actId="20577"/>
          <ac:spMkLst>
            <pc:docMk/>
            <pc:sldMk cId="3877777248" sldId="309"/>
            <ac:spMk id="4" creationId="{40E3D7A3-35B0-9482-09C9-BEF71452FC42}"/>
          </ac:spMkLst>
        </pc:spChg>
        <pc:spChg chg="add mod">
          <ac:chgData name="shilpi gupta" userId="5ce4f23861899b28" providerId="LiveId" clId="{71A88D45-23E1-45B6-A998-A7F940C0BE91}" dt="2024-06-06T15:24:55.394" v="292" actId="2711"/>
          <ac:spMkLst>
            <pc:docMk/>
            <pc:sldMk cId="3877777248" sldId="309"/>
            <ac:spMk id="5" creationId="{C73C4EEB-7F1A-716A-DCF0-121170E88802}"/>
          </ac:spMkLst>
        </pc:spChg>
        <pc:spChg chg="add mod">
          <ac:chgData name="shilpi gupta" userId="5ce4f23861899b28" providerId="LiveId" clId="{71A88D45-23E1-45B6-A998-A7F940C0BE91}" dt="2024-06-06T15:25:48.940" v="296" actId="2711"/>
          <ac:spMkLst>
            <pc:docMk/>
            <pc:sldMk cId="3877777248" sldId="309"/>
            <ac:spMk id="6" creationId="{279B5899-8073-C86D-9350-E7881D039471}"/>
          </ac:spMkLst>
        </pc:spChg>
        <pc:picChg chg="add mod">
          <ac:chgData name="shilpi gupta" userId="5ce4f23861899b28" providerId="LiveId" clId="{71A88D45-23E1-45B6-A998-A7F940C0BE91}" dt="2024-06-06T15:26:55.796" v="326" actId="1076"/>
          <ac:picMkLst>
            <pc:docMk/>
            <pc:sldMk cId="3877777248" sldId="309"/>
            <ac:picMk id="7" creationId="{1D1463D3-CDFD-2ECA-9C3F-30AE39D180C0}"/>
          </ac:picMkLst>
        </pc:picChg>
        <pc:picChg chg="add mod">
          <ac:chgData name="shilpi gupta" userId="5ce4f23861899b28" providerId="LiveId" clId="{71A88D45-23E1-45B6-A998-A7F940C0BE91}" dt="2024-06-06T15:27:08.111" v="328" actId="1076"/>
          <ac:picMkLst>
            <pc:docMk/>
            <pc:sldMk cId="3877777248" sldId="309"/>
            <ac:picMk id="8" creationId="{94EAF166-5D57-E647-56A3-274C3737D3B9}"/>
          </ac:picMkLst>
        </pc:picChg>
      </pc:sldChg>
      <pc:sldChg chg="addSp delSp modSp new mod modAnim">
        <pc:chgData name="shilpi gupta" userId="5ce4f23861899b28" providerId="LiveId" clId="{71A88D45-23E1-45B6-A998-A7F940C0BE91}" dt="2024-06-06T15:31:20.626" v="394" actId="20577"/>
        <pc:sldMkLst>
          <pc:docMk/>
          <pc:sldMk cId="1006434165" sldId="310"/>
        </pc:sldMkLst>
        <pc:spChg chg="del">
          <ac:chgData name="shilpi gupta" userId="5ce4f23861899b28" providerId="LiveId" clId="{71A88D45-23E1-45B6-A998-A7F940C0BE91}" dt="2024-06-06T15:28:23.681" v="341"/>
          <ac:spMkLst>
            <pc:docMk/>
            <pc:sldMk cId="1006434165" sldId="310"/>
            <ac:spMk id="2" creationId="{E6ED128D-6E80-89A1-6B79-28FE18E49845}"/>
          </ac:spMkLst>
        </pc:spChg>
        <pc:spChg chg="mod">
          <ac:chgData name="shilpi gupta" userId="5ce4f23861899b28" providerId="LiveId" clId="{71A88D45-23E1-45B6-A998-A7F940C0BE91}" dt="2024-06-06T15:28:49.018" v="361" actId="20577"/>
          <ac:spMkLst>
            <pc:docMk/>
            <pc:sldMk cId="1006434165" sldId="310"/>
            <ac:spMk id="3" creationId="{2361CF92-9308-A4C0-66E7-A2CA92597517}"/>
          </ac:spMkLst>
        </pc:spChg>
        <pc:spChg chg="add mod">
          <ac:chgData name="shilpi gupta" userId="5ce4f23861899b28" providerId="LiveId" clId="{71A88D45-23E1-45B6-A998-A7F940C0BE91}" dt="2024-06-06T15:31:20.626" v="394" actId="20577"/>
          <ac:spMkLst>
            <pc:docMk/>
            <pc:sldMk cId="1006434165" sldId="310"/>
            <ac:spMk id="4" creationId="{CA29C988-5257-B6CD-472B-BB0E79B2D64C}"/>
          </ac:spMkLst>
        </pc:spChg>
        <pc:spChg chg="add mod">
          <ac:chgData name="shilpi gupta" userId="5ce4f23861899b28" providerId="LiveId" clId="{71A88D45-23E1-45B6-A998-A7F940C0BE91}" dt="2024-06-06T15:29:25.868" v="363" actId="1076"/>
          <ac:spMkLst>
            <pc:docMk/>
            <pc:sldMk cId="1006434165" sldId="310"/>
            <ac:spMk id="5" creationId="{55E5AA42-AA5F-1A13-8EA9-2696CCF1F831}"/>
          </ac:spMkLst>
        </pc:spChg>
      </pc:sldChg>
      <pc:sldChg chg="addSp delSp modSp new mod modAnim">
        <pc:chgData name="shilpi gupta" userId="5ce4f23861899b28" providerId="LiveId" clId="{71A88D45-23E1-45B6-A998-A7F940C0BE91}" dt="2024-06-06T15:36:30.768" v="447" actId="20577"/>
        <pc:sldMkLst>
          <pc:docMk/>
          <pc:sldMk cId="1357285306" sldId="311"/>
        </pc:sldMkLst>
        <pc:spChg chg="del">
          <ac:chgData name="shilpi gupta" userId="5ce4f23861899b28" providerId="LiveId" clId="{71A88D45-23E1-45B6-A998-A7F940C0BE91}" dt="2024-06-06T15:32:51.923" v="396"/>
          <ac:spMkLst>
            <pc:docMk/>
            <pc:sldMk cId="1357285306" sldId="311"/>
            <ac:spMk id="2" creationId="{D44468ED-CD53-1FD9-DFC4-DF217C9B88C6}"/>
          </ac:spMkLst>
        </pc:spChg>
        <pc:spChg chg="mod">
          <ac:chgData name="shilpi gupta" userId="5ce4f23861899b28" providerId="LiveId" clId="{71A88D45-23E1-45B6-A998-A7F940C0BE91}" dt="2024-06-06T15:36:30.768" v="447" actId="20577"/>
          <ac:spMkLst>
            <pc:docMk/>
            <pc:sldMk cId="1357285306" sldId="311"/>
            <ac:spMk id="3" creationId="{1445EC24-80E9-22E8-F4AE-D22EC9F65F7E}"/>
          </ac:spMkLst>
        </pc:spChg>
        <pc:spChg chg="add del mod">
          <ac:chgData name="shilpi gupta" userId="5ce4f23861899b28" providerId="LiveId" clId="{71A88D45-23E1-45B6-A998-A7F940C0BE91}" dt="2024-06-06T15:32:53.311" v="397" actId="478"/>
          <ac:spMkLst>
            <pc:docMk/>
            <pc:sldMk cId="1357285306" sldId="311"/>
            <ac:spMk id="4" creationId="{9A691873-2CC7-3377-B054-B5EBD8476EF0}"/>
          </ac:spMkLst>
        </pc:spChg>
        <pc:spChg chg="add del mod">
          <ac:chgData name="shilpi gupta" userId="5ce4f23861899b28" providerId="LiveId" clId="{71A88D45-23E1-45B6-A998-A7F940C0BE91}" dt="2024-06-06T15:33:06.863" v="398"/>
          <ac:spMkLst>
            <pc:docMk/>
            <pc:sldMk cId="1357285306" sldId="311"/>
            <ac:spMk id="5" creationId="{6D2CA472-D93D-8512-008B-D3F4D0B9D4B5}"/>
          </ac:spMkLst>
        </pc:spChg>
        <pc:spChg chg="add mod">
          <ac:chgData name="shilpi gupta" userId="5ce4f23861899b28" providerId="LiveId" clId="{71A88D45-23E1-45B6-A998-A7F940C0BE91}" dt="2024-06-06T15:33:28.926" v="414" actId="20577"/>
          <ac:spMkLst>
            <pc:docMk/>
            <pc:sldMk cId="1357285306" sldId="311"/>
            <ac:spMk id="6" creationId="{B59C105D-B7AD-751B-DD44-46A66A7EEC0D}"/>
          </ac:spMkLst>
        </pc:spChg>
        <pc:spChg chg="add mod">
          <ac:chgData name="shilpi gupta" userId="5ce4f23861899b28" providerId="LiveId" clId="{71A88D45-23E1-45B6-A998-A7F940C0BE91}" dt="2024-06-06T15:33:48.307" v="416" actId="1076"/>
          <ac:spMkLst>
            <pc:docMk/>
            <pc:sldMk cId="1357285306" sldId="311"/>
            <ac:spMk id="7" creationId="{FD1C2171-2982-56A2-41A3-4C6796F21833}"/>
          </ac:spMkLst>
        </pc:spChg>
        <pc:spChg chg="add mod">
          <ac:chgData name="shilpi gupta" userId="5ce4f23861899b28" providerId="LiveId" clId="{71A88D45-23E1-45B6-A998-A7F940C0BE91}" dt="2024-06-06T15:34:15.560" v="418" actId="1076"/>
          <ac:spMkLst>
            <pc:docMk/>
            <pc:sldMk cId="1357285306" sldId="311"/>
            <ac:spMk id="8" creationId="{12417323-D99D-8F49-B41D-C1B025A828CD}"/>
          </ac:spMkLst>
        </pc:spChg>
        <pc:spChg chg="add mod">
          <ac:chgData name="shilpi gupta" userId="5ce4f23861899b28" providerId="LiveId" clId="{71A88D45-23E1-45B6-A998-A7F940C0BE91}" dt="2024-06-06T15:34:47.144" v="420" actId="1076"/>
          <ac:spMkLst>
            <pc:docMk/>
            <pc:sldMk cId="1357285306" sldId="311"/>
            <ac:spMk id="9" creationId="{097596B8-0DA6-7F3C-EA42-8F2FCE711F58}"/>
          </ac:spMkLst>
        </pc:spChg>
        <pc:spChg chg="add mod">
          <ac:chgData name="shilpi gupta" userId="5ce4f23861899b28" providerId="LiveId" clId="{71A88D45-23E1-45B6-A998-A7F940C0BE91}" dt="2024-06-06T15:34:56.733" v="421"/>
          <ac:spMkLst>
            <pc:docMk/>
            <pc:sldMk cId="1357285306" sldId="311"/>
            <ac:spMk id="10" creationId="{325136F9-423E-99C8-4F3B-D2A193E42DDC}"/>
          </ac:spMkLst>
        </pc:spChg>
        <pc:spChg chg="add mod">
          <ac:chgData name="shilpi gupta" userId="5ce4f23861899b28" providerId="LiveId" clId="{71A88D45-23E1-45B6-A998-A7F940C0BE91}" dt="2024-06-06T15:35:39.451" v="424" actId="1076"/>
          <ac:spMkLst>
            <pc:docMk/>
            <pc:sldMk cId="1357285306" sldId="311"/>
            <ac:spMk id="11" creationId="{28746D90-AD7D-BD63-B3A1-8DE261939336}"/>
          </ac:spMkLst>
        </pc:spChg>
        <pc:spChg chg="add mod">
          <ac:chgData name="shilpi gupta" userId="5ce4f23861899b28" providerId="LiveId" clId="{71A88D45-23E1-45B6-A998-A7F940C0BE91}" dt="2024-06-06T15:35:54.926" v="425"/>
          <ac:spMkLst>
            <pc:docMk/>
            <pc:sldMk cId="1357285306" sldId="311"/>
            <ac:spMk id="12" creationId="{ED699E85-9D39-D903-E547-8FBFC8B156B5}"/>
          </ac:spMkLst>
        </pc:spChg>
        <pc:spChg chg="add mod">
          <ac:chgData name="shilpi gupta" userId="5ce4f23861899b28" providerId="LiveId" clId="{71A88D45-23E1-45B6-A998-A7F940C0BE91}" dt="2024-06-06T15:36:03.849" v="426"/>
          <ac:spMkLst>
            <pc:docMk/>
            <pc:sldMk cId="1357285306" sldId="311"/>
            <ac:spMk id="13" creationId="{AA2AC0C0-1BB0-C6D8-6B6B-066A19ABE486}"/>
          </ac:spMkLst>
        </pc:spChg>
        <pc:spChg chg="add mod">
          <ac:chgData name="shilpi gupta" userId="5ce4f23861899b28" providerId="LiveId" clId="{71A88D45-23E1-45B6-A998-A7F940C0BE91}" dt="2024-06-06T15:36:12.880" v="427"/>
          <ac:spMkLst>
            <pc:docMk/>
            <pc:sldMk cId="1357285306" sldId="311"/>
            <ac:spMk id="14" creationId="{1E8EA4D3-ADAE-EB5C-B2D8-DE5704369512}"/>
          </ac:spMkLst>
        </pc:spChg>
      </pc:sldChg>
      <pc:sldChg chg="addSp modSp new mod modAnim">
        <pc:chgData name="shilpi gupta" userId="5ce4f23861899b28" providerId="LiveId" clId="{71A88D45-23E1-45B6-A998-A7F940C0BE91}" dt="2024-06-06T16:35:29.760" v="917" actId="122"/>
        <pc:sldMkLst>
          <pc:docMk/>
          <pc:sldMk cId="717178674" sldId="312"/>
        </pc:sldMkLst>
        <pc:spChg chg="mod">
          <ac:chgData name="shilpi gupta" userId="5ce4f23861899b28" providerId="LiveId" clId="{71A88D45-23E1-45B6-A998-A7F940C0BE91}" dt="2024-06-06T15:43:19.068" v="588" actId="6549"/>
          <ac:spMkLst>
            <pc:docMk/>
            <pc:sldMk cId="717178674" sldId="312"/>
            <ac:spMk id="2" creationId="{81E52220-B968-0B90-72F2-D73C82262836}"/>
          </ac:spMkLst>
        </pc:spChg>
        <pc:spChg chg="mod">
          <ac:chgData name="shilpi gupta" userId="5ce4f23861899b28" providerId="LiveId" clId="{71A88D45-23E1-45B6-A998-A7F940C0BE91}" dt="2024-06-06T16:35:29.760" v="917" actId="122"/>
          <ac:spMkLst>
            <pc:docMk/>
            <pc:sldMk cId="717178674" sldId="312"/>
            <ac:spMk id="3" creationId="{8957446A-3DD4-5B84-121D-9B544F10510D}"/>
          </ac:spMkLst>
        </pc:spChg>
        <pc:spChg chg="add mod">
          <ac:chgData name="shilpi gupta" userId="5ce4f23861899b28" providerId="LiveId" clId="{71A88D45-23E1-45B6-A998-A7F940C0BE91}" dt="2024-06-06T15:42:27.534" v="546" actId="2711"/>
          <ac:spMkLst>
            <pc:docMk/>
            <pc:sldMk cId="717178674" sldId="312"/>
            <ac:spMk id="4" creationId="{7B275637-DCED-132E-6344-FED6CAA12614}"/>
          </ac:spMkLst>
        </pc:spChg>
        <pc:spChg chg="add mod">
          <ac:chgData name="shilpi gupta" userId="5ce4f23861899b28" providerId="LiveId" clId="{71A88D45-23E1-45B6-A998-A7F940C0BE91}" dt="2024-06-06T15:42:37.118" v="547" actId="2711"/>
          <ac:spMkLst>
            <pc:docMk/>
            <pc:sldMk cId="717178674" sldId="312"/>
            <ac:spMk id="5" creationId="{51294F8E-EB9D-307A-4CDE-AC8644A35970}"/>
          </ac:spMkLst>
        </pc:spChg>
        <pc:spChg chg="add mod">
          <ac:chgData name="shilpi gupta" userId="5ce4f23861899b28" providerId="LiveId" clId="{71A88D45-23E1-45B6-A998-A7F940C0BE91}" dt="2024-06-06T15:43:05.460" v="549" actId="1076"/>
          <ac:spMkLst>
            <pc:docMk/>
            <pc:sldMk cId="717178674" sldId="312"/>
            <ac:spMk id="6" creationId="{B57B0A56-DE68-3D90-098C-CE46871C5313}"/>
          </ac:spMkLst>
        </pc:spChg>
      </pc:sldChg>
      <pc:sldChg chg="addSp delSp modSp new mod modAnim">
        <pc:chgData name="shilpi gupta" userId="5ce4f23861899b28" providerId="LiveId" clId="{71A88D45-23E1-45B6-A998-A7F940C0BE91}" dt="2024-06-06T16:05:23.721" v="656" actId="2711"/>
        <pc:sldMkLst>
          <pc:docMk/>
          <pc:sldMk cId="52099979" sldId="313"/>
        </pc:sldMkLst>
        <pc:spChg chg="del mod">
          <ac:chgData name="shilpi gupta" userId="5ce4f23861899b28" providerId="LiveId" clId="{71A88D45-23E1-45B6-A998-A7F940C0BE91}" dt="2024-06-06T15:59:48.697" v="613"/>
          <ac:spMkLst>
            <pc:docMk/>
            <pc:sldMk cId="52099979" sldId="313"/>
            <ac:spMk id="2" creationId="{5A30738C-4AC4-457A-3329-1C2A63DFCD44}"/>
          </ac:spMkLst>
        </pc:spChg>
        <pc:spChg chg="mod">
          <ac:chgData name="shilpi gupta" userId="5ce4f23861899b28" providerId="LiveId" clId="{71A88D45-23E1-45B6-A998-A7F940C0BE91}" dt="2024-06-06T16:00:10.336" v="635" actId="122"/>
          <ac:spMkLst>
            <pc:docMk/>
            <pc:sldMk cId="52099979" sldId="313"/>
            <ac:spMk id="3" creationId="{726F23E6-D5AD-3374-0E8B-EB5A0B80DB59}"/>
          </ac:spMkLst>
        </pc:spChg>
        <pc:spChg chg="add mod">
          <ac:chgData name="shilpi gupta" userId="5ce4f23861899b28" providerId="LiveId" clId="{71A88D45-23E1-45B6-A998-A7F940C0BE91}" dt="2024-06-06T16:04:08.613" v="649" actId="20577"/>
          <ac:spMkLst>
            <pc:docMk/>
            <pc:sldMk cId="52099979" sldId="313"/>
            <ac:spMk id="4" creationId="{6F2CD5F4-2F97-79C2-E55D-3F3E01D86FA6}"/>
          </ac:spMkLst>
        </pc:spChg>
        <pc:spChg chg="add mod">
          <ac:chgData name="shilpi gupta" userId="5ce4f23861899b28" providerId="LiveId" clId="{71A88D45-23E1-45B6-A998-A7F940C0BE91}" dt="2024-06-06T16:04:48.892" v="652" actId="2711"/>
          <ac:spMkLst>
            <pc:docMk/>
            <pc:sldMk cId="52099979" sldId="313"/>
            <ac:spMk id="5" creationId="{4247DDA5-C045-9EDA-6B88-55D5892D4ED8}"/>
          </ac:spMkLst>
        </pc:spChg>
        <pc:spChg chg="add mod">
          <ac:chgData name="shilpi gupta" userId="5ce4f23861899b28" providerId="LiveId" clId="{71A88D45-23E1-45B6-A998-A7F940C0BE91}" dt="2024-06-06T16:04:56.073" v="653" actId="2711"/>
          <ac:spMkLst>
            <pc:docMk/>
            <pc:sldMk cId="52099979" sldId="313"/>
            <ac:spMk id="6" creationId="{086D3E2F-EF78-FC08-2CF6-322BA683F9E0}"/>
          </ac:spMkLst>
        </pc:spChg>
        <pc:spChg chg="add mod">
          <ac:chgData name="shilpi gupta" userId="5ce4f23861899b28" providerId="LiveId" clId="{71A88D45-23E1-45B6-A998-A7F940C0BE91}" dt="2024-06-06T16:05:04.780" v="654" actId="2711"/>
          <ac:spMkLst>
            <pc:docMk/>
            <pc:sldMk cId="52099979" sldId="313"/>
            <ac:spMk id="7" creationId="{83FA0B73-0AB6-6A4F-BA6A-41956536C250}"/>
          </ac:spMkLst>
        </pc:spChg>
        <pc:spChg chg="add mod">
          <ac:chgData name="shilpi gupta" userId="5ce4f23861899b28" providerId="LiveId" clId="{71A88D45-23E1-45B6-A998-A7F940C0BE91}" dt="2024-06-06T16:05:13.859" v="655" actId="2711"/>
          <ac:spMkLst>
            <pc:docMk/>
            <pc:sldMk cId="52099979" sldId="313"/>
            <ac:spMk id="8" creationId="{043B0EAD-642E-0C78-2D0A-BD2618C6E6CE}"/>
          </ac:spMkLst>
        </pc:spChg>
        <pc:spChg chg="add mod">
          <ac:chgData name="shilpi gupta" userId="5ce4f23861899b28" providerId="LiveId" clId="{71A88D45-23E1-45B6-A998-A7F940C0BE91}" dt="2024-06-06T16:05:23.721" v="656" actId="2711"/>
          <ac:spMkLst>
            <pc:docMk/>
            <pc:sldMk cId="52099979" sldId="313"/>
            <ac:spMk id="9" creationId="{3823F721-622F-AEA7-BEC0-288ADCC59A67}"/>
          </ac:spMkLst>
        </pc:spChg>
      </pc:sldChg>
      <pc:sldChg chg="new del">
        <pc:chgData name="shilpi gupta" userId="5ce4f23861899b28" providerId="LiveId" clId="{71A88D45-23E1-45B6-A998-A7F940C0BE91}" dt="2024-06-06T15:57:41.160" v="608" actId="47"/>
        <pc:sldMkLst>
          <pc:docMk/>
          <pc:sldMk cId="3527447427" sldId="314"/>
        </pc:sldMkLst>
      </pc:sldChg>
      <pc:sldChg chg="modSp add mod">
        <pc:chgData name="shilpi gupta" userId="5ce4f23861899b28" providerId="LiveId" clId="{71A88D45-23E1-45B6-A998-A7F940C0BE91}" dt="2024-06-06T15:57:51.904" v="610" actId="20577"/>
        <pc:sldMkLst>
          <pc:docMk/>
          <pc:sldMk cId="0" sldId="315"/>
        </pc:sldMkLst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1" creationId="{272297B2-17D0-DEF2-2D38-F00C55B9ABAB}"/>
          </ac:spMkLst>
        </pc:spChg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2" creationId="{D14A0D28-04F6-81EB-67F9-F529E822A8AF}"/>
          </ac:spMkLst>
        </pc:spChg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3" creationId="{D5C85023-677D-F16C-79A6-98DC6AF8E025}"/>
          </ac:spMkLst>
        </pc:spChg>
        <pc:spChg chg="mod">
          <ac:chgData name="shilpi gupta" userId="5ce4f23861899b28" providerId="LiveId" clId="{71A88D45-23E1-45B6-A998-A7F940C0BE91}" dt="2024-06-06T15:46:35.179" v="605" actId="207"/>
          <ac:spMkLst>
            <pc:docMk/>
            <pc:sldMk cId="0" sldId="315"/>
            <ac:spMk id="8224" creationId="{CFD06495-8AB7-13B6-F645-1CCB402131CF}"/>
          </ac:spMkLst>
        </pc:spChg>
        <pc:spChg chg="mod">
          <ac:chgData name="shilpi gupta" userId="5ce4f23861899b28" providerId="LiveId" clId="{71A88D45-23E1-45B6-A998-A7F940C0BE91}" dt="2024-06-06T15:57:51.904" v="610" actId="20577"/>
          <ac:spMkLst>
            <pc:docMk/>
            <pc:sldMk cId="0" sldId="315"/>
            <ac:spMk id="9236" creationId="{F2DC93C5-E559-ADA9-BBCE-268191006908}"/>
          </ac:spMkLst>
        </pc:spChg>
        <pc:graphicFrameChg chg="mod modGraphic">
          <ac:chgData name="shilpi gupta" userId="5ce4f23861899b28" providerId="LiveId" clId="{71A88D45-23E1-45B6-A998-A7F940C0BE91}" dt="2024-06-06T15:46:50.197" v="607" actId="207"/>
          <ac:graphicFrameMkLst>
            <pc:docMk/>
            <pc:sldMk cId="0" sldId="315"/>
            <ac:graphicFrameMk id="8219" creationId="{EB0255AC-C422-5B44-11E6-35A12D008E3A}"/>
          </ac:graphicFrameMkLst>
        </pc:graphicFrameChg>
      </pc:sldChg>
      <pc:sldChg chg="addSp delSp modSp new mod modAnim">
        <pc:chgData name="shilpi gupta" userId="5ce4f23861899b28" providerId="LiveId" clId="{71A88D45-23E1-45B6-A998-A7F940C0BE91}" dt="2024-06-06T16:36:19.569" v="971" actId="313"/>
        <pc:sldMkLst>
          <pc:docMk/>
          <pc:sldMk cId="511634530" sldId="316"/>
        </pc:sldMkLst>
        <pc:spChg chg="del">
          <ac:chgData name="shilpi gupta" userId="5ce4f23861899b28" providerId="LiveId" clId="{71A88D45-23E1-45B6-A998-A7F940C0BE91}" dt="2024-06-06T16:06:05.100" v="658"/>
          <ac:spMkLst>
            <pc:docMk/>
            <pc:sldMk cId="511634530" sldId="316"/>
            <ac:spMk id="2" creationId="{DF14C430-B099-9DC1-071E-05C2585F0BEE}"/>
          </ac:spMkLst>
        </pc:spChg>
        <pc:spChg chg="mod">
          <ac:chgData name="shilpi gupta" userId="5ce4f23861899b28" providerId="LiveId" clId="{71A88D45-23E1-45B6-A998-A7F940C0BE91}" dt="2024-06-06T16:36:19.569" v="971" actId="313"/>
          <ac:spMkLst>
            <pc:docMk/>
            <pc:sldMk cId="511634530" sldId="316"/>
            <ac:spMk id="3" creationId="{C41B1204-5C5F-0CDB-31BD-0BD15BA40127}"/>
          </ac:spMkLst>
        </pc:spChg>
        <pc:spChg chg="add del mod">
          <ac:chgData name="shilpi gupta" userId="5ce4f23861899b28" providerId="LiveId" clId="{71A88D45-23E1-45B6-A998-A7F940C0BE91}" dt="2024-06-06T16:06:45.287" v="668" actId="478"/>
          <ac:spMkLst>
            <pc:docMk/>
            <pc:sldMk cId="511634530" sldId="316"/>
            <ac:spMk id="4" creationId="{3712F840-0F23-D5D4-3455-992E3911A958}"/>
          </ac:spMkLst>
        </pc:spChg>
        <pc:spChg chg="add del mod">
          <ac:chgData name="shilpi gupta" userId="5ce4f23861899b28" providerId="LiveId" clId="{71A88D45-23E1-45B6-A998-A7F940C0BE91}" dt="2024-06-06T16:07:11.961" v="670" actId="478"/>
          <ac:spMkLst>
            <pc:docMk/>
            <pc:sldMk cId="511634530" sldId="316"/>
            <ac:spMk id="5" creationId="{348D7B0E-D339-D2A6-C3AF-1356F446B820}"/>
          </ac:spMkLst>
        </pc:spChg>
        <pc:spChg chg="add del mod">
          <ac:chgData name="shilpi gupta" userId="5ce4f23861899b28" providerId="LiveId" clId="{71A88D45-23E1-45B6-A998-A7F940C0BE91}" dt="2024-06-06T16:07:27.426" v="672"/>
          <ac:spMkLst>
            <pc:docMk/>
            <pc:sldMk cId="511634530" sldId="316"/>
            <ac:spMk id="6" creationId="{3C49A16F-EB01-9B86-550F-EF68B16E03EB}"/>
          </ac:spMkLst>
        </pc:spChg>
        <pc:spChg chg="add mod">
          <ac:chgData name="shilpi gupta" userId="5ce4f23861899b28" providerId="LiveId" clId="{71A88D45-23E1-45B6-A998-A7F940C0BE91}" dt="2024-06-06T16:12:09.460" v="739" actId="6549"/>
          <ac:spMkLst>
            <pc:docMk/>
            <pc:sldMk cId="511634530" sldId="316"/>
            <ac:spMk id="7" creationId="{1774E68B-3EBE-14CD-B2D7-5C375343289B}"/>
          </ac:spMkLst>
        </pc:spChg>
        <pc:spChg chg="add mod">
          <ac:chgData name="shilpi gupta" userId="5ce4f23861899b28" providerId="LiveId" clId="{71A88D45-23E1-45B6-A998-A7F940C0BE91}" dt="2024-06-06T16:08:10.260" v="678"/>
          <ac:spMkLst>
            <pc:docMk/>
            <pc:sldMk cId="511634530" sldId="316"/>
            <ac:spMk id="8" creationId="{C0A2BF34-EF34-4098-10D5-368147078B4C}"/>
          </ac:spMkLst>
        </pc:spChg>
        <pc:spChg chg="add mod">
          <ac:chgData name="shilpi gupta" userId="5ce4f23861899b28" providerId="LiveId" clId="{71A88D45-23E1-45B6-A998-A7F940C0BE91}" dt="2024-06-06T16:08:57.351" v="683" actId="1076"/>
          <ac:spMkLst>
            <pc:docMk/>
            <pc:sldMk cId="511634530" sldId="316"/>
            <ac:spMk id="9" creationId="{9CCE2CEF-DB09-CB66-006D-C153BCE4EF93}"/>
          </ac:spMkLst>
        </pc:spChg>
        <pc:spChg chg="add mod">
          <ac:chgData name="shilpi gupta" userId="5ce4f23861899b28" providerId="LiveId" clId="{71A88D45-23E1-45B6-A998-A7F940C0BE91}" dt="2024-06-06T16:08:52.042" v="682" actId="1076"/>
          <ac:spMkLst>
            <pc:docMk/>
            <pc:sldMk cId="511634530" sldId="316"/>
            <ac:spMk id="10" creationId="{E8CA26DA-2F1C-0D47-12EA-CE3B6C90FAC0}"/>
          </ac:spMkLst>
        </pc:spChg>
        <pc:spChg chg="add mod">
          <ac:chgData name="shilpi gupta" userId="5ce4f23861899b28" providerId="LiveId" clId="{71A88D45-23E1-45B6-A998-A7F940C0BE91}" dt="2024-06-06T16:09:12.889" v="685" actId="1076"/>
          <ac:spMkLst>
            <pc:docMk/>
            <pc:sldMk cId="511634530" sldId="316"/>
            <ac:spMk id="11" creationId="{191DD04E-5C15-CD2A-6843-2E203F1FD8B9}"/>
          </ac:spMkLst>
        </pc:spChg>
        <pc:spChg chg="add mod">
          <ac:chgData name="shilpi gupta" userId="5ce4f23861899b28" providerId="LiveId" clId="{71A88D45-23E1-45B6-A998-A7F940C0BE91}" dt="2024-06-06T16:09:39.803" v="689" actId="1076"/>
          <ac:spMkLst>
            <pc:docMk/>
            <pc:sldMk cId="511634530" sldId="316"/>
            <ac:spMk id="12" creationId="{5E059E89-074C-3651-7A60-79F556983C47}"/>
          </ac:spMkLst>
        </pc:spChg>
        <pc:spChg chg="add mod">
          <ac:chgData name="shilpi gupta" userId="5ce4f23861899b28" providerId="LiveId" clId="{71A88D45-23E1-45B6-A998-A7F940C0BE91}" dt="2024-06-06T16:11:19.797" v="691" actId="1076"/>
          <ac:spMkLst>
            <pc:docMk/>
            <pc:sldMk cId="511634530" sldId="316"/>
            <ac:spMk id="13" creationId="{F6877156-8626-5DBD-32D0-3613AE294826}"/>
          </ac:spMkLst>
        </pc:spChg>
        <pc:spChg chg="add mod">
          <ac:chgData name="shilpi gupta" userId="5ce4f23861899b28" providerId="LiveId" clId="{71A88D45-23E1-45B6-A998-A7F940C0BE91}" dt="2024-06-06T16:12:01.057" v="713" actId="1076"/>
          <ac:spMkLst>
            <pc:docMk/>
            <pc:sldMk cId="511634530" sldId="316"/>
            <ac:spMk id="14" creationId="{C74EFA18-5DFE-8590-2C9E-683D699590DB}"/>
          </ac:spMkLst>
        </pc:spChg>
      </pc:sldChg>
      <pc:sldChg chg="new del">
        <pc:chgData name="shilpi gupta" userId="5ce4f23861899b28" providerId="LiveId" clId="{71A88D45-23E1-45B6-A998-A7F940C0BE91}" dt="2024-06-06T15:59:44.236" v="612" actId="47"/>
        <pc:sldMkLst>
          <pc:docMk/>
          <pc:sldMk cId="698503721" sldId="316"/>
        </pc:sldMkLst>
      </pc:sldChg>
      <pc:sldChg chg="addSp delSp modSp new add del mod modAnim">
        <pc:chgData name="shilpi gupta" userId="5ce4f23861899b28" providerId="LiveId" clId="{71A88D45-23E1-45B6-A998-A7F940C0BE91}" dt="2024-06-06T16:33:55.117" v="843" actId="47"/>
        <pc:sldMkLst>
          <pc:docMk/>
          <pc:sldMk cId="488990889" sldId="317"/>
        </pc:sldMkLst>
        <pc:spChg chg="del mod">
          <ac:chgData name="shilpi gupta" userId="5ce4f23861899b28" providerId="LiveId" clId="{71A88D45-23E1-45B6-A998-A7F940C0BE91}" dt="2024-06-06T16:19:25.948" v="783"/>
          <ac:spMkLst>
            <pc:docMk/>
            <pc:sldMk cId="488990889" sldId="317"/>
            <ac:spMk id="2" creationId="{90E5A842-8635-F46F-FBE1-5CF2980E758B}"/>
          </ac:spMkLst>
        </pc:spChg>
        <pc:spChg chg="mod">
          <ac:chgData name="shilpi gupta" userId="5ce4f23861899b28" providerId="LiveId" clId="{71A88D45-23E1-45B6-A998-A7F940C0BE91}" dt="2024-06-06T16:33:37.663" v="820" actId="20577"/>
          <ac:spMkLst>
            <pc:docMk/>
            <pc:sldMk cId="488990889" sldId="317"/>
            <ac:spMk id="3" creationId="{653B74CB-AB05-F21F-F338-C936FA641436}"/>
          </ac:spMkLst>
        </pc:spChg>
        <pc:spChg chg="add mod">
          <ac:chgData name="shilpi gupta" userId="5ce4f23861899b28" providerId="LiveId" clId="{71A88D45-23E1-45B6-A998-A7F940C0BE91}" dt="2024-06-06T16:19:45.679" v="788" actId="2711"/>
          <ac:spMkLst>
            <pc:docMk/>
            <pc:sldMk cId="488990889" sldId="317"/>
            <ac:spMk id="4" creationId="{6C3DF43F-5129-5B91-91F2-6B1EC2C13523}"/>
          </ac:spMkLst>
        </pc:spChg>
        <pc:spChg chg="add mod">
          <ac:chgData name="shilpi gupta" userId="5ce4f23861899b28" providerId="LiveId" clId="{71A88D45-23E1-45B6-A998-A7F940C0BE91}" dt="2024-06-06T16:31:51.707" v="792" actId="1076"/>
          <ac:spMkLst>
            <pc:docMk/>
            <pc:sldMk cId="488990889" sldId="317"/>
            <ac:spMk id="5" creationId="{ABDF2F7C-515A-553A-24C3-104724422A21}"/>
          </ac:spMkLst>
        </pc:spChg>
        <pc:spChg chg="add mod">
          <ac:chgData name="shilpi gupta" userId="5ce4f23861899b28" providerId="LiveId" clId="{71A88D45-23E1-45B6-A998-A7F940C0BE91}" dt="2024-06-06T16:31:46.064" v="791" actId="1076"/>
          <ac:spMkLst>
            <pc:docMk/>
            <pc:sldMk cId="488990889" sldId="317"/>
            <ac:spMk id="6" creationId="{0E5DE32F-6530-0DA9-08F1-4DB069EE27E1}"/>
          </ac:spMkLst>
        </pc:spChg>
        <pc:spChg chg="add mod">
          <ac:chgData name="shilpi gupta" userId="5ce4f23861899b28" providerId="LiveId" clId="{71A88D45-23E1-45B6-A998-A7F940C0BE91}" dt="2024-06-06T16:32:46.962" v="797" actId="1076"/>
          <ac:spMkLst>
            <pc:docMk/>
            <pc:sldMk cId="488990889" sldId="317"/>
            <ac:spMk id="7" creationId="{011D2EB3-9D36-81C1-1464-98DE3E259D74}"/>
          </ac:spMkLst>
        </pc:spChg>
        <pc:spChg chg="add mod">
          <ac:chgData name="shilpi gupta" userId="5ce4f23861899b28" providerId="LiveId" clId="{71A88D45-23E1-45B6-A998-A7F940C0BE91}" dt="2024-06-06T16:32:55.034" v="798" actId="1076"/>
          <ac:spMkLst>
            <pc:docMk/>
            <pc:sldMk cId="488990889" sldId="317"/>
            <ac:spMk id="8" creationId="{6FB9F6B0-7CA9-C4D8-C442-C31A44E2EE1A}"/>
          </ac:spMkLst>
        </pc:spChg>
        <pc:spChg chg="add mod">
          <ac:chgData name="shilpi gupta" userId="5ce4f23861899b28" providerId="LiveId" clId="{71A88D45-23E1-45B6-A998-A7F940C0BE91}" dt="2024-06-06T16:33:03.182" v="799" actId="1076"/>
          <ac:spMkLst>
            <pc:docMk/>
            <pc:sldMk cId="488990889" sldId="317"/>
            <ac:spMk id="9" creationId="{DA8B444C-4AD7-1813-4377-816937237B36}"/>
          </ac:spMkLst>
        </pc:spChg>
        <pc:spChg chg="add mod">
          <ac:chgData name="shilpi gupta" userId="5ce4f23861899b28" providerId="LiveId" clId="{71A88D45-23E1-45B6-A998-A7F940C0BE91}" dt="2024-06-06T16:33:13.550" v="800" actId="1076"/>
          <ac:spMkLst>
            <pc:docMk/>
            <pc:sldMk cId="488990889" sldId="317"/>
            <ac:spMk id="10" creationId="{EB909E8B-F2CA-34C9-9C59-6D309D7B38D5}"/>
          </ac:spMkLst>
        </pc:spChg>
      </pc:sldChg>
      <pc:sldChg chg="modSp add del mod">
        <pc:chgData name="shilpi gupta" userId="5ce4f23861899b28" providerId="LiveId" clId="{71A88D45-23E1-45B6-A998-A7F940C0BE91}" dt="2024-06-06T16:33:52.184" v="842" actId="47"/>
        <pc:sldMkLst>
          <pc:docMk/>
          <pc:sldMk cId="4224393316" sldId="318"/>
        </pc:sldMkLst>
        <pc:spChg chg="mod">
          <ac:chgData name="shilpi gupta" userId="5ce4f23861899b28" providerId="LiveId" clId="{71A88D45-23E1-45B6-A998-A7F940C0BE91}" dt="2024-06-06T16:13:27.891" v="767" actId="20577"/>
          <ac:spMkLst>
            <pc:docMk/>
            <pc:sldMk cId="4224393316" sldId="318"/>
            <ac:spMk id="8221" creationId="{272297B2-17D0-DEF2-2D38-F00C55B9ABAB}"/>
          </ac:spMkLst>
        </pc:spChg>
        <pc:spChg chg="mod">
          <ac:chgData name="shilpi gupta" userId="5ce4f23861899b28" providerId="LiveId" clId="{71A88D45-23E1-45B6-A998-A7F940C0BE91}" dt="2024-06-06T16:13:34.875" v="774" actId="20577"/>
          <ac:spMkLst>
            <pc:docMk/>
            <pc:sldMk cId="4224393316" sldId="318"/>
            <ac:spMk id="8222" creationId="{D14A0D28-04F6-81EB-67F9-F529E822A8AF}"/>
          </ac:spMkLst>
        </pc:spChg>
        <pc:spChg chg="mod">
          <ac:chgData name="shilpi gupta" userId="5ce4f23861899b28" providerId="LiveId" clId="{71A88D45-23E1-45B6-A998-A7F940C0BE91}" dt="2024-06-06T16:13:39.327" v="779" actId="20577"/>
          <ac:spMkLst>
            <pc:docMk/>
            <pc:sldMk cId="4224393316" sldId="318"/>
            <ac:spMk id="8223" creationId="{D5C85023-677D-F16C-79A6-98DC6AF8E025}"/>
          </ac:spMkLst>
        </pc:spChg>
        <pc:spChg chg="mod">
          <ac:chgData name="shilpi gupta" userId="5ce4f23861899b28" providerId="LiveId" clId="{71A88D45-23E1-45B6-A998-A7F940C0BE91}" dt="2024-06-06T16:13:44.087" v="782" actId="20577"/>
          <ac:spMkLst>
            <pc:docMk/>
            <pc:sldMk cId="4224393316" sldId="318"/>
            <ac:spMk id="8224" creationId="{CFD06495-8AB7-13B6-F645-1CCB402131CF}"/>
          </ac:spMkLst>
        </pc:spChg>
        <pc:spChg chg="mod">
          <ac:chgData name="shilpi gupta" userId="5ce4f23861899b28" providerId="LiveId" clId="{71A88D45-23E1-45B6-A998-A7F940C0BE91}" dt="2024-06-06T16:13:20.273" v="761" actId="6549"/>
          <ac:spMkLst>
            <pc:docMk/>
            <pc:sldMk cId="4224393316" sldId="318"/>
            <ac:spMk id="9236" creationId="{F2DC93C5-E559-ADA9-BBCE-268191006908}"/>
          </ac:spMkLst>
        </pc:spChg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D1D84255-C229-40B6-B92B-12720C0BAB28}"/>
    <pc:docChg chg="undo redo custSel addSld delSld modSld">
      <pc:chgData name="shilpi gupta" userId="5ce4f23861899b28" providerId="LiveId" clId="{D1D84255-C229-40B6-B92B-12720C0BAB28}" dt="2024-06-17T08:35:50.734" v="699" actId="20577"/>
      <pc:docMkLst>
        <pc:docMk/>
      </pc:docMkLst>
      <pc:sldChg chg="modSp add del modAnim">
        <pc:chgData name="shilpi gupta" userId="5ce4f23861899b28" providerId="LiveId" clId="{D1D84255-C229-40B6-B92B-12720C0BAB28}" dt="2024-06-16T16:34:25.362" v="547" actId="5793"/>
        <pc:sldMkLst>
          <pc:docMk/>
          <pc:sldMk cId="0" sldId="302"/>
        </pc:sldMkLst>
        <pc:spChg chg="mod">
          <ac:chgData name="shilpi gupta" userId="5ce4f23861899b28" providerId="LiveId" clId="{D1D84255-C229-40B6-B92B-12720C0BAB28}" dt="2024-06-16T16:34:25.362" v="547" actId="5793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shilpi gupta" userId="5ce4f23861899b28" providerId="LiveId" clId="{D1D84255-C229-40B6-B92B-12720C0BAB28}" dt="2024-06-16T16:34:08.997" v="545" actId="20577"/>
        <pc:sldMkLst>
          <pc:docMk/>
          <pc:sldMk cId="0" sldId="303"/>
        </pc:sldMkLst>
        <pc:spChg chg="mod">
          <ac:chgData name="shilpi gupta" userId="5ce4f23861899b28" providerId="LiveId" clId="{D1D84255-C229-40B6-B92B-12720C0BAB28}" dt="2024-06-16T16:34:08.997" v="545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D1D84255-C229-40B6-B92B-12720C0BAB28}" dt="2024-06-16T16:31:26.598" v="405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D1D84255-C229-40B6-B92B-12720C0BAB28}" dt="2024-06-17T08:35:50.734" v="699" actId="20577"/>
        <pc:sldMkLst>
          <pc:docMk/>
          <pc:sldMk cId="0" sldId="304"/>
        </pc:sldMkLst>
        <pc:spChg chg="mod">
          <ac:chgData name="shilpi gupta" userId="5ce4f23861899b28" providerId="LiveId" clId="{D1D84255-C229-40B6-B92B-12720C0BAB28}" dt="2024-06-17T08:35:50.734" v="699" actId="20577"/>
          <ac:spMkLst>
            <pc:docMk/>
            <pc:sldMk cId="0" sldId="304"/>
            <ac:spMk id="4" creationId="{00000000-0000-0000-0000-000000000000}"/>
          </ac:spMkLst>
        </pc:spChg>
      </pc:sldChg>
      <pc:sldChg chg="addSp delSp modSp mod delAnim">
        <pc:chgData name="shilpi gupta" userId="5ce4f23861899b28" providerId="LiveId" clId="{D1D84255-C229-40B6-B92B-12720C0BAB28}" dt="2024-06-16T16:32:39.023" v="484" actId="20577"/>
        <pc:sldMkLst>
          <pc:docMk/>
          <pc:sldMk cId="4029698497" sldId="307"/>
        </pc:sldMkLst>
        <pc:spChg chg="mod">
          <ac:chgData name="shilpi gupta" userId="5ce4f23861899b28" providerId="LiveId" clId="{D1D84255-C229-40B6-B92B-12720C0BAB28}" dt="2024-06-16T16:12:04.891" v="90" actId="14100"/>
          <ac:spMkLst>
            <pc:docMk/>
            <pc:sldMk cId="4029698497" sldId="307"/>
            <ac:spMk id="2" creationId="{3AEF6B44-2989-865C-65DE-EE2D54CB20A5}"/>
          </ac:spMkLst>
        </pc:spChg>
        <pc:spChg chg="mod">
          <ac:chgData name="shilpi gupta" userId="5ce4f23861899b28" providerId="LiveId" clId="{D1D84255-C229-40B6-B92B-12720C0BAB28}" dt="2024-06-16T16:32:39.023" v="484" actId="20577"/>
          <ac:spMkLst>
            <pc:docMk/>
            <pc:sldMk cId="4029698497" sldId="307"/>
            <ac:spMk id="3" creationId="{1E76D32F-9076-F600-8952-BB5BD38B1C02}"/>
          </ac:spMkLst>
        </pc:spChg>
        <pc:spChg chg="del">
          <ac:chgData name="shilpi gupta" userId="5ce4f23861899b28" providerId="LiveId" clId="{D1D84255-C229-40B6-B92B-12720C0BAB28}" dt="2024-06-07T11:16:39.555" v="27" actId="478"/>
          <ac:spMkLst>
            <pc:docMk/>
            <pc:sldMk cId="4029698497" sldId="307"/>
            <ac:spMk id="4" creationId="{C852D646-D293-35F7-89FB-6AAF283759A6}"/>
          </ac:spMkLst>
        </pc:spChg>
        <pc:spChg chg="del mod">
          <ac:chgData name="shilpi gupta" userId="5ce4f23861899b28" providerId="LiveId" clId="{D1D84255-C229-40B6-B92B-12720C0BAB28}" dt="2024-06-07T11:16:45.510" v="29" actId="478"/>
          <ac:spMkLst>
            <pc:docMk/>
            <pc:sldMk cId="4029698497" sldId="307"/>
            <ac:spMk id="5" creationId="{43381A34-6CB2-4BCB-33C4-A361F846F78F}"/>
          </ac:spMkLst>
        </pc:spChg>
        <pc:graphicFrameChg chg="add mod modGraphic">
          <ac:chgData name="shilpi gupta" userId="5ce4f23861899b28" providerId="LiveId" clId="{D1D84255-C229-40B6-B92B-12720C0BAB28}" dt="2024-06-16T16:12:12.558" v="91" actId="1076"/>
          <ac:graphicFrameMkLst>
            <pc:docMk/>
            <pc:sldMk cId="4029698497" sldId="307"/>
            <ac:graphicFrameMk id="4" creationId="{5BAE8CF0-CB9C-EF9F-37A7-F3B83A911413}"/>
          </ac:graphicFrameMkLst>
        </pc:graphicFrameChg>
        <pc:picChg chg="add del mod">
          <ac:chgData name="shilpi gupta" userId="5ce4f23861899b28" providerId="LiveId" clId="{D1D84255-C229-40B6-B92B-12720C0BAB28}" dt="2024-06-16T16:09:38.054" v="71" actId="478"/>
          <ac:picMkLst>
            <pc:docMk/>
            <pc:sldMk cId="4029698497" sldId="307"/>
            <ac:picMk id="7" creationId="{8CF48FF4-5F02-1B2E-4FBC-EA40AA884306}"/>
          </ac:picMkLst>
        </pc:picChg>
      </pc:sldChg>
      <pc:sldChg chg="del">
        <pc:chgData name="shilpi gupta" userId="5ce4f23861899b28" providerId="LiveId" clId="{D1D84255-C229-40B6-B92B-12720C0BAB28}" dt="2024-06-16T16:30:02.102" v="305" actId="47"/>
        <pc:sldMkLst>
          <pc:docMk/>
          <pc:sldMk cId="4092240921" sldId="308"/>
        </pc:sldMkLst>
      </pc:sldChg>
      <pc:sldChg chg="del">
        <pc:chgData name="shilpi gupta" userId="5ce4f23861899b28" providerId="LiveId" clId="{D1D84255-C229-40B6-B92B-12720C0BAB28}" dt="2024-06-16T16:30:15.084" v="308" actId="47"/>
        <pc:sldMkLst>
          <pc:docMk/>
          <pc:sldMk cId="3877777248" sldId="309"/>
        </pc:sldMkLst>
      </pc:sldChg>
      <pc:sldChg chg="del">
        <pc:chgData name="shilpi gupta" userId="5ce4f23861899b28" providerId="LiveId" clId="{D1D84255-C229-40B6-B92B-12720C0BAB28}" dt="2024-06-16T16:30:16.728" v="309" actId="47"/>
        <pc:sldMkLst>
          <pc:docMk/>
          <pc:sldMk cId="1006434165" sldId="310"/>
        </pc:sldMkLst>
      </pc:sldChg>
      <pc:sldChg chg="del">
        <pc:chgData name="shilpi gupta" userId="5ce4f23861899b28" providerId="LiveId" clId="{D1D84255-C229-40B6-B92B-12720C0BAB28}" dt="2024-06-16T16:30:17.306" v="310" actId="47"/>
        <pc:sldMkLst>
          <pc:docMk/>
          <pc:sldMk cId="1357285306" sldId="311"/>
        </pc:sldMkLst>
      </pc:sldChg>
      <pc:sldChg chg="del">
        <pc:chgData name="shilpi gupta" userId="5ce4f23861899b28" providerId="LiveId" clId="{D1D84255-C229-40B6-B92B-12720C0BAB28}" dt="2024-06-16T16:30:17.922" v="311" actId="47"/>
        <pc:sldMkLst>
          <pc:docMk/>
          <pc:sldMk cId="717178674" sldId="312"/>
        </pc:sldMkLst>
      </pc:sldChg>
      <pc:sldChg chg="del">
        <pc:chgData name="shilpi gupta" userId="5ce4f23861899b28" providerId="LiveId" clId="{D1D84255-C229-40B6-B92B-12720C0BAB28}" dt="2024-06-16T16:30:18.837" v="313" actId="47"/>
        <pc:sldMkLst>
          <pc:docMk/>
          <pc:sldMk cId="52099979" sldId="313"/>
        </pc:sldMkLst>
      </pc:sldChg>
      <pc:sldChg chg="del">
        <pc:chgData name="shilpi gupta" userId="5ce4f23861899b28" providerId="LiveId" clId="{D1D84255-C229-40B6-B92B-12720C0BAB28}" dt="2024-06-16T16:30:18.409" v="312" actId="47"/>
        <pc:sldMkLst>
          <pc:docMk/>
          <pc:sldMk cId="0" sldId="315"/>
        </pc:sldMkLst>
      </pc:sldChg>
      <pc:sldChg chg="del">
        <pc:chgData name="shilpi gupta" userId="5ce4f23861899b28" providerId="LiveId" clId="{D1D84255-C229-40B6-B92B-12720C0BAB28}" dt="2024-06-16T16:30:19.280" v="314" actId="47"/>
        <pc:sldMkLst>
          <pc:docMk/>
          <pc:sldMk cId="511634530" sldId="316"/>
        </pc:sldMkLst>
      </pc:sldChg>
      <pc:sldChg chg="del">
        <pc:chgData name="shilpi gupta" userId="5ce4f23861899b28" providerId="LiveId" clId="{D1D84255-C229-40B6-B92B-12720C0BAB28}" dt="2024-06-16T16:30:19.931" v="316" actId="47"/>
        <pc:sldMkLst>
          <pc:docMk/>
          <pc:sldMk cId="488990889" sldId="317"/>
        </pc:sldMkLst>
      </pc:sldChg>
      <pc:sldChg chg="del">
        <pc:chgData name="shilpi gupta" userId="5ce4f23861899b28" providerId="LiveId" clId="{D1D84255-C229-40B6-B92B-12720C0BAB28}" dt="2024-06-16T16:30:19.675" v="315" actId="47"/>
        <pc:sldMkLst>
          <pc:docMk/>
          <pc:sldMk cId="4224393316" sldId="318"/>
        </pc:sldMkLst>
      </pc:sldChg>
      <pc:sldChg chg="addSp delSp modSp new mod">
        <pc:chgData name="shilpi gupta" userId="5ce4f23861899b28" providerId="LiveId" clId="{D1D84255-C229-40B6-B92B-12720C0BAB28}" dt="2024-06-16T16:25:49.632" v="213" actId="6549"/>
        <pc:sldMkLst>
          <pc:docMk/>
          <pc:sldMk cId="1727023346" sldId="319"/>
        </pc:sldMkLst>
        <pc:spChg chg="del mod">
          <ac:chgData name="shilpi gupta" userId="5ce4f23861899b28" providerId="LiveId" clId="{D1D84255-C229-40B6-B92B-12720C0BAB28}" dt="2024-06-16T16:06:35.511" v="43" actId="22"/>
          <ac:spMkLst>
            <pc:docMk/>
            <pc:sldMk cId="1727023346" sldId="319"/>
            <ac:spMk id="2" creationId="{B5CE9CE9-AB36-F990-329D-FFC20494BB49}"/>
          </ac:spMkLst>
        </pc:spChg>
        <pc:spChg chg="mod">
          <ac:chgData name="shilpi gupta" userId="5ce4f23861899b28" providerId="LiveId" clId="{D1D84255-C229-40B6-B92B-12720C0BAB28}" dt="2024-06-16T16:25:49.632" v="213" actId="6549"/>
          <ac:spMkLst>
            <pc:docMk/>
            <pc:sldMk cId="1727023346" sldId="319"/>
            <ac:spMk id="3" creationId="{2326919E-7987-E3B0-5159-020866CC9672}"/>
          </ac:spMkLst>
        </pc:spChg>
        <pc:spChg chg="add del">
          <ac:chgData name="shilpi gupta" userId="5ce4f23861899b28" providerId="LiveId" clId="{D1D84255-C229-40B6-B92B-12720C0BAB28}" dt="2024-06-16T16:07:18.306" v="47" actId="22"/>
          <ac:spMkLst>
            <pc:docMk/>
            <pc:sldMk cId="1727023346" sldId="319"/>
            <ac:spMk id="7" creationId="{D8F7A6DA-8FFD-1397-8DF0-866D44DDD78A}"/>
          </ac:spMkLst>
        </pc:spChg>
        <pc:spChg chg="add mod">
          <ac:chgData name="shilpi gupta" userId="5ce4f23861899b28" providerId="LiveId" clId="{D1D84255-C229-40B6-B92B-12720C0BAB28}" dt="2024-06-16T16:18:18.960" v="125" actId="14100"/>
          <ac:spMkLst>
            <pc:docMk/>
            <pc:sldMk cId="1727023346" sldId="319"/>
            <ac:spMk id="8" creationId="{CD06796F-353C-EF9B-1F93-E1A8A86C3D76}"/>
          </ac:spMkLst>
        </pc:spChg>
        <pc:picChg chg="add del mod ord">
          <ac:chgData name="shilpi gupta" userId="5ce4f23861899b28" providerId="LiveId" clId="{D1D84255-C229-40B6-B92B-12720C0BAB28}" dt="2024-06-16T16:12:24.040" v="92" actId="478"/>
          <ac:picMkLst>
            <pc:docMk/>
            <pc:sldMk cId="1727023346" sldId="319"/>
            <ac:picMk id="5" creationId="{D4913E07-C493-06CF-B028-76D5C8D02877}"/>
          </ac:picMkLst>
        </pc:picChg>
      </pc:sldChg>
      <pc:sldChg chg="addSp delSp modSp new mod">
        <pc:chgData name="shilpi gupta" userId="5ce4f23861899b28" providerId="LiveId" clId="{D1D84255-C229-40B6-B92B-12720C0BAB28}" dt="2024-06-16T16:32:46.514" v="496" actId="20577"/>
        <pc:sldMkLst>
          <pc:docMk/>
          <pc:sldMk cId="861972129" sldId="320"/>
        </pc:sldMkLst>
        <pc:spChg chg="mod">
          <ac:chgData name="shilpi gupta" userId="5ce4f23861899b28" providerId="LiveId" clId="{D1D84255-C229-40B6-B92B-12720C0BAB28}" dt="2024-06-16T16:13:31.164" v="97" actId="255"/>
          <ac:spMkLst>
            <pc:docMk/>
            <pc:sldMk cId="861972129" sldId="320"/>
            <ac:spMk id="2" creationId="{49FC9274-F51D-922E-3C84-8C47C23B1AE7}"/>
          </ac:spMkLst>
        </pc:spChg>
        <pc:spChg chg="mod">
          <ac:chgData name="shilpi gupta" userId="5ce4f23861899b28" providerId="LiveId" clId="{D1D84255-C229-40B6-B92B-12720C0BAB28}" dt="2024-06-16T16:32:46.514" v="496" actId="20577"/>
          <ac:spMkLst>
            <pc:docMk/>
            <pc:sldMk cId="861972129" sldId="320"/>
            <ac:spMk id="3" creationId="{2828DD8B-37A2-F930-544F-41ACB886DDE6}"/>
          </ac:spMkLst>
        </pc:spChg>
        <pc:graphicFrameChg chg="add mod modGraphic">
          <ac:chgData name="shilpi gupta" userId="5ce4f23861899b28" providerId="LiveId" clId="{D1D84255-C229-40B6-B92B-12720C0BAB28}" dt="2024-06-16T16:15:05.109" v="101" actId="207"/>
          <ac:graphicFrameMkLst>
            <pc:docMk/>
            <pc:sldMk cId="861972129" sldId="320"/>
            <ac:graphicFrameMk id="5" creationId="{4DBEC1B2-2B2A-817B-90F8-9422FAFCBC26}"/>
          </ac:graphicFrameMkLst>
        </pc:graphicFrameChg>
        <pc:picChg chg="add del mod">
          <ac:chgData name="shilpi gupta" userId="5ce4f23861899b28" providerId="LiveId" clId="{D1D84255-C229-40B6-B92B-12720C0BAB28}" dt="2024-06-16T16:12:35.466" v="93" actId="478"/>
          <ac:picMkLst>
            <pc:docMk/>
            <pc:sldMk cId="861972129" sldId="320"/>
            <ac:picMk id="4" creationId="{455E1586-F0A5-5B37-3C27-6316DA55AB58}"/>
          </ac:picMkLst>
        </pc:picChg>
      </pc:sldChg>
      <pc:sldChg chg="addSp modSp new mod">
        <pc:chgData name="shilpi gupta" userId="5ce4f23861899b28" providerId="LiveId" clId="{D1D84255-C229-40B6-B92B-12720C0BAB28}" dt="2024-06-16T16:32:56.938" v="497" actId="20577"/>
        <pc:sldMkLst>
          <pc:docMk/>
          <pc:sldMk cId="1329471066" sldId="321"/>
        </pc:sldMkLst>
        <pc:spChg chg="mod">
          <ac:chgData name="shilpi gupta" userId="5ce4f23861899b28" providerId="LiveId" clId="{D1D84255-C229-40B6-B92B-12720C0BAB28}" dt="2024-06-16T16:19:56.006" v="135" actId="20577"/>
          <ac:spMkLst>
            <pc:docMk/>
            <pc:sldMk cId="1329471066" sldId="321"/>
            <ac:spMk id="2" creationId="{16B5BB9B-D6EA-17E3-9788-46B6D5F7732A}"/>
          </ac:spMkLst>
        </pc:spChg>
        <pc:spChg chg="mod">
          <ac:chgData name="shilpi gupta" userId="5ce4f23861899b28" providerId="LiveId" clId="{D1D84255-C229-40B6-B92B-12720C0BAB28}" dt="2024-06-16T16:32:56.938" v="497" actId="20577"/>
          <ac:spMkLst>
            <pc:docMk/>
            <pc:sldMk cId="1329471066" sldId="321"/>
            <ac:spMk id="3" creationId="{B6445AC7-15A2-F9CD-F3BB-41C0DBD0A691}"/>
          </ac:spMkLst>
        </pc:spChg>
        <pc:graphicFrameChg chg="add mod modGraphic">
          <ac:chgData name="shilpi gupta" userId="5ce4f23861899b28" providerId="LiveId" clId="{D1D84255-C229-40B6-B92B-12720C0BAB28}" dt="2024-06-16T16:24:57.984" v="155" actId="207"/>
          <ac:graphicFrameMkLst>
            <pc:docMk/>
            <pc:sldMk cId="1329471066" sldId="321"/>
            <ac:graphicFrameMk id="4" creationId="{DDB533E4-0153-A248-AD24-7E18FD92CE9E}"/>
          </ac:graphicFrameMkLst>
        </pc:graphicFrameChg>
      </pc:sldChg>
      <pc:sldChg chg="addSp modSp new add del mod">
        <pc:chgData name="shilpi gupta" userId="5ce4f23861899b28" providerId="LiveId" clId="{D1D84255-C229-40B6-B92B-12720C0BAB28}" dt="2024-06-16T16:33:19.643" v="500" actId="255"/>
        <pc:sldMkLst>
          <pc:docMk/>
          <pc:sldMk cId="1428611176" sldId="322"/>
        </pc:sldMkLst>
        <pc:spChg chg="mod">
          <ac:chgData name="shilpi gupta" userId="5ce4f23861899b28" providerId="LiveId" clId="{D1D84255-C229-40B6-B92B-12720C0BAB28}" dt="2024-06-16T16:33:19.643" v="500" actId="255"/>
          <ac:spMkLst>
            <pc:docMk/>
            <pc:sldMk cId="1428611176" sldId="322"/>
            <ac:spMk id="2" creationId="{6E1B7D80-30E6-2CDE-D3A4-4C77FC7585AE}"/>
          </ac:spMkLst>
        </pc:spChg>
        <pc:spChg chg="mod">
          <ac:chgData name="shilpi gupta" userId="5ce4f23861899b28" providerId="LiveId" clId="{D1D84255-C229-40B6-B92B-12720C0BAB28}" dt="2024-06-16T16:33:10.136" v="499" actId="255"/>
          <ac:spMkLst>
            <pc:docMk/>
            <pc:sldMk cId="1428611176" sldId="322"/>
            <ac:spMk id="3" creationId="{22356999-88C3-2769-FCA7-6A4358FB2FDA}"/>
          </ac:spMkLst>
        </pc:spChg>
        <pc:graphicFrameChg chg="add mod modGraphic">
          <ac:chgData name="shilpi gupta" userId="5ce4f23861899b28" providerId="LiveId" clId="{D1D84255-C229-40B6-B92B-12720C0BAB28}" dt="2024-06-16T16:24:50.995" v="153" actId="207"/>
          <ac:graphicFrameMkLst>
            <pc:docMk/>
            <pc:sldMk cId="1428611176" sldId="322"/>
            <ac:graphicFrameMk id="4" creationId="{9427B2A5-2E3C-2652-846D-A55F5A767249}"/>
          </ac:graphicFrameMkLst>
        </pc:graphicFrameChg>
      </pc:sldChg>
      <pc:sldChg chg="modSp new mod">
        <pc:chgData name="shilpi gupta" userId="5ce4f23861899b28" providerId="LiveId" clId="{D1D84255-C229-40B6-B92B-12720C0BAB28}" dt="2024-06-16T16:26:56.491" v="251" actId="20577"/>
        <pc:sldMkLst>
          <pc:docMk/>
          <pc:sldMk cId="4179358777" sldId="323"/>
        </pc:sldMkLst>
        <pc:spChg chg="mod">
          <ac:chgData name="shilpi gupta" userId="5ce4f23861899b28" providerId="LiveId" clId="{D1D84255-C229-40B6-B92B-12720C0BAB28}" dt="2024-06-16T16:26:56.491" v="251" actId="20577"/>
          <ac:spMkLst>
            <pc:docMk/>
            <pc:sldMk cId="4179358777" sldId="323"/>
            <ac:spMk id="2" creationId="{AFF80B50-8C5D-DFE2-67DB-4E71387B56F7}"/>
          </ac:spMkLst>
        </pc:spChg>
        <pc:spChg chg="mod">
          <ac:chgData name="shilpi gupta" userId="5ce4f23861899b28" providerId="LiveId" clId="{D1D84255-C229-40B6-B92B-12720C0BAB28}" dt="2024-06-16T16:26:29.022" v="246" actId="20577"/>
          <ac:spMkLst>
            <pc:docMk/>
            <pc:sldMk cId="4179358777" sldId="323"/>
            <ac:spMk id="3" creationId="{2B6D2697-5F42-7425-7984-B75B8A9C08D1}"/>
          </ac:spMkLst>
        </pc:spChg>
      </pc:sldChg>
      <pc:sldChg chg="addSp modSp new mod">
        <pc:chgData name="shilpi gupta" userId="5ce4f23861899b28" providerId="LiveId" clId="{D1D84255-C229-40B6-B92B-12720C0BAB28}" dt="2024-06-16T16:30:11.434" v="307" actId="207"/>
        <pc:sldMkLst>
          <pc:docMk/>
          <pc:sldMk cId="1965580737" sldId="324"/>
        </pc:sldMkLst>
        <pc:spChg chg="mod">
          <ac:chgData name="shilpi gupta" userId="5ce4f23861899b28" providerId="LiveId" clId="{D1D84255-C229-40B6-B92B-12720C0BAB28}" dt="2024-06-16T16:28:05.267" v="258" actId="20577"/>
          <ac:spMkLst>
            <pc:docMk/>
            <pc:sldMk cId="1965580737" sldId="324"/>
            <ac:spMk id="2" creationId="{475DD341-DBFA-0A77-9D9A-502DCE4BB94C}"/>
          </ac:spMkLst>
        </pc:spChg>
        <pc:spChg chg="mod">
          <ac:chgData name="shilpi gupta" userId="5ce4f23861899b28" providerId="LiveId" clId="{D1D84255-C229-40B6-B92B-12720C0BAB28}" dt="2024-06-16T16:27:55.889" v="256" actId="255"/>
          <ac:spMkLst>
            <pc:docMk/>
            <pc:sldMk cId="1965580737" sldId="324"/>
            <ac:spMk id="3" creationId="{215E1409-0FA4-D6A0-0557-1C0CA2363507}"/>
          </ac:spMkLst>
        </pc:spChg>
        <pc:graphicFrameChg chg="add mod modGraphic">
          <ac:chgData name="shilpi gupta" userId="5ce4f23861899b28" providerId="LiveId" clId="{D1D84255-C229-40B6-B92B-12720C0BAB28}" dt="2024-06-16T16:30:11.434" v="307" actId="207"/>
          <ac:graphicFrameMkLst>
            <pc:docMk/>
            <pc:sldMk cId="1965580737" sldId="324"/>
            <ac:graphicFrameMk id="4" creationId="{5286FEAA-2340-FB27-1D9A-274B952D9F81}"/>
          </ac:graphicFrameMkLst>
        </pc:graphicFrameChg>
      </pc:sldChg>
      <pc:sldChg chg="addSp modSp new mod">
        <pc:chgData name="shilpi gupta" userId="5ce4f23861899b28" providerId="LiveId" clId="{D1D84255-C229-40B6-B92B-12720C0BAB28}" dt="2024-06-16T16:29:58.116" v="304" actId="207"/>
        <pc:sldMkLst>
          <pc:docMk/>
          <pc:sldMk cId="3536899749" sldId="325"/>
        </pc:sldMkLst>
        <pc:spChg chg="mod">
          <ac:chgData name="shilpi gupta" userId="5ce4f23861899b28" providerId="LiveId" clId="{D1D84255-C229-40B6-B92B-12720C0BAB28}" dt="2024-06-16T16:29:21.823" v="298" actId="14100"/>
          <ac:spMkLst>
            <pc:docMk/>
            <pc:sldMk cId="3536899749" sldId="325"/>
            <ac:spMk id="2" creationId="{2C9CD451-FB64-6A08-322D-3A6D5D49E537}"/>
          </ac:spMkLst>
        </pc:spChg>
        <pc:spChg chg="mod">
          <ac:chgData name="shilpi gupta" userId="5ce4f23861899b28" providerId="LiveId" clId="{D1D84255-C229-40B6-B92B-12720C0BAB28}" dt="2024-06-16T16:28:59.319" v="296" actId="20577"/>
          <ac:spMkLst>
            <pc:docMk/>
            <pc:sldMk cId="3536899749" sldId="325"/>
            <ac:spMk id="3" creationId="{4753785E-2F64-BE7E-AC71-0C080FB5C4E9}"/>
          </ac:spMkLst>
        </pc:spChg>
        <pc:graphicFrameChg chg="add mod modGraphic">
          <ac:chgData name="shilpi gupta" userId="5ce4f23861899b28" providerId="LiveId" clId="{D1D84255-C229-40B6-B92B-12720C0BAB28}" dt="2024-06-16T16:29:58.116" v="304" actId="207"/>
          <ac:graphicFrameMkLst>
            <pc:docMk/>
            <pc:sldMk cId="3536899749" sldId="325"/>
            <ac:graphicFrameMk id="4" creationId="{4DDD6FDA-7469-1BEB-6112-ED736588AF90}"/>
          </ac:graphicFrameMkLst>
        </pc:graphicFrameChg>
      </pc:sldChg>
      <pc:sldChg chg="modSp new mod">
        <pc:chgData name="shilpi gupta" userId="5ce4f23861899b28" providerId="LiveId" clId="{D1D84255-C229-40B6-B92B-12720C0BAB28}" dt="2024-06-16T16:52:26.572" v="667" actId="6549"/>
        <pc:sldMkLst>
          <pc:docMk/>
          <pc:sldMk cId="3911280198" sldId="326"/>
        </pc:sldMkLst>
        <pc:spChg chg="mod">
          <ac:chgData name="shilpi gupta" userId="5ce4f23861899b28" providerId="LiveId" clId="{D1D84255-C229-40B6-B92B-12720C0BAB28}" dt="2024-06-16T16:52:26.572" v="667" actId="6549"/>
          <ac:spMkLst>
            <pc:docMk/>
            <pc:sldMk cId="3911280198" sldId="326"/>
            <ac:spMk id="2" creationId="{C4D55FBA-9C16-E5B4-9FF0-1C18432718E9}"/>
          </ac:spMkLst>
        </pc:spChg>
        <pc:spChg chg="mod">
          <ac:chgData name="shilpi gupta" userId="5ce4f23861899b28" providerId="LiveId" clId="{D1D84255-C229-40B6-B92B-12720C0BAB28}" dt="2024-06-16T16:51:17.115" v="642" actId="20577"/>
          <ac:spMkLst>
            <pc:docMk/>
            <pc:sldMk cId="3911280198" sldId="326"/>
            <ac:spMk id="3" creationId="{04EDA333-6DA2-FE68-AB80-189627AC17EF}"/>
          </ac:spMkLst>
        </pc:spChg>
      </pc:sldChg>
      <pc:sldChg chg="modSp new mod">
        <pc:chgData name="shilpi gupta" userId="5ce4f23861899b28" providerId="LiveId" clId="{D1D84255-C229-40B6-B92B-12720C0BAB28}" dt="2024-06-16T16:54:16.210" v="698" actId="27636"/>
        <pc:sldMkLst>
          <pc:docMk/>
          <pc:sldMk cId="2516777886" sldId="327"/>
        </pc:sldMkLst>
        <pc:spChg chg="mod">
          <ac:chgData name="shilpi gupta" userId="5ce4f23861899b28" providerId="LiveId" clId="{D1D84255-C229-40B6-B92B-12720C0BAB28}" dt="2024-06-16T16:54:03.477" v="696" actId="313"/>
          <ac:spMkLst>
            <pc:docMk/>
            <pc:sldMk cId="2516777886" sldId="327"/>
            <ac:spMk id="2" creationId="{27E95880-EE7B-F4B6-D6BD-BA7E39F8AD44}"/>
          </ac:spMkLst>
        </pc:spChg>
        <pc:spChg chg="mod">
          <ac:chgData name="shilpi gupta" userId="5ce4f23861899b28" providerId="LiveId" clId="{D1D84255-C229-40B6-B92B-12720C0BAB28}" dt="2024-06-16T16:54:16.210" v="698" actId="27636"/>
          <ac:spMkLst>
            <pc:docMk/>
            <pc:sldMk cId="2516777886" sldId="327"/>
            <ac:spMk id="3" creationId="{F1CB7204-C3D3-2768-98E0-FE81175E5987}"/>
          </ac:spMkLst>
        </pc:spChg>
      </pc:sldChg>
      <pc:sldMasterChg chg="delSldLayout">
        <pc:chgData name="shilpi gupta" userId="5ce4f23861899b28" providerId="LiveId" clId="{D1D84255-C229-40B6-B92B-12720C0BAB28}" dt="2024-06-16T16:30:19.675" v="315" actId="47"/>
        <pc:sldMasterMkLst>
          <pc:docMk/>
          <pc:sldMasterMk cId="0" sldId="2147483648"/>
        </pc:sldMasterMkLst>
        <pc:sldLayoutChg chg="del">
          <pc:chgData name="shilpi gupta" userId="5ce4f23861899b28" providerId="LiveId" clId="{D1D84255-C229-40B6-B92B-12720C0BAB28}" dt="2024-06-16T16:30:19.675" v="315" actId="47"/>
          <pc:sldLayoutMkLst>
            <pc:docMk/>
            <pc:sldMasterMk cId="0" sldId="2147483648"/>
            <pc:sldLayoutMk cId="88169822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4/24/25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4/24/25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4/24/25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4/24/25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4/24/25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4/24/25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4/24/25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4/24/25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4/24/25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4/24/25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4/24/25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Los </a:t>
            </a:r>
            <a:r>
              <a:rPr lang="en-IN" altLang="en-US" sz="3200" dirty="0" err="1"/>
              <a:t>Sustantivos</a:t>
            </a:r>
            <a:r>
              <a:rPr lang="en-IN" altLang="en-US" sz="3200" dirty="0"/>
              <a:t> y g</a:t>
            </a:r>
            <a:r>
              <a:rPr lang="es-ES" altLang="en-US" sz="3200" dirty="0"/>
              <a:t>é</a:t>
            </a:r>
            <a:r>
              <a:rPr lang="en-IN" altLang="en-US" sz="3200" dirty="0" err="1"/>
              <a:t>neros</a:t>
            </a:r>
            <a:r>
              <a:rPr lang="en-IN" altLang="en-US" sz="3200" dirty="0"/>
              <a:t> (Noun and Gender)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Masculine Noun </a:t>
            </a:r>
          </a:p>
          <a:p>
            <a:r>
              <a:rPr lang="en-IN" altLang="en-US" dirty="0"/>
              <a:t>Exceptions in Masculine words </a:t>
            </a:r>
          </a:p>
          <a:p>
            <a:r>
              <a:rPr lang="en-IN" altLang="en-US" dirty="0"/>
              <a:t>Feminine Noun </a:t>
            </a:r>
          </a:p>
          <a:p>
            <a:r>
              <a:rPr lang="en-IN" altLang="en-US" dirty="0"/>
              <a:t>Exception in Feminine words </a:t>
            </a:r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Noun and Gender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F6B44-2989-865C-65DE-EE2D54CB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95" y="914400"/>
            <a:ext cx="10972800" cy="1143000"/>
          </a:xfrm>
        </p:spPr>
        <p:txBody>
          <a:bodyPr/>
          <a:lstStyle/>
          <a:p>
            <a:r>
              <a:rPr lang="en-IN" sz="3000" dirty="0"/>
              <a:t>Words ending in </a:t>
            </a:r>
            <a:r>
              <a:rPr lang="en-IN" sz="3000" b="1" dirty="0"/>
              <a:t>–L, -O, -N, -E, -R, -S</a:t>
            </a:r>
            <a:r>
              <a:rPr lang="en-IN" sz="3000" dirty="0"/>
              <a:t> are in general masculine.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6D32F-9076-F600-8952-BB5BD38B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867"/>
            <a:ext cx="10972800" cy="841533"/>
          </a:xfrm>
        </p:spPr>
        <p:txBody>
          <a:bodyPr>
            <a:normAutofit/>
          </a:bodyPr>
          <a:lstStyle/>
          <a:p>
            <a:r>
              <a:rPr lang="en-US" sz="4000" dirty="0"/>
              <a:t> Masculine Noun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AE8CF0-CB9C-EF9F-37A7-F3B83A911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010579"/>
              </p:ext>
            </p:extLst>
          </p:nvPr>
        </p:nvGraphicFramePr>
        <p:xfrm>
          <a:off x="1066800" y="2286000"/>
          <a:ext cx="10058400" cy="3931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33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lang="en-IN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3000" b="1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papel</a:t>
                      </a:r>
                      <a:r>
                        <a:rPr lang="en-IN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(paper)</a:t>
                      </a:r>
                      <a:endParaRPr lang="en-IN" sz="3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juego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(game)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pan (bread)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caf</a:t>
                      </a:r>
                      <a:r>
                        <a:rPr lang="es-ES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 (</a:t>
                      </a:r>
                      <a:r>
                        <a:rPr lang="es-ES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amor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(love)</a:t>
                      </a:r>
                      <a:r>
                        <a:rPr lang="en-IN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3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(Monday)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133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s-ES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á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rbol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(tree)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grupo</a:t>
                      </a:r>
                      <a:r>
                        <a:rPr lang="en-IN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(group)</a:t>
                      </a:r>
                      <a:endParaRPr lang="en-IN" sz="3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examen</a:t>
                      </a:r>
                      <a:r>
                        <a:rPr lang="en-IN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(exam)</a:t>
                      </a:r>
                      <a:endParaRPr lang="en-IN" sz="3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tomate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(tomato)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</a:t>
                      </a:r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(south)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</a:t>
                      </a:r>
                      <a:r>
                        <a:rPr lang="en-IN" sz="3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r>
                        <a:rPr lang="en-IN" sz="3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(Friday) </a:t>
                      </a:r>
                      <a:endParaRPr lang="en-IN" sz="3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69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FC9274-F51D-922E-3C84-8C47C23B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1185862"/>
          </a:xfrm>
        </p:spPr>
        <p:txBody>
          <a:bodyPr/>
          <a:lstStyle/>
          <a:p>
            <a:r>
              <a:rPr lang="en-IN" sz="3000" dirty="0"/>
              <a:t>A group of exceptions in masculine words are those that ends in: </a:t>
            </a:r>
            <a:r>
              <a:rPr lang="en-IN" sz="3000" b="1" dirty="0"/>
              <a:t>-MA, -PA, - TA.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28DD8B-37A2-F930-544F-41ACB886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>
            <a:normAutofit/>
          </a:bodyPr>
          <a:lstStyle/>
          <a:p>
            <a:r>
              <a:rPr lang="en-US" sz="4000" dirty="0"/>
              <a:t>Masculine Noun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BEC1B2-2B2A-817B-90F8-9422FAFCB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01566"/>
              </p:ext>
            </p:extLst>
          </p:nvPr>
        </p:nvGraphicFramePr>
        <p:xfrm>
          <a:off x="1752600" y="2962666"/>
          <a:ext cx="7391400" cy="265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PA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TA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2200" b="1" baseline="0" dirty="0" err="1">
                          <a:solidFill>
                            <a:schemeClr val="bg1"/>
                          </a:solidFill>
                        </a:rPr>
                        <a:t>clima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 (climate)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mapa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(map)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cometa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(comet)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problema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(problem)</a:t>
                      </a:r>
                    </a:p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tema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 el </a:t>
                      </a:r>
                      <a:r>
                        <a:rPr lang="en-IN" sz="2200" b="1" baseline="0" dirty="0" err="1">
                          <a:solidFill>
                            <a:schemeClr val="bg1"/>
                          </a:solidFill>
                        </a:rPr>
                        <a:t>sistema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arpa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(harp)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planeta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(planet)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97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26919E-7987-E3B0-5159-020866CC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38200"/>
          </a:xfrm>
        </p:spPr>
        <p:txBody>
          <a:bodyPr>
            <a:normAutofit/>
          </a:bodyPr>
          <a:lstStyle/>
          <a:p>
            <a:r>
              <a:rPr lang="en-IN" sz="4400" dirty="0"/>
              <a:t>Exception of loner rule: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06796F-353C-EF9B-1F93-E1A8A86C3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85800"/>
            <a:ext cx="10972800" cy="6172200"/>
          </a:xfrm>
        </p:spPr>
        <p:txBody>
          <a:bodyPr/>
          <a:lstStyle/>
          <a:p>
            <a:pPr marL="457200" indent="-457200"/>
            <a:r>
              <a:rPr lang="en-IN" sz="3000" b="1" dirty="0"/>
              <a:t>La </a:t>
            </a:r>
            <a:r>
              <a:rPr lang="en-IN" sz="3000" b="1" dirty="0" err="1"/>
              <a:t>noche</a:t>
            </a:r>
            <a:r>
              <a:rPr lang="en-IN" sz="3000" b="1" dirty="0"/>
              <a:t> (night) 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piel</a:t>
            </a:r>
            <a:r>
              <a:rPr lang="en-IN" sz="3000" b="1" dirty="0"/>
              <a:t> (skin)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gente</a:t>
            </a:r>
            <a:r>
              <a:rPr lang="en-IN" sz="3000" b="1" dirty="0"/>
              <a:t> (people)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clase</a:t>
            </a:r>
            <a:r>
              <a:rPr lang="en-IN" sz="3000" b="1" dirty="0"/>
              <a:t> (class)</a:t>
            </a:r>
          </a:p>
          <a:p>
            <a:r>
              <a:rPr lang="en-IN" sz="3000" b="1" dirty="0"/>
              <a:t>La imagen (image)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nieve</a:t>
            </a:r>
            <a:r>
              <a:rPr lang="en-IN" sz="3000" b="1" dirty="0"/>
              <a:t> (snow)</a:t>
            </a:r>
          </a:p>
          <a:p>
            <a:r>
              <a:rPr lang="en-IN" sz="3000" b="1" dirty="0"/>
              <a:t>La mano (hand)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foto</a:t>
            </a:r>
            <a:r>
              <a:rPr lang="en-IN" sz="3000" b="1" dirty="0"/>
              <a:t> (photo)</a:t>
            </a:r>
          </a:p>
          <a:p>
            <a:r>
              <a:rPr lang="en-IN" sz="3000" b="1" dirty="0"/>
              <a:t>La c</a:t>
            </a:r>
            <a:r>
              <a:rPr lang="es-ES" sz="3000" b="1" dirty="0"/>
              <a:t>á</a:t>
            </a:r>
            <a:r>
              <a:rPr lang="en-IN" sz="3000" b="1" dirty="0" err="1"/>
              <a:t>rcel</a:t>
            </a:r>
            <a:r>
              <a:rPr lang="en-IN" sz="3000" b="1" dirty="0"/>
              <a:t>  (Jail)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parte</a:t>
            </a:r>
            <a:r>
              <a:rPr lang="en-IN" sz="3000" b="1" dirty="0"/>
              <a:t> (part)</a:t>
            </a:r>
          </a:p>
          <a:p>
            <a:r>
              <a:rPr lang="en-IN" sz="3000" b="1" dirty="0"/>
              <a:t>La leche (milk)</a:t>
            </a:r>
          </a:p>
          <a:p>
            <a:r>
              <a:rPr lang="en-IN" sz="3000" b="1" dirty="0"/>
              <a:t>La </a:t>
            </a:r>
            <a:r>
              <a:rPr lang="en-IN" sz="3000" b="1" dirty="0" err="1"/>
              <a:t>calle</a:t>
            </a:r>
            <a:r>
              <a:rPr lang="en-IN" sz="3000" b="1" dirty="0"/>
              <a:t> (street)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72702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B5BB9B-D6EA-17E3-9788-46B6D5F7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728662"/>
          </a:xfrm>
        </p:spPr>
        <p:txBody>
          <a:bodyPr/>
          <a:lstStyle/>
          <a:p>
            <a:r>
              <a:rPr lang="en-IN" sz="3000" dirty="0"/>
              <a:t>Words ending in </a:t>
            </a:r>
            <a:r>
              <a:rPr lang="en-IN" sz="3000" b="1" dirty="0"/>
              <a:t>–A, -D, -I</a:t>
            </a:r>
            <a:r>
              <a:rPr lang="es-ES" sz="3000" b="1" dirty="0"/>
              <a:t>ÓN, </a:t>
            </a:r>
            <a:r>
              <a:rPr lang="en-IN" sz="3000" b="1" dirty="0"/>
              <a:t>-Z</a:t>
            </a:r>
            <a:r>
              <a:rPr lang="en-IN" sz="3000" dirty="0"/>
              <a:t>; are feminine</a:t>
            </a:r>
            <a:r>
              <a:rPr lang="en-IN" sz="3600" dirty="0"/>
              <a:t>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45AC7-15A2-F9CD-F3BB-41C0DBD0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Feminine Noun</a:t>
            </a:r>
            <a:endParaRPr lang="en-US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B533E4-0153-A248-AD24-7E18FD92C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43314"/>
              </p:ext>
            </p:extLst>
          </p:nvPr>
        </p:nvGraphicFramePr>
        <p:xfrm>
          <a:off x="1295400" y="2743200"/>
          <a:ext cx="80772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ÓN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Z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La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 comida 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(food)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universidad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(university)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televisi</a:t>
                      </a:r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ó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n (television)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voz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(voice)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La montaña (</a:t>
                      </a:r>
                      <a:r>
                        <a:rPr lang="es-ES" sz="2200" b="1" dirty="0" err="1">
                          <a:solidFill>
                            <a:schemeClr val="bg1"/>
                          </a:solidFill>
                        </a:rPr>
                        <a:t>mountain</a:t>
                      </a:r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La libertad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s-ES" sz="2200" b="1" baseline="0" dirty="0" err="1">
                          <a:solidFill>
                            <a:schemeClr val="bg1"/>
                          </a:solidFill>
                        </a:rPr>
                        <a:t>freedom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La acción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s-ES" sz="2200" b="1" baseline="0" dirty="0" err="1">
                          <a:solidFill>
                            <a:schemeClr val="bg1"/>
                          </a:solidFill>
                        </a:rPr>
                        <a:t>action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chemeClr val="bg1"/>
                          </a:solidFill>
                        </a:rPr>
                        <a:t>La nariz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s-ES" sz="2200" b="1" baseline="0" dirty="0" err="1">
                          <a:solidFill>
                            <a:schemeClr val="bg1"/>
                          </a:solidFill>
                        </a:rPr>
                        <a:t>nose</a:t>
                      </a:r>
                      <a:r>
                        <a:rPr lang="es-ES" sz="2200" b="1" baseline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47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1B7D80-30E6-2CDE-D3A4-4C77FC758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728662"/>
          </a:xfrm>
        </p:spPr>
        <p:txBody>
          <a:bodyPr/>
          <a:lstStyle/>
          <a:p>
            <a:r>
              <a:rPr lang="es-ES" sz="3000" dirty="0" err="1"/>
              <a:t>Words</a:t>
            </a:r>
            <a:r>
              <a:rPr lang="es-ES" sz="3000" dirty="0"/>
              <a:t> </a:t>
            </a:r>
            <a:r>
              <a:rPr lang="es-ES" sz="3000" dirty="0" err="1"/>
              <a:t>ending</a:t>
            </a:r>
            <a:r>
              <a:rPr lang="es-ES" sz="3000" dirty="0"/>
              <a:t> in </a:t>
            </a:r>
            <a:r>
              <a:rPr lang="en-IN" sz="3000" b="1" dirty="0"/>
              <a:t>–IS, -IE, -UMBRE</a:t>
            </a:r>
            <a:r>
              <a:rPr lang="en-IN" sz="3000" dirty="0"/>
              <a:t>; are feminine. 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999-88C3-2769-FCA7-6A4358FB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Feminine Noun</a:t>
            </a:r>
            <a:endParaRPr lang="en-US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27B2A5-2E3C-2652-846D-A55F5A767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331481"/>
              </p:ext>
            </p:extLst>
          </p:nvPr>
        </p:nvGraphicFramePr>
        <p:xfrm>
          <a:off x="1752600" y="3032760"/>
          <a:ext cx="8001000" cy="2606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8388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IS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IE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UMBRE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88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 crisis (crisis)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serie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(series)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costumbre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264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apendicitis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(appendicitis)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superficie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(surface)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muchedumbre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(crowd)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61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F80B50-8C5D-DFE2-67DB-4E71387B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b="1" dirty="0"/>
              <a:t>El d</a:t>
            </a:r>
            <a:r>
              <a:rPr lang="es-ES" sz="3600" b="1" dirty="0" err="1"/>
              <a:t>ía</a:t>
            </a:r>
            <a:r>
              <a:rPr lang="es-ES" sz="3600" b="1" dirty="0"/>
              <a:t> (</a:t>
            </a:r>
            <a:r>
              <a:rPr lang="es-ES" sz="3600" b="1" dirty="0" err="1"/>
              <a:t>day</a:t>
            </a:r>
            <a:r>
              <a:rPr lang="es-ES" sz="3600" b="1" dirty="0"/>
              <a:t>)</a:t>
            </a:r>
          </a:p>
          <a:p>
            <a:r>
              <a:rPr lang="es-ES" sz="3600" b="1" dirty="0"/>
              <a:t>El lápiz (</a:t>
            </a:r>
            <a:r>
              <a:rPr lang="es-ES" sz="3600" b="1" dirty="0" err="1"/>
              <a:t>pencil</a:t>
            </a:r>
            <a:r>
              <a:rPr lang="es-ES" sz="3600" b="1" dirty="0"/>
              <a:t>)</a:t>
            </a:r>
          </a:p>
          <a:p>
            <a:r>
              <a:rPr lang="es-ES" sz="3600" b="1" dirty="0"/>
              <a:t>El agua (</a:t>
            </a:r>
            <a:r>
              <a:rPr lang="es-ES" sz="3600" b="1" dirty="0" err="1"/>
              <a:t>water</a:t>
            </a:r>
            <a:r>
              <a:rPr lang="es-ES" sz="3600" b="1" dirty="0"/>
              <a:t>)</a:t>
            </a:r>
          </a:p>
          <a:p>
            <a:r>
              <a:rPr lang="es-ES" sz="3600" b="1" dirty="0"/>
              <a:t>El sofá (</a:t>
            </a:r>
            <a:r>
              <a:rPr lang="es-ES" sz="3600" b="1" dirty="0" err="1"/>
              <a:t>sofa</a:t>
            </a:r>
            <a:r>
              <a:rPr lang="es-ES" sz="3600" b="1" dirty="0"/>
              <a:t>)</a:t>
            </a:r>
          </a:p>
          <a:p>
            <a:r>
              <a:rPr lang="es-ES" sz="3600" b="1" dirty="0"/>
              <a:t>El camión (</a:t>
            </a:r>
            <a:r>
              <a:rPr lang="es-ES" sz="3600" b="1" dirty="0" err="1"/>
              <a:t>truck</a:t>
            </a:r>
            <a:r>
              <a:rPr lang="es-ES" sz="3600" b="1" dirty="0"/>
              <a:t>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6D2697-5F42-7425-7984-B75B8A9C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in Feminine words </a:t>
            </a:r>
          </a:p>
        </p:txBody>
      </p:sp>
    </p:spTree>
    <p:extLst>
      <p:ext uri="{BB962C8B-B14F-4D97-AF65-F5344CB8AC3E}">
        <p14:creationId xmlns:p14="http://schemas.microsoft.com/office/powerpoint/2010/main" val="417935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5DD341-DBFA-0A77-9D9A-502DCE4BB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1143000"/>
          </a:xfrm>
        </p:spPr>
        <p:txBody>
          <a:bodyPr/>
          <a:lstStyle/>
          <a:p>
            <a:r>
              <a:rPr lang="en-IN" sz="3000" dirty="0"/>
              <a:t>Generally, words ending in –</a:t>
            </a:r>
            <a:r>
              <a:rPr lang="en-IN" sz="3000" b="1" dirty="0"/>
              <a:t>TA OR –TE</a:t>
            </a:r>
            <a:r>
              <a:rPr lang="en-IN" sz="3000" dirty="0"/>
              <a:t>; refer to </a:t>
            </a:r>
            <a:r>
              <a:rPr lang="en-IN" sz="3000" i="1" dirty="0"/>
              <a:t>masculine or feminine.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5E1409-0FA4-D6A0-0557-1C0CA236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FEMININE OR MASCULINE</a:t>
            </a:r>
            <a:endParaRPr lang="en-US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86FEAA-2340-FB27-1D9A-274B952D9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72851"/>
              </p:ext>
            </p:extLst>
          </p:nvPr>
        </p:nvGraphicFramePr>
        <p:xfrm>
          <a:off x="1752600" y="3124200"/>
          <a:ext cx="9144000" cy="2590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015">
                <a:tc gridSpan="2"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solidFill>
                            <a:schemeClr val="bg1"/>
                          </a:solidFill>
                        </a:rPr>
                        <a:t>TA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TE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015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FEMENINO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MASCULINO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FEMININO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MASCULINO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385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poeta</a:t>
                      </a:r>
                      <a:r>
                        <a:rPr lang="en-IN" sz="2200" b="1" baseline="0" dirty="0">
                          <a:solidFill>
                            <a:schemeClr val="bg1"/>
                          </a:solidFill>
                        </a:rPr>
                        <a:t> (poet)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poeta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cantante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(singer)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cantante</a:t>
                      </a:r>
                      <a:endParaRPr lang="en-IN" sz="2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385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artista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(artist)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artista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estudiante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(student)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200" b="1" dirty="0" err="1">
                          <a:solidFill>
                            <a:schemeClr val="bg1"/>
                          </a:solidFill>
                        </a:rPr>
                        <a:t>estudiante</a:t>
                      </a:r>
                      <a:r>
                        <a:rPr lang="en-IN" sz="22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58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9CD451-FB64-6A08-322D-3A6D5D49E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1143000"/>
          </a:xfrm>
        </p:spPr>
        <p:txBody>
          <a:bodyPr/>
          <a:lstStyle/>
          <a:p>
            <a:r>
              <a:rPr lang="en-IN" sz="3600" dirty="0"/>
              <a:t>When by its gender, the word can be masculine or feminine, generally they change.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53785E-2F64-BE7E-AC71-0C080FB5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Masculine and Feminine by Gender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DD6FDA-7469-1BEB-6112-ED736588A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03714"/>
              </p:ext>
            </p:extLst>
          </p:nvPr>
        </p:nvGraphicFramePr>
        <p:xfrm>
          <a:off x="2667000" y="3048000"/>
          <a:ext cx="6096000" cy="29717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534">
                <a:tc>
                  <a:txBody>
                    <a:bodyPr/>
                    <a:lstStyle/>
                    <a:p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Masculino</a:t>
                      </a:r>
                      <a:r>
                        <a:rPr lang="en-IN" sz="21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IN" sz="2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Feminino</a:t>
                      </a:r>
                      <a:endParaRPr lang="en-IN" sz="2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53"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El hombre (man)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mujer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(woman)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53"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El</a:t>
                      </a:r>
                      <a:r>
                        <a:rPr lang="en-IN" sz="2100" b="1" baseline="0" dirty="0">
                          <a:solidFill>
                            <a:schemeClr val="bg1"/>
                          </a:solidFill>
                        </a:rPr>
                        <a:t> padre (father)</a:t>
                      </a:r>
                      <a:endParaRPr lang="en-IN" sz="2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madre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(mother)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53"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El actor (actor)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actriz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(actress)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53"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toro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(bull)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vaca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(cow)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53"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El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caballo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(horse)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La </a:t>
                      </a:r>
                      <a:r>
                        <a:rPr lang="en-IN" sz="2100" b="1" dirty="0" err="1">
                          <a:solidFill>
                            <a:schemeClr val="bg1"/>
                          </a:solidFill>
                        </a:rPr>
                        <a:t>yegua</a:t>
                      </a:r>
                      <a:r>
                        <a:rPr lang="en-IN" sz="2100" b="1" dirty="0">
                          <a:solidFill>
                            <a:schemeClr val="bg1"/>
                          </a:solidFill>
                        </a:rPr>
                        <a:t> (mare)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AF2214-8B45-282B-8C4F-634BEB61D649}"/>
              </a:ext>
            </a:extLst>
          </p:cNvPr>
          <p:cNvSpPr txBox="1"/>
          <p:nvPr/>
        </p:nvSpPr>
        <p:spPr>
          <a:xfrm>
            <a:off x="4386020" y="73616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89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D55FBA-9C16-E5B4-9FF0-1C1843271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a)</a:t>
            </a:r>
            <a:r>
              <a:rPr lang="en-GB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box = ________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caja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b)	the month = ________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mes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c)	the bicycles = _________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bicicletas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d)	the clothing/clothes = _________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ropa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e)	the sand = __________ arena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f)	the horse = __________ caballo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g)	the cheese = _________ queso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h)	the feelings = _________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sentimientos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)	the music = ________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música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j)	the newspapers =  ______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periódicos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EDA333-6DA2-FE68-AB80-189627AC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(Fill in the blanks with definite article EL/ La/ Los/ Las) </a:t>
            </a:r>
          </a:p>
        </p:txBody>
      </p:sp>
    </p:spTree>
    <p:extLst>
      <p:ext uri="{BB962C8B-B14F-4D97-AF65-F5344CB8AC3E}">
        <p14:creationId xmlns:p14="http://schemas.microsoft.com/office/powerpoint/2010/main" val="3911280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E95880-EE7B-F4B6-D6BD-BA7E39F8A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a typeface="Calibri" panose="020F0502020204030204" pitchFamily="34" charset="0"/>
              </a:rPr>
              <a:t>k</a:t>
            </a:r>
            <a:r>
              <a:rPr lang="en-GB" sz="2800" dirty="0">
                <a:effectLst/>
                <a:ea typeface="Calibri" panose="020F0502020204030204" pitchFamily="34" charset="0"/>
              </a:rPr>
              <a:t>)    the tunnels = _______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túneles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l)	the museum = ________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museo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m)	the parking meter = _______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parquímetro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n)	the candles = ________ 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velas</a:t>
            </a:r>
            <a:endParaRPr lang="en-GB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a typeface="Calibri" panose="020F0502020204030204" pitchFamily="34" charset="0"/>
              </a:rPr>
              <a:t>m</a:t>
            </a:r>
            <a:r>
              <a:rPr lang="en-GB" sz="2800" dirty="0">
                <a:effectLst/>
                <a:ea typeface="Calibri" panose="020F0502020204030204" pitchFamily="34" charset="0"/>
              </a:rPr>
              <a:t>)  the leg = ________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pierna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p)	the crime = ________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crimen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q)	the themes = ________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temas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r)	the problems = ________ 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problemas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effectLst/>
                <a:ea typeface="Calibri" panose="020F0502020204030204" pitchFamily="34" charset="0"/>
              </a:rPr>
              <a:t>s)	the garbage = __________</a:t>
            </a:r>
            <a:r>
              <a:rPr lang="en-GB" sz="2800" dirty="0" err="1">
                <a:effectLst/>
                <a:ea typeface="Calibri" panose="020F0502020204030204" pitchFamily="34" charset="0"/>
              </a:rPr>
              <a:t>basura</a:t>
            </a:r>
            <a:endParaRPr lang="en-US" sz="2800" dirty="0">
              <a:effectLst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effectLst/>
              <a:ea typeface="Calibri" panose="020F0502020204030204" pitchFamily="34" charset="0"/>
            </a:endParaRPr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CB7204-C3D3-2768-98E0-FE81175E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(Fill in the blanks with definite article EL/ La/ Los/ Las) </a:t>
            </a:r>
          </a:p>
        </p:txBody>
      </p:sp>
    </p:spTree>
    <p:extLst>
      <p:ext uri="{BB962C8B-B14F-4D97-AF65-F5344CB8AC3E}">
        <p14:creationId xmlns:p14="http://schemas.microsoft.com/office/powerpoint/2010/main" val="251677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3200" dirty="0"/>
              <a:t>Masculine Noun </a:t>
            </a:r>
          </a:p>
          <a:p>
            <a:r>
              <a:rPr lang="en-IN" altLang="en-US" sz="3200" dirty="0"/>
              <a:t>Exceptions in Masculine words </a:t>
            </a:r>
          </a:p>
          <a:p>
            <a:r>
              <a:rPr lang="en-IN" altLang="en-US" sz="3200" dirty="0"/>
              <a:t>Feminine Noun </a:t>
            </a:r>
          </a:p>
          <a:p>
            <a:r>
              <a:rPr lang="en-IN" altLang="en-US" sz="3200" dirty="0"/>
              <a:t>Exception in Feminine words </a:t>
            </a:r>
          </a:p>
          <a:p>
            <a:pPr marL="109220" indent="0" algn="just">
              <a:buNone/>
            </a:pP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3056</TotalTime>
  <Words>725</Words>
  <Application>Microsoft Macintosh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Calibri</vt:lpstr>
      <vt:lpstr>Lucida Sans Unicode</vt:lpstr>
      <vt:lpstr>Times New Roman</vt:lpstr>
      <vt:lpstr>Verdana</vt:lpstr>
      <vt:lpstr>Wingdings 2</vt:lpstr>
      <vt:lpstr>Wingdings 3</vt:lpstr>
      <vt:lpstr>Concourse</vt:lpstr>
      <vt:lpstr>Spanish I</vt:lpstr>
      <vt:lpstr>Noun and Gender</vt:lpstr>
      <vt:lpstr> Masculine Noun </vt:lpstr>
      <vt:lpstr>Masculine Noun </vt:lpstr>
      <vt:lpstr>Exception of loner rule:</vt:lpstr>
      <vt:lpstr>Feminine Noun</vt:lpstr>
      <vt:lpstr>Feminine Noun</vt:lpstr>
      <vt:lpstr>Exception in Feminine words </vt:lpstr>
      <vt:lpstr>FEMININE OR MASCULINE</vt:lpstr>
      <vt:lpstr>Masculine and Feminine by Gender </vt:lpstr>
      <vt:lpstr>Exercise (Fill in the blanks with definite article EL/ La/ Los/ Las) </vt:lpstr>
      <vt:lpstr>Exercise (Fill in the blanks with definite article EL/ La/ Los/ Las)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Apoorva Karnwal</cp:lastModifiedBy>
  <cp:revision>151</cp:revision>
  <dcterms:created xsi:type="dcterms:W3CDTF">2007-10-19T05:42:00Z</dcterms:created>
  <dcterms:modified xsi:type="dcterms:W3CDTF">2025-04-24T09:24:55Z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