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304" r:id="rId2"/>
    <p:sldId id="303" r:id="rId3"/>
    <p:sldId id="307" r:id="rId4"/>
    <p:sldId id="308" r:id="rId5"/>
    <p:sldId id="309" r:id="rId6"/>
    <p:sldId id="310" r:id="rId7"/>
    <p:sldId id="311" r:id="rId8"/>
    <p:sldId id="312" r:id="rId9"/>
    <p:sldId id="315" r:id="rId10"/>
    <p:sldId id="313" r:id="rId11"/>
    <p:sldId id="316" r:id="rId12"/>
    <p:sldId id="318" r:id="rId13"/>
    <p:sldId id="317" r:id="rId14"/>
    <p:sldId id="302" r:id="rId15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E7FF"/>
    <a:srgbClr val="FFD908"/>
    <a:srgbClr val="006666"/>
    <a:srgbClr val="1D1901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A88D45-23E1-45B6-A998-A7F940C0BE91}" v="548" dt="2024-06-06T16:43:35.0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4660"/>
  </p:normalViewPr>
  <p:slideViewPr>
    <p:cSldViewPr showGuides="1">
      <p:cViewPr varScale="1">
        <p:scale>
          <a:sx n="64" d="100"/>
          <a:sy n="64" d="100"/>
        </p:scale>
        <p:origin x="954" y="78"/>
      </p:cViewPr>
      <p:guideLst>
        <p:guide orient="horz" pos="2193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lpi gupta" userId="5ce4f23861899b28" providerId="LiveId" clId="{40D7E8D2-96ED-490B-BBBC-13D7568EB809}"/>
    <pc:docChg chg="undo custSel addSld delSld modSld sldOrd">
      <pc:chgData name="shilpi gupta" userId="5ce4f23861899b28" providerId="LiveId" clId="{40D7E8D2-96ED-490B-BBBC-13D7568EB809}" dt="2024-05-12T12:21:45.186" v="1854" actId="20577"/>
      <pc:docMkLst>
        <pc:docMk/>
      </pc:docMkLst>
      <pc:sldChg chg="modSp ord modAnim">
        <pc:chgData name="shilpi gupta" userId="5ce4f23861899b28" providerId="LiveId" clId="{40D7E8D2-96ED-490B-BBBC-13D7568EB809}" dt="2024-04-28T16:43:04.456" v="459" actId="15"/>
        <pc:sldMkLst>
          <pc:docMk/>
          <pc:sldMk cId="0" sldId="261"/>
        </pc:sldMkLst>
        <pc:spChg chg="mod">
          <ac:chgData name="shilpi gupta" userId="5ce4f23861899b28" providerId="LiveId" clId="{40D7E8D2-96ED-490B-BBBC-13D7568EB809}" dt="2024-04-28T16:43:04.456" v="459" actId="15"/>
          <ac:spMkLst>
            <pc:docMk/>
            <pc:sldMk cId="0" sldId="261"/>
            <ac:spMk id="3" creationId="{00000000-0000-0000-0000-000000000000}"/>
          </ac:spMkLst>
        </pc:spChg>
      </pc:sldChg>
      <pc:sldChg chg="delSp modSp mod ord modAnim">
        <pc:chgData name="shilpi gupta" userId="5ce4f23861899b28" providerId="LiveId" clId="{40D7E8D2-96ED-490B-BBBC-13D7568EB809}" dt="2024-05-12T12:12:20.209" v="1731" actId="20577"/>
        <pc:sldMkLst>
          <pc:docMk/>
          <pc:sldMk cId="0" sldId="262"/>
        </pc:sldMkLst>
        <pc:spChg chg="del mod">
          <ac:chgData name="shilpi gupta" userId="5ce4f23861899b28" providerId="LiveId" clId="{40D7E8D2-96ED-490B-BBBC-13D7568EB809}" dt="2024-04-28T16:45:11.084" v="636" actId="478"/>
          <ac:spMkLst>
            <pc:docMk/>
            <pc:sldMk cId="0" sldId="262"/>
            <ac:spMk id="3" creationId="{00000000-0000-0000-0000-000000000000}"/>
          </ac:spMkLst>
        </pc:spChg>
        <pc:spChg chg="mod">
          <ac:chgData name="shilpi gupta" userId="5ce4f23861899b28" providerId="LiveId" clId="{40D7E8D2-96ED-490B-BBBC-13D7568EB809}" dt="2024-05-12T12:12:20.209" v="1731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shilpi gupta" userId="5ce4f23861899b28" providerId="LiveId" clId="{40D7E8D2-96ED-490B-BBBC-13D7568EB809}" dt="2024-04-28T16:45:23.277" v="637" actId="14100"/>
          <ac:spMkLst>
            <pc:docMk/>
            <pc:sldMk cId="0" sldId="262"/>
            <ac:spMk id="5" creationId="{00000000-0000-0000-0000-000000000000}"/>
          </ac:spMkLst>
        </pc:spChg>
        <pc:spChg chg="mod">
          <ac:chgData name="shilpi gupta" userId="5ce4f23861899b28" providerId="LiveId" clId="{40D7E8D2-96ED-490B-BBBC-13D7568EB809}" dt="2024-04-28T16:45:42.395" v="638" actId="14100"/>
          <ac:spMkLst>
            <pc:docMk/>
            <pc:sldMk cId="0" sldId="262"/>
            <ac:spMk id="6" creationId="{00000000-0000-0000-0000-000000000000}"/>
          </ac:spMkLst>
        </pc:spChg>
        <pc:grpChg chg="mod">
          <ac:chgData name="shilpi gupta" userId="5ce4f23861899b28" providerId="LiveId" clId="{40D7E8D2-96ED-490B-BBBC-13D7568EB809}" dt="2024-04-28T16:46:11.688" v="648" actId="14100"/>
          <ac:grpSpMkLst>
            <pc:docMk/>
            <pc:sldMk cId="0" sldId="262"/>
            <ac:grpSpMk id="44039" creationId="{00000000-0000-0000-0000-000000000000}"/>
          </ac:grpSpMkLst>
        </pc:grpChg>
        <pc:picChg chg="mod">
          <ac:chgData name="shilpi gupta" userId="5ce4f23861899b28" providerId="LiveId" clId="{40D7E8D2-96ED-490B-BBBC-13D7568EB809}" dt="2024-04-28T16:46:00.027" v="643" actId="1076"/>
          <ac:picMkLst>
            <pc:docMk/>
            <pc:sldMk cId="0" sldId="262"/>
            <ac:picMk id="44038" creationId="{00000000-0000-0000-0000-000000000000}"/>
          </ac:picMkLst>
        </pc:picChg>
        <pc:picChg chg="mod">
          <ac:chgData name="shilpi gupta" userId="5ce4f23861899b28" providerId="LiveId" clId="{40D7E8D2-96ED-490B-BBBC-13D7568EB809}" dt="2024-04-28T16:46:11.688" v="648" actId="14100"/>
          <ac:picMkLst>
            <pc:docMk/>
            <pc:sldMk cId="0" sldId="262"/>
            <ac:picMk id="44040" creationId="{00000000-0000-0000-0000-000000000000}"/>
          </ac:picMkLst>
        </pc:picChg>
        <pc:picChg chg="mod">
          <ac:chgData name="shilpi gupta" userId="5ce4f23861899b28" providerId="LiveId" clId="{40D7E8D2-96ED-490B-BBBC-13D7568EB809}" dt="2024-04-28T16:46:11.688" v="648" actId="14100"/>
          <ac:picMkLst>
            <pc:docMk/>
            <pc:sldMk cId="0" sldId="262"/>
            <ac:picMk id="44041" creationId="{00000000-0000-0000-0000-000000000000}"/>
          </ac:picMkLst>
        </pc:picChg>
      </pc:sldChg>
      <pc:sldChg chg="del ord">
        <pc:chgData name="shilpi gupta" userId="5ce4f23861899b28" providerId="LiveId" clId="{40D7E8D2-96ED-490B-BBBC-13D7568EB809}" dt="2024-04-28T16:47:13.821" v="649" actId="47"/>
        <pc:sldMkLst>
          <pc:docMk/>
          <pc:sldMk cId="0" sldId="263"/>
        </pc:sldMkLst>
      </pc:sldChg>
      <pc:sldChg chg="del ord">
        <pc:chgData name="shilpi gupta" userId="5ce4f23861899b28" providerId="LiveId" clId="{40D7E8D2-96ED-490B-BBBC-13D7568EB809}" dt="2024-04-28T16:47:19.222" v="650" actId="47"/>
        <pc:sldMkLst>
          <pc:docMk/>
          <pc:sldMk cId="0" sldId="264"/>
        </pc:sldMkLst>
      </pc:sldChg>
      <pc:sldChg chg="modSp mod modAnim">
        <pc:chgData name="shilpi gupta" userId="5ce4f23861899b28" providerId="LiveId" clId="{40D7E8D2-96ED-490B-BBBC-13D7568EB809}" dt="2024-04-28T16:50:57.315" v="737" actId="20577"/>
        <pc:sldMkLst>
          <pc:docMk/>
          <pc:sldMk cId="0" sldId="265"/>
        </pc:sldMkLst>
        <pc:spChg chg="mod">
          <ac:chgData name="shilpi gupta" userId="5ce4f23861899b28" providerId="LiveId" clId="{40D7E8D2-96ED-490B-BBBC-13D7568EB809}" dt="2024-04-28T16:50:57.315" v="737" actId="205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shilpi gupta" userId="5ce4f23861899b28" providerId="LiveId" clId="{40D7E8D2-96ED-490B-BBBC-13D7568EB809}" dt="2024-04-28T16:50:34.396" v="735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 modAnim">
        <pc:chgData name="shilpi gupta" userId="5ce4f23861899b28" providerId="LiveId" clId="{40D7E8D2-96ED-490B-BBBC-13D7568EB809}" dt="2024-04-28T16:52:21.155" v="808" actId="20577"/>
        <pc:sldMkLst>
          <pc:docMk/>
          <pc:sldMk cId="0" sldId="266"/>
        </pc:sldMkLst>
        <pc:spChg chg="mod">
          <ac:chgData name="shilpi gupta" userId="5ce4f23861899b28" providerId="LiveId" clId="{40D7E8D2-96ED-490B-BBBC-13D7568EB809}" dt="2024-04-28T16:52:21.155" v="808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 mod modAnim">
        <pc:chgData name="shilpi gupta" userId="5ce4f23861899b28" providerId="LiveId" clId="{40D7E8D2-96ED-490B-BBBC-13D7568EB809}" dt="2024-04-30T09:12:06.280" v="1033" actId="20577"/>
        <pc:sldMkLst>
          <pc:docMk/>
          <pc:sldMk cId="0" sldId="267"/>
        </pc:sldMkLst>
        <pc:spChg chg="mod">
          <ac:chgData name="shilpi gupta" userId="5ce4f23861899b28" providerId="LiveId" clId="{40D7E8D2-96ED-490B-BBBC-13D7568EB809}" dt="2024-04-30T09:12:06.280" v="1033" actId="20577"/>
          <ac:spMkLst>
            <pc:docMk/>
            <pc:sldMk cId="0" sldId="267"/>
            <ac:spMk id="3" creationId="{00000000-0000-0000-0000-000000000000}"/>
          </ac:spMkLst>
        </pc:spChg>
        <pc:picChg chg="mod">
          <ac:chgData name="shilpi gupta" userId="5ce4f23861899b28" providerId="LiveId" clId="{40D7E8D2-96ED-490B-BBBC-13D7568EB809}" dt="2024-04-28T16:54:21.578" v="999" actId="1076"/>
          <ac:picMkLst>
            <pc:docMk/>
            <pc:sldMk cId="0" sldId="267"/>
            <ac:picMk id="24580" creationId="{00000000-0000-0000-0000-000000000000}"/>
          </ac:picMkLst>
        </pc:picChg>
      </pc:sldChg>
      <pc:sldChg chg="modSp mod modAnim">
        <pc:chgData name="shilpi gupta" userId="5ce4f23861899b28" providerId="LiveId" clId="{40D7E8D2-96ED-490B-BBBC-13D7568EB809}" dt="2024-04-30T09:12:35.908" v="1095" actId="6549"/>
        <pc:sldMkLst>
          <pc:docMk/>
          <pc:sldMk cId="0" sldId="268"/>
        </pc:sldMkLst>
        <pc:spChg chg="mod">
          <ac:chgData name="shilpi gupta" userId="5ce4f23861899b28" providerId="LiveId" clId="{40D7E8D2-96ED-490B-BBBC-13D7568EB809}" dt="2024-04-30T09:12:35.908" v="1095" actId="6549"/>
          <ac:spMkLst>
            <pc:docMk/>
            <pc:sldMk cId="0" sldId="268"/>
            <ac:spMk id="5" creationId="{00000000-0000-0000-0000-000000000000}"/>
          </ac:spMkLst>
        </pc:spChg>
        <pc:picChg chg="mod">
          <ac:chgData name="shilpi gupta" userId="5ce4f23861899b28" providerId="LiveId" clId="{40D7E8D2-96ED-490B-BBBC-13D7568EB809}" dt="2024-04-30T09:11:37.851" v="1026" actId="1076"/>
          <ac:picMkLst>
            <pc:docMk/>
            <pc:sldMk cId="0" sldId="268"/>
            <ac:picMk id="26626" creationId="{00000000-0000-0000-0000-000000000000}"/>
          </ac:picMkLst>
        </pc:picChg>
      </pc:sldChg>
      <pc:sldChg chg="modSp mod modAnim">
        <pc:chgData name="shilpi gupta" userId="5ce4f23861899b28" providerId="LiveId" clId="{40D7E8D2-96ED-490B-BBBC-13D7568EB809}" dt="2024-04-30T09:15:15.348" v="1226" actId="20577"/>
        <pc:sldMkLst>
          <pc:docMk/>
          <pc:sldMk cId="0" sldId="269"/>
        </pc:sldMkLst>
        <pc:spChg chg="mod">
          <ac:chgData name="shilpi gupta" userId="5ce4f23861899b28" providerId="LiveId" clId="{40D7E8D2-96ED-490B-BBBC-13D7568EB809}" dt="2024-04-30T09:14:59.345" v="1223" actId="313"/>
          <ac:spMkLst>
            <pc:docMk/>
            <pc:sldMk cId="0" sldId="269"/>
            <ac:spMk id="4" creationId="{00000000-0000-0000-0000-000000000000}"/>
          </ac:spMkLst>
        </pc:spChg>
        <pc:spChg chg="mod">
          <ac:chgData name="shilpi gupta" userId="5ce4f23861899b28" providerId="LiveId" clId="{40D7E8D2-96ED-490B-BBBC-13D7568EB809}" dt="2024-04-30T09:15:15.348" v="1226" actId="20577"/>
          <ac:spMkLst>
            <pc:docMk/>
            <pc:sldMk cId="0" sldId="269"/>
            <ac:spMk id="5" creationId="{00000000-0000-0000-0000-000000000000}"/>
          </ac:spMkLst>
        </pc:spChg>
        <pc:grpChg chg="mod">
          <ac:chgData name="shilpi gupta" userId="5ce4f23861899b28" providerId="LiveId" clId="{40D7E8D2-96ED-490B-BBBC-13D7568EB809}" dt="2024-04-30T09:14:02.605" v="1106" actId="1076"/>
          <ac:grpSpMkLst>
            <pc:docMk/>
            <pc:sldMk cId="0" sldId="269"/>
            <ac:grpSpMk id="28674" creationId="{00000000-0000-0000-0000-000000000000}"/>
          </ac:grpSpMkLst>
        </pc:grpChg>
        <pc:picChg chg="mod">
          <ac:chgData name="shilpi gupta" userId="5ce4f23861899b28" providerId="LiveId" clId="{40D7E8D2-96ED-490B-BBBC-13D7568EB809}" dt="2024-04-30T09:14:02.605" v="1106" actId="1076"/>
          <ac:picMkLst>
            <pc:docMk/>
            <pc:sldMk cId="0" sldId="269"/>
            <ac:picMk id="28677" creationId="{00000000-0000-0000-0000-000000000000}"/>
          </ac:picMkLst>
        </pc:picChg>
        <pc:picChg chg="mod">
          <ac:chgData name="shilpi gupta" userId="5ce4f23861899b28" providerId="LiveId" clId="{40D7E8D2-96ED-490B-BBBC-13D7568EB809}" dt="2024-04-30T09:14:02.605" v="1106" actId="1076"/>
          <ac:picMkLst>
            <pc:docMk/>
            <pc:sldMk cId="0" sldId="269"/>
            <ac:picMk id="28678" creationId="{00000000-0000-0000-0000-000000000000}"/>
          </ac:picMkLst>
        </pc:picChg>
      </pc:sldChg>
      <pc:sldChg chg="modSp">
        <pc:chgData name="shilpi gupta" userId="5ce4f23861899b28" providerId="LiveId" clId="{40D7E8D2-96ED-490B-BBBC-13D7568EB809}" dt="2024-04-30T09:16:36.184" v="1228" actId="27636"/>
        <pc:sldMkLst>
          <pc:docMk/>
          <pc:sldMk cId="0" sldId="270"/>
        </pc:sldMkLst>
        <pc:spChg chg="mod">
          <ac:chgData name="shilpi gupta" userId="5ce4f23861899b28" providerId="LiveId" clId="{40D7E8D2-96ED-490B-BBBC-13D7568EB809}" dt="2024-04-30T09:16:36.184" v="1228" actId="27636"/>
          <ac:spMkLst>
            <pc:docMk/>
            <pc:sldMk cId="0" sldId="270"/>
            <ac:spMk id="3" creationId="{00000000-0000-0000-0000-000000000000}"/>
          </ac:spMkLst>
        </pc:spChg>
      </pc:sldChg>
      <pc:sldChg chg="modSp">
        <pc:chgData name="shilpi gupta" userId="5ce4f23861899b28" providerId="LiveId" clId="{40D7E8D2-96ED-490B-BBBC-13D7568EB809}" dt="2024-04-30T09:19:39.918" v="1232" actId="14100"/>
        <pc:sldMkLst>
          <pc:docMk/>
          <pc:sldMk cId="0" sldId="271"/>
        </pc:sldMkLst>
        <pc:spChg chg="mod">
          <ac:chgData name="shilpi gupta" userId="5ce4f23861899b28" providerId="LiveId" clId="{40D7E8D2-96ED-490B-BBBC-13D7568EB809}" dt="2024-04-30T09:19:39.918" v="1232" actId="14100"/>
          <ac:spMkLst>
            <pc:docMk/>
            <pc:sldMk cId="0" sldId="271"/>
            <ac:spMk id="5" creationId="{00000000-0000-0000-0000-000000000000}"/>
          </ac:spMkLst>
        </pc:spChg>
        <pc:grpChg chg="mod">
          <ac:chgData name="shilpi gupta" userId="5ce4f23861899b28" providerId="LiveId" clId="{40D7E8D2-96ED-490B-BBBC-13D7568EB809}" dt="2024-04-30T09:19:36.427" v="1231" actId="1076"/>
          <ac:grpSpMkLst>
            <pc:docMk/>
            <pc:sldMk cId="0" sldId="271"/>
            <ac:grpSpMk id="35842" creationId="{00000000-0000-0000-0000-000000000000}"/>
          </ac:grpSpMkLst>
        </pc:grpChg>
        <pc:picChg chg="mod">
          <ac:chgData name="shilpi gupta" userId="5ce4f23861899b28" providerId="LiveId" clId="{40D7E8D2-96ED-490B-BBBC-13D7568EB809}" dt="2024-04-30T09:19:36.427" v="1231" actId="1076"/>
          <ac:picMkLst>
            <pc:docMk/>
            <pc:sldMk cId="0" sldId="271"/>
            <ac:picMk id="35845" creationId="{00000000-0000-0000-0000-000000000000}"/>
          </ac:picMkLst>
        </pc:picChg>
        <pc:picChg chg="mod">
          <ac:chgData name="shilpi gupta" userId="5ce4f23861899b28" providerId="LiveId" clId="{40D7E8D2-96ED-490B-BBBC-13D7568EB809}" dt="2024-04-30T09:19:36.427" v="1231" actId="1076"/>
          <ac:picMkLst>
            <pc:docMk/>
            <pc:sldMk cId="0" sldId="271"/>
            <ac:picMk id="35846" creationId="{00000000-0000-0000-0000-000000000000}"/>
          </ac:picMkLst>
        </pc:picChg>
      </pc:sldChg>
      <pc:sldChg chg="modSp modAnim">
        <pc:chgData name="shilpi gupta" userId="5ce4f23861899b28" providerId="LiveId" clId="{40D7E8D2-96ED-490B-BBBC-13D7568EB809}" dt="2024-04-30T09:19:20.285" v="1230" actId="20577"/>
        <pc:sldMkLst>
          <pc:docMk/>
          <pc:sldMk cId="0" sldId="272"/>
        </pc:sldMkLst>
        <pc:spChg chg="mod">
          <ac:chgData name="shilpi gupta" userId="5ce4f23861899b28" providerId="LiveId" clId="{40D7E8D2-96ED-490B-BBBC-13D7568EB809}" dt="2024-04-30T09:19:20.285" v="1230" actId="20577"/>
          <ac:spMkLst>
            <pc:docMk/>
            <pc:sldMk cId="0" sldId="272"/>
            <ac:spMk id="3" creationId="{00000000-0000-0000-0000-000000000000}"/>
          </ac:spMkLst>
        </pc:spChg>
      </pc:sldChg>
      <pc:sldChg chg="modSp modAnim">
        <pc:chgData name="shilpi gupta" userId="5ce4f23861899b28" providerId="LiveId" clId="{40D7E8D2-96ED-490B-BBBC-13D7568EB809}" dt="2024-05-12T12:19:09.220" v="1779" actId="20577"/>
        <pc:sldMkLst>
          <pc:docMk/>
          <pc:sldMk cId="0" sldId="273"/>
        </pc:sldMkLst>
        <pc:spChg chg="mod">
          <ac:chgData name="shilpi gupta" userId="5ce4f23861899b28" providerId="LiveId" clId="{40D7E8D2-96ED-490B-BBBC-13D7568EB809}" dt="2024-05-12T12:16:54.723" v="1778" actId="313"/>
          <ac:spMkLst>
            <pc:docMk/>
            <pc:sldMk cId="0" sldId="273"/>
            <ac:spMk id="2" creationId="{00000000-0000-0000-0000-000000000000}"/>
          </ac:spMkLst>
        </pc:spChg>
        <pc:spChg chg="mod">
          <ac:chgData name="shilpi gupta" userId="5ce4f23861899b28" providerId="LiveId" clId="{40D7E8D2-96ED-490B-BBBC-13D7568EB809}" dt="2024-05-12T12:19:09.220" v="1779" actId="20577"/>
          <ac:spMkLst>
            <pc:docMk/>
            <pc:sldMk cId="0" sldId="273"/>
            <ac:spMk id="3" creationId="{00000000-0000-0000-0000-000000000000}"/>
          </ac:spMkLst>
        </pc:spChg>
      </pc:sldChg>
      <pc:sldChg chg="modSp ord">
        <pc:chgData name="shilpi gupta" userId="5ce4f23861899b28" providerId="LiveId" clId="{40D7E8D2-96ED-490B-BBBC-13D7568EB809}" dt="2024-05-12T12:14:30.196" v="1764" actId="20577"/>
        <pc:sldMkLst>
          <pc:docMk/>
          <pc:sldMk cId="0" sldId="279"/>
        </pc:sldMkLst>
        <pc:spChg chg="mod">
          <ac:chgData name="shilpi gupta" userId="5ce4f23861899b28" providerId="LiveId" clId="{40D7E8D2-96ED-490B-BBBC-13D7568EB809}" dt="2024-05-12T12:14:30.196" v="1764" actId="20577"/>
          <ac:spMkLst>
            <pc:docMk/>
            <pc:sldMk cId="0" sldId="279"/>
            <ac:spMk id="18434" creationId="{00000000-0000-0000-0000-000000000000}"/>
          </ac:spMkLst>
        </pc:spChg>
      </pc:sldChg>
      <pc:sldChg chg="modSp mod modAnim">
        <pc:chgData name="shilpi gupta" userId="5ce4f23861899b28" providerId="LiveId" clId="{40D7E8D2-96ED-490B-BBBC-13D7568EB809}" dt="2024-04-09T09:53:49.408" v="15" actId="1076"/>
        <pc:sldMkLst>
          <pc:docMk/>
          <pc:sldMk cId="0" sldId="283"/>
        </pc:sldMkLst>
        <pc:spChg chg="mod">
          <ac:chgData name="shilpi gupta" userId="5ce4f23861899b28" providerId="LiveId" clId="{40D7E8D2-96ED-490B-BBBC-13D7568EB809}" dt="2024-04-09T09:53:49.408" v="15" actId="1076"/>
          <ac:spMkLst>
            <pc:docMk/>
            <pc:sldMk cId="0" sldId="283"/>
            <ac:spMk id="12" creationId="{00000000-0000-0000-0000-000000000000}"/>
          </ac:spMkLst>
        </pc:spChg>
        <pc:spChg chg="mod">
          <ac:chgData name="shilpi gupta" userId="5ce4f23861899b28" providerId="LiveId" clId="{40D7E8D2-96ED-490B-BBBC-13D7568EB809}" dt="2024-04-09T08:49:34.802" v="11" actId="20577"/>
          <ac:spMkLst>
            <pc:docMk/>
            <pc:sldMk cId="0" sldId="283"/>
            <ac:spMk id="13" creationId="{00000000-0000-0000-0000-000000000000}"/>
          </ac:spMkLst>
        </pc:spChg>
      </pc:sldChg>
      <pc:sldChg chg="modSp modAnim">
        <pc:chgData name="shilpi gupta" userId="5ce4f23861899b28" providerId="LiveId" clId="{40D7E8D2-96ED-490B-BBBC-13D7568EB809}" dt="2024-05-12T12:21:45.186" v="1854" actId="20577"/>
        <pc:sldMkLst>
          <pc:docMk/>
          <pc:sldMk cId="0" sldId="302"/>
        </pc:sldMkLst>
        <pc:spChg chg="mod">
          <ac:chgData name="shilpi gupta" userId="5ce4f23861899b28" providerId="LiveId" clId="{40D7E8D2-96ED-490B-BBBC-13D7568EB809}" dt="2024-05-12T12:21:45.186" v="1854" actId="20577"/>
          <ac:spMkLst>
            <pc:docMk/>
            <pc:sldMk cId="0" sldId="302"/>
            <ac:spMk id="2" creationId="{00000000-0000-0000-0000-000000000000}"/>
          </ac:spMkLst>
        </pc:spChg>
      </pc:sldChg>
      <pc:sldChg chg="modSp modAnim">
        <pc:chgData name="shilpi gupta" userId="5ce4f23861899b28" providerId="LiveId" clId="{40D7E8D2-96ED-490B-BBBC-13D7568EB809}" dt="2024-05-12T12:11:27.007" v="1720" actId="20577"/>
        <pc:sldMkLst>
          <pc:docMk/>
          <pc:sldMk cId="0" sldId="303"/>
        </pc:sldMkLst>
        <pc:spChg chg="mod">
          <ac:chgData name="shilpi gupta" userId="5ce4f23861899b28" providerId="LiveId" clId="{40D7E8D2-96ED-490B-BBBC-13D7568EB809}" dt="2024-05-12T12:11:27.007" v="1720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shilpi gupta" userId="5ce4f23861899b28" providerId="LiveId" clId="{40D7E8D2-96ED-490B-BBBC-13D7568EB809}" dt="2024-05-12T12:02:08.933" v="1714" actId="2711"/>
          <ac:spMkLst>
            <pc:docMk/>
            <pc:sldMk cId="0" sldId="303"/>
            <ac:spMk id="3" creationId="{00000000-0000-0000-0000-000000000000}"/>
          </ac:spMkLst>
        </pc:spChg>
      </pc:sldChg>
      <pc:sldChg chg="modSp">
        <pc:chgData name="shilpi gupta" userId="5ce4f23861899b28" providerId="LiveId" clId="{40D7E8D2-96ED-490B-BBBC-13D7568EB809}" dt="2024-05-12T12:01:39.517" v="1711" actId="2711"/>
        <pc:sldMkLst>
          <pc:docMk/>
          <pc:sldMk cId="0" sldId="304"/>
        </pc:sldMkLst>
        <pc:spChg chg="mod">
          <ac:chgData name="shilpi gupta" userId="5ce4f23861899b28" providerId="LiveId" clId="{40D7E8D2-96ED-490B-BBBC-13D7568EB809}" dt="2024-05-12T12:01:39.517" v="1711" actId="2711"/>
          <ac:spMkLst>
            <pc:docMk/>
            <pc:sldMk cId="0" sldId="304"/>
            <ac:spMk id="3" creationId="{00000000-0000-0000-0000-000000000000}"/>
          </ac:spMkLst>
        </pc:spChg>
        <pc:spChg chg="mod">
          <ac:chgData name="shilpi gupta" userId="5ce4f23861899b28" providerId="LiveId" clId="{40D7E8D2-96ED-490B-BBBC-13D7568EB809}" dt="2024-05-12T12:01:39.517" v="1711" actId="2711"/>
          <ac:spMkLst>
            <pc:docMk/>
            <pc:sldMk cId="0" sldId="304"/>
            <ac:spMk id="4" creationId="{00000000-0000-0000-0000-000000000000}"/>
          </ac:spMkLst>
        </pc:spChg>
      </pc:sldChg>
      <pc:sldChg chg="new del">
        <pc:chgData name="shilpi gupta" userId="5ce4f23861899b28" providerId="LiveId" clId="{40D7E8D2-96ED-490B-BBBC-13D7568EB809}" dt="2024-04-09T08:45:51.902" v="2" actId="47"/>
        <pc:sldMkLst>
          <pc:docMk/>
          <pc:sldMk cId="2667117667" sldId="305"/>
        </pc:sldMkLst>
      </pc:sldChg>
      <pc:sldChg chg="modSp new mod">
        <pc:chgData name="shilpi gupta" userId="5ce4f23861899b28" providerId="LiveId" clId="{40D7E8D2-96ED-490B-BBBC-13D7568EB809}" dt="2024-04-30T09:40:30.814" v="1489" actId="20577"/>
        <pc:sldMkLst>
          <pc:docMk/>
          <pc:sldMk cId="2873325748" sldId="305"/>
        </pc:sldMkLst>
        <pc:spChg chg="mod">
          <ac:chgData name="shilpi gupta" userId="5ce4f23861899b28" providerId="LiveId" clId="{40D7E8D2-96ED-490B-BBBC-13D7568EB809}" dt="2024-04-30T09:40:30.814" v="1489" actId="20577"/>
          <ac:spMkLst>
            <pc:docMk/>
            <pc:sldMk cId="2873325748" sldId="305"/>
            <ac:spMk id="2" creationId="{AC674221-BC3B-3D8F-4E9A-CF84B6A2C2B1}"/>
          </ac:spMkLst>
        </pc:spChg>
        <pc:spChg chg="mod">
          <ac:chgData name="shilpi gupta" userId="5ce4f23861899b28" providerId="LiveId" clId="{40D7E8D2-96ED-490B-BBBC-13D7568EB809}" dt="2024-04-30T09:21:49.157" v="1348" actId="20577"/>
          <ac:spMkLst>
            <pc:docMk/>
            <pc:sldMk cId="2873325748" sldId="305"/>
            <ac:spMk id="3" creationId="{CB56A5AA-89EC-AD6A-EF02-F754B2C77919}"/>
          </ac:spMkLst>
        </pc:spChg>
      </pc:sldChg>
      <pc:sldChg chg="add del">
        <pc:chgData name="shilpi gupta" userId="5ce4f23861899b28" providerId="LiveId" clId="{40D7E8D2-96ED-490B-BBBC-13D7568EB809}" dt="2024-04-09T09:55:56.674" v="16" actId="2696"/>
        <pc:sldMkLst>
          <pc:docMk/>
          <pc:sldMk cId="3730009189" sldId="305"/>
        </pc:sldMkLst>
      </pc:sldChg>
      <pc:sldChg chg="new del">
        <pc:chgData name="shilpi gupta" userId="5ce4f23861899b28" providerId="LiveId" clId="{40D7E8D2-96ED-490B-BBBC-13D7568EB809}" dt="2024-04-30T09:41:07.687" v="1491" actId="47"/>
        <pc:sldMkLst>
          <pc:docMk/>
          <pc:sldMk cId="816585663" sldId="306"/>
        </pc:sldMkLst>
      </pc:sldChg>
      <pc:sldChg chg="add del">
        <pc:chgData name="shilpi gupta" userId="5ce4f23861899b28" providerId="LiveId" clId="{40D7E8D2-96ED-490B-BBBC-13D7568EB809}" dt="2024-04-09T08:48:51.166" v="3" actId="47"/>
        <pc:sldMkLst>
          <pc:docMk/>
          <pc:sldMk cId="1889660879" sldId="306"/>
        </pc:sldMkLst>
      </pc:sldChg>
      <pc:sldChg chg="modSp new mod">
        <pc:chgData name="shilpi gupta" userId="5ce4f23861899b28" providerId="LiveId" clId="{40D7E8D2-96ED-490B-BBBC-13D7568EB809}" dt="2024-05-07T09:14:17.425" v="1624" actId="20577"/>
        <pc:sldMkLst>
          <pc:docMk/>
          <pc:sldMk cId="3520298897" sldId="306"/>
        </pc:sldMkLst>
        <pc:spChg chg="mod">
          <ac:chgData name="shilpi gupta" userId="5ce4f23861899b28" providerId="LiveId" clId="{40D7E8D2-96ED-490B-BBBC-13D7568EB809}" dt="2024-05-07T09:12:46.263" v="1605" actId="20577"/>
          <ac:spMkLst>
            <pc:docMk/>
            <pc:sldMk cId="3520298897" sldId="306"/>
            <ac:spMk id="2" creationId="{A77FB7A8-EA42-BD93-6321-9F92A06547A0}"/>
          </ac:spMkLst>
        </pc:spChg>
        <pc:spChg chg="mod">
          <ac:chgData name="shilpi gupta" userId="5ce4f23861899b28" providerId="LiveId" clId="{40D7E8D2-96ED-490B-BBBC-13D7568EB809}" dt="2024-05-07T09:14:17.425" v="1624" actId="20577"/>
          <ac:spMkLst>
            <pc:docMk/>
            <pc:sldMk cId="3520298897" sldId="306"/>
            <ac:spMk id="3" creationId="{B61BFD53-B09F-3E1E-B71E-5341ED34F890}"/>
          </ac:spMkLst>
        </pc:spChg>
      </pc:sldChg>
      <pc:sldChg chg="new del">
        <pc:chgData name="shilpi gupta" userId="5ce4f23861899b28" providerId="LiveId" clId="{40D7E8D2-96ED-490B-BBBC-13D7568EB809}" dt="2024-05-12T12:12:33.608" v="1733" actId="680"/>
        <pc:sldMkLst>
          <pc:docMk/>
          <pc:sldMk cId="3433925247" sldId="307"/>
        </pc:sldMkLst>
      </pc:sldChg>
    </pc:docChg>
  </pc:docChgLst>
  <pc:docChgLst>
    <pc:chgData name="shilpi gupta" userId="5ce4f23861899b28" providerId="LiveId" clId="{71A88D45-23E1-45B6-A998-A7F940C0BE91}"/>
    <pc:docChg chg="undo custSel addSld delSld modSld">
      <pc:chgData name="shilpi gupta" userId="5ce4f23861899b28" providerId="LiveId" clId="{71A88D45-23E1-45B6-A998-A7F940C0BE91}" dt="2024-06-06T16:43:35.020" v="1096" actId="6549"/>
      <pc:docMkLst>
        <pc:docMk/>
      </pc:docMkLst>
      <pc:sldChg chg="del">
        <pc:chgData name="shilpi gupta" userId="5ce4f23861899b28" providerId="LiveId" clId="{71A88D45-23E1-45B6-A998-A7F940C0BE91}" dt="2024-06-06T15:23:22.274" v="287" actId="47"/>
        <pc:sldMkLst>
          <pc:docMk/>
          <pc:sldMk cId="0" sldId="256"/>
        </pc:sldMkLst>
      </pc:sldChg>
      <pc:sldChg chg="del">
        <pc:chgData name="shilpi gupta" userId="5ce4f23861899b28" providerId="LiveId" clId="{71A88D45-23E1-45B6-A998-A7F940C0BE91}" dt="2024-06-06T16:33:41.646" v="821" actId="47"/>
        <pc:sldMkLst>
          <pc:docMk/>
          <pc:sldMk cId="0" sldId="257"/>
        </pc:sldMkLst>
      </pc:sldChg>
      <pc:sldChg chg="del">
        <pc:chgData name="shilpi gupta" userId="5ce4f23861899b28" providerId="LiveId" clId="{71A88D45-23E1-45B6-A998-A7F940C0BE91}" dt="2024-06-06T16:33:42.844" v="823" actId="47"/>
        <pc:sldMkLst>
          <pc:docMk/>
          <pc:sldMk cId="0" sldId="261"/>
        </pc:sldMkLst>
      </pc:sldChg>
      <pc:sldChg chg="del">
        <pc:chgData name="shilpi gupta" userId="5ce4f23861899b28" providerId="LiveId" clId="{71A88D45-23E1-45B6-A998-A7F940C0BE91}" dt="2024-06-06T16:33:43.072" v="824" actId="47"/>
        <pc:sldMkLst>
          <pc:docMk/>
          <pc:sldMk cId="0" sldId="262"/>
        </pc:sldMkLst>
      </pc:sldChg>
      <pc:sldChg chg="del">
        <pc:chgData name="shilpi gupta" userId="5ce4f23861899b28" providerId="LiveId" clId="{71A88D45-23E1-45B6-A998-A7F940C0BE91}" dt="2024-06-06T16:33:43.698" v="827" actId="47"/>
        <pc:sldMkLst>
          <pc:docMk/>
          <pc:sldMk cId="0" sldId="265"/>
        </pc:sldMkLst>
      </pc:sldChg>
      <pc:sldChg chg="del">
        <pc:chgData name="shilpi gupta" userId="5ce4f23861899b28" providerId="LiveId" clId="{71A88D45-23E1-45B6-A998-A7F940C0BE91}" dt="2024-06-06T16:33:43.909" v="828" actId="47"/>
        <pc:sldMkLst>
          <pc:docMk/>
          <pc:sldMk cId="0" sldId="266"/>
        </pc:sldMkLst>
      </pc:sldChg>
      <pc:sldChg chg="del">
        <pc:chgData name="shilpi gupta" userId="5ce4f23861899b28" providerId="LiveId" clId="{71A88D45-23E1-45B6-A998-A7F940C0BE91}" dt="2024-06-06T16:33:44.114" v="829" actId="47"/>
        <pc:sldMkLst>
          <pc:docMk/>
          <pc:sldMk cId="0" sldId="267"/>
        </pc:sldMkLst>
      </pc:sldChg>
      <pc:sldChg chg="del">
        <pc:chgData name="shilpi gupta" userId="5ce4f23861899b28" providerId="LiveId" clId="{71A88D45-23E1-45B6-A998-A7F940C0BE91}" dt="2024-06-06T16:33:44.307" v="830" actId="47"/>
        <pc:sldMkLst>
          <pc:docMk/>
          <pc:sldMk cId="0" sldId="268"/>
        </pc:sldMkLst>
      </pc:sldChg>
      <pc:sldChg chg="del">
        <pc:chgData name="shilpi gupta" userId="5ce4f23861899b28" providerId="LiveId" clId="{71A88D45-23E1-45B6-A998-A7F940C0BE91}" dt="2024-06-06T16:33:44.520" v="831" actId="47"/>
        <pc:sldMkLst>
          <pc:docMk/>
          <pc:sldMk cId="0" sldId="269"/>
        </pc:sldMkLst>
      </pc:sldChg>
      <pc:sldChg chg="del">
        <pc:chgData name="shilpi gupta" userId="5ce4f23861899b28" providerId="LiveId" clId="{71A88D45-23E1-45B6-A998-A7F940C0BE91}" dt="2024-06-06T16:33:45.676" v="832" actId="47"/>
        <pc:sldMkLst>
          <pc:docMk/>
          <pc:sldMk cId="0" sldId="270"/>
        </pc:sldMkLst>
      </pc:sldChg>
      <pc:sldChg chg="del">
        <pc:chgData name="shilpi gupta" userId="5ce4f23861899b28" providerId="LiveId" clId="{71A88D45-23E1-45B6-A998-A7F940C0BE91}" dt="2024-06-06T16:33:46.583" v="835" actId="47"/>
        <pc:sldMkLst>
          <pc:docMk/>
          <pc:sldMk cId="0" sldId="271"/>
        </pc:sldMkLst>
      </pc:sldChg>
      <pc:sldChg chg="del">
        <pc:chgData name="shilpi gupta" userId="5ce4f23861899b28" providerId="LiveId" clId="{71A88D45-23E1-45B6-A998-A7F940C0BE91}" dt="2024-06-06T16:33:46.357" v="834" actId="47"/>
        <pc:sldMkLst>
          <pc:docMk/>
          <pc:sldMk cId="0" sldId="272"/>
        </pc:sldMkLst>
      </pc:sldChg>
      <pc:sldChg chg="del">
        <pc:chgData name="shilpi gupta" userId="5ce4f23861899b28" providerId="LiveId" clId="{71A88D45-23E1-45B6-A998-A7F940C0BE91}" dt="2024-06-06T16:33:46.801" v="836" actId="47"/>
        <pc:sldMkLst>
          <pc:docMk/>
          <pc:sldMk cId="0" sldId="273"/>
        </pc:sldMkLst>
      </pc:sldChg>
      <pc:sldChg chg="del">
        <pc:chgData name="shilpi gupta" userId="5ce4f23861899b28" providerId="LiveId" clId="{71A88D45-23E1-45B6-A998-A7F940C0BE91}" dt="2024-06-06T16:33:43.483" v="826" actId="47"/>
        <pc:sldMkLst>
          <pc:docMk/>
          <pc:sldMk cId="0" sldId="275"/>
        </pc:sldMkLst>
      </pc:sldChg>
      <pc:sldChg chg="del">
        <pc:chgData name="shilpi gupta" userId="5ce4f23861899b28" providerId="LiveId" clId="{71A88D45-23E1-45B6-A998-A7F940C0BE91}" dt="2024-06-06T16:33:46.144" v="833" actId="47"/>
        <pc:sldMkLst>
          <pc:docMk/>
          <pc:sldMk cId="0" sldId="278"/>
        </pc:sldMkLst>
      </pc:sldChg>
      <pc:sldChg chg="del">
        <pc:chgData name="shilpi gupta" userId="5ce4f23861899b28" providerId="LiveId" clId="{71A88D45-23E1-45B6-A998-A7F940C0BE91}" dt="2024-06-06T16:33:43.271" v="825" actId="47"/>
        <pc:sldMkLst>
          <pc:docMk/>
          <pc:sldMk cId="0" sldId="279"/>
        </pc:sldMkLst>
      </pc:sldChg>
      <pc:sldChg chg="del">
        <pc:chgData name="shilpi gupta" userId="5ce4f23861899b28" providerId="LiveId" clId="{71A88D45-23E1-45B6-A998-A7F940C0BE91}" dt="2024-06-06T16:33:41.948" v="822" actId="47"/>
        <pc:sldMkLst>
          <pc:docMk/>
          <pc:sldMk cId="0" sldId="283"/>
        </pc:sldMkLst>
      </pc:sldChg>
      <pc:sldChg chg="modSp add del modAnim">
        <pc:chgData name="shilpi gupta" userId="5ce4f23861899b28" providerId="LiveId" clId="{71A88D45-23E1-45B6-A998-A7F940C0BE91}" dt="2024-06-06T16:43:09.652" v="1091" actId="20577"/>
        <pc:sldMkLst>
          <pc:docMk/>
          <pc:sldMk cId="0" sldId="302"/>
        </pc:sldMkLst>
        <pc:spChg chg="mod">
          <ac:chgData name="shilpi gupta" userId="5ce4f23861899b28" providerId="LiveId" clId="{71A88D45-23E1-45B6-A998-A7F940C0BE91}" dt="2024-06-06T16:43:09.652" v="1091" actId="20577"/>
          <ac:spMkLst>
            <pc:docMk/>
            <pc:sldMk cId="0" sldId="302"/>
            <ac:spMk id="2" creationId="{00000000-0000-0000-0000-000000000000}"/>
          </ac:spMkLst>
        </pc:spChg>
      </pc:sldChg>
      <pc:sldChg chg="modSp modAnim">
        <pc:chgData name="shilpi gupta" userId="5ce4f23861899b28" providerId="LiveId" clId="{71A88D45-23E1-45B6-A998-A7F940C0BE91}" dt="2024-06-06T16:43:35.020" v="1096" actId="6549"/>
        <pc:sldMkLst>
          <pc:docMk/>
          <pc:sldMk cId="0" sldId="303"/>
        </pc:sldMkLst>
        <pc:spChg chg="mod">
          <ac:chgData name="shilpi gupta" userId="5ce4f23861899b28" providerId="LiveId" clId="{71A88D45-23E1-45B6-A998-A7F940C0BE91}" dt="2024-06-06T16:43:25.880" v="1092"/>
          <ac:spMkLst>
            <pc:docMk/>
            <pc:sldMk cId="0" sldId="303"/>
            <ac:spMk id="2" creationId="{00000000-0000-0000-0000-000000000000}"/>
          </ac:spMkLst>
        </pc:spChg>
        <pc:spChg chg="mod">
          <ac:chgData name="shilpi gupta" userId="5ce4f23861899b28" providerId="LiveId" clId="{71A88D45-23E1-45B6-A998-A7F940C0BE91}" dt="2024-06-06T16:43:35.020" v="1096" actId="6549"/>
          <ac:spMkLst>
            <pc:docMk/>
            <pc:sldMk cId="0" sldId="303"/>
            <ac:spMk id="3" creationId="{00000000-0000-0000-0000-000000000000}"/>
          </ac:spMkLst>
        </pc:spChg>
      </pc:sldChg>
      <pc:sldChg chg="modSp">
        <pc:chgData name="shilpi gupta" userId="5ce4f23861899b28" providerId="LiveId" clId="{71A88D45-23E1-45B6-A998-A7F940C0BE91}" dt="2024-06-06T13:54:11.621" v="110" actId="20577"/>
        <pc:sldMkLst>
          <pc:docMk/>
          <pc:sldMk cId="0" sldId="304"/>
        </pc:sldMkLst>
        <pc:spChg chg="mod">
          <ac:chgData name="shilpi gupta" userId="5ce4f23861899b28" providerId="LiveId" clId="{71A88D45-23E1-45B6-A998-A7F940C0BE91}" dt="2024-06-06T13:54:11.621" v="110" actId="20577"/>
          <ac:spMkLst>
            <pc:docMk/>
            <pc:sldMk cId="0" sldId="304"/>
            <ac:spMk id="4" creationId="{00000000-0000-0000-0000-000000000000}"/>
          </ac:spMkLst>
        </pc:spChg>
      </pc:sldChg>
      <pc:sldChg chg="del">
        <pc:chgData name="shilpi gupta" userId="5ce4f23861899b28" providerId="LiveId" clId="{71A88D45-23E1-45B6-A998-A7F940C0BE91}" dt="2024-06-06T16:33:46.916" v="837" actId="47"/>
        <pc:sldMkLst>
          <pc:docMk/>
          <pc:sldMk cId="2873325748" sldId="305"/>
        </pc:sldMkLst>
      </pc:sldChg>
      <pc:sldChg chg="del">
        <pc:chgData name="shilpi gupta" userId="5ce4f23861899b28" providerId="LiveId" clId="{71A88D45-23E1-45B6-A998-A7F940C0BE91}" dt="2024-06-06T16:33:47.112" v="838" actId="47"/>
        <pc:sldMkLst>
          <pc:docMk/>
          <pc:sldMk cId="3520298897" sldId="306"/>
        </pc:sldMkLst>
      </pc:sldChg>
      <pc:sldChg chg="addSp modSp new mod modAnim">
        <pc:chgData name="shilpi gupta" userId="5ce4f23861899b28" providerId="LiveId" clId="{71A88D45-23E1-45B6-A998-A7F940C0BE91}" dt="2024-06-06T13:59:44.896" v="204" actId="14100"/>
        <pc:sldMkLst>
          <pc:docMk/>
          <pc:sldMk cId="4029698497" sldId="307"/>
        </pc:sldMkLst>
        <pc:spChg chg="mod">
          <ac:chgData name="shilpi gupta" userId="5ce4f23861899b28" providerId="LiveId" clId="{71A88D45-23E1-45B6-A998-A7F940C0BE91}" dt="2024-06-06T13:58:20.060" v="195"/>
          <ac:spMkLst>
            <pc:docMk/>
            <pc:sldMk cId="4029698497" sldId="307"/>
            <ac:spMk id="2" creationId="{3AEF6B44-2989-865C-65DE-EE2D54CB20A5}"/>
          </ac:spMkLst>
        </pc:spChg>
        <pc:spChg chg="mod">
          <ac:chgData name="shilpi gupta" userId="5ce4f23861899b28" providerId="LiveId" clId="{71A88D45-23E1-45B6-A998-A7F940C0BE91}" dt="2024-06-06T13:57:33.729" v="186" actId="20577"/>
          <ac:spMkLst>
            <pc:docMk/>
            <pc:sldMk cId="4029698497" sldId="307"/>
            <ac:spMk id="3" creationId="{1E76D32F-9076-F600-8952-BB5BD38B1C02}"/>
          </ac:spMkLst>
        </pc:spChg>
        <pc:spChg chg="add mod">
          <ac:chgData name="shilpi gupta" userId="5ce4f23861899b28" providerId="LiveId" clId="{71A88D45-23E1-45B6-A998-A7F940C0BE91}" dt="2024-06-06T13:59:37.067" v="203" actId="207"/>
          <ac:spMkLst>
            <pc:docMk/>
            <pc:sldMk cId="4029698497" sldId="307"/>
            <ac:spMk id="4" creationId="{C852D646-D293-35F7-89FB-6AAF283759A6}"/>
          </ac:spMkLst>
        </pc:spChg>
        <pc:spChg chg="add mod">
          <ac:chgData name="shilpi gupta" userId="5ce4f23861899b28" providerId="LiveId" clId="{71A88D45-23E1-45B6-A998-A7F940C0BE91}" dt="2024-06-06T13:59:44.896" v="204" actId="14100"/>
          <ac:spMkLst>
            <pc:docMk/>
            <pc:sldMk cId="4029698497" sldId="307"/>
            <ac:spMk id="5" creationId="{43381A34-6CB2-4BCB-33C4-A361F846F78F}"/>
          </ac:spMkLst>
        </pc:spChg>
      </pc:sldChg>
      <pc:sldChg chg="new del">
        <pc:chgData name="shilpi gupta" userId="5ce4f23861899b28" providerId="LiveId" clId="{71A88D45-23E1-45B6-A998-A7F940C0BE91}" dt="2024-06-06T13:56:50.665" v="168" actId="47"/>
        <pc:sldMkLst>
          <pc:docMk/>
          <pc:sldMk cId="510218715" sldId="308"/>
        </pc:sldMkLst>
      </pc:sldChg>
      <pc:sldChg chg="addSp delSp modSp new mod modAnim">
        <pc:chgData name="shilpi gupta" userId="5ce4f23861899b28" providerId="LiveId" clId="{71A88D45-23E1-45B6-A998-A7F940C0BE91}" dt="2024-06-06T15:23:16.042" v="286" actId="5793"/>
        <pc:sldMkLst>
          <pc:docMk/>
          <pc:sldMk cId="4092240921" sldId="308"/>
        </pc:sldMkLst>
        <pc:spChg chg="add del mod">
          <ac:chgData name="shilpi gupta" userId="5ce4f23861899b28" providerId="LiveId" clId="{71A88D45-23E1-45B6-A998-A7F940C0BE91}" dt="2024-06-06T14:02:33.135" v="220"/>
          <ac:spMkLst>
            <pc:docMk/>
            <pc:sldMk cId="4092240921" sldId="308"/>
            <ac:spMk id="2" creationId="{128247CC-EF0F-D519-FF2C-7CD2A2BCBCE1}"/>
          </ac:spMkLst>
        </pc:spChg>
        <pc:spChg chg="mod">
          <ac:chgData name="shilpi gupta" userId="5ce4f23861899b28" providerId="LiveId" clId="{71A88D45-23E1-45B6-A998-A7F940C0BE91}" dt="2024-06-06T15:23:09.505" v="285" actId="6549"/>
          <ac:spMkLst>
            <pc:docMk/>
            <pc:sldMk cId="4092240921" sldId="308"/>
            <ac:spMk id="3" creationId="{B3F8F3BD-84E9-7570-C2AC-F111324938B1}"/>
          </ac:spMkLst>
        </pc:spChg>
        <pc:spChg chg="add mod">
          <ac:chgData name="shilpi gupta" userId="5ce4f23861899b28" providerId="LiveId" clId="{71A88D45-23E1-45B6-A998-A7F940C0BE91}" dt="2024-06-06T15:23:16.042" v="286" actId="5793"/>
          <ac:spMkLst>
            <pc:docMk/>
            <pc:sldMk cId="4092240921" sldId="308"/>
            <ac:spMk id="5" creationId="{F402B24B-2D02-4987-6856-445B7CDCD1CC}"/>
          </ac:spMkLst>
        </pc:spChg>
        <pc:spChg chg="add mod">
          <ac:chgData name="shilpi gupta" userId="5ce4f23861899b28" providerId="LiveId" clId="{71A88D45-23E1-45B6-A998-A7F940C0BE91}" dt="2024-06-06T14:02:56.975" v="222"/>
          <ac:spMkLst>
            <pc:docMk/>
            <pc:sldMk cId="4092240921" sldId="308"/>
            <ac:spMk id="6" creationId="{E5C06D09-A44F-267D-C010-860E89534D91}"/>
          </ac:spMkLst>
        </pc:spChg>
        <pc:spChg chg="add mod">
          <ac:chgData name="shilpi gupta" userId="5ce4f23861899b28" providerId="LiveId" clId="{71A88D45-23E1-45B6-A998-A7F940C0BE91}" dt="2024-06-06T14:03:22.853" v="224" actId="1076"/>
          <ac:spMkLst>
            <pc:docMk/>
            <pc:sldMk cId="4092240921" sldId="308"/>
            <ac:spMk id="7" creationId="{40399958-B6DC-CE40-42CB-25D4DE916C14}"/>
          </ac:spMkLst>
        </pc:spChg>
        <pc:spChg chg="add mod">
          <ac:chgData name="shilpi gupta" userId="5ce4f23861899b28" providerId="LiveId" clId="{71A88D45-23E1-45B6-A998-A7F940C0BE91}" dt="2024-06-06T14:04:54.834" v="239" actId="1076"/>
          <ac:spMkLst>
            <pc:docMk/>
            <pc:sldMk cId="4092240921" sldId="308"/>
            <ac:spMk id="8" creationId="{379E5C0E-4086-8FD5-B92B-5E5DC251C9DE}"/>
          </ac:spMkLst>
        </pc:spChg>
        <pc:picChg chg="add mod">
          <ac:chgData name="shilpi gupta" userId="5ce4f23861899b28" providerId="LiveId" clId="{71A88D45-23E1-45B6-A998-A7F940C0BE91}" dt="2024-06-06T14:01:16.548" v="215"/>
          <ac:picMkLst>
            <pc:docMk/>
            <pc:sldMk cId="4092240921" sldId="308"/>
            <ac:picMk id="4" creationId="{E19F7D57-E69F-76D9-B4CF-758E0449D677}"/>
          </ac:picMkLst>
        </pc:picChg>
        <pc:picChg chg="add mod">
          <ac:chgData name="shilpi gupta" userId="5ce4f23861899b28" providerId="LiveId" clId="{71A88D45-23E1-45B6-A998-A7F940C0BE91}" dt="2024-06-06T14:04:16.185" v="231" actId="1076"/>
          <ac:picMkLst>
            <pc:docMk/>
            <pc:sldMk cId="4092240921" sldId="308"/>
            <ac:picMk id="9" creationId="{F01C2308-01C0-8041-46C2-7B91D470EA52}"/>
          </ac:picMkLst>
        </pc:picChg>
        <pc:picChg chg="add mod">
          <ac:chgData name="shilpi gupta" userId="5ce4f23861899b28" providerId="LiveId" clId="{71A88D45-23E1-45B6-A998-A7F940C0BE91}" dt="2024-06-06T14:04:29.717" v="234" actId="1076"/>
          <ac:picMkLst>
            <pc:docMk/>
            <pc:sldMk cId="4092240921" sldId="308"/>
            <ac:picMk id="10" creationId="{FEB36E75-E8D6-DB08-98EE-97CAFD8B3A45}"/>
          </ac:picMkLst>
        </pc:picChg>
      </pc:sldChg>
      <pc:sldChg chg="addSp delSp modSp new mod modAnim">
        <pc:chgData name="shilpi gupta" userId="5ce4f23861899b28" providerId="LiveId" clId="{71A88D45-23E1-45B6-A998-A7F940C0BE91}" dt="2024-06-06T15:27:26.860" v="339" actId="20577"/>
        <pc:sldMkLst>
          <pc:docMk/>
          <pc:sldMk cId="3877777248" sldId="309"/>
        </pc:sldMkLst>
        <pc:spChg chg="del">
          <ac:chgData name="shilpi gupta" userId="5ce4f23861899b28" providerId="LiveId" clId="{71A88D45-23E1-45B6-A998-A7F940C0BE91}" dt="2024-06-06T15:24:08.801" v="289"/>
          <ac:spMkLst>
            <pc:docMk/>
            <pc:sldMk cId="3877777248" sldId="309"/>
            <ac:spMk id="2" creationId="{2C101AEE-9F3F-93B1-796C-49BE87556C67}"/>
          </ac:spMkLst>
        </pc:spChg>
        <pc:spChg chg="mod">
          <ac:chgData name="shilpi gupta" userId="5ce4f23861899b28" providerId="LiveId" clId="{71A88D45-23E1-45B6-A998-A7F940C0BE91}" dt="2024-06-06T15:26:41.987" v="324" actId="20577"/>
          <ac:spMkLst>
            <pc:docMk/>
            <pc:sldMk cId="3877777248" sldId="309"/>
            <ac:spMk id="3" creationId="{E529CC64-9324-3871-3F9B-F762C96F5FAF}"/>
          </ac:spMkLst>
        </pc:spChg>
        <pc:spChg chg="add mod">
          <ac:chgData name="shilpi gupta" userId="5ce4f23861899b28" providerId="LiveId" clId="{71A88D45-23E1-45B6-A998-A7F940C0BE91}" dt="2024-06-06T15:27:26.860" v="339" actId="20577"/>
          <ac:spMkLst>
            <pc:docMk/>
            <pc:sldMk cId="3877777248" sldId="309"/>
            <ac:spMk id="4" creationId="{40E3D7A3-35B0-9482-09C9-BEF71452FC42}"/>
          </ac:spMkLst>
        </pc:spChg>
        <pc:spChg chg="add mod">
          <ac:chgData name="shilpi gupta" userId="5ce4f23861899b28" providerId="LiveId" clId="{71A88D45-23E1-45B6-A998-A7F940C0BE91}" dt="2024-06-06T15:24:55.394" v="292" actId="2711"/>
          <ac:spMkLst>
            <pc:docMk/>
            <pc:sldMk cId="3877777248" sldId="309"/>
            <ac:spMk id="5" creationId="{C73C4EEB-7F1A-716A-DCF0-121170E88802}"/>
          </ac:spMkLst>
        </pc:spChg>
        <pc:spChg chg="add mod">
          <ac:chgData name="shilpi gupta" userId="5ce4f23861899b28" providerId="LiveId" clId="{71A88D45-23E1-45B6-A998-A7F940C0BE91}" dt="2024-06-06T15:25:48.940" v="296" actId="2711"/>
          <ac:spMkLst>
            <pc:docMk/>
            <pc:sldMk cId="3877777248" sldId="309"/>
            <ac:spMk id="6" creationId="{279B5899-8073-C86D-9350-E7881D039471}"/>
          </ac:spMkLst>
        </pc:spChg>
        <pc:picChg chg="add mod">
          <ac:chgData name="shilpi gupta" userId="5ce4f23861899b28" providerId="LiveId" clId="{71A88D45-23E1-45B6-A998-A7F940C0BE91}" dt="2024-06-06T15:26:55.796" v="326" actId="1076"/>
          <ac:picMkLst>
            <pc:docMk/>
            <pc:sldMk cId="3877777248" sldId="309"/>
            <ac:picMk id="7" creationId="{1D1463D3-CDFD-2ECA-9C3F-30AE39D180C0}"/>
          </ac:picMkLst>
        </pc:picChg>
        <pc:picChg chg="add mod">
          <ac:chgData name="shilpi gupta" userId="5ce4f23861899b28" providerId="LiveId" clId="{71A88D45-23E1-45B6-A998-A7F940C0BE91}" dt="2024-06-06T15:27:08.111" v="328" actId="1076"/>
          <ac:picMkLst>
            <pc:docMk/>
            <pc:sldMk cId="3877777248" sldId="309"/>
            <ac:picMk id="8" creationId="{94EAF166-5D57-E647-56A3-274C3737D3B9}"/>
          </ac:picMkLst>
        </pc:picChg>
      </pc:sldChg>
      <pc:sldChg chg="addSp delSp modSp new mod modAnim">
        <pc:chgData name="shilpi gupta" userId="5ce4f23861899b28" providerId="LiveId" clId="{71A88D45-23E1-45B6-A998-A7F940C0BE91}" dt="2024-06-06T15:31:20.626" v="394" actId="20577"/>
        <pc:sldMkLst>
          <pc:docMk/>
          <pc:sldMk cId="1006434165" sldId="310"/>
        </pc:sldMkLst>
        <pc:spChg chg="del">
          <ac:chgData name="shilpi gupta" userId="5ce4f23861899b28" providerId="LiveId" clId="{71A88D45-23E1-45B6-A998-A7F940C0BE91}" dt="2024-06-06T15:28:23.681" v="341"/>
          <ac:spMkLst>
            <pc:docMk/>
            <pc:sldMk cId="1006434165" sldId="310"/>
            <ac:spMk id="2" creationId="{E6ED128D-6E80-89A1-6B79-28FE18E49845}"/>
          </ac:spMkLst>
        </pc:spChg>
        <pc:spChg chg="mod">
          <ac:chgData name="shilpi gupta" userId="5ce4f23861899b28" providerId="LiveId" clId="{71A88D45-23E1-45B6-A998-A7F940C0BE91}" dt="2024-06-06T15:28:49.018" v="361" actId="20577"/>
          <ac:spMkLst>
            <pc:docMk/>
            <pc:sldMk cId="1006434165" sldId="310"/>
            <ac:spMk id="3" creationId="{2361CF92-9308-A4C0-66E7-A2CA92597517}"/>
          </ac:spMkLst>
        </pc:spChg>
        <pc:spChg chg="add mod">
          <ac:chgData name="shilpi gupta" userId="5ce4f23861899b28" providerId="LiveId" clId="{71A88D45-23E1-45B6-A998-A7F940C0BE91}" dt="2024-06-06T15:31:20.626" v="394" actId="20577"/>
          <ac:spMkLst>
            <pc:docMk/>
            <pc:sldMk cId="1006434165" sldId="310"/>
            <ac:spMk id="4" creationId="{CA29C988-5257-B6CD-472B-BB0E79B2D64C}"/>
          </ac:spMkLst>
        </pc:spChg>
        <pc:spChg chg="add mod">
          <ac:chgData name="shilpi gupta" userId="5ce4f23861899b28" providerId="LiveId" clId="{71A88D45-23E1-45B6-A998-A7F940C0BE91}" dt="2024-06-06T15:29:25.868" v="363" actId="1076"/>
          <ac:spMkLst>
            <pc:docMk/>
            <pc:sldMk cId="1006434165" sldId="310"/>
            <ac:spMk id="5" creationId="{55E5AA42-AA5F-1A13-8EA9-2696CCF1F831}"/>
          </ac:spMkLst>
        </pc:spChg>
      </pc:sldChg>
      <pc:sldChg chg="addSp delSp modSp new mod modAnim">
        <pc:chgData name="shilpi gupta" userId="5ce4f23861899b28" providerId="LiveId" clId="{71A88D45-23E1-45B6-A998-A7F940C0BE91}" dt="2024-06-06T15:36:30.768" v="447" actId="20577"/>
        <pc:sldMkLst>
          <pc:docMk/>
          <pc:sldMk cId="1357285306" sldId="311"/>
        </pc:sldMkLst>
        <pc:spChg chg="del">
          <ac:chgData name="shilpi gupta" userId="5ce4f23861899b28" providerId="LiveId" clId="{71A88D45-23E1-45B6-A998-A7F940C0BE91}" dt="2024-06-06T15:32:51.923" v="396"/>
          <ac:spMkLst>
            <pc:docMk/>
            <pc:sldMk cId="1357285306" sldId="311"/>
            <ac:spMk id="2" creationId="{D44468ED-CD53-1FD9-DFC4-DF217C9B88C6}"/>
          </ac:spMkLst>
        </pc:spChg>
        <pc:spChg chg="mod">
          <ac:chgData name="shilpi gupta" userId="5ce4f23861899b28" providerId="LiveId" clId="{71A88D45-23E1-45B6-A998-A7F940C0BE91}" dt="2024-06-06T15:36:30.768" v="447" actId="20577"/>
          <ac:spMkLst>
            <pc:docMk/>
            <pc:sldMk cId="1357285306" sldId="311"/>
            <ac:spMk id="3" creationId="{1445EC24-80E9-22E8-F4AE-D22EC9F65F7E}"/>
          </ac:spMkLst>
        </pc:spChg>
        <pc:spChg chg="add del mod">
          <ac:chgData name="shilpi gupta" userId="5ce4f23861899b28" providerId="LiveId" clId="{71A88D45-23E1-45B6-A998-A7F940C0BE91}" dt="2024-06-06T15:32:53.311" v="397" actId="478"/>
          <ac:spMkLst>
            <pc:docMk/>
            <pc:sldMk cId="1357285306" sldId="311"/>
            <ac:spMk id="4" creationId="{9A691873-2CC7-3377-B054-B5EBD8476EF0}"/>
          </ac:spMkLst>
        </pc:spChg>
        <pc:spChg chg="add del mod">
          <ac:chgData name="shilpi gupta" userId="5ce4f23861899b28" providerId="LiveId" clId="{71A88D45-23E1-45B6-A998-A7F940C0BE91}" dt="2024-06-06T15:33:06.863" v="398"/>
          <ac:spMkLst>
            <pc:docMk/>
            <pc:sldMk cId="1357285306" sldId="311"/>
            <ac:spMk id="5" creationId="{6D2CA472-D93D-8512-008B-D3F4D0B9D4B5}"/>
          </ac:spMkLst>
        </pc:spChg>
        <pc:spChg chg="add mod">
          <ac:chgData name="shilpi gupta" userId="5ce4f23861899b28" providerId="LiveId" clId="{71A88D45-23E1-45B6-A998-A7F940C0BE91}" dt="2024-06-06T15:33:28.926" v="414" actId="20577"/>
          <ac:spMkLst>
            <pc:docMk/>
            <pc:sldMk cId="1357285306" sldId="311"/>
            <ac:spMk id="6" creationId="{B59C105D-B7AD-751B-DD44-46A66A7EEC0D}"/>
          </ac:spMkLst>
        </pc:spChg>
        <pc:spChg chg="add mod">
          <ac:chgData name="shilpi gupta" userId="5ce4f23861899b28" providerId="LiveId" clId="{71A88D45-23E1-45B6-A998-A7F940C0BE91}" dt="2024-06-06T15:33:48.307" v="416" actId="1076"/>
          <ac:spMkLst>
            <pc:docMk/>
            <pc:sldMk cId="1357285306" sldId="311"/>
            <ac:spMk id="7" creationId="{FD1C2171-2982-56A2-41A3-4C6796F21833}"/>
          </ac:spMkLst>
        </pc:spChg>
        <pc:spChg chg="add mod">
          <ac:chgData name="shilpi gupta" userId="5ce4f23861899b28" providerId="LiveId" clId="{71A88D45-23E1-45B6-A998-A7F940C0BE91}" dt="2024-06-06T15:34:15.560" v="418" actId="1076"/>
          <ac:spMkLst>
            <pc:docMk/>
            <pc:sldMk cId="1357285306" sldId="311"/>
            <ac:spMk id="8" creationId="{12417323-D99D-8F49-B41D-C1B025A828CD}"/>
          </ac:spMkLst>
        </pc:spChg>
        <pc:spChg chg="add mod">
          <ac:chgData name="shilpi gupta" userId="5ce4f23861899b28" providerId="LiveId" clId="{71A88D45-23E1-45B6-A998-A7F940C0BE91}" dt="2024-06-06T15:34:47.144" v="420" actId="1076"/>
          <ac:spMkLst>
            <pc:docMk/>
            <pc:sldMk cId="1357285306" sldId="311"/>
            <ac:spMk id="9" creationId="{097596B8-0DA6-7F3C-EA42-8F2FCE711F58}"/>
          </ac:spMkLst>
        </pc:spChg>
        <pc:spChg chg="add mod">
          <ac:chgData name="shilpi gupta" userId="5ce4f23861899b28" providerId="LiveId" clId="{71A88D45-23E1-45B6-A998-A7F940C0BE91}" dt="2024-06-06T15:34:56.733" v="421"/>
          <ac:spMkLst>
            <pc:docMk/>
            <pc:sldMk cId="1357285306" sldId="311"/>
            <ac:spMk id="10" creationId="{325136F9-423E-99C8-4F3B-D2A193E42DDC}"/>
          </ac:spMkLst>
        </pc:spChg>
        <pc:spChg chg="add mod">
          <ac:chgData name="shilpi gupta" userId="5ce4f23861899b28" providerId="LiveId" clId="{71A88D45-23E1-45B6-A998-A7F940C0BE91}" dt="2024-06-06T15:35:39.451" v="424" actId="1076"/>
          <ac:spMkLst>
            <pc:docMk/>
            <pc:sldMk cId="1357285306" sldId="311"/>
            <ac:spMk id="11" creationId="{28746D90-AD7D-BD63-B3A1-8DE261939336}"/>
          </ac:spMkLst>
        </pc:spChg>
        <pc:spChg chg="add mod">
          <ac:chgData name="shilpi gupta" userId="5ce4f23861899b28" providerId="LiveId" clId="{71A88D45-23E1-45B6-A998-A7F940C0BE91}" dt="2024-06-06T15:35:54.926" v="425"/>
          <ac:spMkLst>
            <pc:docMk/>
            <pc:sldMk cId="1357285306" sldId="311"/>
            <ac:spMk id="12" creationId="{ED699E85-9D39-D903-E547-8FBFC8B156B5}"/>
          </ac:spMkLst>
        </pc:spChg>
        <pc:spChg chg="add mod">
          <ac:chgData name="shilpi gupta" userId="5ce4f23861899b28" providerId="LiveId" clId="{71A88D45-23E1-45B6-A998-A7F940C0BE91}" dt="2024-06-06T15:36:03.849" v="426"/>
          <ac:spMkLst>
            <pc:docMk/>
            <pc:sldMk cId="1357285306" sldId="311"/>
            <ac:spMk id="13" creationId="{AA2AC0C0-1BB0-C6D8-6B6B-066A19ABE486}"/>
          </ac:spMkLst>
        </pc:spChg>
        <pc:spChg chg="add mod">
          <ac:chgData name="shilpi gupta" userId="5ce4f23861899b28" providerId="LiveId" clId="{71A88D45-23E1-45B6-A998-A7F940C0BE91}" dt="2024-06-06T15:36:12.880" v="427"/>
          <ac:spMkLst>
            <pc:docMk/>
            <pc:sldMk cId="1357285306" sldId="311"/>
            <ac:spMk id="14" creationId="{1E8EA4D3-ADAE-EB5C-B2D8-DE5704369512}"/>
          </ac:spMkLst>
        </pc:spChg>
      </pc:sldChg>
      <pc:sldChg chg="addSp modSp new mod modAnim">
        <pc:chgData name="shilpi gupta" userId="5ce4f23861899b28" providerId="LiveId" clId="{71A88D45-23E1-45B6-A998-A7F940C0BE91}" dt="2024-06-06T16:35:29.760" v="917" actId="122"/>
        <pc:sldMkLst>
          <pc:docMk/>
          <pc:sldMk cId="717178674" sldId="312"/>
        </pc:sldMkLst>
        <pc:spChg chg="mod">
          <ac:chgData name="shilpi gupta" userId="5ce4f23861899b28" providerId="LiveId" clId="{71A88D45-23E1-45B6-A998-A7F940C0BE91}" dt="2024-06-06T15:43:19.068" v="588" actId="6549"/>
          <ac:spMkLst>
            <pc:docMk/>
            <pc:sldMk cId="717178674" sldId="312"/>
            <ac:spMk id="2" creationId="{81E52220-B968-0B90-72F2-D73C82262836}"/>
          </ac:spMkLst>
        </pc:spChg>
        <pc:spChg chg="mod">
          <ac:chgData name="shilpi gupta" userId="5ce4f23861899b28" providerId="LiveId" clId="{71A88D45-23E1-45B6-A998-A7F940C0BE91}" dt="2024-06-06T16:35:29.760" v="917" actId="122"/>
          <ac:spMkLst>
            <pc:docMk/>
            <pc:sldMk cId="717178674" sldId="312"/>
            <ac:spMk id="3" creationId="{8957446A-3DD4-5B84-121D-9B544F10510D}"/>
          </ac:spMkLst>
        </pc:spChg>
        <pc:spChg chg="add mod">
          <ac:chgData name="shilpi gupta" userId="5ce4f23861899b28" providerId="LiveId" clId="{71A88D45-23E1-45B6-A998-A7F940C0BE91}" dt="2024-06-06T15:42:27.534" v="546" actId="2711"/>
          <ac:spMkLst>
            <pc:docMk/>
            <pc:sldMk cId="717178674" sldId="312"/>
            <ac:spMk id="4" creationId="{7B275637-DCED-132E-6344-FED6CAA12614}"/>
          </ac:spMkLst>
        </pc:spChg>
        <pc:spChg chg="add mod">
          <ac:chgData name="shilpi gupta" userId="5ce4f23861899b28" providerId="LiveId" clId="{71A88D45-23E1-45B6-A998-A7F940C0BE91}" dt="2024-06-06T15:42:37.118" v="547" actId="2711"/>
          <ac:spMkLst>
            <pc:docMk/>
            <pc:sldMk cId="717178674" sldId="312"/>
            <ac:spMk id="5" creationId="{51294F8E-EB9D-307A-4CDE-AC8644A35970}"/>
          </ac:spMkLst>
        </pc:spChg>
        <pc:spChg chg="add mod">
          <ac:chgData name="shilpi gupta" userId="5ce4f23861899b28" providerId="LiveId" clId="{71A88D45-23E1-45B6-A998-A7F940C0BE91}" dt="2024-06-06T15:43:05.460" v="549" actId="1076"/>
          <ac:spMkLst>
            <pc:docMk/>
            <pc:sldMk cId="717178674" sldId="312"/>
            <ac:spMk id="6" creationId="{B57B0A56-DE68-3D90-098C-CE46871C5313}"/>
          </ac:spMkLst>
        </pc:spChg>
      </pc:sldChg>
      <pc:sldChg chg="addSp delSp modSp new mod modAnim">
        <pc:chgData name="shilpi gupta" userId="5ce4f23861899b28" providerId="LiveId" clId="{71A88D45-23E1-45B6-A998-A7F940C0BE91}" dt="2024-06-06T16:05:23.721" v="656" actId="2711"/>
        <pc:sldMkLst>
          <pc:docMk/>
          <pc:sldMk cId="52099979" sldId="313"/>
        </pc:sldMkLst>
        <pc:spChg chg="del mod">
          <ac:chgData name="shilpi gupta" userId="5ce4f23861899b28" providerId="LiveId" clId="{71A88D45-23E1-45B6-A998-A7F940C0BE91}" dt="2024-06-06T15:59:48.697" v="613"/>
          <ac:spMkLst>
            <pc:docMk/>
            <pc:sldMk cId="52099979" sldId="313"/>
            <ac:spMk id="2" creationId="{5A30738C-4AC4-457A-3329-1C2A63DFCD44}"/>
          </ac:spMkLst>
        </pc:spChg>
        <pc:spChg chg="mod">
          <ac:chgData name="shilpi gupta" userId="5ce4f23861899b28" providerId="LiveId" clId="{71A88D45-23E1-45B6-A998-A7F940C0BE91}" dt="2024-06-06T16:00:10.336" v="635" actId="122"/>
          <ac:spMkLst>
            <pc:docMk/>
            <pc:sldMk cId="52099979" sldId="313"/>
            <ac:spMk id="3" creationId="{726F23E6-D5AD-3374-0E8B-EB5A0B80DB59}"/>
          </ac:spMkLst>
        </pc:spChg>
        <pc:spChg chg="add mod">
          <ac:chgData name="shilpi gupta" userId="5ce4f23861899b28" providerId="LiveId" clId="{71A88D45-23E1-45B6-A998-A7F940C0BE91}" dt="2024-06-06T16:04:08.613" v="649" actId="20577"/>
          <ac:spMkLst>
            <pc:docMk/>
            <pc:sldMk cId="52099979" sldId="313"/>
            <ac:spMk id="4" creationId="{6F2CD5F4-2F97-79C2-E55D-3F3E01D86FA6}"/>
          </ac:spMkLst>
        </pc:spChg>
        <pc:spChg chg="add mod">
          <ac:chgData name="shilpi gupta" userId="5ce4f23861899b28" providerId="LiveId" clId="{71A88D45-23E1-45B6-A998-A7F940C0BE91}" dt="2024-06-06T16:04:48.892" v="652" actId="2711"/>
          <ac:spMkLst>
            <pc:docMk/>
            <pc:sldMk cId="52099979" sldId="313"/>
            <ac:spMk id="5" creationId="{4247DDA5-C045-9EDA-6B88-55D5892D4ED8}"/>
          </ac:spMkLst>
        </pc:spChg>
        <pc:spChg chg="add mod">
          <ac:chgData name="shilpi gupta" userId="5ce4f23861899b28" providerId="LiveId" clId="{71A88D45-23E1-45B6-A998-A7F940C0BE91}" dt="2024-06-06T16:04:56.073" v="653" actId="2711"/>
          <ac:spMkLst>
            <pc:docMk/>
            <pc:sldMk cId="52099979" sldId="313"/>
            <ac:spMk id="6" creationId="{086D3E2F-EF78-FC08-2CF6-322BA683F9E0}"/>
          </ac:spMkLst>
        </pc:spChg>
        <pc:spChg chg="add mod">
          <ac:chgData name="shilpi gupta" userId="5ce4f23861899b28" providerId="LiveId" clId="{71A88D45-23E1-45B6-A998-A7F940C0BE91}" dt="2024-06-06T16:05:04.780" v="654" actId="2711"/>
          <ac:spMkLst>
            <pc:docMk/>
            <pc:sldMk cId="52099979" sldId="313"/>
            <ac:spMk id="7" creationId="{83FA0B73-0AB6-6A4F-BA6A-41956536C250}"/>
          </ac:spMkLst>
        </pc:spChg>
        <pc:spChg chg="add mod">
          <ac:chgData name="shilpi gupta" userId="5ce4f23861899b28" providerId="LiveId" clId="{71A88D45-23E1-45B6-A998-A7F940C0BE91}" dt="2024-06-06T16:05:13.859" v="655" actId="2711"/>
          <ac:spMkLst>
            <pc:docMk/>
            <pc:sldMk cId="52099979" sldId="313"/>
            <ac:spMk id="8" creationId="{043B0EAD-642E-0C78-2D0A-BD2618C6E6CE}"/>
          </ac:spMkLst>
        </pc:spChg>
        <pc:spChg chg="add mod">
          <ac:chgData name="shilpi gupta" userId="5ce4f23861899b28" providerId="LiveId" clId="{71A88D45-23E1-45B6-A998-A7F940C0BE91}" dt="2024-06-06T16:05:23.721" v="656" actId="2711"/>
          <ac:spMkLst>
            <pc:docMk/>
            <pc:sldMk cId="52099979" sldId="313"/>
            <ac:spMk id="9" creationId="{3823F721-622F-AEA7-BEC0-288ADCC59A67}"/>
          </ac:spMkLst>
        </pc:spChg>
      </pc:sldChg>
      <pc:sldChg chg="new del">
        <pc:chgData name="shilpi gupta" userId="5ce4f23861899b28" providerId="LiveId" clId="{71A88D45-23E1-45B6-A998-A7F940C0BE91}" dt="2024-06-06T15:57:41.160" v="608" actId="47"/>
        <pc:sldMkLst>
          <pc:docMk/>
          <pc:sldMk cId="3527447427" sldId="314"/>
        </pc:sldMkLst>
      </pc:sldChg>
      <pc:sldChg chg="modSp add mod">
        <pc:chgData name="shilpi gupta" userId="5ce4f23861899b28" providerId="LiveId" clId="{71A88D45-23E1-45B6-A998-A7F940C0BE91}" dt="2024-06-06T15:57:51.904" v="610" actId="20577"/>
        <pc:sldMkLst>
          <pc:docMk/>
          <pc:sldMk cId="0" sldId="315"/>
        </pc:sldMkLst>
        <pc:spChg chg="mod">
          <ac:chgData name="shilpi gupta" userId="5ce4f23861899b28" providerId="LiveId" clId="{71A88D45-23E1-45B6-A998-A7F940C0BE91}" dt="2024-06-06T15:46:35.179" v="605" actId="207"/>
          <ac:spMkLst>
            <pc:docMk/>
            <pc:sldMk cId="0" sldId="315"/>
            <ac:spMk id="8221" creationId="{272297B2-17D0-DEF2-2D38-F00C55B9ABAB}"/>
          </ac:spMkLst>
        </pc:spChg>
        <pc:spChg chg="mod">
          <ac:chgData name="shilpi gupta" userId="5ce4f23861899b28" providerId="LiveId" clId="{71A88D45-23E1-45B6-A998-A7F940C0BE91}" dt="2024-06-06T15:46:35.179" v="605" actId="207"/>
          <ac:spMkLst>
            <pc:docMk/>
            <pc:sldMk cId="0" sldId="315"/>
            <ac:spMk id="8222" creationId="{D14A0D28-04F6-81EB-67F9-F529E822A8AF}"/>
          </ac:spMkLst>
        </pc:spChg>
        <pc:spChg chg="mod">
          <ac:chgData name="shilpi gupta" userId="5ce4f23861899b28" providerId="LiveId" clId="{71A88D45-23E1-45B6-A998-A7F940C0BE91}" dt="2024-06-06T15:46:35.179" v="605" actId="207"/>
          <ac:spMkLst>
            <pc:docMk/>
            <pc:sldMk cId="0" sldId="315"/>
            <ac:spMk id="8223" creationId="{D5C85023-677D-F16C-79A6-98DC6AF8E025}"/>
          </ac:spMkLst>
        </pc:spChg>
        <pc:spChg chg="mod">
          <ac:chgData name="shilpi gupta" userId="5ce4f23861899b28" providerId="LiveId" clId="{71A88D45-23E1-45B6-A998-A7F940C0BE91}" dt="2024-06-06T15:46:35.179" v="605" actId="207"/>
          <ac:spMkLst>
            <pc:docMk/>
            <pc:sldMk cId="0" sldId="315"/>
            <ac:spMk id="8224" creationId="{CFD06495-8AB7-13B6-F645-1CCB402131CF}"/>
          </ac:spMkLst>
        </pc:spChg>
        <pc:spChg chg="mod">
          <ac:chgData name="shilpi gupta" userId="5ce4f23861899b28" providerId="LiveId" clId="{71A88D45-23E1-45B6-A998-A7F940C0BE91}" dt="2024-06-06T15:57:51.904" v="610" actId="20577"/>
          <ac:spMkLst>
            <pc:docMk/>
            <pc:sldMk cId="0" sldId="315"/>
            <ac:spMk id="9236" creationId="{F2DC93C5-E559-ADA9-BBCE-268191006908}"/>
          </ac:spMkLst>
        </pc:spChg>
        <pc:graphicFrameChg chg="mod modGraphic">
          <ac:chgData name="shilpi gupta" userId="5ce4f23861899b28" providerId="LiveId" clId="{71A88D45-23E1-45B6-A998-A7F940C0BE91}" dt="2024-06-06T15:46:50.197" v="607" actId="207"/>
          <ac:graphicFrameMkLst>
            <pc:docMk/>
            <pc:sldMk cId="0" sldId="315"/>
            <ac:graphicFrameMk id="8219" creationId="{EB0255AC-C422-5B44-11E6-35A12D008E3A}"/>
          </ac:graphicFrameMkLst>
        </pc:graphicFrameChg>
      </pc:sldChg>
      <pc:sldChg chg="addSp delSp modSp new mod modAnim">
        <pc:chgData name="shilpi gupta" userId="5ce4f23861899b28" providerId="LiveId" clId="{71A88D45-23E1-45B6-A998-A7F940C0BE91}" dt="2024-06-06T16:36:19.569" v="971" actId="313"/>
        <pc:sldMkLst>
          <pc:docMk/>
          <pc:sldMk cId="511634530" sldId="316"/>
        </pc:sldMkLst>
        <pc:spChg chg="del">
          <ac:chgData name="shilpi gupta" userId="5ce4f23861899b28" providerId="LiveId" clId="{71A88D45-23E1-45B6-A998-A7F940C0BE91}" dt="2024-06-06T16:06:05.100" v="658"/>
          <ac:spMkLst>
            <pc:docMk/>
            <pc:sldMk cId="511634530" sldId="316"/>
            <ac:spMk id="2" creationId="{DF14C430-B099-9DC1-071E-05C2585F0BEE}"/>
          </ac:spMkLst>
        </pc:spChg>
        <pc:spChg chg="mod">
          <ac:chgData name="shilpi gupta" userId="5ce4f23861899b28" providerId="LiveId" clId="{71A88D45-23E1-45B6-A998-A7F940C0BE91}" dt="2024-06-06T16:36:19.569" v="971" actId="313"/>
          <ac:spMkLst>
            <pc:docMk/>
            <pc:sldMk cId="511634530" sldId="316"/>
            <ac:spMk id="3" creationId="{C41B1204-5C5F-0CDB-31BD-0BD15BA40127}"/>
          </ac:spMkLst>
        </pc:spChg>
        <pc:spChg chg="add del mod">
          <ac:chgData name="shilpi gupta" userId="5ce4f23861899b28" providerId="LiveId" clId="{71A88D45-23E1-45B6-A998-A7F940C0BE91}" dt="2024-06-06T16:06:45.287" v="668" actId="478"/>
          <ac:spMkLst>
            <pc:docMk/>
            <pc:sldMk cId="511634530" sldId="316"/>
            <ac:spMk id="4" creationId="{3712F840-0F23-D5D4-3455-992E3911A958}"/>
          </ac:spMkLst>
        </pc:spChg>
        <pc:spChg chg="add del mod">
          <ac:chgData name="shilpi gupta" userId="5ce4f23861899b28" providerId="LiveId" clId="{71A88D45-23E1-45B6-A998-A7F940C0BE91}" dt="2024-06-06T16:07:11.961" v="670" actId="478"/>
          <ac:spMkLst>
            <pc:docMk/>
            <pc:sldMk cId="511634530" sldId="316"/>
            <ac:spMk id="5" creationId="{348D7B0E-D339-D2A6-C3AF-1356F446B820}"/>
          </ac:spMkLst>
        </pc:spChg>
        <pc:spChg chg="add del mod">
          <ac:chgData name="shilpi gupta" userId="5ce4f23861899b28" providerId="LiveId" clId="{71A88D45-23E1-45B6-A998-A7F940C0BE91}" dt="2024-06-06T16:07:27.426" v="672"/>
          <ac:spMkLst>
            <pc:docMk/>
            <pc:sldMk cId="511634530" sldId="316"/>
            <ac:spMk id="6" creationId="{3C49A16F-EB01-9B86-550F-EF68B16E03EB}"/>
          </ac:spMkLst>
        </pc:spChg>
        <pc:spChg chg="add mod">
          <ac:chgData name="shilpi gupta" userId="5ce4f23861899b28" providerId="LiveId" clId="{71A88D45-23E1-45B6-A998-A7F940C0BE91}" dt="2024-06-06T16:12:09.460" v="739" actId="6549"/>
          <ac:spMkLst>
            <pc:docMk/>
            <pc:sldMk cId="511634530" sldId="316"/>
            <ac:spMk id="7" creationId="{1774E68B-3EBE-14CD-B2D7-5C375343289B}"/>
          </ac:spMkLst>
        </pc:spChg>
        <pc:spChg chg="add mod">
          <ac:chgData name="shilpi gupta" userId="5ce4f23861899b28" providerId="LiveId" clId="{71A88D45-23E1-45B6-A998-A7F940C0BE91}" dt="2024-06-06T16:08:10.260" v="678"/>
          <ac:spMkLst>
            <pc:docMk/>
            <pc:sldMk cId="511634530" sldId="316"/>
            <ac:spMk id="8" creationId="{C0A2BF34-EF34-4098-10D5-368147078B4C}"/>
          </ac:spMkLst>
        </pc:spChg>
        <pc:spChg chg="add mod">
          <ac:chgData name="shilpi gupta" userId="5ce4f23861899b28" providerId="LiveId" clId="{71A88D45-23E1-45B6-A998-A7F940C0BE91}" dt="2024-06-06T16:08:57.351" v="683" actId="1076"/>
          <ac:spMkLst>
            <pc:docMk/>
            <pc:sldMk cId="511634530" sldId="316"/>
            <ac:spMk id="9" creationId="{9CCE2CEF-DB09-CB66-006D-C153BCE4EF93}"/>
          </ac:spMkLst>
        </pc:spChg>
        <pc:spChg chg="add mod">
          <ac:chgData name="shilpi gupta" userId="5ce4f23861899b28" providerId="LiveId" clId="{71A88D45-23E1-45B6-A998-A7F940C0BE91}" dt="2024-06-06T16:08:52.042" v="682" actId="1076"/>
          <ac:spMkLst>
            <pc:docMk/>
            <pc:sldMk cId="511634530" sldId="316"/>
            <ac:spMk id="10" creationId="{E8CA26DA-2F1C-0D47-12EA-CE3B6C90FAC0}"/>
          </ac:spMkLst>
        </pc:spChg>
        <pc:spChg chg="add mod">
          <ac:chgData name="shilpi gupta" userId="5ce4f23861899b28" providerId="LiveId" clId="{71A88D45-23E1-45B6-A998-A7F940C0BE91}" dt="2024-06-06T16:09:12.889" v="685" actId="1076"/>
          <ac:spMkLst>
            <pc:docMk/>
            <pc:sldMk cId="511634530" sldId="316"/>
            <ac:spMk id="11" creationId="{191DD04E-5C15-CD2A-6843-2E203F1FD8B9}"/>
          </ac:spMkLst>
        </pc:spChg>
        <pc:spChg chg="add mod">
          <ac:chgData name="shilpi gupta" userId="5ce4f23861899b28" providerId="LiveId" clId="{71A88D45-23E1-45B6-A998-A7F940C0BE91}" dt="2024-06-06T16:09:39.803" v="689" actId="1076"/>
          <ac:spMkLst>
            <pc:docMk/>
            <pc:sldMk cId="511634530" sldId="316"/>
            <ac:spMk id="12" creationId="{5E059E89-074C-3651-7A60-79F556983C47}"/>
          </ac:spMkLst>
        </pc:spChg>
        <pc:spChg chg="add mod">
          <ac:chgData name="shilpi gupta" userId="5ce4f23861899b28" providerId="LiveId" clId="{71A88D45-23E1-45B6-A998-A7F940C0BE91}" dt="2024-06-06T16:11:19.797" v="691" actId="1076"/>
          <ac:spMkLst>
            <pc:docMk/>
            <pc:sldMk cId="511634530" sldId="316"/>
            <ac:spMk id="13" creationId="{F6877156-8626-5DBD-32D0-3613AE294826}"/>
          </ac:spMkLst>
        </pc:spChg>
        <pc:spChg chg="add mod">
          <ac:chgData name="shilpi gupta" userId="5ce4f23861899b28" providerId="LiveId" clId="{71A88D45-23E1-45B6-A998-A7F940C0BE91}" dt="2024-06-06T16:12:01.057" v="713" actId="1076"/>
          <ac:spMkLst>
            <pc:docMk/>
            <pc:sldMk cId="511634530" sldId="316"/>
            <ac:spMk id="14" creationId="{C74EFA18-5DFE-8590-2C9E-683D699590DB}"/>
          </ac:spMkLst>
        </pc:spChg>
      </pc:sldChg>
      <pc:sldChg chg="new del">
        <pc:chgData name="shilpi gupta" userId="5ce4f23861899b28" providerId="LiveId" clId="{71A88D45-23E1-45B6-A998-A7F940C0BE91}" dt="2024-06-06T15:59:44.236" v="612" actId="47"/>
        <pc:sldMkLst>
          <pc:docMk/>
          <pc:sldMk cId="698503721" sldId="316"/>
        </pc:sldMkLst>
      </pc:sldChg>
      <pc:sldChg chg="addSp delSp modSp new add del mod modAnim">
        <pc:chgData name="shilpi gupta" userId="5ce4f23861899b28" providerId="LiveId" clId="{71A88D45-23E1-45B6-A998-A7F940C0BE91}" dt="2024-06-06T16:33:55.117" v="843" actId="47"/>
        <pc:sldMkLst>
          <pc:docMk/>
          <pc:sldMk cId="488990889" sldId="317"/>
        </pc:sldMkLst>
        <pc:spChg chg="del mod">
          <ac:chgData name="shilpi gupta" userId="5ce4f23861899b28" providerId="LiveId" clId="{71A88D45-23E1-45B6-A998-A7F940C0BE91}" dt="2024-06-06T16:19:25.948" v="783"/>
          <ac:spMkLst>
            <pc:docMk/>
            <pc:sldMk cId="488990889" sldId="317"/>
            <ac:spMk id="2" creationId="{90E5A842-8635-F46F-FBE1-5CF2980E758B}"/>
          </ac:spMkLst>
        </pc:spChg>
        <pc:spChg chg="mod">
          <ac:chgData name="shilpi gupta" userId="5ce4f23861899b28" providerId="LiveId" clId="{71A88D45-23E1-45B6-A998-A7F940C0BE91}" dt="2024-06-06T16:33:37.663" v="820" actId="20577"/>
          <ac:spMkLst>
            <pc:docMk/>
            <pc:sldMk cId="488990889" sldId="317"/>
            <ac:spMk id="3" creationId="{653B74CB-AB05-F21F-F338-C936FA641436}"/>
          </ac:spMkLst>
        </pc:spChg>
        <pc:spChg chg="add mod">
          <ac:chgData name="shilpi gupta" userId="5ce4f23861899b28" providerId="LiveId" clId="{71A88D45-23E1-45B6-A998-A7F940C0BE91}" dt="2024-06-06T16:19:45.679" v="788" actId="2711"/>
          <ac:spMkLst>
            <pc:docMk/>
            <pc:sldMk cId="488990889" sldId="317"/>
            <ac:spMk id="4" creationId="{6C3DF43F-5129-5B91-91F2-6B1EC2C13523}"/>
          </ac:spMkLst>
        </pc:spChg>
        <pc:spChg chg="add mod">
          <ac:chgData name="shilpi gupta" userId="5ce4f23861899b28" providerId="LiveId" clId="{71A88D45-23E1-45B6-A998-A7F940C0BE91}" dt="2024-06-06T16:31:51.707" v="792" actId="1076"/>
          <ac:spMkLst>
            <pc:docMk/>
            <pc:sldMk cId="488990889" sldId="317"/>
            <ac:spMk id="5" creationId="{ABDF2F7C-515A-553A-24C3-104724422A21}"/>
          </ac:spMkLst>
        </pc:spChg>
        <pc:spChg chg="add mod">
          <ac:chgData name="shilpi gupta" userId="5ce4f23861899b28" providerId="LiveId" clId="{71A88D45-23E1-45B6-A998-A7F940C0BE91}" dt="2024-06-06T16:31:46.064" v="791" actId="1076"/>
          <ac:spMkLst>
            <pc:docMk/>
            <pc:sldMk cId="488990889" sldId="317"/>
            <ac:spMk id="6" creationId="{0E5DE32F-6530-0DA9-08F1-4DB069EE27E1}"/>
          </ac:spMkLst>
        </pc:spChg>
        <pc:spChg chg="add mod">
          <ac:chgData name="shilpi gupta" userId="5ce4f23861899b28" providerId="LiveId" clId="{71A88D45-23E1-45B6-A998-A7F940C0BE91}" dt="2024-06-06T16:32:46.962" v="797" actId="1076"/>
          <ac:spMkLst>
            <pc:docMk/>
            <pc:sldMk cId="488990889" sldId="317"/>
            <ac:spMk id="7" creationId="{011D2EB3-9D36-81C1-1464-98DE3E259D74}"/>
          </ac:spMkLst>
        </pc:spChg>
        <pc:spChg chg="add mod">
          <ac:chgData name="shilpi gupta" userId="5ce4f23861899b28" providerId="LiveId" clId="{71A88D45-23E1-45B6-A998-A7F940C0BE91}" dt="2024-06-06T16:32:55.034" v="798" actId="1076"/>
          <ac:spMkLst>
            <pc:docMk/>
            <pc:sldMk cId="488990889" sldId="317"/>
            <ac:spMk id="8" creationId="{6FB9F6B0-7CA9-C4D8-C442-C31A44E2EE1A}"/>
          </ac:spMkLst>
        </pc:spChg>
        <pc:spChg chg="add mod">
          <ac:chgData name="shilpi gupta" userId="5ce4f23861899b28" providerId="LiveId" clId="{71A88D45-23E1-45B6-A998-A7F940C0BE91}" dt="2024-06-06T16:33:03.182" v="799" actId="1076"/>
          <ac:spMkLst>
            <pc:docMk/>
            <pc:sldMk cId="488990889" sldId="317"/>
            <ac:spMk id="9" creationId="{DA8B444C-4AD7-1813-4377-816937237B36}"/>
          </ac:spMkLst>
        </pc:spChg>
        <pc:spChg chg="add mod">
          <ac:chgData name="shilpi gupta" userId="5ce4f23861899b28" providerId="LiveId" clId="{71A88D45-23E1-45B6-A998-A7F940C0BE91}" dt="2024-06-06T16:33:13.550" v="800" actId="1076"/>
          <ac:spMkLst>
            <pc:docMk/>
            <pc:sldMk cId="488990889" sldId="317"/>
            <ac:spMk id="10" creationId="{EB909E8B-F2CA-34C9-9C59-6D309D7B38D5}"/>
          </ac:spMkLst>
        </pc:spChg>
      </pc:sldChg>
      <pc:sldChg chg="modSp add del mod">
        <pc:chgData name="shilpi gupta" userId="5ce4f23861899b28" providerId="LiveId" clId="{71A88D45-23E1-45B6-A998-A7F940C0BE91}" dt="2024-06-06T16:33:52.184" v="842" actId="47"/>
        <pc:sldMkLst>
          <pc:docMk/>
          <pc:sldMk cId="4224393316" sldId="318"/>
        </pc:sldMkLst>
        <pc:spChg chg="mod">
          <ac:chgData name="shilpi gupta" userId="5ce4f23861899b28" providerId="LiveId" clId="{71A88D45-23E1-45B6-A998-A7F940C0BE91}" dt="2024-06-06T16:13:27.891" v="767" actId="20577"/>
          <ac:spMkLst>
            <pc:docMk/>
            <pc:sldMk cId="4224393316" sldId="318"/>
            <ac:spMk id="8221" creationId="{272297B2-17D0-DEF2-2D38-F00C55B9ABAB}"/>
          </ac:spMkLst>
        </pc:spChg>
        <pc:spChg chg="mod">
          <ac:chgData name="shilpi gupta" userId="5ce4f23861899b28" providerId="LiveId" clId="{71A88D45-23E1-45B6-A998-A7F940C0BE91}" dt="2024-06-06T16:13:34.875" v="774" actId="20577"/>
          <ac:spMkLst>
            <pc:docMk/>
            <pc:sldMk cId="4224393316" sldId="318"/>
            <ac:spMk id="8222" creationId="{D14A0D28-04F6-81EB-67F9-F529E822A8AF}"/>
          </ac:spMkLst>
        </pc:spChg>
        <pc:spChg chg="mod">
          <ac:chgData name="shilpi gupta" userId="5ce4f23861899b28" providerId="LiveId" clId="{71A88D45-23E1-45B6-A998-A7F940C0BE91}" dt="2024-06-06T16:13:39.327" v="779" actId="20577"/>
          <ac:spMkLst>
            <pc:docMk/>
            <pc:sldMk cId="4224393316" sldId="318"/>
            <ac:spMk id="8223" creationId="{D5C85023-677D-F16C-79A6-98DC6AF8E025}"/>
          </ac:spMkLst>
        </pc:spChg>
        <pc:spChg chg="mod">
          <ac:chgData name="shilpi gupta" userId="5ce4f23861899b28" providerId="LiveId" clId="{71A88D45-23E1-45B6-A998-A7F940C0BE91}" dt="2024-06-06T16:13:44.087" v="782" actId="20577"/>
          <ac:spMkLst>
            <pc:docMk/>
            <pc:sldMk cId="4224393316" sldId="318"/>
            <ac:spMk id="8224" creationId="{CFD06495-8AB7-13B6-F645-1CCB402131CF}"/>
          </ac:spMkLst>
        </pc:spChg>
        <pc:spChg chg="mod">
          <ac:chgData name="shilpi gupta" userId="5ce4f23861899b28" providerId="LiveId" clId="{71A88D45-23E1-45B6-A998-A7F940C0BE91}" dt="2024-06-06T16:13:20.273" v="761" actId="6549"/>
          <ac:spMkLst>
            <pc:docMk/>
            <pc:sldMk cId="4224393316" sldId="318"/>
            <ac:spMk id="9236" creationId="{F2DC93C5-E559-ADA9-BBCE-26819100690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DB82A98-4393-450D-AFC8-FB6CB13FD444}" type="datetimeFigureOut">
              <a:rPr lang="en-US"/>
              <a:t>06-Jun-24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1F820A3-7102-41C1-9F28-E583712E3628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68691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4664075"/>
            <a:ext cx="12200467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3" name="Group 15"/>
          <p:cNvGrpSpPr/>
          <p:nvPr/>
        </p:nvGrpSpPr>
        <p:grpSpPr bwMode="auto">
          <a:xfrm>
            <a:off x="-4233" y="4953000"/>
            <a:ext cx="12196233" cy="1911350"/>
            <a:chOff x="-3765" y="4832896"/>
            <a:chExt cx="9147765" cy="2032192"/>
          </a:xfrm>
        </p:grpSpPr>
        <p:sp>
          <p:nvSpPr>
            <p:cNvPr id="4" name="Freeform 15"/>
            <p:cNvSpPr/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5" name="Freeform 18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18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5C4797E-F45D-49B6-AECC-1C2E5734122B}" type="datetimeFigureOut">
              <a:rPr lang="en-US"/>
              <a:t>06-Jun-24</a:t>
            </a:fld>
            <a:endParaRPr lang="en-US"/>
          </a:p>
        </p:txBody>
      </p:sp>
      <p:sp>
        <p:nvSpPr>
          <p:cNvPr id="10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1F36499-BEC0-4E84-81F1-5334B3C96315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4400">
                <a:solidFill>
                  <a:srgbClr val="1DE7FF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BE735-F178-4EB4-B43C-3F3F41E16F5E}" type="datetimeFigureOut">
              <a:rPr lang="en-US"/>
              <a:t>06-Jun-24</a:t>
            </a:fld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31F85-DD49-465D-9E50-DB0B1D5A5C70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10"/>
          <p:cNvSpPr/>
          <p:nvPr/>
        </p:nvSpPr>
        <p:spPr>
          <a:xfrm>
            <a:off x="4849284" y="3005138"/>
            <a:ext cx="243416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Chevron 11"/>
          <p:cNvSpPr/>
          <p:nvPr/>
        </p:nvSpPr>
        <p:spPr>
          <a:xfrm>
            <a:off x="4599518" y="3005138"/>
            <a:ext cx="24553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68901-3140-4FDB-B3A2-1DE68FC21289}" type="datetimeFigureOut">
              <a:rPr lang="en-US"/>
              <a:t>06-Jun-24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862EA-466E-4161-A6BD-3853A849B6E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D8A88C-0E5C-482F-95BA-BCD5FD9F9894}" type="datetimeFigureOut">
              <a:rPr lang="en-US"/>
              <a:t>06-Jun-24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C5905E-5664-4A4D-9C48-934A37FEF09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8F889-185C-45DB-A166-E29565746C93}" type="datetimeFigureOut">
              <a:rPr lang="en-US"/>
              <a:t>06-Jun-24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679E8-EB01-47A3-B7C3-BDCE0D79C884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rgbClr val="FFD90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4E626-CB2F-42CE-9B14-40C4A54532E2}" type="datetimeFigureOut">
              <a:rPr lang="en-US"/>
              <a:t>06-Jun-24</a:t>
            </a:fld>
            <a:endParaRPr lang="en-US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73D16E-FAEA-4FE9-A6BF-37AE23685F7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23685-DD17-4044-A3A1-817C1CBF6865}" type="datetimeFigureOut">
              <a:rPr lang="en-US"/>
              <a:t>06-Jun-24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0645C-5A49-4807-AFAF-11CE9EDDEAE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67E4A-3DAA-43B2-8DD6-60C4A37A6B48}" type="datetimeFigureOut">
              <a:rPr lang="en-US"/>
              <a:t>06-Jun-24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11632B-3DC7-44AD-B742-E2917EEAE32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0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6" name="Freeform 15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18"/>
          <p:cNvSpPr/>
          <p:nvPr/>
        </p:nvSpPr>
        <p:spPr>
          <a:xfrm>
            <a:off x="11552768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" name="Chevron 19"/>
          <p:cNvSpPr/>
          <p:nvPr/>
        </p:nvSpPr>
        <p:spPr>
          <a:xfrm>
            <a:off x="11303001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tIns="0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5A2E619-0132-4432-8259-8A13C7B703B1}" type="datetimeFigureOut">
              <a:rPr lang="en-US"/>
              <a:t>06-Jun-24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0D180D-DB6E-492A-B6F2-492018F42D4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F1FE2-381B-4D05-BBE6-D20514FD8FD8}" type="datetimeFigureOut">
              <a:rPr lang="en-US"/>
              <a:t>06-Jun-24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7EB17-0E17-44E9-8225-69F0D53B972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8EF774-DFA7-4173-8B29-4B1816957445}" type="datetimeFigureOut">
              <a:rPr lang="en-US"/>
              <a:t>06-Jun-24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710D9-638E-45E6-8731-40E83F57FBA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BD4EA68-705D-5B9E-793A-23B478C7EB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A9FFFFD-BAEF-13F8-364E-F71672B8F4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22CBA9F-DA99-B4F6-4FF3-DCD22C9BB0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9A83DA-E047-431C-A8B0-C1686D5538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1698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1027" name="Freeform 11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5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4811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70433" y="6408739"/>
            <a:ext cx="2559051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9FFD12D-0B7F-453B-8177-D25DF0FE07CF}" type="datetimeFigureOut">
              <a:rPr lang="en-US"/>
              <a:t>06-Jun-24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39884" y="6408739"/>
            <a:ext cx="3134783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484" y="6408739"/>
            <a:ext cx="488949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000"/>
            </a:lvl1pPr>
          </a:lstStyle>
          <a:p>
            <a:pPr>
              <a:defRPr/>
            </a:pPr>
            <a:fld id="{2D955A27-3246-4D8E-AAA1-ABC4B9F4F6E9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bg2">
              <a:lumMod val="50000"/>
            </a:schemeClr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9pPr>
    </p:titleStyle>
    <p:bodyStyle>
      <a:lvl1pPr marL="365125" indent="-255905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bg1"/>
          </a:solidFill>
          <a:latin typeface="+mn-lt"/>
          <a:ea typeface="+mn-ea"/>
          <a:cs typeface="+mn-cs"/>
        </a:defRPr>
      </a:lvl1pPr>
      <a:lvl2pPr marL="621030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bg1"/>
          </a:solidFill>
          <a:latin typeface="+mn-lt"/>
          <a:ea typeface="+mn-ea"/>
          <a:cs typeface="+mn-cs"/>
        </a:defRPr>
      </a:lvl2pPr>
      <a:lvl3pPr marL="859155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bg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bg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kern="1200">
          <a:solidFill>
            <a:schemeClr val="bg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dirty="0"/>
              <a:t>Spanish I</a:t>
            </a:r>
          </a:p>
        </p:txBody>
      </p:sp>
      <p:sp>
        <p:nvSpPr>
          <p:cNvPr id="4" name="Content Placeholder 1"/>
          <p:cNvSpPr>
            <a:spLocks noGrp="1"/>
          </p:cNvSpPr>
          <p:nvPr/>
        </p:nvSpPr>
        <p:spPr>
          <a:xfrm>
            <a:off x="660400" y="2336483"/>
            <a:ext cx="10972800" cy="452596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220" indent="0">
              <a:buNone/>
            </a:pPr>
            <a:r>
              <a:rPr lang="en-IN" altLang="en-US" sz="3200" dirty="0"/>
              <a:t>Los </a:t>
            </a:r>
            <a:r>
              <a:rPr lang="en-IN" altLang="en-US" sz="3200" dirty="0" err="1"/>
              <a:t>Articulos</a:t>
            </a:r>
            <a:r>
              <a:rPr lang="en-IN" altLang="en-US" sz="3200" dirty="0"/>
              <a:t> (</a:t>
            </a:r>
            <a:r>
              <a:rPr lang="en-IN" altLang="en-US" sz="3200" dirty="0" err="1"/>
              <a:t>Definidos</a:t>
            </a:r>
            <a:r>
              <a:rPr lang="en-IN" altLang="en-US" sz="3200" dirty="0"/>
              <a:t> e </a:t>
            </a:r>
            <a:r>
              <a:rPr lang="en-IN" altLang="en-US" sz="3200" dirty="0" err="1"/>
              <a:t>indefinidos</a:t>
            </a:r>
            <a:r>
              <a:rPr lang="en-IN" altLang="en-US" sz="3200" dirty="0"/>
              <a:t>)</a:t>
            </a:r>
          </a:p>
          <a:p>
            <a:pPr marL="109220" indent="0">
              <a:buNone/>
            </a:pPr>
            <a:r>
              <a:rPr lang="en-IN" altLang="en-US" sz="3200" dirty="0"/>
              <a:t>Definite and Indefinite Articles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dirty="0"/>
              <a:t>Noun and Article </a:t>
            </a:r>
          </a:p>
          <a:p>
            <a:r>
              <a:rPr lang="en-IN" altLang="en-US" dirty="0"/>
              <a:t>Masculine and Feminine Noun </a:t>
            </a:r>
          </a:p>
          <a:p>
            <a:r>
              <a:rPr lang="en-IN" altLang="en-US" dirty="0"/>
              <a:t>Singular and Plural Noun </a:t>
            </a:r>
          </a:p>
          <a:p>
            <a:r>
              <a:rPr lang="en-IN" altLang="en-US" dirty="0"/>
              <a:t>Definite Article “THE”</a:t>
            </a:r>
          </a:p>
          <a:p>
            <a:r>
              <a:rPr lang="en-IN" altLang="en-US" dirty="0"/>
              <a:t>Indefinite Article “A”, “An”, “The”</a:t>
            </a:r>
          </a:p>
          <a:p>
            <a:endParaRPr lang="en-IN" altLang="en-US" dirty="0"/>
          </a:p>
          <a:p>
            <a:pPr marL="109220" indent="0" algn="just">
              <a:buNone/>
            </a:pPr>
            <a:endParaRPr lang="en-IN" altLang="en-US" dirty="0"/>
          </a:p>
          <a:p>
            <a:pPr algn="just"/>
            <a:endParaRPr lang="en-I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dirty="0"/>
              <a:t>Definite and Indefinite Articles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EF6B44-2989-865C-65DE-EE2D54CB2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Spanish, all nouns belong to 2 gender categories:</a:t>
            </a:r>
          </a:p>
          <a:p>
            <a:pPr marL="109220" indent="0">
              <a:buNone/>
            </a:pPr>
            <a:endParaRPr lang="en-US" dirty="0"/>
          </a:p>
          <a:p>
            <a:r>
              <a:rPr lang="en-US" altLang="en-US" sz="3600" dirty="0">
                <a:latin typeface="Kristen ITC" panose="03050502040202030202" pitchFamily="66" charset="0"/>
              </a:rPr>
              <a:t>_________________ or ________________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76D32F-9076-F600-8952-BB5BD38B1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Noun and Article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C852D646-D293-35F7-89FB-6AAF28375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590800"/>
            <a:ext cx="35052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Arial" panose="020B0604020202020204" pitchFamily="34" charset="0"/>
              </a:rPr>
              <a:t>Masculine (</a:t>
            </a:r>
            <a:r>
              <a:rPr lang="en-US" sz="4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Arial" panose="020B0604020202020204" pitchFamily="34" charset="0"/>
              </a:rPr>
              <a:t>masculino</a:t>
            </a:r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Arial" panose="020B0604020202020204" pitchFamily="34" charset="0"/>
              </a:rPr>
              <a:t>)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43381A34-6CB2-4BCB-33C4-A361F846F7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2590800"/>
            <a:ext cx="2667000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4000" dirty="0">
                <a:solidFill>
                  <a:schemeClr val="bg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Feminine (</a:t>
            </a:r>
            <a:r>
              <a:rPr lang="en-US" sz="4000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feminino</a:t>
            </a:r>
            <a:r>
              <a:rPr lang="en-US" sz="4000" dirty="0">
                <a:solidFill>
                  <a:schemeClr val="bg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29698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F8F3BD-84E9-7570-C2AC-F11132493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Masculine and Feminine Nouns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402B24B-2D02-4987-6856-445B7CDCD1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481138"/>
            <a:ext cx="10972800" cy="4525962"/>
          </a:xfrm>
        </p:spPr>
        <p:txBody>
          <a:bodyPr/>
          <a:lstStyle/>
          <a:p>
            <a:pPr algn="l" eaLnBrk="1" hangingPunct="1">
              <a:buFontTx/>
              <a:buChar char="-"/>
              <a:defRPr/>
            </a:pPr>
            <a:r>
              <a:rPr lang="en-US" sz="45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Masculine</a:t>
            </a:r>
            <a:r>
              <a:rPr lang="en-US" sz="4500" dirty="0"/>
              <a:t> nouns USUALLY end in </a:t>
            </a:r>
            <a:r>
              <a:rPr lang="en-US" sz="4500" b="1" dirty="0"/>
              <a:t>-</a:t>
            </a:r>
            <a:r>
              <a:rPr lang="en-US" sz="45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__</a:t>
            </a:r>
            <a:r>
              <a:rPr lang="en-US" sz="4500" b="1" dirty="0"/>
              <a:t>_</a:t>
            </a:r>
            <a:r>
              <a:rPr lang="en-US" sz="4500" dirty="0"/>
              <a:t>  </a:t>
            </a:r>
            <a:br>
              <a:rPr lang="en-US" sz="4500" dirty="0"/>
            </a:br>
            <a:r>
              <a:rPr lang="en-US" sz="4500" dirty="0">
                <a:sym typeface="Wingdings" pitchFamily="2" charset="2"/>
              </a:rPr>
              <a:t></a:t>
            </a:r>
            <a:r>
              <a:rPr lang="en-US" sz="45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el </a:t>
            </a:r>
            <a:r>
              <a:rPr lang="en-US" sz="45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helad</a:t>
            </a:r>
            <a:r>
              <a:rPr lang="en-US" sz="4500" u="sng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o</a:t>
            </a:r>
            <a:br>
              <a:rPr lang="en-US" sz="45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endParaRPr lang="en-US" sz="4500" dirty="0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109220" indent="0" algn="l" eaLnBrk="1" hangingPunct="1">
              <a:buNone/>
              <a:defRPr/>
            </a:pPr>
            <a:br>
              <a:rPr lang="en-US" sz="45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4500" dirty="0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-</a:t>
            </a:r>
            <a:r>
              <a:rPr lang="en-US" sz="45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4500" dirty="0"/>
              <a:t>Feminine nouns USUALLY end in -_</a:t>
            </a:r>
            <a:r>
              <a:rPr lang="en-US" sz="4500" b="1" dirty="0"/>
              <a:t>_</a:t>
            </a:r>
            <a:r>
              <a:rPr lang="en-US" sz="4500" dirty="0"/>
              <a:t>_.</a:t>
            </a:r>
            <a:br>
              <a:rPr lang="en-US" sz="4500" dirty="0"/>
            </a:br>
            <a:r>
              <a:rPr lang="en-US" sz="4500" dirty="0">
                <a:sym typeface="Wingdings" pitchFamily="2" charset="2"/>
              </a:rPr>
              <a:t></a:t>
            </a:r>
            <a:r>
              <a:rPr lang="en-US" sz="4500" dirty="0"/>
              <a:t>la </a:t>
            </a:r>
            <a:r>
              <a:rPr lang="en-US" sz="4500" dirty="0" err="1"/>
              <a:t>frut</a:t>
            </a:r>
            <a:r>
              <a:rPr lang="en-US" sz="4500" u="sng" dirty="0" err="1"/>
              <a:t>a</a:t>
            </a:r>
            <a:r>
              <a:rPr lang="en-US" sz="4500" u="sng" dirty="0"/>
              <a:t> 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40399958-B6DC-CE40-42CB-25D4DE916C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10800" y="1417638"/>
            <a:ext cx="11430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4500" dirty="0">
                <a:solidFill>
                  <a:srgbClr val="FFFF00"/>
                </a:solidFill>
                <a:latin typeface="Kristen ITC" panose="03050502040202030202" pitchFamily="66" charset="0"/>
              </a:rPr>
              <a:t>O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379E5C0E-4086-8FD5-B92B-5E5DC251C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63200" y="4247516"/>
            <a:ext cx="19812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600" dirty="0">
                <a:solidFill>
                  <a:srgbClr val="FFFF00"/>
                </a:solidFill>
                <a:latin typeface="Kristen ITC" panose="03050502040202030202" pitchFamily="66" charset="0"/>
              </a:rPr>
              <a:t>A</a:t>
            </a:r>
          </a:p>
        </p:txBody>
      </p:sp>
      <p:pic>
        <p:nvPicPr>
          <p:cNvPr id="9" name="Picture 7" descr="untitled">
            <a:extLst>
              <a:ext uri="{FF2B5EF4-FFF2-40B4-BE49-F238E27FC236}">
                <a16:creationId xmlns:a16="http://schemas.microsoft.com/office/drawing/2014/main" id="{F01C2308-01C0-8041-46C2-7B91D470E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1460">
            <a:off x="4045125" y="2242488"/>
            <a:ext cx="1512888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apple_logo_rainbow_fruit">
            <a:extLst>
              <a:ext uri="{FF2B5EF4-FFF2-40B4-BE49-F238E27FC236}">
                <a16:creationId xmlns:a16="http://schemas.microsoft.com/office/drawing/2014/main" id="{FEB36E75-E8D6-DB08-98EE-97CAFD8B3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37054">
            <a:off x="5901768" y="5060812"/>
            <a:ext cx="1725613" cy="187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2240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29CC64-9324-3871-3F9B-F762C96F5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Singular and Plural Nouns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E3D7A3-35B0-9482-09C9-BEF71452FC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481138"/>
            <a:ext cx="10972800" cy="4525962"/>
          </a:xfrm>
        </p:spPr>
        <p:txBody>
          <a:bodyPr/>
          <a:lstStyle/>
          <a:p>
            <a:pPr eaLnBrk="1" hangingPunct="1"/>
            <a:r>
              <a:rPr lang="en-US" altLang="en-US" u="sng" dirty="0">
                <a:solidFill>
                  <a:srgbClr val="FFFF00"/>
                </a:solidFill>
                <a:latin typeface="+mj-lt"/>
              </a:rPr>
              <a:t>____________</a:t>
            </a:r>
            <a:r>
              <a:rPr lang="en-US" altLang="en-US" dirty="0">
                <a:latin typeface="+mj-lt"/>
              </a:rPr>
              <a:t>.</a:t>
            </a:r>
          </a:p>
          <a:p>
            <a:pPr lvl="1" eaLnBrk="1" hangingPunct="1"/>
            <a:r>
              <a:rPr lang="en-US" altLang="en-US" dirty="0"/>
              <a:t>the apple</a:t>
            </a:r>
          </a:p>
          <a:p>
            <a:pPr lvl="1" eaLnBrk="1" hangingPunct="1"/>
            <a:r>
              <a:rPr lang="en-US" altLang="en-US" dirty="0"/>
              <a:t>the girl</a:t>
            </a:r>
          </a:p>
          <a:p>
            <a:pPr lvl="1" eaLnBrk="1" hangingPunct="1"/>
            <a:r>
              <a:rPr lang="en-US" altLang="en-US" dirty="0"/>
              <a:t>the student</a:t>
            </a:r>
          </a:p>
          <a:p>
            <a:pPr eaLnBrk="1" hangingPunct="1"/>
            <a:endParaRPr lang="en-US" altLang="en-US" sz="2000" u="sng" dirty="0">
              <a:solidFill>
                <a:srgbClr val="FFFF00"/>
              </a:solidFill>
              <a:latin typeface="+mj-lt"/>
            </a:endParaRPr>
          </a:p>
          <a:p>
            <a:pPr eaLnBrk="1" hangingPunct="1"/>
            <a:r>
              <a:rPr lang="en-US" altLang="en-US" u="sng" dirty="0">
                <a:solidFill>
                  <a:srgbClr val="FFFF00"/>
                </a:solidFill>
                <a:latin typeface="+mj-lt"/>
              </a:rPr>
              <a:t>_____________</a:t>
            </a:r>
            <a:endParaRPr lang="en-US" altLang="en-US" dirty="0">
              <a:latin typeface="+mj-lt"/>
            </a:endParaRPr>
          </a:p>
          <a:p>
            <a:pPr lvl="1" eaLnBrk="1" hangingPunct="1"/>
            <a:r>
              <a:rPr lang="en-US" altLang="en-US" dirty="0"/>
              <a:t>the apples</a:t>
            </a:r>
            <a:endParaRPr lang="en-US" altLang="en-US" dirty="0">
              <a:solidFill>
                <a:srgbClr val="FFFF00"/>
              </a:solidFill>
            </a:endParaRPr>
          </a:p>
          <a:p>
            <a:pPr lvl="1" eaLnBrk="1" hangingPunct="1"/>
            <a:r>
              <a:rPr lang="en-US" altLang="en-US" dirty="0"/>
              <a:t>the girls</a:t>
            </a:r>
            <a:endParaRPr lang="en-US" altLang="en-US" dirty="0">
              <a:solidFill>
                <a:srgbClr val="FFFF00"/>
              </a:solidFill>
            </a:endParaRPr>
          </a:p>
          <a:p>
            <a:pPr lvl="1" eaLnBrk="1" hangingPunct="1"/>
            <a:r>
              <a:rPr lang="en-US" altLang="en-US" dirty="0"/>
              <a:t>the students</a:t>
            </a:r>
            <a:endParaRPr lang="en-US" altLang="en-US" dirty="0">
              <a:solidFill>
                <a:srgbClr val="FFFF00"/>
              </a:solidFill>
            </a:endParaRPr>
          </a:p>
          <a:p>
            <a:pPr eaLnBrk="1" hangingPunct="1">
              <a:buFontTx/>
              <a:buNone/>
            </a:pPr>
            <a:endParaRPr lang="en-US" altLang="en-US" dirty="0">
              <a:latin typeface="+mj-lt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C73C4EEB-7F1A-716A-DCF0-121170E888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452433"/>
            <a:ext cx="228299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FFFF00"/>
                </a:solidFill>
                <a:cs typeface="Arial" panose="020B0604020202020204" pitchFamily="34" charset="0"/>
              </a:rPr>
              <a:t>SINGULAR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279B5899-8073-C86D-9350-E7881D039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0069" y="4114800"/>
            <a:ext cx="178125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FFFF00"/>
                </a:solidFill>
                <a:cs typeface="Arial" panose="020B0604020202020204" pitchFamily="34" charset="0"/>
              </a:rPr>
              <a:t>PLURAL</a:t>
            </a:r>
          </a:p>
        </p:txBody>
      </p:sp>
      <p:pic>
        <p:nvPicPr>
          <p:cNvPr id="7" name="Picture 8" descr="red-apple">
            <a:extLst>
              <a:ext uri="{FF2B5EF4-FFF2-40B4-BE49-F238E27FC236}">
                <a16:creationId xmlns:a16="http://schemas.microsoft.com/office/drawing/2014/main" id="{1D1463D3-CDFD-2ECA-9C3F-30AE39D180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531937"/>
            <a:ext cx="2286000" cy="189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0" descr="apples">
            <a:extLst>
              <a:ext uri="{FF2B5EF4-FFF2-40B4-BE49-F238E27FC236}">
                <a16:creationId xmlns:a16="http://schemas.microsoft.com/office/drawing/2014/main" id="{94EAF166-5D57-E647-56A3-274C3737D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3968749"/>
            <a:ext cx="3486150" cy="261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7777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361CF92-9308-A4C0-66E7-A2CA92597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Singular to Plural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A29C988-5257-B6CD-472B-BB0E79B2D6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481138"/>
            <a:ext cx="10972800" cy="452596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dirty="0"/>
              <a:t>If a noun ends in a </a:t>
            </a:r>
            <a:r>
              <a:rPr lang="en-US" altLang="en-US" u="sng" dirty="0">
                <a:solidFill>
                  <a:srgbClr val="FFFF00"/>
                </a:solidFill>
              </a:rPr>
              <a:t>_________</a:t>
            </a:r>
            <a:r>
              <a:rPr lang="en-US" altLang="en-US" dirty="0"/>
              <a:t> (</a:t>
            </a:r>
            <a:r>
              <a:rPr lang="en-US" altLang="en-US" dirty="0" err="1"/>
              <a:t>a,e,i,o,u</a:t>
            </a:r>
            <a:r>
              <a:rPr lang="en-US" altLang="en-US" dirty="0"/>
              <a:t>)</a:t>
            </a:r>
            <a:r>
              <a:rPr lang="en-US" altLang="en-US" dirty="0">
                <a:sym typeface="Wingdings" panose="05000000000000000000" pitchFamily="2" charset="2"/>
              </a:rPr>
              <a:t> ADD </a:t>
            </a:r>
            <a:r>
              <a:rPr lang="en-US" altLang="en-US" u="sng" dirty="0">
                <a:solidFill>
                  <a:srgbClr val="FFFF00"/>
                </a:solidFill>
                <a:sym typeface="Wingdings" panose="05000000000000000000" pitchFamily="2" charset="2"/>
              </a:rPr>
              <a:t>__S___</a:t>
            </a:r>
            <a:r>
              <a:rPr lang="en-US" altLang="en-US" dirty="0">
                <a:sym typeface="Wingdings" panose="05000000000000000000" pitchFamily="2" charset="2"/>
              </a:rPr>
              <a:t> to make it plural.</a:t>
            </a:r>
          </a:p>
          <a:p>
            <a:pPr eaLnBrk="1" hangingPunct="1"/>
            <a:r>
              <a:rPr lang="en-US" altLang="en-US" dirty="0">
                <a:sym typeface="Wingdings" panose="05000000000000000000" pitchFamily="2" charset="2"/>
              </a:rPr>
              <a:t>chico  chico</a:t>
            </a:r>
            <a:r>
              <a:rPr lang="en-US" altLang="en-US" dirty="0">
                <a:solidFill>
                  <a:srgbClr val="FFFF00"/>
                </a:solidFill>
                <a:sym typeface="Wingdings" panose="05000000000000000000" pitchFamily="2" charset="2"/>
              </a:rPr>
              <a:t>s</a:t>
            </a:r>
          </a:p>
          <a:p>
            <a:pPr eaLnBrk="1" hangingPunct="1">
              <a:buFontTx/>
              <a:buNone/>
            </a:pPr>
            <a:endParaRPr lang="en-US" altLang="en-US" dirty="0">
              <a:sym typeface="Wingdings" panose="05000000000000000000" pitchFamily="2" charset="2"/>
            </a:endParaRPr>
          </a:p>
          <a:p>
            <a:pPr eaLnBrk="1" hangingPunct="1">
              <a:buFontTx/>
              <a:buNone/>
            </a:pPr>
            <a:r>
              <a:rPr lang="en-US" altLang="en-US" dirty="0">
                <a:sym typeface="Wingdings" panose="05000000000000000000" pitchFamily="2" charset="2"/>
              </a:rPr>
              <a:t>If a singular noun ends in a </a:t>
            </a:r>
            <a:r>
              <a:rPr lang="en-US" altLang="en-US" u="sng" dirty="0">
                <a:solidFill>
                  <a:srgbClr val="FFFF00"/>
                </a:solidFill>
                <a:sym typeface="Wingdings" panose="05000000000000000000" pitchFamily="2" charset="2"/>
              </a:rPr>
              <a:t>____CONSONANT____</a:t>
            </a:r>
            <a:r>
              <a:rPr lang="en-US" altLang="en-US" dirty="0">
                <a:solidFill>
                  <a:srgbClr val="FFFF00"/>
                </a:solidFill>
                <a:sym typeface="Wingdings" panose="05000000000000000000" pitchFamily="2" charset="2"/>
              </a:rPr>
              <a:t> </a:t>
            </a:r>
            <a:r>
              <a:rPr lang="en-US" altLang="en-US" dirty="0">
                <a:sym typeface="Wingdings" panose="05000000000000000000" pitchFamily="2" charset="2"/>
              </a:rPr>
              <a:t>(</a:t>
            </a:r>
            <a:r>
              <a:rPr lang="en-US" altLang="en-US" dirty="0" err="1">
                <a:sym typeface="Wingdings" panose="05000000000000000000" pitchFamily="2" charset="2"/>
              </a:rPr>
              <a:t>r,l,n</a:t>
            </a:r>
            <a:r>
              <a:rPr lang="en-US" altLang="en-US" dirty="0">
                <a:sym typeface="Wingdings" panose="05000000000000000000" pitchFamily="2" charset="2"/>
              </a:rPr>
              <a:t>..)  ADD </a:t>
            </a:r>
            <a:r>
              <a:rPr lang="en-US" altLang="en-US" u="sng" dirty="0">
                <a:solidFill>
                  <a:srgbClr val="FFFF00"/>
                </a:solidFill>
                <a:sym typeface="Wingdings" panose="05000000000000000000" pitchFamily="2" charset="2"/>
              </a:rPr>
              <a:t>__ES___</a:t>
            </a:r>
            <a:r>
              <a:rPr lang="en-US" altLang="en-US" dirty="0">
                <a:sym typeface="Wingdings" panose="05000000000000000000" pitchFamily="2" charset="2"/>
              </a:rPr>
              <a:t> to make it plural.</a:t>
            </a:r>
          </a:p>
          <a:p>
            <a:pPr eaLnBrk="1" hangingPunct="1"/>
            <a:r>
              <a:rPr lang="en-US" altLang="en-US" dirty="0" err="1"/>
              <a:t>trabajador</a:t>
            </a:r>
            <a:r>
              <a:rPr lang="en-US" altLang="en-US" dirty="0"/>
              <a:t> </a:t>
            </a:r>
            <a:r>
              <a:rPr lang="en-US" altLang="en-US" dirty="0">
                <a:sym typeface="Wingdings" panose="05000000000000000000" pitchFamily="2" charset="2"/>
              </a:rPr>
              <a:t> </a:t>
            </a:r>
            <a:r>
              <a:rPr lang="en-US" altLang="en-US" dirty="0" err="1">
                <a:sym typeface="Wingdings" panose="05000000000000000000" pitchFamily="2" charset="2"/>
              </a:rPr>
              <a:t>trabajador</a:t>
            </a:r>
            <a:r>
              <a:rPr lang="en-US" altLang="en-US" dirty="0" err="1">
                <a:solidFill>
                  <a:srgbClr val="FFFF00"/>
                </a:solidFill>
                <a:sym typeface="Wingdings" panose="05000000000000000000" pitchFamily="2" charset="2"/>
              </a:rPr>
              <a:t>es</a:t>
            </a:r>
            <a:endParaRPr lang="en-US" altLang="en-US" dirty="0">
              <a:solidFill>
                <a:srgbClr val="FFFF00"/>
              </a:solidFill>
            </a:endParaRP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55E5AA42-AA5F-1A13-8EA9-2696CCF1F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1481138"/>
            <a:ext cx="166744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FFFF00"/>
                </a:solidFill>
                <a:latin typeface="+mj-lt"/>
              </a:rPr>
              <a:t>VOWEL</a:t>
            </a:r>
          </a:p>
        </p:txBody>
      </p:sp>
    </p:spTree>
    <p:extLst>
      <p:ext uri="{BB962C8B-B14F-4D97-AF65-F5344CB8AC3E}">
        <p14:creationId xmlns:p14="http://schemas.microsoft.com/office/powerpoint/2010/main" val="1006434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45EC24-80E9-22E8-F4AE-D22EC9F65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Let’s Practice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59C105D-B7AD-751B-DD44-46A66A7EEC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481138"/>
            <a:ext cx="10972800" cy="452596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4000" dirty="0"/>
              <a:t>chico </a:t>
            </a:r>
            <a:r>
              <a:rPr lang="en-US" altLang="en-US" sz="4000" dirty="0">
                <a:sym typeface="Wingdings" panose="05000000000000000000" pitchFamily="2" charset="2"/>
              </a:rPr>
              <a:t>	_______________</a:t>
            </a:r>
          </a:p>
          <a:p>
            <a:pPr eaLnBrk="1" hangingPunct="1">
              <a:buFontTx/>
              <a:buNone/>
            </a:pPr>
            <a:r>
              <a:rPr lang="en-US" altLang="en-US" sz="4000" dirty="0" err="1"/>
              <a:t>chica</a:t>
            </a:r>
            <a:r>
              <a:rPr lang="en-US" altLang="en-US" sz="4000" dirty="0">
                <a:sym typeface="Wingdings" panose="05000000000000000000" pitchFamily="2" charset="2"/>
              </a:rPr>
              <a:t>	________________</a:t>
            </a:r>
          </a:p>
          <a:p>
            <a:pPr eaLnBrk="1" hangingPunct="1">
              <a:buFontTx/>
              <a:buNone/>
            </a:pPr>
            <a:r>
              <a:rPr lang="en-US" altLang="en-US" sz="4000" dirty="0" err="1">
                <a:sym typeface="Wingdings" panose="05000000000000000000" pitchFamily="2" charset="2"/>
              </a:rPr>
              <a:t>fruta</a:t>
            </a:r>
            <a:r>
              <a:rPr lang="en-US" altLang="en-US" sz="4000" dirty="0">
                <a:sym typeface="Wingdings" panose="05000000000000000000" pitchFamily="2" charset="2"/>
              </a:rPr>
              <a:t> 	________________</a:t>
            </a:r>
          </a:p>
          <a:p>
            <a:pPr eaLnBrk="1" hangingPunct="1">
              <a:buFontTx/>
              <a:buNone/>
            </a:pPr>
            <a:r>
              <a:rPr lang="en-US" altLang="en-US" sz="4000" dirty="0" err="1">
                <a:sym typeface="Wingdings" panose="05000000000000000000" pitchFamily="2" charset="2"/>
              </a:rPr>
              <a:t>helado</a:t>
            </a:r>
            <a:r>
              <a:rPr lang="en-US" altLang="en-US" sz="4000" dirty="0">
                <a:sym typeface="Wingdings" panose="05000000000000000000" pitchFamily="2" charset="2"/>
              </a:rPr>
              <a:t> 	________________</a:t>
            </a:r>
          </a:p>
          <a:p>
            <a:pPr eaLnBrk="1" hangingPunct="1">
              <a:buFontTx/>
              <a:buNone/>
            </a:pPr>
            <a:r>
              <a:rPr lang="en-US" altLang="en-US" sz="4000" dirty="0">
                <a:sym typeface="Wingdings" panose="05000000000000000000" pitchFamily="2" charset="2"/>
              </a:rPr>
              <a:t>persona 	________________</a:t>
            </a:r>
          </a:p>
          <a:p>
            <a:pPr eaLnBrk="1" hangingPunct="1">
              <a:buFontTx/>
              <a:buNone/>
            </a:pPr>
            <a:r>
              <a:rPr lang="en-US" altLang="en-US" sz="4000" dirty="0">
                <a:sym typeface="Wingdings" panose="05000000000000000000" pitchFamily="2" charset="2"/>
              </a:rPr>
              <a:t>mu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en-US" altLang="en-US" sz="4000" dirty="0" err="1">
                <a:sym typeface="Wingdings" panose="05000000000000000000" pitchFamily="2" charset="2"/>
              </a:rPr>
              <a:t>jer</a:t>
            </a:r>
            <a:r>
              <a:rPr lang="en-US" altLang="en-US" sz="4000" dirty="0">
                <a:sym typeface="Wingdings" panose="05000000000000000000" pitchFamily="2" charset="2"/>
              </a:rPr>
              <a:t> 	________________</a:t>
            </a:r>
          </a:p>
          <a:p>
            <a:pPr eaLnBrk="1" hangingPunct="1">
              <a:buFontTx/>
              <a:buNone/>
            </a:pPr>
            <a:r>
              <a:rPr lang="en-US" altLang="en-US" sz="4000" dirty="0">
                <a:sym typeface="Wingdings" panose="05000000000000000000" pitchFamily="2" charset="2"/>
              </a:rPr>
              <a:t>hombre	________________</a:t>
            </a:r>
          </a:p>
          <a:p>
            <a:pPr eaLnBrk="1" hangingPunct="1">
              <a:buFontTx/>
              <a:buNone/>
            </a:pPr>
            <a:endParaRPr lang="en-US" altLang="en-US" sz="4000" dirty="0"/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FD1C2171-2982-56A2-41A3-4C6796F21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3386" y="1481138"/>
            <a:ext cx="14763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FFFF00"/>
                </a:solidFill>
                <a:latin typeface="Kristen ITC" panose="03050502040202030202" pitchFamily="66" charset="0"/>
              </a:rPr>
              <a:t>chicos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12417323-D99D-8F49-B41D-C1B025A82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3386" y="2172972"/>
            <a:ext cx="14509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 err="1">
                <a:solidFill>
                  <a:srgbClr val="FFFF00"/>
                </a:solidFill>
                <a:latin typeface="Kristen ITC" panose="03050502040202030202" pitchFamily="66" charset="0"/>
              </a:rPr>
              <a:t>chicas</a:t>
            </a:r>
            <a:endParaRPr lang="en-US" altLang="en-US" dirty="0">
              <a:solidFill>
                <a:srgbClr val="FFFF00"/>
              </a:solidFill>
              <a:latin typeface="Kristen ITC" panose="03050502040202030202" pitchFamily="66" charset="0"/>
            </a:endParaRP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097596B8-0DA6-7F3C-EA42-8F2FCE711F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3386" y="2818764"/>
            <a:ext cx="14271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 err="1">
                <a:solidFill>
                  <a:srgbClr val="FFFF00"/>
                </a:solidFill>
                <a:latin typeface="Kristen ITC" panose="03050502040202030202" pitchFamily="66" charset="0"/>
              </a:rPr>
              <a:t>frutas</a:t>
            </a:r>
            <a:endParaRPr lang="en-US" altLang="en-US" dirty="0">
              <a:solidFill>
                <a:srgbClr val="FFFF00"/>
              </a:solidFill>
              <a:latin typeface="Kristen ITC" panose="03050502040202030202" pitchFamily="66" charset="0"/>
            </a:endParaRP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28746D90-AD7D-BD63-B3A1-8DE261939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8962" y="3509236"/>
            <a:ext cx="16970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 err="1">
                <a:solidFill>
                  <a:srgbClr val="FFFF00"/>
                </a:solidFill>
                <a:latin typeface="Kristen ITC" panose="03050502040202030202" pitchFamily="66" charset="0"/>
              </a:rPr>
              <a:t>helados</a:t>
            </a:r>
            <a:endParaRPr lang="en-US" altLang="en-US" dirty="0">
              <a:solidFill>
                <a:srgbClr val="FFFF00"/>
              </a:solidFill>
              <a:latin typeface="Kristen ITC" panose="03050502040202030202" pitchFamily="66" charset="0"/>
            </a:endParaRP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ED699E85-9D39-D903-E547-8FBFC8B156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068763"/>
            <a:ext cx="19208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FFFF00"/>
                </a:solidFill>
                <a:latin typeface="Kristen ITC" panose="03050502040202030202" pitchFamily="66" charset="0"/>
              </a:rPr>
              <a:t>personas</a:t>
            </a:r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AA2AC0C0-1BB0-C6D8-6B6B-066A19ABE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9625" y="4800600"/>
            <a:ext cx="17160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 err="1">
                <a:solidFill>
                  <a:srgbClr val="FFFF00"/>
                </a:solidFill>
                <a:latin typeface="Kristen ITC" panose="03050502040202030202" pitchFamily="66" charset="0"/>
              </a:rPr>
              <a:t>mujer</a:t>
            </a:r>
            <a:r>
              <a:rPr lang="en-US" altLang="en-US" b="1" u="sng" dirty="0" err="1">
                <a:solidFill>
                  <a:srgbClr val="FFFF00"/>
                </a:solidFill>
                <a:latin typeface="Kristen ITC" panose="03050502040202030202" pitchFamily="66" charset="0"/>
              </a:rPr>
              <a:t>es</a:t>
            </a:r>
            <a:endParaRPr lang="en-US" altLang="en-US" b="1" u="sng" dirty="0">
              <a:solidFill>
                <a:srgbClr val="FFFF00"/>
              </a:solidFill>
              <a:latin typeface="Kristen ITC" panose="03050502040202030202" pitchFamily="66" charset="0"/>
            </a:endParaRPr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1E8EA4D3-ADAE-EB5C-B2D8-DE5704369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5516563"/>
            <a:ext cx="18621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FFFF00"/>
                </a:solidFill>
                <a:latin typeface="Kristen ITC" panose="03050502040202030202" pitchFamily="66" charset="0"/>
              </a:rPr>
              <a:t>hombr</a:t>
            </a:r>
            <a:r>
              <a:rPr lang="en-US" altLang="en-US" b="1" u="sng" dirty="0">
                <a:solidFill>
                  <a:srgbClr val="FFFF00"/>
                </a:solidFill>
                <a:latin typeface="Kristen ITC" panose="03050502040202030202" pitchFamily="66" charset="0"/>
              </a:rPr>
              <a:t>es</a:t>
            </a:r>
          </a:p>
        </p:txBody>
      </p:sp>
    </p:spTree>
    <p:extLst>
      <p:ext uri="{BB962C8B-B14F-4D97-AF65-F5344CB8AC3E}">
        <p14:creationId xmlns:p14="http://schemas.microsoft.com/office/powerpoint/2010/main" val="1357285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1" grpId="0"/>
      <p:bldP spid="12" grpId="0"/>
      <p:bldP spid="13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E52220-B968-0B90-72F2-D73C82262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600" dirty="0"/>
              <a:t>When we want to say </a:t>
            </a:r>
            <a:r>
              <a:rPr lang="en-US" sz="3600" u="sng" dirty="0"/>
              <a:t>___THE___ </a:t>
            </a:r>
            <a:r>
              <a:rPr lang="en-US" sz="3600" dirty="0"/>
              <a:t>in Spanish, we use </a:t>
            </a:r>
            <a:r>
              <a:rPr lang="en-US" sz="3600" dirty="0">
                <a:solidFill>
                  <a:schemeClr val="bg1"/>
                </a:solidFill>
              </a:rPr>
              <a:t>Definite Articles. </a:t>
            </a:r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sz="3600" dirty="0"/>
              <a:t>Definite Articles</a:t>
            </a:r>
            <a:r>
              <a:rPr lang="en-US" sz="36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</a:t>
            </a:r>
            <a:r>
              <a:rPr lang="en-US" sz="3600" dirty="0"/>
              <a:t>_________       according to the ___________ of the noun and according to the ___________ of the noun. 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57446A-3DD4-5B84-121D-9B544F105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Definite Article “THE”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7B275637-DCED-132E-6344-FED6CAA12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078162"/>
            <a:ext cx="2743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4000" dirty="0">
                <a:solidFill>
                  <a:srgbClr val="FFFF00"/>
                </a:solidFill>
                <a:cs typeface="Arial" panose="020B0604020202020204" pitchFamily="34" charset="0"/>
              </a:rPr>
              <a:t>CHANGE   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51294F8E-EB9D-307A-4CDE-AC8644A35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735727"/>
            <a:ext cx="2743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4000" dirty="0">
                <a:solidFill>
                  <a:srgbClr val="FFFF00"/>
                </a:solidFill>
                <a:cs typeface="Arial" panose="020B0604020202020204" pitchFamily="34" charset="0"/>
              </a:rPr>
              <a:t>gender</a:t>
            </a: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B57B0A56-DE68-3D90-098C-CE46871C5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0384" y="4267200"/>
            <a:ext cx="28194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4000" dirty="0">
                <a:solidFill>
                  <a:srgbClr val="FFFF00"/>
                </a:solidFill>
                <a:cs typeface="Arial" panose="020B0604020202020204" pitchFamily="34" charset="0"/>
              </a:rPr>
              <a:t>Number</a:t>
            </a:r>
          </a:p>
        </p:txBody>
      </p:sp>
    </p:spTree>
    <p:extLst>
      <p:ext uri="{BB962C8B-B14F-4D97-AF65-F5344CB8AC3E}">
        <p14:creationId xmlns:p14="http://schemas.microsoft.com/office/powerpoint/2010/main" val="717178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19" name="Group 27">
            <a:extLst>
              <a:ext uri="{FF2B5EF4-FFF2-40B4-BE49-F238E27FC236}">
                <a16:creationId xmlns:a16="http://schemas.microsoft.com/office/drawing/2014/main" id="{EB0255AC-C422-5B44-11E6-35A12D008E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2416568"/>
              </p:ext>
            </p:extLst>
          </p:nvPr>
        </p:nvGraphicFramePr>
        <p:xfrm>
          <a:off x="1447800" y="1584325"/>
          <a:ext cx="8839200" cy="5029200"/>
        </p:xfrm>
        <a:graphic>
          <a:graphicData uri="http://schemas.openxmlformats.org/drawingml/2006/table">
            <a:tbl>
              <a:tblPr/>
              <a:tblGrid>
                <a:gridCol w="2697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5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92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MASCULINE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FEMININE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SINGULAR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2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PLURAL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236" name="Text Box 28">
            <a:extLst>
              <a:ext uri="{FF2B5EF4-FFF2-40B4-BE49-F238E27FC236}">
                <a16:creationId xmlns:a16="http://schemas.microsoft.com/office/drawing/2014/main" id="{F2DC93C5-E559-ADA9-BBCE-268191006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52401"/>
            <a:ext cx="91440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5000" dirty="0">
                <a:solidFill>
                  <a:schemeClr val="bg1"/>
                </a:solidFill>
                <a:cs typeface="Arial" panose="020B0604020202020204" pitchFamily="34" charset="0"/>
              </a:rPr>
              <a:t>Definite Articles: The</a:t>
            </a:r>
          </a:p>
        </p:txBody>
      </p:sp>
      <p:sp>
        <p:nvSpPr>
          <p:cNvPr id="8221" name="Text Box 29">
            <a:extLst>
              <a:ext uri="{FF2B5EF4-FFF2-40B4-BE49-F238E27FC236}">
                <a16:creationId xmlns:a16="http://schemas.microsoft.com/office/drawing/2014/main" id="{272297B2-17D0-DEF2-2D38-F00C55B9A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3397251"/>
            <a:ext cx="1219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4000">
                <a:solidFill>
                  <a:schemeClr val="bg1"/>
                </a:solidFill>
                <a:cs typeface="Arial" panose="020B0604020202020204" pitchFamily="34" charset="0"/>
              </a:rPr>
              <a:t>EL</a:t>
            </a:r>
          </a:p>
        </p:txBody>
      </p:sp>
      <p:sp>
        <p:nvSpPr>
          <p:cNvPr id="8222" name="Text Box 30">
            <a:extLst>
              <a:ext uri="{FF2B5EF4-FFF2-40B4-BE49-F238E27FC236}">
                <a16:creationId xmlns:a16="http://schemas.microsoft.com/office/drawing/2014/main" id="{D14A0D28-04F6-81EB-67F9-F529E822A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5013326"/>
            <a:ext cx="2057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4000">
                <a:solidFill>
                  <a:schemeClr val="bg1"/>
                </a:solidFill>
                <a:cs typeface="Arial" panose="020B0604020202020204" pitchFamily="34" charset="0"/>
              </a:rPr>
              <a:t>LOS</a:t>
            </a:r>
          </a:p>
        </p:txBody>
      </p:sp>
      <p:sp>
        <p:nvSpPr>
          <p:cNvPr id="8223" name="Text Box 31">
            <a:extLst>
              <a:ext uri="{FF2B5EF4-FFF2-40B4-BE49-F238E27FC236}">
                <a16:creationId xmlns:a16="http://schemas.microsoft.com/office/drawing/2014/main" id="{D5C85023-677D-F16C-79A6-98DC6AF8E0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3397251"/>
            <a:ext cx="1600200" cy="7016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</a:p>
        </p:txBody>
      </p:sp>
      <p:sp>
        <p:nvSpPr>
          <p:cNvPr id="8224" name="Text Box 32">
            <a:extLst>
              <a:ext uri="{FF2B5EF4-FFF2-40B4-BE49-F238E27FC236}">
                <a16:creationId xmlns:a16="http://schemas.microsoft.com/office/drawing/2014/main" id="{CFD06495-8AB7-13B6-F645-1CCB402131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5089526"/>
            <a:ext cx="1981200" cy="7016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21" grpId="0"/>
      <p:bldP spid="8222" grpId="0"/>
      <p:bldP spid="8223" grpId="0"/>
      <p:bldP spid="82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6F23E6-D5AD-3374-0E8B-EB5A0B80D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Let’s Practice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2CD5F4-2F97-79C2-E55D-3F3E01D86F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481138"/>
            <a:ext cx="10972800" cy="452596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4000" dirty="0">
                <a:sym typeface="Wingdings" panose="05000000000000000000" pitchFamily="2" charset="2"/>
              </a:rPr>
              <a:t>la galleta ________________</a:t>
            </a:r>
          </a:p>
          <a:p>
            <a:pPr eaLnBrk="1" hangingPunct="1">
              <a:buFontTx/>
              <a:buNone/>
            </a:pPr>
            <a:r>
              <a:rPr lang="en-US" altLang="en-US" sz="4000" dirty="0" err="1">
                <a:sym typeface="Wingdings" panose="05000000000000000000" pitchFamily="2" charset="2"/>
              </a:rPr>
              <a:t>el</a:t>
            </a:r>
            <a:r>
              <a:rPr lang="en-US" altLang="en-US" sz="4000" dirty="0">
                <a:sym typeface="Wingdings" panose="05000000000000000000" pitchFamily="2" charset="2"/>
              </a:rPr>
              <a:t> </a:t>
            </a:r>
            <a:r>
              <a:rPr lang="en-US" altLang="en-US" sz="4000" dirty="0" err="1">
                <a:sym typeface="Wingdings" panose="05000000000000000000" pitchFamily="2" charset="2"/>
              </a:rPr>
              <a:t>refresco</a:t>
            </a:r>
            <a:r>
              <a:rPr lang="en-US" altLang="en-US" sz="4000" dirty="0">
                <a:sym typeface="Wingdings" panose="05000000000000000000" pitchFamily="2" charset="2"/>
              </a:rPr>
              <a:t> 	 ________________</a:t>
            </a:r>
          </a:p>
          <a:p>
            <a:pPr eaLnBrk="1" hangingPunct="1">
              <a:buFontTx/>
              <a:buNone/>
            </a:pPr>
            <a:r>
              <a:rPr lang="en-US" altLang="en-US" sz="4000" dirty="0" err="1">
                <a:sym typeface="Wingdings" panose="05000000000000000000" pitchFamily="2" charset="2"/>
              </a:rPr>
              <a:t>el</a:t>
            </a:r>
            <a:r>
              <a:rPr lang="en-US" altLang="en-US" sz="4000" dirty="0">
                <a:sym typeface="Wingdings" panose="05000000000000000000" pitchFamily="2" charset="2"/>
              </a:rPr>
              <a:t> </a:t>
            </a:r>
            <a:r>
              <a:rPr lang="en-US" altLang="en-US" sz="4000" dirty="0" err="1">
                <a:sym typeface="Wingdings" panose="05000000000000000000" pitchFamily="2" charset="2"/>
              </a:rPr>
              <a:t>estudiante</a:t>
            </a:r>
            <a:r>
              <a:rPr lang="en-US" altLang="en-US" sz="4000" dirty="0">
                <a:sym typeface="Wingdings" panose="05000000000000000000" pitchFamily="2" charset="2"/>
              </a:rPr>
              <a:t> ________________</a:t>
            </a:r>
          </a:p>
          <a:p>
            <a:pPr eaLnBrk="1" hangingPunct="1">
              <a:buFontTx/>
              <a:buNone/>
            </a:pPr>
            <a:r>
              <a:rPr lang="en-US" altLang="en-US" sz="4000" dirty="0">
                <a:sym typeface="Wingdings" panose="05000000000000000000" pitchFamily="2" charset="2"/>
              </a:rPr>
              <a:t>la </a:t>
            </a:r>
            <a:r>
              <a:rPr lang="en-US" altLang="en-US" sz="4000" dirty="0" err="1">
                <a:sym typeface="Wingdings" panose="05000000000000000000" pitchFamily="2" charset="2"/>
              </a:rPr>
              <a:t>estudiante</a:t>
            </a:r>
            <a:r>
              <a:rPr lang="en-US" altLang="en-US" sz="4000" dirty="0">
                <a:sym typeface="Wingdings" panose="05000000000000000000" pitchFamily="2" charset="2"/>
              </a:rPr>
              <a:t> ________________</a:t>
            </a:r>
          </a:p>
          <a:p>
            <a:pPr eaLnBrk="1" hangingPunct="1">
              <a:buFontTx/>
              <a:buNone/>
            </a:pPr>
            <a:r>
              <a:rPr lang="en-US" altLang="en-US" sz="4000" dirty="0">
                <a:sym typeface="Wingdings" panose="05000000000000000000" pitchFamily="2" charset="2"/>
              </a:rPr>
              <a:t>la pizza	 ________________</a:t>
            </a:r>
          </a:p>
          <a:p>
            <a:pPr eaLnBrk="1" hangingPunct="1">
              <a:buFontTx/>
              <a:buNone/>
            </a:pPr>
            <a:endParaRPr lang="en-US" altLang="en-US" sz="4000" dirty="0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4247DDA5-C045-9EDA-6B88-55D5892D4E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1486135"/>
            <a:ext cx="23098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FFFF00"/>
                </a:solidFill>
                <a:cs typeface="Arial" panose="020B0604020202020204" pitchFamily="34" charset="0"/>
              </a:rPr>
              <a:t>las galletas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086D3E2F-EF78-FC08-2CF6-322BA683F9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230935"/>
            <a:ext cx="250741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 err="1">
                <a:solidFill>
                  <a:srgbClr val="FFFF00"/>
                </a:solidFill>
                <a:cs typeface="Arial" panose="020B0604020202020204" pitchFamily="34" charset="0"/>
              </a:rPr>
              <a:t>los</a:t>
            </a:r>
            <a:r>
              <a:rPr lang="en-US" altLang="en-US" dirty="0">
                <a:solidFill>
                  <a:srgbClr val="FFFF00"/>
                </a:solidFill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FFFF00"/>
                </a:solidFill>
                <a:cs typeface="Arial" panose="020B0604020202020204" pitchFamily="34" charset="0"/>
              </a:rPr>
              <a:t>refrescos</a:t>
            </a:r>
            <a:endParaRPr lang="en-US" altLang="en-US" dirty="0">
              <a:solidFill>
                <a:srgbClr val="FFFF00"/>
              </a:solidFill>
              <a:cs typeface="Arial" panose="020B0604020202020204" pitchFamily="34" charset="0"/>
            </a:endParaRP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83FA0B73-0AB6-6A4F-BA6A-41956536C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8687" y="2903091"/>
            <a:ext cx="291778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 err="1">
                <a:solidFill>
                  <a:srgbClr val="FFFF00"/>
                </a:solidFill>
                <a:cs typeface="Arial" panose="020B0604020202020204" pitchFamily="34" charset="0"/>
              </a:rPr>
              <a:t>los</a:t>
            </a:r>
            <a:r>
              <a:rPr lang="en-US" altLang="en-US" dirty="0">
                <a:solidFill>
                  <a:srgbClr val="FFFF00"/>
                </a:solidFill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FFFF00"/>
                </a:solidFill>
                <a:cs typeface="Arial" panose="020B0604020202020204" pitchFamily="34" charset="0"/>
              </a:rPr>
              <a:t>estudiantes</a:t>
            </a:r>
            <a:endParaRPr lang="en-US" altLang="en-US" dirty="0">
              <a:solidFill>
                <a:srgbClr val="FFFF00"/>
              </a:solidFill>
              <a:cs typeface="Arial" panose="020B0604020202020204" pitchFamily="34" charset="0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043B0EAD-642E-0C78-2D0A-BD2618C6E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4087" y="3560170"/>
            <a:ext cx="291778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FFFF00"/>
                </a:solidFill>
                <a:cs typeface="Arial" panose="020B0604020202020204" pitchFamily="34" charset="0"/>
              </a:rPr>
              <a:t>las </a:t>
            </a:r>
            <a:r>
              <a:rPr lang="en-US" altLang="en-US" dirty="0" err="1">
                <a:solidFill>
                  <a:srgbClr val="FFFF00"/>
                </a:solidFill>
                <a:cs typeface="Arial" panose="020B0604020202020204" pitchFamily="34" charset="0"/>
              </a:rPr>
              <a:t>estudiantes</a:t>
            </a:r>
            <a:endParaRPr lang="en-US" altLang="en-US" dirty="0">
              <a:solidFill>
                <a:srgbClr val="FFFF00"/>
              </a:solidFill>
              <a:cs typeface="Arial" panose="020B0604020202020204" pitchFamily="34" charset="0"/>
            </a:endParaRP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3823F721-622F-AEA7-BEC0-288ADCC59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4190441"/>
            <a:ext cx="20081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FFFF00"/>
                </a:solidFill>
                <a:cs typeface="Arial" panose="020B0604020202020204" pitchFamily="34" charset="0"/>
              </a:rPr>
              <a:t>las pizzas</a:t>
            </a:r>
          </a:p>
        </p:txBody>
      </p:sp>
    </p:spTree>
    <p:extLst>
      <p:ext uri="{BB962C8B-B14F-4D97-AF65-F5344CB8AC3E}">
        <p14:creationId xmlns:p14="http://schemas.microsoft.com/office/powerpoint/2010/main" val="52099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1B1204-5C5F-0CDB-31BD-0BD15BA40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Indefinite Article “A”/ “An”/”Some”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774E68B-3EBE-14CD-B2D7-5C37534328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95313" y="1676400"/>
            <a:ext cx="10972800" cy="5145088"/>
          </a:xfrm>
        </p:spPr>
        <p:txBody>
          <a:bodyPr/>
          <a:lstStyle/>
          <a:p>
            <a:pPr eaLnBrk="1" hangingPunct="1">
              <a:defRPr/>
            </a:pPr>
            <a:r>
              <a:rPr lang="en-US" sz="3800" dirty="0"/>
              <a:t>When we want to say ____, ____, or________ in Spanish, we use Indefinite Articles.</a:t>
            </a:r>
          </a:p>
          <a:p>
            <a:pPr marL="109220" indent="0" eaLnBrk="1" hangingPunct="1">
              <a:buNone/>
              <a:defRPr/>
            </a:pPr>
            <a:endParaRPr lang="en-US" sz="3800" dirty="0"/>
          </a:p>
          <a:p>
            <a:pPr eaLnBrk="1" hangingPunct="1">
              <a:defRPr/>
            </a:pPr>
            <a:r>
              <a:rPr lang="en-US" sz="3800" dirty="0"/>
              <a:t>Indefinite Articles  also ______________ according to the ___________ of the noun and according to __________ of the noun. 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9CCE2CEF-DB09-CB66-006D-C153BCE4E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570037"/>
            <a:ext cx="1143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4000" dirty="0">
                <a:solidFill>
                  <a:srgbClr val="FFFF00"/>
                </a:solidFill>
                <a:latin typeface="Kristen ITC" panose="03050502040202030202" pitchFamily="66" charset="0"/>
              </a:rPr>
              <a:t>“a”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E8CA26DA-2F1C-0D47-12EA-CE3B6C90FA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4642" y="1570038"/>
            <a:ext cx="1295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4000" dirty="0">
                <a:solidFill>
                  <a:srgbClr val="FFFF00"/>
                </a:solidFill>
                <a:latin typeface="Kristen ITC" panose="03050502040202030202" pitchFamily="66" charset="0"/>
              </a:rPr>
              <a:t>“an”</a:t>
            </a: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191DD04E-5C15-CD2A-6843-2E203F1FD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1462" y="1676400"/>
            <a:ext cx="2438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4000" dirty="0">
                <a:solidFill>
                  <a:srgbClr val="FFFF00"/>
                </a:solidFill>
                <a:latin typeface="Kristen ITC" panose="03050502040202030202" pitchFamily="66" charset="0"/>
              </a:rPr>
              <a:t>“some”</a:t>
            </a:r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5E059E89-074C-3651-7A60-79F556983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8177" y="3440906"/>
            <a:ext cx="3124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4000" dirty="0">
                <a:solidFill>
                  <a:srgbClr val="FFFF00"/>
                </a:solidFill>
                <a:latin typeface="Kristen ITC" panose="03050502040202030202" pitchFamily="66" charset="0"/>
              </a:rPr>
              <a:t>CHANGE</a:t>
            </a: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F6877156-8626-5DBD-32D0-3613AE294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9142" y="4057989"/>
            <a:ext cx="2743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4000" dirty="0">
                <a:solidFill>
                  <a:srgbClr val="FFFF00"/>
                </a:solidFill>
                <a:latin typeface="Kristen ITC" panose="03050502040202030202" pitchFamily="66" charset="0"/>
              </a:rPr>
              <a:t>gender</a:t>
            </a:r>
          </a:p>
        </p:txBody>
      </p:sp>
      <p:sp>
        <p:nvSpPr>
          <p:cNvPr id="14" name="Text Box 7">
            <a:extLst>
              <a:ext uri="{FF2B5EF4-FFF2-40B4-BE49-F238E27FC236}">
                <a16:creationId xmlns:a16="http://schemas.microsoft.com/office/drawing/2014/main" id="{C74EFA18-5DFE-8590-2C9E-683D69959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6142" y="4610099"/>
            <a:ext cx="2286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4000" dirty="0">
                <a:solidFill>
                  <a:srgbClr val="FFFF00"/>
                </a:solidFill>
                <a:latin typeface="Kristen ITC" panose="03050502040202030202" pitchFamily="66" charset="0"/>
              </a:rPr>
              <a:t>Number</a:t>
            </a:r>
          </a:p>
        </p:txBody>
      </p:sp>
    </p:spTree>
    <p:extLst>
      <p:ext uri="{BB962C8B-B14F-4D97-AF65-F5344CB8AC3E}">
        <p14:creationId xmlns:p14="http://schemas.microsoft.com/office/powerpoint/2010/main" val="511634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19" name="Group 27">
            <a:extLst>
              <a:ext uri="{FF2B5EF4-FFF2-40B4-BE49-F238E27FC236}">
                <a16:creationId xmlns:a16="http://schemas.microsoft.com/office/drawing/2014/main" id="{EB0255AC-C422-5B44-11E6-35A12D008E3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47800" y="1584325"/>
          <a:ext cx="8839200" cy="5029200"/>
        </p:xfrm>
        <a:graphic>
          <a:graphicData uri="http://schemas.openxmlformats.org/drawingml/2006/table">
            <a:tbl>
              <a:tblPr/>
              <a:tblGrid>
                <a:gridCol w="2697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5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92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MASCULINE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FEMININE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SINGULAR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2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PLURAL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236" name="Text Box 28">
            <a:extLst>
              <a:ext uri="{FF2B5EF4-FFF2-40B4-BE49-F238E27FC236}">
                <a16:creationId xmlns:a16="http://schemas.microsoft.com/office/drawing/2014/main" id="{F2DC93C5-E559-ADA9-BBCE-268191006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52401"/>
            <a:ext cx="91440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5000" dirty="0">
                <a:solidFill>
                  <a:schemeClr val="bg1"/>
                </a:solidFill>
                <a:cs typeface="Arial" panose="020B0604020202020204" pitchFamily="34" charset="0"/>
              </a:rPr>
              <a:t>Indefinite Articles: a/an/some</a:t>
            </a:r>
          </a:p>
        </p:txBody>
      </p:sp>
      <p:sp>
        <p:nvSpPr>
          <p:cNvPr id="8221" name="Text Box 29">
            <a:extLst>
              <a:ext uri="{FF2B5EF4-FFF2-40B4-BE49-F238E27FC236}">
                <a16:creationId xmlns:a16="http://schemas.microsoft.com/office/drawing/2014/main" id="{272297B2-17D0-DEF2-2D38-F00C55B9A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3397251"/>
            <a:ext cx="1219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cs typeface="Arial" panose="020B0604020202020204" pitchFamily="34" charset="0"/>
              </a:rPr>
              <a:t>UN</a:t>
            </a:r>
          </a:p>
        </p:txBody>
      </p:sp>
      <p:sp>
        <p:nvSpPr>
          <p:cNvPr id="8222" name="Text Box 30">
            <a:extLst>
              <a:ext uri="{FF2B5EF4-FFF2-40B4-BE49-F238E27FC236}">
                <a16:creationId xmlns:a16="http://schemas.microsoft.com/office/drawing/2014/main" id="{D14A0D28-04F6-81EB-67F9-F529E822A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5013326"/>
            <a:ext cx="2057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cs typeface="Arial" panose="020B0604020202020204" pitchFamily="34" charset="0"/>
              </a:rPr>
              <a:t>UNOS</a:t>
            </a:r>
          </a:p>
        </p:txBody>
      </p:sp>
      <p:sp>
        <p:nvSpPr>
          <p:cNvPr id="8223" name="Text Box 31">
            <a:extLst>
              <a:ext uri="{FF2B5EF4-FFF2-40B4-BE49-F238E27FC236}">
                <a16:creationId xmlns:a16="http://schemas.microsoft.com/office/drawing/2014/main" id="{D5C85023-677D-F16C-79A6-98DC6AF8E0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3397251"/>
            <a:ext cx="1600200" cy="7016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</a:p>
        </p:txBody>
      </p:sp>
      <p:sp>
        <p:nvSpPr>
          <p:cNvPr id="8224" name="Text Box 32">
            <a:extLst>
              <a:ext uri="{FF2B5EF4-FFF2-40B4-BE49-F238E27FC236}">
                <a16:creationId xmlns:a16="http://schemas.microsoft.com/office/drawing/2014/main" id="{CFD06495-8AB7-13B6-F645-1CCB402131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5089526"/>
            <a:ext cx="1981200" cy="7016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UNAS</a:t>
            </a:r>
          </a:p>
        </p:txBody>
      </p:sp>
    </p:spTree>
    <p:extLst>
      <p:ext uri="{BB962C8B-B14F-4D97-AF65-F5344CB8AC3E}">
        <p14:creationId xmlns:p14="http://schemas.microsoft.com/office/powerpoint/2010/main" val="4224393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21" grpId="0"/>
      <p:bldP spid="8222" grpId="0"/>
      <p:bldP spid="8223" grpId="0"/>
      <p:bldP spid="82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53B74CB-AB05-F21F-F338-C936FA641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Let’s Practice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3DF43F-5129-5B91-91F2-6B1EC2C135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481138"/>
            <a:ext cx="10972800" cy="452596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4000" dirty="0">
                <a:sym typeface="Wingdings" panose="05000000000000000000" pitchFamily="2" charset="2"/>
              </a:rPr>
              <a:t>un amigo		 	________________</a:t>
            </a:r>
          </a:p>
          <a:p>
            <a:pPr eaLnBrk="1" hangingPunct="1">
              <a:buFontTx/>
              <a:buNone/>
            </a:pPr>
            <a:r>
              <a:rPr lang="en-US" altLang="en-US" sz="4000" dirty="0" err="1">
                <a:sym typeface="Wingdings" panose="05000000000000000000" pitchFamily="2" charset="2"/>
              </a:rPr>
              <a:t>una</a:t>
            </a:r>
            <a:r>
              <a:rPr lang="en-US" altLang="en-US" sz="4000" dirty="0">
                <a:sym typeface="Wingdings" panose="05000000000000000000" pitchFamily="2" charset="2"/>
              </a:rPr>
              <a:t> amiga 	 	________________</a:t>
            </a:r>
          </a:p>
          <a:p>
            <a:pPr eaLnBrk="1" hangingPunct="1">
              <a:buFontTx/>
              <a:buNone/>
            </a:pPr>
            <a:r>
              <a:rPr lang="en-US" altLang="en-US" sz="4000" dirty="0">
                <a:sym typeface="Wingdings" panose="05000000000000000000" pitchFamily="2" charset="2"/>
              </a:rPr>
              <a:t>un </a:t>
            </a:r>
            <a:r>
              <a:rPr lang="en-US" altLang="en-US" sz="4000" dirty="0" err="1">
                <a:sym typeface="Wingdings" panose="05000000000000000000" pitchFamily="2" charset="2"/>
              </a:rPr>
              <a:t>deporte</a:t>
            </a:r>
            <a:r>
              <a:rPr lang="en-US" altLang="en-US" sz="4000" dirty="0">
                <a:sym typeface="Wingdings" panose="05000000000000000000" pitchFamily="2" charset="2"/>
              </a:rPr>
              <a:t> 		________________</a:t>
            </a:r>
          </a:p>
          <a:p>
            <a:pPr eaLnBrk="1" hangingPunct="1">
              <a:buFontTx/>
              <a:buNone/>
            </a:pPr>
            <a:r>
              <a:rPr lang="en-US" altLang="en-US" sz="4000" dirty="0">
                <a:sym typeface="Wingdings" panose="05000000000000000000" pitchFamily="2" charset="2"/>
              </a:rPr>
              <a:t>un  sombrero 	________________</a:t>
            </a:r>
          </a:p>
          <a:p>
            <a:pPr eaLnBrk="1" hangingPunct="1">
              <a:buFontTx/>
              <a:buNone/>
            </a:pPr>
            <a:r>
              <a:rPr lang="en-US" altLang="en-US" sz="4000" dirty="0" err="1">
                <a:sym typeface="Wingdings" panose="05000000000000000000" pitchFamily="2" charset="2"/>
              </a:rPr>
              <a:t>una</a:t>
            </a:r>
            <a:r>
              <a:rPr lang="en-US" altLang="en-US" sz="4000" dirty="0">
                <a:sym typeface="Wingdings" panose="05000000000000000000" pitchFamily="2" charset="2"/>
              </a:rPr>
              <a:t> pizza		 ________________</a:t>
            </a:r>
          </a:p>
          <a:p>
            <a:pPr eaLnBrk="1" hangingPunct="1">
              <a:buFontTx/>
              <a:buNone/>
            </a:pPr>
            <a:r>
              <a:rPr lang="en-US" altLang="en-US" sz="4000" dirty="0" err="1">
                <a:sym typeface="Wingdings" panose="05000000000000000000" pitchFamily="2" charset="2"/>
              </a:rPr>
              <a:t>una</a:t>
            </a:r>
            <a:r>
              <a:rPr lang="en-US" altLang="en-US" sz="4000" dirty="0">
                <a:sym typeface="Wingdings" panose="05000000000000000000" pitchFamily="2" charset="2"/>
              </a:rPr>
              <a:t> fiesta 		________________</a:t>
            </a:r>
          </a:p>
          <a:p>
            <a:pPr eaLnBrk="1" hangingPunct="1">
              <a:buFontTx/>
              <a:buNone/>
            </a:pPr>
            <a:endParaRPr lang="en-US" altLang="en-US" sz="4000" dirty="0">
              <a:sym typeface="Wingdings" panose="05000000000000000000" pitchFamily="2" charset="2"/>
            </a:endParaRPr>
          </a:p>
          <a:p>
            <a:pPr eaLnBrk="1" hangingPunct="1">
              <a:buFontTx/>
              <a:buNone/>
            </a:pPr>
            <a:endParaRPr lang="en-US" altLang="en-US" sz="4000" dirty="0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ABDF2F7C-515A-553A-24C3-104724422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6600" y="1481138"/>
            <a:ext cx="25638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 err="1">
                <a:solidFill>
                  <a:srgbClr val="FFFF00"/>
                </a:solidFill>
                <a:latin typeface="Kristen ITC" panose="03050502040202030202" pitchFamily="66" charset="0"/>
              </a:rPr>
              <a:t>unos</a:t>
            </a:r>
            <a:r>
              <a:rPr lang="en-US" altLang="en-US" dirty="0">
                <a:solidFill>
                  <a:srgbClr val="FFFF00"/>
                </a:solidFill>
                <a:latin typeface="Kristen ITC" panose="03050502040202030202" pitchFamily="66" charset="0"/>
              </a:rPr>
              <a:t> amigos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0E5DE32F-6530-0DA9-08F1-4DB069EE2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2308089"/>
            <a:ext cx="25130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 err="1">
                <a:solidFill>
                  <a:srgbClr val="FFFF00"/>
                </a:solidFill>
                <a:latin typeface="Kristen ITC" panose="03050502040202030202" pitchFamily="66" charset="0"/>
              </a:rPr>
              <a:t>unas</a:t>
            </a:r>
            <a:r>
              <a:rPr lang="en-US" altLang="en-US" dirty="0">
                <a:solidFill>
                  <a:srgbClr val="FFFF00"/>
                </a:solidFill>
                <a:latin typeface="Kristen ITC" panose="03050502040202030202" pitchFamily="66" charset="0"/>
              </a:rPr>
              <a:t> amigas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011D2EB3-9D36-81C1-1464-98DE3E259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2906123"/>
            <a:ext cx="30099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 err="1">
                <a:solidFill>
                  <a:srgbClr val="FFFF00"/>
                </a:solidFill>
                <a:latin typeface="Kristen ITC" panose="03050502040202030202" pitchFamily="66" charset="0"/>
              </a:rPr>
              <a:t>unos</a:t>
            </a:r>
            <a:r>
              <a:rPr lang="en-US" altLang="en-US" dirty="0">
                <a:solidFill>
                  <a:srgbClr val="FFFF00"/>
                </a:solidFill>
                <a:latin typeface="Kristen ITC" panose="03050502040202030202" pitchFamily="66" charset="0"/>
              </a:rPr>
              <a:t> </a:t>
            </a:r>
            <a:r>
              <a:rPr lang="en-US" altLang="en-US" dirty="0" err="1">
                <a:solidFill>
                  <a:srgbClr val="FFFF00"/>
                </a:solidFill>
                <a:latin typeface="Kristen ITC" panose="03050502040202030202" pitchFamily="66" charset="0"/>
              </a:rPr>
              <a:t>deportes</a:t>
            </a:r>
            <a:endParaRPr lang="en-US" altLang="en-US" dirty="0">
              <a:solidFill>
                <a:srgbClr val="FFFF00"/>
              </a:solidFill>
              <a:latin typeface="Kristen ITC" panose="03050502040202030202" pitchFamily="66" charset="0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6FB9F6B0-7CA9-C4D8-C442-C31A44E2E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0081" y="3482794"/>
            <a:ext cx="32845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 err="1">
                <a:solidFill>
                  <a:srgbClr val="FFFF00"/>
                </a:solidFill>
                <a:latin typeface="Kristen ITC" panose="03050502040202030202" pitchFamily="66" charset="0"/>
              </a:rPr>
              <a:t>unos</a:t>
            </a:r>
            <a:r>
              <a:rPr lang="en-US" altLang="en-US" dirty="0">
                <a:solidFill>
                  <a:srgbClr val="FFFF00"/>
                </a:solidFill>
                <a:latin typeface="Kristen ITC" panose="03050502040202030202" pitchFamily="66" charset="0"/>
              </a:rPr>
              <a:t> sombreros</a:t>
            </a: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DA8B444C-4AD7-1813-4377-816937237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6600" y="4219576"/>
            <a:ext cx="24034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 err="1">
                <a:solidFill>
                  <a:srgbClr val="FFFF00"/>
                </a:solidFill>
                <a:latin typeface="Kristen ITC" panose="03050502040202030202" pitchFamily="66" charset="0"/>
              </a:rPr>
              <a:t>unas</a:t>
            </a:r>
            <a:r>
              <a:rPr lang="en-US" altLang="en-US" dirty="0">
                <a:solidFill>
                  <a:srgbClr val="FFFF00"/>
                </a:solidFill>
                <a:latin typeface="Kristen ITC" panose="03050502040202030202" pitchFamily="66" charset="0"/>
              </a:rPr>
              <a:t> pizzas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EB909E8B-F2CA-34C9-9C59-6D309D7B3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9652" y="4854395"/>
            <a:ext cx="2546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 err="1">
                <a:solidFill>
                  <a:srgbClr val="FFFF00"/>
                </a:solidFill>
                <a:latin typeface="Kristen ITC" panose="03050502040202030202" pitchFamily="66" charset="0"/>
              </a:rPr>
              <a:t>unas</a:t>
            </a:r>
            <a:r>
              <a:rPr lang="en-US" altLang="en-US" dirty="0">
                <a:solidFill>
                  <a:srgbClr val="FFFF00"/>
                </a:solidFill>
                <a:latin typeface="Kristen ITC" panose="03050502040202030202" pitchFamily="66" charset="0"/>
              </a:rPr>
              <a:t> fiestas</a:t>
            </a:r>
          </a:p>
        </p:txBody>
      </p:sp>
    </p:spTree>
    <p:extLst>
      <p:ext uri="{BB962C8B-B14F-4D97-AF65-F5344CB8AC3E}">
        <p14:creationId xmlns:p14="http://schemas.microsoft.com/office/powerpoint/2010/main" val="488990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sz="3200" dirty="0"/>
              <a:t>Noun and Article </a:t>
            </a:r>
          </a:p>
          <a:p>
            <a:r>
              <a:rPr lang="en-IN" altLang="en-US" sz="3200" dirty="0"/>
              <a:t>Masculine and Feminine Noun </a:t>
            </a:r>
          </a:p>
          <a:p>
            <a:r>
              <a:rPr lang="en-IN" altLang="en-US" sz="3200" dirty="0"/>
              <a:t>Singular and Plural Noun </a:t>
            </a:r>
          </a:p>
          <a:p>
            <a:r>
              <a:rPr lang="en-IN" altLang="en-US" sz="3200" dirty="0"/>
              <a:t>Definite Article “THE”</a:t>
            </a:r>
          </a:p>
          <a:p>
            <a:r>
              <a:rPr lang="en-IN" altLang="en-US" sz="3200" dirty="0"/>
              <a:t>Indefinite Article “A”, “An”, “The”</a:t>
            </a:r>
          </a:p>
          <a:p>
            <a:endParaRPr lang="en-IN" altLang="en-US" sz="3200" dirty="0"/>
          </a:p>
          <a:p>
            <a:pPr marL="109220" indent="0">
              <a:buNone/>
            </a:pPr>
            <a:endParaRPr lang="en-IN" altLang="en-US" sz="3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4000" dirty="0"/>
              <a:t>Summary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2" grpId="1" build="p"/>
      <p:bldP spid="3" grpId="0"/>
      <p:bldP spid="3" grpId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2861</TotalTime>
  <Words>472</Words>
  <Application>Microsoft Office PowerPoint</Application>
  <PresentationFormat>Widescreen</PresentationFormat>
  <Paragraphs>122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Arial Black</vt:lpstr>
      <vt:lpstr>Calibri</vt:lpstr>
      <vt:lpstr>Kristen ITC</vt:lpstr>
      <vt:lpstr>Lucida Sans Unicode</vt:lpstr>
      <vt:lpstr>Verdana</vt:lpstr>
      <vt:lpstr>Wingdings</vt:lpstr>
      <vt:lpstr>Wingdings 2</vt:lpstr>
      <vt:lpstr>Wingdings 3</vt:lpstr>
      <vt:lpstr>Concourse</vt:lpstr>
      <vt:lpstr>Spanish I</vt:lpstr>
      <vt:lpstr>Definite and Indefinite Articles</vt:lpstr>
      <vt:lpstr> Noun and Article</vt:lpstr>
      <vt:lpstr> Masculine and Feminine Nouns </vt:lpstr>
      <vt:lpstr>Singular and Plural Nouns </vt:lpstr>
      <vt:lpstr>Singular to Plural </vt:lpstr>
      <vt:lpstr>  Let’s Practice</vt:lpstr>
      <vt:lpstr>Definite Article “THE”</vt:lpstr>
      <vt:lpstr>PowerPoint Presentation</vt:lpstr>
      <vt:lpstr> Let’s Practice </vt:lpstr>
      <vt:lpstr>Indefinite Article “A”/ “An”/”Some”</vt:lpstr>
      <vt:lpstr>PowerPoint Presentation</vt:lpstr>
      <vt:lpstr>Let’s Practice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Subject pronouns</dc:title>
  <dc:creator>Shilpi Gupta</dc:creator>
  <cp:lastModifiedBy>shilpi gupta</cp:lastModifiedBy>
  <cp:revision>150</cp:revision>
  <dcterms:created xsi:type="dcterms:W3CDTF">2007-10-19T05:42:00Z</dcterms:created>
  <dcterms:modified xsi:type="dcterms:W3CDTF">2024-06-06T16:43:44Z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23D8D464D3DE4274B7E58EBE81E74B16_13</vt:lpwstr>
  </property>
  <property fmtid="{D5CDD505-2E9C-101B-9397-08002B2CF9AE}" pid="3" name="KSOProductBuildVer">
    <vt:lpwstr>1033-12.2.0.13472</vt:lpwstr>
  </property>
</Properties>
</file>