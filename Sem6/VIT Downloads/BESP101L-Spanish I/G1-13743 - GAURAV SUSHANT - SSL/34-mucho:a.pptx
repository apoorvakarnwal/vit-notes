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4" r:id="rId2"/>
    <p:sldId id="303" r:id="rId3"/>
    <p:sldId id="370" r:id="rId4"/>
    <p:sldId id="371" r:id="rId5"/>
    <p:sldId id="372" r:id="rId6"/>
    <p:sldId id="373" r:id="rId7"/>
    <p:sldId id="374" r:id="rId8"/>
    <p:sldId id="375" r:id="rId9"/>
    <p:sldId id="376" r:id="rId10"/>
    <p:sldId id="377" r:id="rId11"/>
    <p:sldId id="378" r:id="rId12"/>
    <p:sldId id="302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27A20-24B9-4086-8CC6-0291D19E5606}" v="546" dt="2024-06-07T11:17:50.9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71" d="100"/>
          <a:sy n="71" d="100"/>
        </p:scale>
        <p:origin x="78" y="264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7A827A20-24B9-4086-8CC6-0291D19E5606}"/>
    <pc:docChg chg="undo custSel addSld delSld modSld">
      <pc:chgData name="Dr Gaurav Sushant" userId="ea0695df9e5e2b13" providerId="LiveId" clId="{7A827A20-24B9-4086-8CC6-0291D19E5606}" dt="2024-06-07T11:17:50.970" v="4095"/>
      <pc:docMkLst>
        <pc:docMk/>
      </pc:docMkLst>
      <pc:sldChg chg="modSp modAnim">
        <pc:chgData name="Dr Gaurav Sushant" userId="ea0695df9e5e2b13" providerId="LiveId" clId="{7A827A20-24B9-4086-8CC6-0291D19E5606}" dt="2024-06-07T11:10:11.549" v="4021"/>
        <pc:sldMkLst>
          <pc:docMk/>
          <pc:sldMk cId="0" sldId="302"/>
        </pc:sldMkLst>
        <pc:spChg chg="mod">
          <ac:chgData name="Dr Gaurav Sushant" userId="ea0695df9e5e2b13" providerId="LiveId" clId="{7A827A20-24B9-4086-8CC6-0291D19E5606}" dt="2024-06-07T11:10:11.549" v="4021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Dr Gaurav Sushant" userId="ea0695df9e5e2b13" providerId="LiveId" clId="{7A827A20-24B9-4086-8CC6-0291D19E5606}" dt="2024-06-07T11:10:56.056" v="4024"/>
        <pc:sldMkLst>
          <pc:docMk/>
          <pc:sldMk cId="0" sldId="303"/>
        </pc:sldMkLst>
        <pc:spChg chg="mod">
          <ac:chgData name="Dr Gaurav Sushant" userId="ea0695df9e5e2b13" providerId="LiveId" clId="{7A827A20-24B9-4086-8CC6-0291D19E5606}" dt="2024-06-07T08:45:36.547" v="411" actId="20577"/>
          <ac:spMkLst>
            <pc:docMk/>
            <pc:sldMk cId="0" sldId="303"/>
            <ac:spMk id="7" creationId="{AE87CECB-4801-2364-ECAB-68175AE88445}"/>
          </ac:spMkLst>
        </pc:spChg>
        <pc:spChg chg="mod">
          <ac:chgData name="Dr Gaurav Sushant" userId="ea0695df9e5e2b13" providerId="LiveId" clId="{7A827A20-24B9-4086-8CC6-0291D19E5606}" dt="2024-06-07T08:40:22.490" v="17" actId="20577"/>
          <ac:spMkLst>
            <pc:docMk/>
            <pc:sldMk cId="0" sldId="303"/>
            <ac:spMk id="8" creationId="{8E26C679-F134-87CD-D9CC-F7800E55428A}"/>
          </ac:spMkLst>
        </pc:spChg>
      </pc:sldChg>
      <pc:sldChg chg="modSp">
        <pc:chgData name="Dr Gaurav Sushant" userId="ea0695df9e5e2b13" providerId="LiveId" clId="{7A827A20-24B9-4086-8CC6-0291D19E5606}" dt="2024-06-07T08:37:27.340" v="1" actId="20577"/>
        <pc:sldMkLst>
          <pc:docMk/>
          <pc:sldMk cId="0" sldId="304"/>
        </pc:sldMkLst>
        <pc:spChg chg="mod">
          <ac:chgData name="Dr Gaurav Sushant" userId="ea0695df9e5e2b13" providerId="LiveId" clId="{7A827A20-24B9-4086-8CC6-0291D19E5606}" dt="2024-06-07T08:37:27.340" v="1" actId="20577"/>
          <ac:spMkLst>
            <pc:docMk/>
            <pc:sldMk cId="0" sldId="304"/>
            <ac:spMk id="31" creationId="{5E1E1F2E-2113-7722-B971-979D891361F3}"/>
          </ac:spMkLst>
        </pc:spChg>
      </pc:sldChg>
      <pc:sldChg chg="del">
        <pc:chgData name="Dr Gaurav Sushant" userId="ea0695df9e5e2b13" providerId="LiveId" clId="{7A827A20-24B9-4086-8CC6-0291D19E5606}" dt="2024-06-07T09:52:19.458" v="2554" actId="47"/>
        <pc:sldMkLst>
          <pc:docMk/>
          <pc:sldMk cId="3672544754" sldId="351"/>
        </pc:sldMkLst>
      </pc:sldChg>
      <pc:sldChg chg="add del">
        <pc:chgData name="Dr Gaurav Sushant" userId="ea0695df9e5e2b13" providerId="LiveId" clId="{7A827A20-24B9-4086-8CC6-0291D19E5606}" dt="2024-06-07T09:52:42.505" v="2557" actId="47"/>
        <pc:sldMkLst>
          <pc:docMk/>
          <pc:sldMk cId="1266365771" sldId="352"/>
        </pc:sldMkLst>
      </pc:sldChg>
      <pc:sldChg chg="del">
        <pc:chgData name="Dr Gaurav Sushant" userId="ea0695df9e5e2b13" providerId="LiveId" clId="{7A827A20-24B9-4086-8CC6-0291D19E5606}" dt="2024-06-07T09:53:18.437" v="2572" actId="47"/>
        <pc:sldMkLst>
          <pc:docMk/>
          <pc:sldMk cId="3536950402" sldId="353"/>
        </pc:sldMkLst>
      </pc:sldChg>
      <pc:sldChg chg="del">
        <pc:chgData name="Dr Gaurav Sushant" userId="ea0695df9e5e2b13" providerId="LiveId" clId="{7A827A20-24B9-4086-8CC6-0291D19E5606}" dt="2024-06-07T09:53:20.559" v="2573" actId="47"/>
        <pc:sldMkLst>
          <pc:docMk/>
          <pc:sldMk cId="1232840203" sldId="354"/>
        </pc:sldMkLst>
      </pc:sldChg>
      <pc:sldChg chg="del">
        <pc:chgData name="Dr Gaurav Sushant" userId="ea0695df9e5e2b13" providerId="LiveId" clId="{7A827A20-24B9-4086-8CC6-0291D19E5606}" dt="2024-06-07T09:52:45.406" v="2558" actId="47"/>
        <pc:sldMkLst>
          <pc:docMk/>
          <pc:sldMk cId="4226129134" sldId="355"/>
        </pc:sldMkLst>
      </pc:sldChg>
      <pc:sldChg chg="del">
        <pc:chgData name="Dr Gaurav Sushant" userId="ea0695df9e5e2b13" providerId="LiveId" clId="{7A827A20-24B9-4086-8CC6-0291D19E5606}" dt="2024-06-07T09:52:48.358" v="2559" actId="47"/>
        <pc:sldMkLst>
          <pc:docMk/>
          <pc:sldMk cId="3447072548" sldId="356"/>
        </pc:sldMkLst>
      </pc:sldChg>
      <pc:sldChg chg="del">
        <pc:chgData name="Dr Gaurav Sushant" userId="ea0695df9e5e2b13" providerId="LiveId" clId="{7A827A20-24B9-4086-8CC6-0291D19E5606}" dt="2024-06-07T09:53:05.497" v="2567" actId="47"/>
        <pc:sldMkLst>
          <pc:docMk/>
          <pc:sldMk cId="1204383058" sldId="357"/>
        </pc:sldMkLst>
      </pc:sldChg>
      <pc:sldChg chg="del">
        <pc:chgData name="Dr Gaurav Sushant" userId="ea0695df9e5e2b13" providerId="LiveId" clId="{7A827A20-24B9-4086-8CC6-0291D19E5606}" dt="2024-06-07T09:52:51.953" v="2560" actId="47"/>
        <pc:sldMkLst>
          <pc:docMk/>
          <pc:sldMk cId="3897733702" sldId="358"/>
        </pc:sldMkLst>
      </pc:sldChg>
      <pc:sldChg chg="del">
        <pc:chgData name="Dr Gaurav Sushant" userId="ea0695df9e5e2b13" providerId="LiveId" clId="{7A827A20-24B9-4086-8CC6-0291D19E5606}" dt="2024-06-07T09:52:53.402" v="2561" actId="47"/>
        <pc:sldMkLst>
          <pc:docMk/>
          <pc:sldMk cId="1897960248" sldId="359"/>
        </pc:sldMkLst>
      </pc:sldChg>
      <pc:sldChg chg="del">
        <pc:chgData name="Dr Gaurav Sushant" userId="ea0695df9e5e2b13" providerId="LiveId" clId="{7A827A20-24B9-4086-8CC6-0291D19E5606}" dt="2024-06-07T09:52:54.384" v="2562" actId="47"/>
        <pc:sldMkLst>
          <pc:docMk/>
          <pc:sldMk cId="1397352763" sldId="360"/>
        </pc:sldMkLst>
      </pc:sldChg>
      <pc:sldChg chg="del">
        <pc:chgData name="Dr Gaurav Sushant" userId="ea0695df9e5e2b13" providerId="LiveId" clId="{7A827A20-24B9-4086-8CC6-0291D19E5606}" dt="2024-06-07T09:52:55.408" v="2563" actId="47"/>
        <pc:sldMkLst>
          <pc:docMk/>
          <pc:sldMk cId="689642460" sldId="361"/>
        </pc:sldMkLst>
      </pc:sldChg>
      <pc:sldChg chg="del">
        <pc:chgData name="Dr Gaurav Sushant" userId="ea0695df9e5e2b13" providerId="LiveId" clId="{7A827A20-24B9-4086-8CC6-0291D19E5606}" dt="2024-06-07T09:52:57.560" v="2564" actId="47"/>
        <pc:sldMkLst>
          <pc:docMk/>
          <pc:sldMk cId="1561782671" sldId="362"/>
        </pc:sldMkLst>
      </pc:sldChg>
      <pc:sldChg chg="del">
        <pc:chgData name="Dr Gaurav Sushant" userId="ea0695df9e5e2b13" providerId="LiveId" clId="{7A827A20-24B9-4086-8CC6-0291D19E5606}" dt="2024-06-07T09:53:00.135" v="2565" actId="47"/>
        <pc:sldMkLst>
          <pc:docMk/>
          <pc:sldMk cId="1933341508" sldId="363"/>
        </pc:sldMkLst>
      </pc:sldChg>
      <pc:sldChg chg="del">
        <pc:chgData name="Dr Gaurav Sushant" userId="ea0695df9e5e2b13" providerId="LiveId" clId="{7A827A20-24B9-4086-8CC6-0291D19E5606}" dt="2024-06-07T09:53:02.303" v="2566" actId="47"/>
        <pc:sldMkLst>
          <pc:docMk/>
          <pc:sldMk cId="2548431307" sldId="364"/>
        </pc:sldMkLst>
      </pc:sldChg>
      <pc:sldChg chg="del">
        <pc:chgData name="Dr Gaurav Sushant" userId="ea0695df9e5e2b13" providerId="LiveId" clId="{7A827A20-24B9-4086-8CC6-0291D19E5606}" dt="2024-06-07T09:53:08.943" v="2568" actId="47"/>
        <pc:sldMkLst>
          <pc:docMk/>
          <pc:sldMk cId="2374061870" sldId="365"/>
        </pc:sldMkLst>
      </pc:sldChg>
      <pc:sldChg chg="del">
        <pc:chgData name="Dr Gaurav Sushant" userId="ea0695df9e5e2b13" providerId="LiveId" clId="{7A827A20-24B9-4086-8CC6-0291D19E5606}" dt="2024-06-07T09:53:11.842" v="2569" actId="47"/>
        <pc:sldMkLst>
          <pc:docMk/>
          <pc:sldMk cId="3404850318" sldId="366"/>
        </pc:sldMkLst>
      </pc:sldChg>
      <pc:sldChg chg="del">
        <pc:chgData name="Dr Gaurav Sushant" userId="ea0695df9e5e2b13" providerId="LiveId" clId="{7A827A20-24B9-4086-8CC6-0291D19E5606}" dt="2024-06-07T09:53:15.410" v="2570" actId="47"/>
        <pc:sldMkLst>
          <pc:docMk/>
          <pc:sldMk cId="424831330" sldId="367"/>
        </pc:sldMkLst>
      </pc:sldChg>
      <pc:sldChg chg="del">
        <pc:chgData name="Dr Gaurav Sushant" userId="ea0695df9e5e2b13" providerId="LiveId" clId="{7A827A20-24B9-4086-8CC6-0291D19E5606}" dt="2024-06-07T09:53:16.836" v="2571" actId="47"/>
        <pc:sldMkLst>
          <pc:docMk/>
          <pc:sldMk cId="692486047" sldId="368"/>
        </pc:sldMkLst>
      </pc:sldChg>
      <pc:sldChg chg="del">
        <pc:chgData name="Dr Gaurav Sushant" userId="ea0695df9e5e2b13" providerId="LiveId" clId="{7A827A20-24B9-4086-8CC6-0291D19E5606}" dt="2024-06-07T09:53:22.471" v="2574" actId="47"/>
        <pc:sldMkLst>
          <pc:docMk/>
          <pc:sldMk cId="2966313990" sldId="369"/>
        </pc:sldMkLst>
      </pc:sldChg>
      <pc:sldChg chg="addSp modSp new mod modAnim">
        <pc:chgData name="Dr Gaurav Sushant" userId="ea0695df9e5e2b13" providerId="LiveId" clId="{7A827A20-24B9-4086-8CC6-0291D19E5606}" dt="2024-06-07T11:17:50.970" v="4095"/>
        <pc:sldMkLst>
          <pc:docMk/>
          <pc:sldMk cId="1713656947" sldId="370"/>
        </pc:sldMkLst>
        <pc:spChg chg="mod">
          <ac:chgData name="Dr Gaurav Sushant" userId="ea0695df9e5e2b13" providerId="LiveId" clId="{7A827A20-24B9-4086-8CC6-0291D19E5606}" dt="2024-06-07T08:57:32.180" v="973" actId="20577"/>
          <ac:spMkLst>
            <pc:docMk/>
            <pc:sldMk cId="1713656947" sldId="370"/>
            <ac:spMk id="2" creationId="{DDCAD5EC-1F9B-625A-2B36-B3C5A5EFA7C8}"/>
          </ac:spMkLst>
        </pc:spChg>
        <pc:spChg chg="mod">
          <ac:chgData name="Dr Gaurav Sushant" userId="ea0695df9e5e2b13" providerId="LiveId" clId="{7A827A20-24B9-4086-8CC6-0291D19E5606}" dt="2024-06-07T08:49:18.609" v="557" actId="14100"/>
          <ac:spMkLst>
            <pc:docMk/>
            <pc:sldMk cId="1713656947" sldId="370"/>
            <ac:spMk id="3" creationId="{43258F98-26B1-46B5-6B68-9974672379B3}"/>
          </ac:spMkLst>
        </pc:spChg>
        <pc:graphicFrameChg chg="add mod modGraphic">
          <ac:chgData name="Dr Gaurav Sushant" userId="ea0695df9e5e2b13" providerId="LiveId" clId="{7A827A20-24B9-4086-8CC6-0291D19E5606}" dt="2024-06-07T09:15:13.252" v="1583" actId="1076"/>
          <ac:graphicFrameMkLst>
            <pc:docMk/>
            <pc:sldMk cId="1713656947" sldId="370"/>
            <ac:graphicFrameMk id="4" creationId="{8DE57C4A-6C9D-D03B-1CB4-5837B949F94C}"/>
          </ac:graphicFrameMkLst>
        </pc:graphicFrameChg>
      </pc:sldChg>
      <pc:sldChg chg="modSp new mod modAnim">
        <pc:chgData name="Dr Gaurav Sushant" userId="ea0695df9e5e2b13" providerId="LiveId" clId="{7A827A20-24B9-4086-8CC6-0291D19E5606}" dt="2024-06-07T11:11:19.120" v="4028"/>
        <pc:sldMkLst>
          <pc:docMk/>
          <pc:sldMk cId="552330087" sldId="371"/>
        </pc:sldMkLst>
        <pc:spChg chg="mod">
          <ac:chgData name="Dr Gaurav Sushant" userId="ea0695df9e5e2b13" providerId="LiveId" clId="{7A827A20-24B9-4086-8CC6-0291D19E5606}" dt="2024-06-07T09:10:31.845" v="1390" actId="20577"/>
          <ac:spMkLst>
            <pc:docMk/>
            <pc:sldMk cId="552330087" sldId="371"/>
            <ac:spMk id="2" creationId="{144F964A-5179-E774-A4A2-E9561EA16694}"/>
          </ac:spMkLst>
        </pc:spChg>
        <pc:spChg chg="mod">
          <ac:chgData name="Dr Gaurav Sushant" userId="ea0695df9e5e2b13" providerId="LiveId" clId="{7A827A20-24B9-4086-8CC6-0291D19E5606}" dt="2024-06-07T08:58:32.430" v="1024" actId="255"/>
          <ac:spMkLst>
            <pc:docMk/>
            <pc:sldMk cId="552330087" sldId="371"/>
            <ac:spMk id="3" creationId="{42F3B299-A383-F5A3-A402-FD386AFE9063}"/>
          </ac:spMkLst>
        </pc:spChg>
      </pc:sldChg>
      <pc:sldChg chg="addSp modSp new mod modAnim">
        <pc:chgData name="Dr Gaurav Sushant" userId="ea0695df9e5e2b13" providerId="LiveId" clId="{7A827A20-24B9-4086-8CC6-0291D19E5606}" dt="2024-06-07T11:13:01.286" v="4045"/>
        <pc:sldMkLst>
          <pc:docMk/>
          <pc:sldMk cId="2219172247" sldId="372"/>
        </pc:sldMkLst>
        <pc:spChg chg="mod">
          <ac:chgData name="Dr Gaurav Sushant" userId="ea0695df9e5e2b13" providerId="LiveId" clId="{7A827A20-24B9-4086-8CC6-0291D19E5606}" dt="2024-06-07T09:37:44.062" v="2299" actId="207"/>
          <ac:spMkLst>
            <pc:docMk/>
            <pc:sldMk cId="2219172247" sldId="372"/>
            <ac:spMk id="2" creationId="{0ADB7C27-A90F-7874-6BA0-347430751799}"/>
          </ac:spMkLst>
        </pc:spChg>
        <pc:spChg chg="mod">
          <ac:chgData name="Dr Gaurav Sushant" userId="ea0695df9e5e2b13" providerId="LiveId" clId="{7A827A20-24B9-4086-8CC6-0291D19E5606}" dt="2024-06-07T09:11:25.026" v="1421" actId="14100"/>
          <ac:spMkLst>
            <pc:docMk/>
            <pc:sldMk cId="2219172247" sldId="372"/>
            <ac:spMk id="3" creationId="{62A3B5CD-2FD5-F269-B58C-AB55497DAA23}"/>
          </ac:spMkLst>
        </pc:spChg>
        <pc:spChg chg="add mod">
          <ac:chgData name="Dr Gaurav Sushant" userId="ea0695df9e5e2b13" providerId="LiveId" clId="{7A827A20-24B9-4086-8CC6-0291D19E5606}" dt="2024-06-07T09:38:49.121" v="2304" actId="1076"/>
          <ac:spMkLst>
            <pc:docMk/>
            <pc:sldMk cId="2219172247" sldId="372"/>
            <ac:spMk id="4" creationId="{D486001C-AF30-AA27-DE49-37C5AC58175F}"/>
          </ac:spMkLst>
        </pc:spChg>
        <pc:spChg chg="add mod">
          <ac:chgData name="Dr Gaurav Sushant" userId="ea0695df9e5e2b13" providerId="LiveId" clId="{7A827A20-24B9-4086-8CC6-0291D19E5606}" dt="2024-06-07T09:38:46.118" v="2303" actId="1076"/>
          <ac:spMkLst>
            <pc:docMk/>
            <pc:sldMk cId="2219172247" sldId="372"/>
            <ac:spMk id="5" creationId="{4A9872BF-08E6-3E71-2CE9-71D37C6474F7}"/>
          </ac:spMkLst>
        </pc:spChg>
        <pc:spChg chg="add mod">
          <ac:chgData name="Dr Gaurav Sushant" userId="ea0695df9e5e2b13" providerId="LiveId" clId="{7A827A20-24B9-4086-8CC6-0291D19E5606}" dt="2024-06-07T09:38:42.633" v="2302" actId="1076"/>
          <ac:spMkLst>
            <pc:docMk/>
            <pc:sldMk cId="2219172247" sldId="372"/>
            <ac:spMk id="6" creationId="{8EC8E20A-F706-739E-FF8C-05CD818D1C05}"/>
          </ac:spMkLst>
        </pc:spChg>
        <pc:spChg chg="add mod">
          <ac:chgData name="Dr Gaurav Sushant" userId="ea0695df9e5e2b13" providerId="LiveId" clId="{7A827A20-24B9-4086-8CC6-0291D19E5606}" dt="2024-06-07T09:38:37.451" v="2301" actId="1076"/>
          <ac:spMkLst>
            <pc:docMk/>
            <pc:sldMk cId="2219172247" sldId="372"/>
            <ac:spMk id="7" creationId="{C71CAE05-705B-5427-BB8B-C7F84D0443BC}"/>
          </ac:spMkLst>
        </pc:spChg>
        <pc:spChg chg="add mod">
          <ac:chgData name="Dr Gaurav Sushant" userId="ea0695df9e5e2b13" providerId="LiveId" clId="{7A827A20-24B9-4086-8CC6-0291D19E5606}" dt="2024-06-07T09:38:34.740" v="2300" actId="1076"/>
          <ac:spMkLst>
            <pc:docMk/>
            <pc:sldMk cId="2219172247" sldId="372"/>
            <ac:spMk id="8" creationId="{DBB2B742-3311-64FE-3042-6F9361937F3B}"/>
          </ac:spMkLst>
        </pc:spChg>
      </pc:sldChg>
      <pc:sldChg chg="modSp new mod modAnim">
        <pc:chgData name="Dr Gaurav Sushant" userId="ea0695df9e5e2b13" providerId="LiveId" clId="{7A827A20-24B9-4086-8CC6-0291D19E5606}" dt="2024-06-07T11:13:11.829" v="4047"/>
        <pc:sldMkLst>
          <pc:docMk/>
          <pc:sldMk cId="3576799219" sldId="373"/>
        </pc:sldMkLst>
        <pc:spChg chg="mod">
          <ac:chgData name="Dr Gaurav Sushant" userId="ea0695df9e5e2b13" providerId="LiveId" clId="{7A827A20-24B9-4086-8CC6-0291D19E5606}" dt="2024-06-07T09:50:24.374" v="2510" actId="14100"/>
          <ac:spMkLst>
            <pc:docMk/>
            <pc:sldMk cId="3576799219" sldId="373"/>
            <ac:spMk id="2" creationId="{41F6497B-9E85-8DEF-6A1C-43170E64CE14}"/>
          </ac:spMkLst>
        </pc:spChg>
        <pc:spChg chg="mod">
          <ac:chgData name="Dr Gaurav Sushant" userId="ea0695df9e5e2b13" providerId="LiveId" clId="{7A827A20-24B9-4086-8CC6-0291D19E5606}" dt="2024-06-07T09:50:31.411" v="2512" actId="14100"/>
          <ac:spMkLst>
            <pc:docMk/>
            <pc:sldMk cId="3576799219" sldId="373"/>
            <ac:spMk id="3" creationId="{014003FC-00D7-A92C-E774-AFAB2E63A02B}"/>
          </ac:spMkLst>
        </pc:spChg>
      </pc:sldChg>
      <pc:sldChg chg="modSp new mod modAnim">
        <pc:chgData name="Dr Gaurav Sushant" userId="ea0695df9e5e2b13" providerId="LiveId" clId="{7A827A20-24B9-4086-8CC6-0291D19E5606}" dt="2024-06-07T11:13:22.420" v="4049"/>
        <pc:sldMkLst>
          <pc:docMk/>
          <pc:sldMk cId="1340285697" sldId="374"/>
        </pc:sldMkLst>
        <pc:spChg chg="mod">
          <ac:chgData name="Dr Gaurav Sushant" userId="ea0695df9e5e2b13" providerId="LiveId" clId="{7A827A20-24B9-4086-8CC6-0291D19E5606}" dt="2024-06-07T10:06:05.762" v="3144" actId="115"/>
          <ac:spMkLst>
            <pc:docMk/>
            <pc:sldMk cId="1340285697" sldId="374"/>
            <ac:spMk id="2" creationId="{586CFC2C-ABDA-272B-98FB-E45F5E5C91E3}"/>
          </ac:spMkLst>
        </pc:spChg>
        <pc:spChg chg="mod">
          <ac:chgData name="Dr Gaurav Sushant" userId="ea0695df9e5e2b13" providerId="LiveId" clId="{7A827A20-24B9-4086-8CC6-0291D19E5606}" dt="2024-06-07T09:51:04.462" v="2550" actId="20577"/>
          <ac:spMkLst>
            <pc:docMk/>
            <pc:sldMk cId="1340285697" sldId="374"/>
            <ac:spMk id="3" creationId="{86583682-600A-272F-2A32-BBE85D6AAAF1}"/>
          </ac:spMkLst>
        </pc:spChg>
      </pc:sldChg>
      <pc:sldChg chg="modSp new mod modAnim">
        <pc:chgData name="Dr Gaurav Sushant" userId="ea0695df9e5e2b13" providerId="LiveId" clId="{7A827A20-24B9-4086-8CC6-0291D19E5606}" dt="2024-06-07T11:13:35.642" v="4051"/>
        <pc:sldMkLst>
          <pc:docMk/>
          <pc:sldMk cId="3319107243" sldId="375"/>
        </pc:sldMkLst>
        <pc:spChg chg="mod">
          <ac:chgData name="Dr Gaurav Sushant" userId="ea0695df9e5e2b13" providerId="LiveId" clId="{7A827A20-24B9-4086-8CC6-0291D19E5606}" dt="2024-06-07T10:01:13.843" v="2945" actId="20577"/>
          <ac:spMkLst>
            <pc:docMk/>
            <pc:sldMk cId="3319107243" sldId="375"/>
            <ac:spMk id="2" creationId="{CC9DA2E7-102D-64E8-58D3-5E64CCED103C}"/>
          </ac:spMkLst>
        </pc:spChg>
        <pc:spChg chg="mod">
          <ac:chgData name="Dr Gaurav Sushant" userId="ea0695df9e5e2b13" providerId="LiveId" clId="{7A827A20-24B9-4086-8CC6-0291D19E5606}" dt="2024-06-07T09:54:27.085" v="2599" actId="14100"/>
          <ac:spMkLst>
            <pc:docMk/>
            <pc:sldMk cId="3319107243" sldId="375"/>
            <ac:spMk id="3" creationId="{5A5DB4E8-18AB-5B86-B6A1-460147DEE749}"/>
          </ac:spMkLst>
        </pc:spChg>
      </pc:sldChg>
      <pc:sldChg chg="modSp new mod modAnim">
        <pc:chgData name="Dr Gaurav Sushant" userId="ea0695df9e5e2b13" providerId="LiveId" clId="{7A827A20-24B9-4086-8CC6-0291D19E5606}" dt="2024-06-07T11:13:50.155" v="4054"/>
        <pc:sldMkLst>
          <pc:docMk/>
          <pc:sldMk cId="1954597619" sldId="376"/>
        </pc:sldMkLst>
        <pc:spChg chg="mod">
          <ac:chgData name="Dr Gaurav Sushant" userId="ea0695df9e5e2b13" providerId="LiveId" clId="{7A827A20-24B9-4086-8CC6-0291D19E5606}" dt="2024-06-07T10:07:36.649" v="3166" actId="20577"/>
          <ac:spMkLst>
            <pc:docMk/>
            <pc:sldMk cId="1954597619" sldId="376"/>
            <ac:spMk id="2" creationId="{A4A0BDE5-B118-BC42-FFD9-EB6774AC69B8}"/>
          </ac:spMkLst>
        </pc:spChg>
        <pc:spChg chg="mod">
          <ac:chgData name="Dr Gaurav Sushant" userId="ea0695df9e5e2b13" providerId="LiveId" clId="{7A827A20-24B9-4086-8CC6-0291D19E5606}" dt="2024-06-07T10:06:52.391" v="3156" actId="14100"/>
          <ac:spMkLst>
            <pc:docMk/>
            <pc:sldMk cId="1954597619" sldId="376"/>
            <ac:spMk id="3" creationId="{573A9565-1EE7-A725-7A02-7925A00F21E0}"/>
          </ac:spMkLst>
        </pc:spChg>
      </pc:sldChg>
      <pc:sldChg chg="addSp modSp new mod modAnim">
        <pc:chgData name="Dr Gaurav Sushant" userId="ea0695df9e5e2b13" providerId="LiveId" clId="{7A827A20-24B9-4086-8CC6-0291D19E5606}" dt="2024-06-07T11:15:53.854" v="4080"/>
        <pc:sldMkLst>
          <pc:docMk/>
          <pc:sldMk cId="1247966131" sldId="377"/>
        </pc:sldMkLst>
        <pc:spChg chg="mod">
          <ac:chgData name="Dr Gaurav Sushant" userId="ea0695df9e5e2b13" providerId="LiveId" clId="{7A827A20-24B9-4086-8CC6-0291D19E5606}" dt="2024-06-07T10:18:47.983" v="3478"/>
          <ac:spMkLst>
            <pc:docMk/>
            <pc:sldMk cId="1247966131" sldId="377"/>
            <ac:spMk id="2" creationId="{78158557-E35C-97AC-1054-C4026BBAC0BB}"/>
          </ac:spMkLst>
        </pc:spChg>
        <pc:spChg chg="mod">
          <ac:chgData name="Dr Gaurav Sushant" userId="ea0695df9e5e2b13" providerId="LiveId" clId="{7A827A20-24B9-4086-8CC6-0291D19E5606}" dt="2024-06-07T10:10:29.524" v="3306" actId="14100"/>
          <ac:spMkLst>
            <pc:docMk/>
            <pc:sldMk cId="1247966131" sldId="377"/>
            <ac:spMk id="3" creationId="{1FFB92CA-DCFB-077A-AC80-ED941288C5B8}"/>
          </ac:spMkLst>
        </pc:spChg>
        <pc:spChg chg="add mod">
          <ac:chgData name="Dr Gaurav Sushant" userId="ea0695df9e5e2b13" providerId="LiveId" clId="{7A827A20-24B9-4086-8CC6-0291D19E5606}" dt="2024-06-07T10:18:44.112" v="3476" actId="1076"/>
          <ac:spMkLst>
            <pc:docMk/>
            <pc:sldMk cId="1247966131" sldId="377"/>
            <ac:spMk id="4" creationId="{6A061054-2076-BDC3-8D14-B1B062D237EA}"/>
          </ac:spMkLst>
        </pc:spChg>
        <pc:spChg chg="add mod">
          <ac:chgData name="Dr Gaurav Sushant" userId="ea0695df9e5e2b13" providerId="LiveId" clId="{7A827A20-24B9-4086-8CC6-0291D19E5606}" dt="2024-06-07T10:18:59.607" v="3483" actId="20577"/>
          <ac:spMkLst>
            <pc:docMk/>
            <pc:sldMk cId="1247966131" sldId="377"/>
            <ac:spMk id="5" creationId="{71538824-3A34-B7EC-F429-5541A70BD568}"/>
          </ac:spMkLst>
        </pc:spChg>
        <pc:spChg chg="add mod">
          <ac:chgData name="Dr Gaurav Sushant" userId="ea0695df9e5e2b13" providerId="LiveId" clId="{7A827A20-24B9-4086-8CC6-0291D19E5606}" dt="2024-06-07T10:19:11.162" v="3490" actId="20577"/>
          <ac:spMkLst>
            <pc:docMk/>
            <pc:sldMk cId="1247966131" sldId="377"/>
            <ac:spMk id="6" creationId="{963FF43C-595E-2E95-3F47-5936C3D8BFEB}"/>
          </ac:spMkLst>
        </pc:spChg>
        <pc:spChg chg="add mod">
          <ac:chgData name="Dr Gaurav Sushant" userId="ea0695df9e5e2b13" providerId="LiveId" clId="{7A827A20-24B9-4086-8CC6-0291D19E5606}" dt="2024-06-07T10:19:21.040" v="3492" actId="1076"/>
          <ac:spMkLst>
            <pc:docMk/>
            <pc:sldMk cId="1247966131" sldId="377"/>
            <ac:spMk id="7" creationId="{0E3934D7-B93B-39C1-8A60-DE430CE7429A}"/>
          </ac:spMkLst>
        </pc:spChg>
        <pc:spChg chg="add mod">
          <ac:chgData name="Dr Gaurav Sushant" userId="ea0695df9e5e2b13" providerId="LiveId" clId="{7A827A20-24B9-4086-8CC6-0291D19E5606}" dt="2024-06-07T10:19:41.401" v="3500" actId="1076"/>
          <ac:spMkLst>
            <pc:docMk/>
            <pc:sldMk cId="1247966131" sldId="377"/>
            <ac:spMk id="8" creationId="{69C4D7DD-1E23-9924-871A-D3982A93D5F6}"/>
          </ac:spMkLst>
        </pc:spChg>
        <pc:spChg chg="add mod">
          <ac:chgData name="Dr Gaurav Sushant" userId="ea0695df9e5e2b13" providerId="LiveId" clId="{7A827A20-24B9-4086-8CC6-0291D19E5606}" dt="2024-06-07T10:19:50.149" v="3507" actId="20577"/>
          <ac:spMkLst>
            <pc:docMk/>
            <pc:sldMk cId="1247966131" sldId="377"/>
            <ac:spMk id="9" creationId="{66AA49B5-A8D5-3634-2A60-6B442072DE3C}"/>
          </ac:spMkLst>
        </pc:spChg>
        <pc:spChg chg="add mod">
          <ac:chgData name="Dr Gaurav Sushant" userId="ea0695df9e5e2b13" providerId="LiveId" clId="{7A827A20-24B9-4086-8CC6-0291D19E5606}" dt="2024-06-07T10:20:05.272" v="3509" actId="1076"/>
          <ac:spMkLst>
            <pc:docMk/>
            <pc:sldMk cId="1247966131" sldId="377"/>
            <ac:spMk id="10" creationId="{B53493B4-46AE-10A5-C01F-C3FC04F057DE}"/>
          </ac:spMkLst>
        </pc:spChg>
        <pc:spChg chg="add mod">
          <ac:chgData name="Dr Gaurav Sushant" userId="ea0695df9e5e2b13" providerId="LiveId" clId="{7A827A20-24B9-4086-8CC6-0291D19E5606}" dt="2024-06-07T10:20:11.521" v="3511" actId="1076"/>
          <ac:spMkLst>
            <pc:docMk/>
            <pc:sldMk cId="1247966131" sldId="377"/>
            <ac:spMk id="11" creationId="{377C544D-F7A5-624A-5B84-2ABB0D8E50E3}"/>
          </ac:spMkLst>
        </pc:spChg>
        <pc:spChg chg="add mod">
          <ac:chgData name="Dr Gaurav Sushant" userId="ea0695df9e5e2b13" providerId="LiveId" clId="{7A827A20-24B9-4086-8CC6-0291D19E5606}" dt="2024-06-07T10:20:20.353" v="3518" actId="20577"/>
          <ac:spMkLst>
            <pc:docMk/>
            <pc:sldMk cId="1247966131" sldId="377"/>
            <ac:spMk id="12" creationId="{4EA1D938-442B-B826-E516-804E1432586D}"/>
          </ac:spMkLst>
        </pc:spChg>
        <pc:spChg chg="add mod">
          <ac:chgData name="Dr Gaurav Sushant" userId="ea0695df9e5e2b13" providerId="LiveId" clId="{7A827A20-24B9-4086-8CC6-0291D19E5606}" dt="2024-06-07T10:20:37.593" v="3526" actId="20577"/>
          <ac:spMkLst>
            <pc:docMk/>
            <pc:sldMk cId="1247966131" sldId="377"/>
            <ac:spMk id="13" creationId="{F7CBB7BF-CAEA-82EE-9FC8-5F668596F61F}"/>
          </ac:spMkLst>
        </pc:spChg>
      </pc:sldChg>
      <pc:sldChg chg="modSp new mod modAnim">
        <pc:chgData name="Dr Gaurav Sushant" userId="ea0695df9e5e2b13" providerId="LiveId" clId="{7A827A20-24B9-4086-8CC6-0291D19E5606}" dt="2024-06-07T11:17:02.246" v="4093"/>
        <pc:sldMkLst>
          <pc:docMk/>
          <pc:sldMk cId="1774086881" sldId="378"/>
        </pc:sldMkLst>
        <pc:spChg chg="mod">
          <ac:chgData name="Dr Gaurav Sushant" userId="ea0695df9e5e2b13" providerId="LiveId" clId="{7A827A20-24B9-4086-8CC6-0291D19E5606}" dt="2024-06-07T10:28:43.524" v="4019" actId="207"/>
          <ac:spMkLst>
            <pc:docMk/>
            <pc:sldMk cId="1774086881" sldId="378"/>
            <ac:spMk id="2" creationId="{3A34AB60-895F-8098-0D64-2A28085E30BC}"/>
          </ac:spMkLst>
        </pc:spChg>
        <pc:spChg chg="mod">
          <ac:chgData name="Dr Gaurav Sushant" userId="ea0695df9e5e2b13" providerId="LiveId" clId="{7A827A20-24B9-4086-8CC6-0291D19E5606}" dt="2024-06-07T10:21:48.036" v="3573" actId="14100"/>
          <ac:spMkLst>
            <pc:docMk/>
            <pc:sldMk cId="1774086881" sldId="378"/>
            <ac:spMk id="3" creationId="{102D7BB0-696E-5624-C3C8-31D3C3239B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6/7/2024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6/7/2024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6/7/2024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6/7/2024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6/7/2024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6/7/2024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6/7/2024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6/7/2024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6/7/2024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6/7/2024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6/7/2024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6/7/2024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6/7/2024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E1E1F2E-2113-7722-B971-979D8913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0"/>
            <a:ext cx="10972800" cy="190500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Uso de Muy y Mucho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n-US" sz="3300" dirty="0"/>
              <a:t>First, we will discuss about MUCHO. </a:t>
            </a:r>
          </a:p>
          <a:p>
            <a:r>
              <a:rPr lang="en-US" sz="3300" dirty="0"/>
              <a:t>MUCHO has been put into two categories: adjectives and adverbs. </a:t>
            </a:r>
          </a:p>
          <a:p>
            <a:r>
              <a:rPr lang="en-US" sz="3300" dirty="0"/>
              <a:t>MUCHO refers to several meanings in English, like a lot of, many, a lot, but each meaning is taken under a specific category of adjective and adverb.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Uso</a:t>
            </a:r>
            <a:r>
              <a:rPr lang="en-US" sz="4000" dirty="0"/>
              <a:t> de MUCHO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CAD5EC-1F9B-625A-2B36-B3C5A5EFA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11734800" cy="5715000"/>
          </a:xfrm>
        </p:spPr>
        <p:txBody>
          <a:bodyPr/>
          <a:lstStyle/>
          <a:p>
            <a:r>
              <a:rPr lang="en-US" sz="3000" dirty="0"/>
              <a:t>Adjective is a word that modifies or describes the quality of a noun or pronoun independently or in comparison to something else.</a:t>
            </a:r>
          </a:p>
          <a:p>
            <a:r>
              <a:rPr lang="en-US" sz="3000" dirty="0"/>
              <a:t>In Spanish, Adjectives are modified according to the number and gender of the nouns and pronouns. </a:t>
            </a:r>
          </a:p>
          <a:p>
            <a:r>
              <a:rPr lang="en-US" sz="3000" dirty="0"/>
              <a:t>So, MUCHO will have the following four forms: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In English, the above four forms of MUCHO will only refer to A LOT OF and MANY. </a:t>
            </a: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258F98-26B1-46B5-6B68-99746723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Use of MUCHO as adjectives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E57C4A-6C9D-D03B-1CB4-5837B949F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002535"/>
              </p:ext>
            </p:extLst>
          </p:nvPr>
        </p:nvGraphicFramePr>
        <p:xfrm>
          <a:off x="3207860" y="3429000"/>
          <a:ext cx="577627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068">
                  <a:extLst>
                    <a:ext uri="{9D8B030D-6E8A-4147-A177-3AD203B41FA5}">
                      <a16:colId xmlns:a16="http://schemas.microsoft.com/office/drawing/2014/main" val="2672453215"/>
                    </a:ext>
                  </a:extLst>
                </a:gridCol>
                <a:gridCol w="2130743">
                  <a:extLst>
                    <a:ext uri="{9D8B030D-6E8A-4147-A177-3AD203B41FA5}">
                      <a16:colId xmlns:a16="http://schemas.microsoft.com/office/drawing/2014/main" val="559194521"/>
                    </a:ext>
                  </a:extLst>
                </a:gridCol>
                <a:gridCol w="1962468">
                  <a:extLst>
                    <a:ext uri="{9D8B030D-6E8A-4147-A177-3AD203B41FA5}">
                      <a16:colId xmlns:a16="http://schemas.microsoft.com/office/drawing/2014/main" val="246789889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Masculine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Feminine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36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Mucho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Mucha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895200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Muchos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Muchas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57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65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4F964A-5179-E774-A4A2-E9561EA16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486400"/>
          </a:xfrm>
        </p:spPr>
        <p:txBody>
          <a:bodyPr/>
          <a:lstStyle/>
          <a:p>
            <a:r>
              <a:rPr lang="en-US" dirty="0" err="1"/>
              <a:t>Yo</a:t>
            </a:r>
            <a:r>
              <a:rPr lang="en-US" dirty="0"/>
              <a:t> </a:t>
            </a:r>
            <a:r>
              <a:rPr lang="en-US" dirty="0" err="1"/>
              <a:t>tengo</a:t>
            </a:r>
            <a:r>
              <a:rPr lang="en-US" dirty="0"/>
              <a:t>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u="sng" dirty="0" err="1"/>
              <a:t>libros</a:t>
            </a:r>
            <a:r>
              <a:rPr lang="en-US" dirty="0"/>
              <a:t>. </a:t>
            </a:r>
          </a:p>
          <a:p>
            <a:r>
              <a:rPr lang="es-ES" dirty="0"/>
              <a:t>Él tiene muchas </a:t>
            </a:r>
            <a:r>
              <a:rPr lang="es-ES" u="sng" dirty="0"/>
              <a:t>amigas</a:t>
            </a:r>
            <a:r>
              <a:rPr lang="es-ES" dirty="0"/>
              <a:t>. </a:t>
            </a:r>
          </a:p>
          <a:p>
            <a:r>
              <a:rPr lang="en-US" dirty="0"/>
              <a:t>El </a:t>
            </a:r>
            <a:r>
              <a:rPr lang="en-US" dirty="0" err="1"/>
              <a:t>profesor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mucho</a:t>
            </a:r>
            <a:r>
              <a:rPr lang="en-US" dirty="0"/>
              <a:t> </a:t>
            </a:r>
            <a:r>
              <a:rPr lang="en-US" u="sng" dirty="0" err="1"/>
              <a:t>tiempo</a:t>
            </a:r>
            <a:r>
              <a:rPr lang="en-US" dirty="0"/>
              <a:t>. </a:t>
            </a:r>
          </a:p>
          <a:p>
            <a:r>
              <a:rPr lang="en-US" dirty="0"/>
              <a:t>Hay </a:t>
            </a:r>
            <a:r>
              <a:rPr lang="en-US" dirty="0" err="1"/>
              <a:t>mucha</a:t>
            </a:r>
            <a:r>
              <a:rPr lang="en-US" dirty="0"/>
              <a:t> </a:t>
            </a:r>
            <a:r>
              <a:rPr lang="en-US" u="sng" dirty="0" err="1"/>
              <a:t>gente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clase</a:t>
            </a:r>
            <a:r>
              <a:rPr lang="en-US" dirty="0"/>
              <a:t>. </a:t>
            </a:r>
          </a:p>
          <a:p>
            <a:r>
              <a:rPr lang="en-US" dirty="0"/>
              <a:t>Hay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u="sng" dirty="0"/>
              <a:t>estudiantes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universidad</a:t>
            </a:r>
            <a:r>
              <a:rPr lang="en-US" dirty="0"/>
              <a:t>. </a:t>
            </a:r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Important Point - When we use MUCHO as an adjective, it always precedes a noun.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F3B299-A383-F5A3-A402-FD386AFE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Examples of MUCHO as Adjective:</a:t>
            </a:r>
          </a:p>
        </p:txBody>
      </p:sp>
    </p:spTree>
    <p:extLst>
      <p:ext uri="{BB962C8B-B14F-4D97-AF65-F5344CB8AC3E}">
        <p14:creationId xmlns:p14="http://schemas.microsoft.com/office/powerpoint/2010/main" val="55233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DB7C27-A90F-7874-6BA0-34743075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09600"/>
            <a:ext cx="10972800" cy="6019800"/>
          </a:xfrm>
        </p:spPr>
        <p:txBody>
          <a:bodyPr/>
          <a:lstStyle/>
          <a:p>
            <a:r>
              <a:rPr lang="es-ES" dirty="0"/>
              <a:t>Mi hermana tiene _________ amigas. </a:t>
            </a:r>
          </a:p>
          <a:p>
            <a:r>
              <a:rPr lang="es-ES" dirty="0"/>
              <a:t>Mark Zuckerberg tiene _________ dinero.  </a:t>
            </a:r>
          </a:p>
          <a:p>
            <a:r>
              <a:rPr lang="es-ES" dirty="0"/>
              <a:t>Hay _______ libros en la biblioteca.</a:t>
            </a:r>
          </a:p>
          <a:p>
            <a:r>
              <a:rPr lang="es-ES" dirty="0"/>
              <a:t>La universidad tiene _______ estudiantes extranjeros.  </a:t>
            </a:r>
          </a:p>
          <a:p>
            <a:r>
              <a:rPr lang="es-ES" dirty="0"/>
              <a:t>Yo tengo ________ trabajo hoy. </a:t>
            </a:r>
          </a:p>
          <a:p>
            <a:r>
              <a:rPr lang="es-ES" dirty="0"/>
              <a:t>I </a:t>
            </a:r>
            <a:r>
              <a:rPr lang="es-ES" dirty="0" err="1"/>
              <a:t>have</a:t>
            </a:r>
            <a:r>
              <a:rPr lang="es-ES" dirty="0"/>
              <a:t> a </a:t>
            </a:r>
            <a:r>
              <a:rPr lang="es-ES" dirty="0" err="1"/>
              <a:t>lot</a:t>
            </a:r>
            <a:r>
              <a:rPr lang="es-ES" dirty="0"/>
              <a:t> of </a:t>
            </a:r>
            <a:r>
              <a:rPr lang="es-ES" dirty="0" err="1"/>
              <a:t>spanish</a:t>
            </a:r>
            <a:r>
              <a:rPr lang="es-ES" dirty="0"/>
              <a:t> </a:t>
            </a:r>
            <a:r>
              <a:rPr lang="es-ES" dirty="0" err="1"/>
              <a:t>movies</a:t>
            </a:r>
            <a:r>
              <a:rPr lang="es-ES" dirty="0"/>
              <a:t>. </a:t>
            </a:r>
          </a:p>
          <a:p>
            <a:r>
              <a:rPr lang="es-ES" dirty="0">
                <a:solidFill>
                  <a:srgbClr val="FFFF00"/>
                </a:solidFill>
              </a:rPr>
              <a:t>Yo tengo muchas películas españolas. </a:t>
            </a:r>
          </a:p>
          <a:p>
            <a:r>
              <a:rPr lang="es-ES" dirty="0" err="1"/>
              <a:t>There</a:t>
            </a:r>
            <a:r>
              <a:rPr lang="es-ES" dirty="0"/>
              <a:t> are </a:t>
            </a:r>
            <a:r>
              <a:rPr lang="es-ES" dirty="0" err="1"/>
              <a:t>many</a:t>
            </a:r>
            <a:r>
              <a:rPr lang="es-ES" dirty="0"/>
              <a:t> tourists in New Delhi. </a:t>
            </a:r>
          </a:p>
          <a:p>
            <a:r>
              <a:rPr lang="es-ES" dirty="0">
                <a:solidFill>
                  <a:srgbClr val="FFFF00"/>
                </a:solidFill>
              </a:rPr>
              <a:t>Hay muchos</a:t>
            </a:r>
            <a:r>
              <a:rPr lang="en-US" dirty="0">
                <a:solidFill>
                  <a:srgbClr val="FFFF00"/>
                </a:solidFill>
              </a:rPr>
              <a:t>/ </a:t>
            </a:r>
            <a:r>
              <a:rPr lang="en-US" dirty="0" err="1">
                <a:solidFill>
                  <a:srgbClr val="FFFF00"/>
                </a:solidFill>
              </a:rPr>
              <a:t>muchas</a:t>
            </a:r>
            <a:r>
              <a:rPr lang="es-ES" dirty="0">
                <a:solidFill>
                  <a:srgbClr val="FFFF00"/>
                </a:solidFill>
              </a:rPr>
              <a:t> turistas en Nueva Delhi. </a:t>
            </a:r>
          </a:p>
          <a:p>
            <a:pPr marL="109220" indent="0">
              <a:buNone/>
            </a:pPr>
            <a:endParaRPr lang="es-E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3B5CD-2FD5-F269-B58C-AB55497D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s-ES" sz="4000" dirty="0"/>
              <a:t>Practice </a:t>
            </a:r>
            <a:r>
              <a:rPr lang="es-ES" sz="4000" dirty="0" err="1"/>
              <a:t>Exercise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6001C-AF30-AA27-DE49-37C5AC58175F}"/>
              </a:ext>
            </a:extLst>
          </p:cNvPr>
          <p:cNvSpPr txBox="1"/>
          <p:nvPr/>
        </p:nvSpPr>
        <p:spPr>
          <a:xfrm>
            <a:off x="5181600" y="706026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muchas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872BF-08E6-3E71-2CE9-71D37C6474F7}"/>
              </a:ext>
            </a:extLst>
          </p:cNvPr>
          <p:cNvSpPr txBox="1"/>
          <p:nvPr/>
        </p:nvSpPr>
        <p:spPr>
          <a:xfrm>
            <a:off x="6096000" y="1260024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C8E20A-F706-739E-FF8C-05CD818D1C05}"/>
              </a:ext>
            </a:extLst>
          </p:cNvPr>
          <p:cNvSpPr txBox="1"/>
          <p:nvPr/>
        </p:nvSpPr>
        <p:spPr>
          <a:xfrm>
            <a:off x="2133600" y="1814022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CAE05-705B-5427-BB8B-C7F84D0443BC}"/>
              </a:ext>
            </a:extLst>
          </p:cNvPr>
          <p:cNvSpPr txBox="1"/>
          <p:nvPr/>
        </p:nvSpPr>
        <p:spPr>
          <a:xfrm>
            <a:off x="5410200" y="2486434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muchos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2B742-3311-64FE-3042-6F9361937F3B}"/>
              </a:ext>
            </a:extLst>
          </p:cNvPr>
          <p:cNvSpPr txBox="1"/>
          <p:nvPr/>
        </p:nvSpPr>
        <p:spPr>
          <a:xfrm>
            <a:off x="3200400" y="3609166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17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F6497B-9E85-8DEF-6A1C-43170E64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90600"/>
            <a:ext cx="9753600" cy="4495800"/>
          </a:xfrm>
        </p:spPr>
        <p:txBody>
          <a:bodyPr/>
          <a:lstStyle/>
          <a:p>
            <a:r>
              <a:rPr lang="en-US" sz="3000" dirty="0"/>
              <a:t>An adverb is a word that can modify or describe a verb, adjective, another adverb, or entire sentence. </a:t>
            </a:r>
          </a:p>
          <a:p>
            <a:r>
              <a:rPr lang="en-US" sz="3000" dirty="0"/>
              <a:t>In Spanish, the adverb MUCHO has only one form and doesn´t change according to gender or number. </a:t>
            </a:r>
          </a:p>
          <a:p>
            <a:r>
              <a:rPr lang="en-US" sz="3000" dirty="0"/>
              <a:t>In English, the adverb MUCHO will only refer to the meaning A lot. </a:t>
            </a:r>
          </a:p>
          <a:p>
            <a:pPr marL="109220" indent="0">
              <a:buNone/>
            </a:pPr>
            <a:endParaRPr lang="en-US" sz="30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4003FC-00D7-A92C-E774-AFAB2E63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r>
              <a:rPr lang="es-ES" sz="4000" dirty="0"/>
              <a:t>Use of MUCHO as an adverb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7679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CFC2C-ABDA-272B-98FB-E45F5E5C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He eats a lot. – </a:t>
            </a:r>
            <a:r>
              <a:rPr lang="en-US" sz="3600" dirty="0" err="1"/>
              <a:t>Él</a:t>
            </a:r>
            <a:r>
              <a:rPr lang="en-US" sz="3600" dirty="0"/>
              <a:t> </a:t>
            </a:r>
            <a:r>
              <a:rPr lang="en-US" sz="3600" u="sng" dirty="0"/>
              <a:t>come</a:t>
            </a:r>
            <a:r>
              <a:rPr lang="en-US" sz="3600" dirty="0"/>
              <a:t> </a:t>
            </a:r>
            <a:r>
              <a:rPr lang="en-US" sz="3600" dirty="0" err="1"/>
              <a:t>mucho</a:t>
            </a:r>
            <a:r>
              <a:rPr lang="en-US" sz="3600" dirty="0"/>
              <a:t>. </a:t>
            </a:r>
          </a:p>
          <a:p>
            <a:r>
              <a:rPr lang="en-US" sz="3600" dirty="0"/>
              <a:t>You work a lot. – Tú </a:t>
            </a:r>
            <a:r>
              <a:rPr lang="en-US" sz="3600" u="sng" dirty="0" err="1"/>
              <a:t>trabajas</a:t>
            </a:r>
            <a:r>
              <a:rPr lang="en-US" sz="3600" dirty="0"/>
              <a:t> </a:t>
            </a:r>
            <a:r>
              <a:rPr lang="en-US" sz="3600" dirty="0" err="1"/>
              <a:t>mucho</a:t>
            </a:r>
            <a:r>
              <a:rPr lang="en-US" sz="3600" dirty="0"/>
              <a:t>. </a:t>
            </a:r>
          </a:p>
          <a:p>
            <a:r>
              <a:rPr lang="en-US" sz="3600" dirty="0"/>
              <a:t>She studies a lot – Ella </a:t>
            </a:r>
            <a:r>
              <a:rPr lang="en-US" sz="3600" u="sng" dirty="0" err="1"/>
              <a:t>estudia</a:t>
            </a:r>
            <a:r>
              <a:rPr lang="en-US" sz="3600" dirty="0"/>
              <a:t> </a:t>
            </a:r>
            <a:r>
              <a:rPr lang="en-US" sz="3600" dirty="0" err="1"/>
              <a:t>mucho</a:t>
            </a:r>
            <a:r>
              <a:rPr lang="en-US" sz="3600" dirty="0"/>
              <a:t>. </a:t>
            </a:r>
          </a:p>
          <a:p>
            <a:r>
              <a:rPr lang="en-US" sz="3600" dirty="0"/>
              <a:t>Maria dances a lot. – Mar</a:t>
            </a:r>
            <a:r>
              <a:rPr lang="es-ES" sz="3600" dirty="0" err="1"/>
              <a:t>ía</a:t>
            </a:r>
            <a:r>
              <a:rPr lang="es-ES" sz="3600" dirty="0"/>
              <a:t> </a:t>
            </a:r>
            <a:r>
              <a:rPr lang="es-ES" sz="3600" u="sng" dirty="0"/>
              <a:t>baila</a:t>
            </a:r>
            <a:r>
              <a:rPr lang="es-ES" sz="3600" dirty="0"/>
              <a:t> mucho. </a:t>
            </a:r>
          </a:p>
          <a:p>
            <a:pPr marL="109220" indent="0">
              <a:buNone/>
            </a:pPr>
            <a:endParaRPr lang="en-US" sz="3600" dirty="0"/>
          </a:p>
          <a:p>
            <a:pPr marL="109220" indent="0">
              <a:buNone/>
            </a:pPr>
            <a:r>
              <a:rPr lang="en-US" sz="3600" dirty="0"/>
              <a:t>Important Point - When we use MUCHO as an adverb, it always comes after a verb.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583682-600A-272F-2A32-BBE85D6AA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Examples</a:t>
            </a:r>
            <a:r>
              <a:rPr lang="es-ES" dirty="0"/>
              <a:t> of MUCHO as Adverb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4028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9DA2E7-102D-64E8-58D3-5E64CCED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66800"/>
            <a:ext cx="10287000" cy="4800600"/>
          </a:xfrm>
        </p:spPr>
        <p:txBody>
          <a:bodyPr/>
          <a:lstStyle/>
          <a:p>
            <a:r>
              <a:rPr lang="en-US" dirty="0"/>
              <a:t>MUY is an adverb in Spanish that intensifies the qualities described by an adjective or another adverb. </a:t>
            </a:r>
          </a:p>
          <a:p>
            <a:r>
              <a:rPr lang="en-US" dirty="0"/>
              <a:t>MUY refers to the meaning very in English. </a:t>
            </a:r>
          </a:p>
          <a:p>
            <a:r>
              <a:rPr lang="en-US" dirty="0"/>
              <a:t>MUY is always placed before an adjective or another adverb. </a:t>
            </a:r>
          </a:p>
          <a:p>
            <a:r>
              <a:rPr lang="en-US" dirty="0"/>
              <a:t>Being an adverb, MUY doesn’t have a plural or feminine form.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5DB4E8-18AB-5B86-B6A1-460147DE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90600"/>
          </a:xfrm>
        </p:spPr>
        <p:txBody>
          <a:bodyPr>
            <a:normAutofit/>
          </a:bodyPr>
          <a:lstStyle/>
          <a:p>
            <a:r>
              <a:rPr lang="en-US" sz="4000" dirty="0"/>
              <a:t>Use of MUY in Spanish</a:t>
            </a:r>
          </a:p>
        </p:txBody>
      </p:sp>
    </p:spTree>
    <p:extLst>
      <p:ext uri="{BB962C8B-B14F-4D97-AF65-F5344CB8AC3E}">
        <p14:creationId xmlns:p14="http://schemas.microsoft.com/office/powerpoint/2010/main" val="331910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A0BDE5-B118-BC42-FFD9-EB6774AC6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410200"/>
          </a:xfrm>
        </p:spPr>
        <p:txBody>
          <a:bodyPr/>
          <a:lstStyle/>
          <a:p>
            <a:r>
              <a:rPr lang="en-US" dirty="0"/>
              <a:t>Mi </a:t>
            </a:r>
            <a:r>
              <a:rPr lang="en-US" dirty="0" err="1"/>
              <a:t>hermano</a:t>
            </a:r>
            <a:r>
              <a:rPr lang="en-US" dirty="0"/>
              <a:t> es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u="sng" dirty="0"/>
              <a:t>alto</a:t>
            </a:r>
            <a:r>
              <a:rPr lang="en-US" dirty="0"/>
              <a:t>. </a:t>
            </a:r>
          </a:p>
          <a:p>
            <a:r>
              <a:rPr lang="en-US" dirty="0"/>
              <a:t>Mis </a:t>
            </a:r>
            <a:r>
              <a:rPr lang="en-US" dirty="0" err="1"/>
              <a:t>zapatos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s-ES" dirty="0" err="1"/>
              <a:t>án</a:t>
            </a:r>
            <a:r>
              <a:rPr lang="es-ES" dirty="0"/>
              <a:t> muy </a:t>
            </a:r>
            <a:r>
              <a:rPr lang="es-ES" u="sng" dirty="0"/>
              <a:t>sucios</a:t>
            </a:r>
            <a:r>
              <a:rPr lang="es-ES" dirty="0"/>
              <a:t>. </a:t>
            </a:r>
          </a:p>
          <a:p>
            <a:r>
              <a:rPr lang="es-ES" dirty="0"/>
              <a:t>Él habla español muy </a:t>
            </a:r>
            <a:r>
              <a:rPr lang="es-ES" u="sng" dirty="0"/>
              <a:t>bien</a:t>
            </a:r>
            <a:r>
              <a:rPr lang="es-ES" dirty="0"/>
              <a:t>. </a:t>
            </a:r>
          </a:p>
          <a:p>
            <a:r>
              <a:rPr lang="es-ES" dirty="0"/>
              <a:t>Granada es una ciudad muy </a:t>
            </a:r>
            <a:r>
              <a:rPr lang="es-ES" u="sng" dirty="0"/>
              <a:t>bonita</a:t>
            </a:r>
            <a:r>
              <a:rPr lang="es-ES" dirty="0"/>
              <a:t>. </a:t>
            </a:r>
          </a:p>
          <a:p>
            <a:r>
              <a:rPr lang="es-ES" dirty="0"/>
              <a:t>Nosotros estamos muy </a:t>
            </a:r>
            <a:r>
              <a:rPr lang="es-ES" u="sng" dirty="0"/>
              <a:t>emocionados</a:t>
            </a:r>
            <a:r>
              <a:rPr lang="es-ES" dirty="0"/>
              <a:t>.</a:t>
            </a:r>
          </a:p>
          <a:p>
            <a:pPr marL="109220" indent="0">
              <a:buNone/>
            </a:pPr>
            <a:endParaRPr lang="en-US" sz="3600" dirty="0"/>
          </a:p>
          <a:p>
            <a:pPr marL="109220" indent="0">
              <a:buNone/>
            </a:pPr>
            <a:r>
              <a:rPr lang="en-US" sz="3600" dirty="0"/>
              <a:t>Important Point</a:t>
            </a:r>
            <a:r>
              <a:rPr lang="es-ES" dirty="0"/>
              <a:t> - </a:t>
            </a:r>
            <a:r>
              <a:rPr lang="en-US" dirty="0"/>
              <a:t>MUY is always placed before an adjective or another adverb.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3A9565-1EE7-A725-7A02-7925A00F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66800"/>
          </a:xfrm>
        </p:spPr>
        <p:txBody>
          <a:bodyPr>
            <a:normAutofit/>
          </a:bodyPr>
          <a:lstStyle/>
          <a:p>
            <a:r>
              <a:rPr lang="es-ES" sz="4000" dirty="0" err="1"/>
              <a:t>Examples</a:t>
            </a:r>
            <a:r>
              <a:rPr lang="es-ES" sz="4000" dirty="0"/>
              <a:t> of MUY as Adverb</a:t>
            </a:r>
            <a:r>
              <a:rPr lang="en-US" sz="4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5459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158557-E35C-97AC-1054-C4026BBAC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11582400" cy="5638800"/>
          </a:xfrm>
        </p:spPr>
        <p:txBody>
          <a:bodyPr/>
          <a:lstStyle/>
          <a:p>
            <a:pPr marL="623570" indent="-514350">
              <a:buFont typeface="+mj-lt"/>
              <a:buAutoNum type="arabicPeriod"/>
            </a:pPr>
            <a:r>
              <a:rPr lang="es-ES" sz="3000" dirty="0"/>
              <a:t>El café está _________ caliente esta mañana.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Mi hija es __________ estudiosa.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Hay ________ pan (bread) en la mesa. 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Isabel estudia _________ bien. 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Hay _______ tráfico en la ciudad hoy.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Carlota trabaja (</a:t>
            </a:r>
            <a:r>
              <a:rPr lang="es-ES" sz="3000" dirty="0" err="1"/>
              <a:t>works</a:t>
            </a:r>
            <a:r>
              <a:rPr lang="es-ES" sz="3000" dirty="0"/>
              <a:t>) ________. 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Los problemas son _______ difíciles de resolver. 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La casa de mi vecina es _______ bonita. 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Mi perro come (</a:t>
            </a:r>
            <a:r>
              <a:rPr lang="es-ES" sz="3000" dirty="0" err="1"/>
              <a:t>eats</a:t>
            </a:r>
            <a:r>
              <a:rPr lang="es-ES" sz="3000" dirty="0"/>
              <a:t>) ________ carne (</a:t>
            </a:r>
            <a:r>
              <a:rPr lang="es-ES" sz="3000" dirty="0" err="1"/>
              <a:t>meat</a:t>
            </a:r>
            <a:r>
              <a:rPr lang="es-ES" sz="3000" dirty="0"/>
              <a:t>). </a:t>
            </a:r>
          </a:p>
          <a:p>
            <a:pPr marL="623570" indent="-514350">
              <a:buFont typeface="+mj-lt"/>
              <a:buAutoNum type="arabicPeriod"/>
            </a:pPr>
            <a:r>
              <a:rPr lang="es-ES" sz="3000" dirty="0"/>
              <a:t>El chico tiene __________ libros en su casa.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FB92CA-DCFB-077A-AC80-ED941288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62000"/>
          </a:xfrm>
        </p:spPr>
        <p:txBody>
          <a:bodyPr>
            <a:normAutofit/>
          </a:bodyPr>
          <a:lstStyle/>
          <a:p>
            <a:r>
              <a:rPr lang="es-ES" sz="4000" dirty="0" err="1"/>
              <a:t>Choose</a:t>
            </a:r>
            <a:r>
              <a:rPr lang="es-ES" sz="4000" dirty="0"/>
              <a:t> </a:t>
            </a:r>
            <a:r>
              <a:rPr lang="es-ES" sz="4000" dirty="0" err="1"/>
              <a:t>between</a:t>
            </a:r>
            <a:r>
              <a:rPr lang="es-ES" sz="4000" dirty="0"/>
              <a:t> MUY and MUCHO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61054-2076-BDC3-8D14-B1B062D237EA}"/>
              </a:ext>
            </a:extLst>
          </p:cNvPr>
          <p:cNvSpPr txBox="1"/>
          <p:nvPr/>
        </p:nvSpPr>
        <p:spPr>
          <a:xfrm>
            <a:off x="3352800" y="832338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muy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38824-3A34-B7EC-F429-5541A70BD568}"/>
              </a:ext>
            </a:extLst>
          </p:cNvPr>
          <p:cNvSpPr txBox="1"/>
          <p:nvPr/>
        </p:nvSpPr>
        <p:spPr>
          <a:xfrm>
            <a:off x="3048000" y="1317339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muy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FF43C-595E-2E95-3F47-5936C3D8BFEB}"/>
              </a:ext>
            </a:extLst>
          </p:cNvPr>
          <p:cNvSpPr txBox="1"/>
          <p:nvPr/>
        </p:nvSpPr>
        <p:spPr>
          <a:xfrm>
            <a:off x="2137173" y="1796478"/>
            <a:ext cx="1337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934D7-B93B-39C1-8A60-DE430CE7429A}"/>
              </a:ext>
            </a:extLst>
          </p:cNvPr>
          <p:cNvSpPr txBox="1"/>
          <p:nvPr/>
        </p:nvSpPr>
        <p:spPr>
          <a:xfrm>
            <a:off x="3947104" y="2310034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muy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4D7DD-1E23-9924-871A-D3982A93D5F6}"/>
              </a:ext>
            </a:extLst>
          </p:cNvPr>
          <p:cNvSpPr txBox="1"/>
          <p:nvPr/>
        </p:nvSpPr>
        <p:spPr>
          <a:xfrm>
            <a:off x="1828800" y="2826603"/>
            <a:ext cx="1337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A49B5-A8D5-3634-2A60-6B442072DE3C}"/>
              </a:ext>
            </a:extLst>
          </p:cNvPr>
          <p:cNvSpPr txBox="1"/>
          <p:nvPr/>
        </p:nvSpPr>
        <p:spPr>
          <a:xfrm>
            <a:off x="5144644" y="3276600"/>
            <a:ext cx="1337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493B4-46AE-10A5-C01F-C3FC04F057DE}"/>
              </a:ext>
            </a:extLst>
          </p:cNvPr>
          <p:cNvSpPr txBox="1"/>
          <p:nvPr/>
        </p:nvSpPr>
        <p:spPr>
          <a:xfrm>
            <a:off x="4572000" y="3840272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muy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C544D-F7A5-624A-5B84-2ABB0D8E50E3}"/>
              </a:ext>
            </a:extLst>
          </p:cNvPr>
          <p:cNvSpPr txBox="1"/>
          <p:nvPr/>
        </p:nvSpPr>
        <p:spPr>
          <a:xfrm>
            <a:off x="5357843" y="4322802"/>
            <a:ext cx="910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muy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1D938-442B-B826-E516-804E1432586D}"/>
              </a:ext>
            </a:extLst>
          </p:cNvPr>
          <p:cNvSpPr txBox="1"/>
          <p:nvPr/>
        </p:nvSpPr>
        <p:spPr>
          <a:xfrm>
            <a:off x="4902429" y="4826517"/>
            <a:ext cx="1337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mucha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CBB7BF-CAEA-82EE-9FC8-5F668596F61F}"/>
              </a:ext>
            </a:extLst>
          </p:cNvPr>
          <p:cNvSpPr txBox="1"/>
          <p:nvPr/>
        </p:nvSpPr>
        <p:spPr>
          <a:xfrm>
            <a:off x="3634154" y="5376748"/>
            <a:ext cx="15295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muchos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9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34AB60-895F-8098-0D64-2A28085E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50900"/>
            <a:ext cx="10972800" cy="5473700"/>
          </a:xfrm>
        </p:spPr>
        <p:txBody>
          <a:bodyPr/>
          <a:lstStyle/>
          <a:p>
            <a:r>
              <a:rPr lang="en-US" sz="3000" dirty="0"/>
              <a:t>In my city, many people have car.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En mi ciudad, </a:t>
            </a:r>
            <a:r>
              <a:rPr lang="en-US" sz="3000" dirty="0" err="1">
                <a:solidFill>
                  <a:srgbClr val="FFFF00"/>
                </a:solidFill>
              </a:rPr>
              <a:t>mucha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gente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tiene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coche</a:t>
            </a:r>
            <a:r>
              <a:rPr lang="en-US" sz="3000" dirty="0">
                <a:solidFill>
                  <a:srgbClr val="FFFF00"/>
                </a:solidFill>
              </a:rPr>
              <a:t>. </a:t>
            </a:r>
          </a:p>
          <a:p>
            <a:r>
              <a:rPr lang="en-US" sz="3000" dirty="0"/>
              <a:t>She is very sad today.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Ella </a:t>
            </a:r>
            <a:r>
              <a:rPr lang="en-US" sz="3000" dirty="0" err="1">
                <a:solidFill>
                  <a:srgbClr val="FFFF00"/>
                </a:solidFill>
              </a:rPr>
              <a:t>está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muy</a:t>
            </a:r>
            <a:r>
              <a:rPr lang="en-US" sz="3000" dirty="0">
                <a:solidFill>
                  <a:srgbClr val="FFFF00"/>
                </a:solidFill>
              </a:rPr>
              <a:t> triste hoy. </a:t>
            </a:r>
          </a:p>
          <a:p>
            <a:r>
              <a:rPr lang="en-US" sz="3000" dirty="0"/>
              <a:t>We have a lot time after the class. </a:t>
            </a:r>
          </a:p>
          <a:p>
            <a:r>
              <a:rPr lang="en-US" sz="3000" dirty="0" err="1">
                <a:solidFill>
                  <a:srgbClr val="FFFF00"/>
                </a:solidFill>
              </a:rPr>
              <a:t>Nosotos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tenemos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mucho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tiempo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despues</a:t>
            </a:r>
            <a:r>
              <a:rPr lang="en-US" sz="3000" dirty="0">
                <a:solidFill>
                  <a:srgbClr val="FFFF00"/>
                </a:solidFill>
              </a:rPr>
              <a:t> de la </a:t>
            </a:r>
            <a:r>
              <a:rPr lang="en-US" sz="3000" dirty="0" err="1">
                <a:solidFill>
                  <a:srgbClr val="FFFF00"/>
                </a:solidFill>
              </a:rPr>
              <a:t>clase</a:t>
            </a:r>
            <a:r>
              <a:rPr lang="en-US" sz="3000" dirty="0">
                <a:solidFill>
                  <a:srgbClr val="FFFF00"/>
                </a:solidFill>
              </a:rPr>
              <a:t>. </a:t>
            </a:r>
          </a:p>
          <a:p>
            <a:r>
              <a:rPr lang="en-US" sz="3000" dirty="0"/>
              <a:t>My mother is very tired now.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Mi </a:t>
            </a:r>
            <a:r>
              <a:rPr lang="en-US" sz="3000" dirty="0" err="1">
                <a:solidFill>
                  <a:srgbClr val="FFFF00"/>
                </a:solidFill>
              </a:rPr>
              <a:t>madre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est</a:t>
            </a:r>
            <a:r>
              <a:rPr lang="es-ES" sz="3000" dirty="0">
                <a:solidFill>
                  <a:srgbClr val="FFFF00"/>
                </a:solidFill>
              </a:rPr>
              <a:t>á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muy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cansada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ahora</a:t>
            </a:r>
            <a:r>
              <a:rPr lang="en-US" sz="3000" dirty="0">
                <a:solidFill>
                  <a:srgbClr val="FFFF00"/>
                </a:solidFill>
              </a:rPr>
              <a:t>. </a:t>
            </a:r>
          </a:p>
          <a:p>
            <a:r>
              <a:rPr lang="en-US" sz="3000" dirty="0"/>
              <a:t>The university is very big. </a:t>
            </a:r>
          </a:p>
          <a:p>
            <a:r>
              <a:rPr lang="en-US" sz="3000" dirty="0">
                <a:solidFill>
                  <a:srgbClr val="FFFF00"/>
                </a:solidFill>
              </a:rPr>
              <a:t>La </a:t>
            </a:r>
            <a:r>
              <a:rPr lang="en-US" sz="3000" dirty="0" err="1">
                <a:solidFill>
                  <a:srgbClr val="FFFF00"/>
                </a:solidFill>
              </a:rPr>
              <a:t>universidad</a:t>
            </a:r>
            <a:r>
              <a:rPr lang="en-US" sz="3000" dirty="0">
                <a:solidFill>
                  <a:srgbClr val="FFFF00"/>
                </a:solidFill>
              </a:rPr>
              <a:t> es </a:t>
            </a:r>
            <a:r>
              <a:rPr lang="en-US" sz="3000" dirty="0" err="1">
                <a:solidFill>
                  <a:srgbClr val="FFFF00"/>
                </a:solidFill>
              </a:rPr>
              <a:t>muy</a:t>
            </a:r>
            <a:r>
              <a:rPr lang="en-US" sz="3000" dirty="0">
                <a:solidFill>
                  <a:srgbClr val="FFFF00"/>
                </a:solidFill>
              </a:rPr>
              <a:t> </a:t>
            </a:r>
            <a:r>
              <a:rPr lang="en-US" sz="3000" dirty="0" err="1">
                <a:solidFill>
                  <a:srgbClr val="FFFF00"/>
                </a:solidFill>
              </a:rPr>
              <a:t>grande</a:t>
            </a:r>
            <a:r>
              <a:rPr lang="en-US" sz="3000" dirty="0">
                <a:solidFill>
                  <a:srgbClr val="FFFF00"/>
                </a:solidFill>
              </a:rPr>
              <a:t>.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2D7BB0-696E-5624-C3C8-31D3C323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50900"/>
          </a:xfrm>
        </p:spPr>
        <p:txBody>
          <a:bodyPr>
            <a:normAutofit/>
          </a:bodyPr>
          <a:lstStyle/>
          <a:p>
            <a:r>
              <a:rPr lang="es-ES" sz="4000" dirty="0"/>
              <a:t>Translation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practice</a:t>
            </a:r>
            <a:r>
              <a:rPr lang="en-US" sz="4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7408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334000"/>
          </a:xfrm>
        </p:spPr>
        <p:txBody>
          <a:bodyPr/>
          <a:lstStyle/>
          <a:p>
            <a:pPr lvl="0"/>
            <a:r>
              <a:rPr lang="en-US" dirty="0"/>
              <a:t>Learn about MUCHO as an adjective in Spanish. </a:t>
            </a:r>
          </a:p>
          <a:p>
            <a:pPr lvl="0"/>
            <a:r>
              <a:rPr lang="en-US" dirty="0"/>
              <a:t>Learn about MUCHO as an adverb Spanish. </a:t>
            </a:r>
          </a:p>
          <a:p>
            <a:pPr lvl="0"/>
            <a:r>
              <a:rPr lang="en-US" dirty="0"/>
              <a:t>Learn about MUY as an adverb in Spanish. </a:t>
            </a:r>
          </a:p>
          <a:p>
            <a:pPr lvl="0"/>
            <a:r>
              <a:rPr lang="en-US" dirty="0"/>
              <a:t>In the last part, we have exercises to understand the differences between MUY and MUCHO. </a:t>
            </a:r>
          </a:p>
          <a:p>
            <a:pPr lvl="0"/>
            <a:endParaRPr lang="en-US" sz="3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-1143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dirty="0">
                <a:cs typeface="Arial Black" panose="020B0A04020102020204" pitchFamily="34" charset="0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1283</TotalTime>
  <Words>719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Uso de Muy y Mucho</vt:lpstr>
      <vt:lpstr>Uso de MUCHO</vt:lpstr>
      <vt:lpstr>Use of MUCHO as adjectives</vt:lpstr>
      <vt:lpstr>Examples of MUCHO as Adjective:</vt:lpstr>
      <vt:lpstr>Practice Exercise</vt:lpstr>
      <vt:lpstr>Use of MUCHO as an adverb </vt:lpstr>
      <vt:lpstr>Examples of MUCHO as Adverb:</vt:lpstr>
      <vt:lpstr>Use of MUY in Spanish</vt:lpstr>
      <vt:lpstr>Examples of MUY as Adverb:</vt:lpstr>
      <vt:lpstr>Choose between MUY and MUCHO</vt:lpstr>
      <vt:lpstr>Translation for practice: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190</cp:revision>
  <dcterms:created xsi:type="dcterms:W3CDTF">2007-10-19T05:42:00Z</dcterms:created>
  <dcterms:modified xsi:type="dcterms:W3CDTF">2024-06-07T11:17:51Z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