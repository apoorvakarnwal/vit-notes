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304" r:id="rId2"/>
    <p:sldId id="303" r:id="rId3"/>
    <p:sldId id="315" r:id="rId4"/>
    <p:sldId id="316" r:id="rId5"/>
    <p:sldId id="326" r:id="rId6"/>
    <p:sldId id="317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02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8FB80-6669-4B37-8A73-0193CFD1230C}" v="944" dt="2024-05-10T04:48:38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howGuides="1">
      <p:cViewPr varScale="1">
        <p:scale>
          <a:sx n="64" d="100"/>
          <a:sy n="64" d="100"/>
        </p:scale>
        <p:origin x="954" y="7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Gaurav Sushant" userId="ea0695df9e5e2b13" providerId="LiveId" clId="{5FA8FB80-6669-4B37-8A73-0193CFD1230C}"/>
    <pc:docChg chg="undo redo custSel addSld delSld modSld sldOrd modMainMaster">
      <pc:chgData name="Dr Gaurav Sushant" userId="ea0695df9e5e2b13" providerId="LiveId" clId="{5FA8FB80-6669-4B37-8A73-0193CFD1230C}" dt="2024-08-07T10:30:29.711" v="2687"/>
      <pc:docMkLst>
        <pc:docMk/>
      </pc:docMkLst>
      <pc:sldChg chg="modSp del mod modTransition">
        <pc:chgData name="Dr Gaurav Sushant" userId="ea0695df9e5e2b13" providerId="LiveId" clId="{5FA8FB80-6669-4B37-8A73-0193CFD1230C}" dt="2024-05-08T16:56:36.480" v="2530" actId="47"/>
        <pc:sldMkLst>
          <pc:docMk/>
          <pc:sldMk cId="0" sldId="257"/>
        </pc:sldMkLst>
        <pc:graphicFrameChg chg="mod">
          <ac:chgData name="Dr Gaurav Sushant" userId="ea0695df9e5e2b13" providerId="LiveId" clId="{5FA8FB80-6669-4B37-8A73-0193CFD1230C}" dt="2024-05-08T12:01:40.027" v="353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modSp mod modTransition modAnim">
        <pc:chgData name="Dr Gaurav Sushant" userId="ea0695df9e5e2b13" providerId="LiveId" clId="{5FA8FB80-6669-4B37-8A73-0193CFD1230C}" dt="2024-05-08T16:58:49.688" v="2545" actId="122"/>
        <pc:sldMkLst>
          <pc:docMk/>
          <pc:sldMk cId="0" sldId="302"/>
        </pc:sldMkLst>
        <pc:spChg chg="mod">
          <ac:chgData name="Dr Gaurav Sushant" userId="ea0695df9e5e2b13" providerId="LiveId" clId="{5FA8FB80-6669-4B37-8A73-0193CFD1230C}" dt="2024-05-08T16:58:36.580" v="2543" actId="20577"/>
          <ac:spMkLst>
            <pc:docMk/>
            <pc:sldMk cId="0" sldId="302"/>
            <ac:spMk id="2" creationId="{00000000-0000-0000-0000-000000000000}"/>
          </ac:spMkLst>
        </pc:spChg>
        <pc:spChg chg="mod">
          <ac:chgData name="Dr Gaurav Sushant" userId="ea0695df9e5e2b13" providerId="LiveId" clId="{5FA8FB80-6669-4B37-8A73-0193CFD1230C}" dt="2024-05-08T16:58:49.688" v="2545" actId="122"/>
          <ac:spMkLst>
            <pc:docMk/>
            <pc:sldMk cId="0" sldId="302"/>
            <ac:spMk id="3" creationId="{00000000-0000-0000-0000-000000000000}"/>
          </ac:spMkLst>
        </pc:spChg>
      </pc:sldChg>
      <pc:sldChg chg="addSp delSp modSp mod modTransition delAnim modAnim">
        <pc:chgData name="Dr Gaurav Sushant" userId="ea0695df9e5e2b13" providerId="LiveId" clId="{5FA8FB80-6669-4B37-8A73-0193CFD1230C}" dt="2024-05-08T17:03:44.759" v="2552" actId="20577"/>
        <pc:sldMkLst>
          <pc:docMk/>
          <pc:sldMk cId="0" sldId="303"/>
        </pc:sldMkLst>
        <pc:spChg chg="del mod">
          <ac:chgData name="Dr Gaurav Sushant" userId="ea0695df9e5e2b13" providerId="LiveId" clId="{5FA8FB80-6669-4B37-8A73-0193CFD1230C}" dt="2024-05-08T11:28:31.744" v="19" actId="478"/>
          <ac:spMkLst>
            <pc:docMk/>
            <pc:sldMk cId="0" sldId="303"/>
            <ac:spMk id="2" creationId="{00000000-0000-0000-0000-000000000000}"/>
          </ac:spMkLst>
        </pc:spChg>
        <pc:spChg chg="del">
          <ac:chgData name="Dr Gaurav Sushant" userId="ea0695df9e5e2b13" providerId="LiveId" clId="{5FA8FB80-6669-4B37-8A73-0193CFD1230C}" dt="2024-05-08T11:28:31.744" v="19" actId="478"/>
          <ac:spMkLst>
            <pc:docMk/>
            <pc:sldMk cId="0" sldId="303"/>
            <ac:spMk id="3" creationId="{00000000-0000-0000-0000-000000000000}"/>
          </ac:spMkLst>
        </pc:spChg>
        <pc:spChg chg="add mod">
          <ac:chgData name="Dr Gaurav Sushant" userId="ea0695df9e5e2b13" providerId="LiveId" clId="{5FA8FB80-6669-4B37-8A73-0193CFD1230C}" dt="2024-05-08T17:03:44.759" v="2552" actId="20577"/>
          <ac:spMkLst>
            <pc:docMk/>
            <pc:sldMk cId="0" sldId="303"/>
            <ac:spMk id="7" creationId="{AE87CECB-4801-2364-ECAB-68175AE88445}"/>
          </ac:spMkLst>
        </pc:spChg>
        <pc:spChg chg="add del mod">
          <ac:chgData name="Dr Gaurav Sushant" userId="ea0695df9e5e2b13" providerId="LiveId" clId="{5FA8FB80-6669-4B37-8A73-0193CFD1230C}" dt="2024-05-08T11:33:30.198" v="80" actId="20577"/>
          <ac:spMkLst>
            <pc:docMk/>
            <pc:sldMk cId="0" sldId="303"/>
            <ac:spMk id="8" creationId="{8E26C679-F134-87CD-D9CC-F7800E55428A}"/>
          </ac:spMkLst>
        </pc:spChg>
        <pc:picChg chg="del">
          <ac:chgData name="Dr Gaurav Sushant" userId="ea0695df9e5e2b13" providerId="LiveId" clId="{5FA8FB80-6669-4B37-8A73-0193CFD1230C}" dt="2024-05-08T11:28:31.744" v="19" actId="478"/>
          <ac:picMkLst>
            <pc:docMk/>
            <pc:sldMk cId="0" sldId="303"/>
            <ac:picMk id="4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8:31.744" v="19" actId="478"/>
          <ac:picMkLst>
            <pc:docMk/>
            <pc:sldMk cId="0" sldId="303"/>
            <ac:picMk id="5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8:29.727" v="18" actId="478"/>
          <ac:picMkLst>
            <pc:docMk/>
            <pc:sldMk cId="0" sldId="303"/>
            <ac:picMk id="6" creationId="{00000000-0000-0000-0000-000000000000}"/>
          </ac:picMkLst>
        </pc:picChg>
      </pc:sldChg>
      <pc:sldChg chg="addSp delSp modSp mod modTransition delAnim modAnim">
        <pc:chgData name="Dr Gaurav Sushant" userId="ea0695df9e5e2b13" providerId="LiveId" clId="{5FA8FB80-6669-4B37-8A73-0193CFD1230C}" dt="2024-05-08T16:59:33.835" v="2551" actId="20577"/>
        <pc:sldMkLst>
          <pc:docMk/>
          <pc:sldMk cId="0" sldId="304"/>
        </pc:sldMkLst>
        <pc:spChg chg="del mod">
          <ac:chgData name="Dr Gaurav Sushant" userId="ea0695df9e5e2b13" providerId="LiveId" clId="{5FA8FB80-6669-4B37-8A73-0193CFD1230C}" dt="2024-05-08T11:27:43.472" v="9" actId="478"/>
          <ac:spMkLst>
            <pc:docMk/>
            <pc:sldMk cId="0" sldId="304"/>
            <ac:spMk id="3" creationId="{00000000-0000-0000-0000-000000000000}"/>
          </ac:spMkLst>
        </pc:spChg>
        <pc:spChg chg="del mod">
          <ac:chgData name="Dr Gaurav Sushant" userId="ea0695df9e5e2b13" providerId="LiveId" clId="{5FA8FB80-6669-4B37-8A73-0193CFD1230C}" dt="2024-05-08T11:27:43.472" v="9" actId="478"/>
          <ac:spMkLst>
            <pc:docMk/>
            <pc:sldMk cId="0" sldId="304"/>
            <ac:spMk id="4" creationId="{00000000-0000-0000-0000-000000000000}"/>
          </ac:spMkLst>
        </pc:spChg>
        <pc:spChg chg="add mod">
          <ac:chgData name="Dr Gaurav Sushant" userId="ea0695df9e5e2b13" providerId="LiveId" clId="{5FA8FB80-6669-4B37-8A73-0193CFD1230C}" dt="2024-05-08T16:59:33.835" v="2551" actId="20577"/>
          <ac:spMkLst>
            <pc:docMk/>
            <pc:sldMk cId="0" sldId="304"/>
            <ac:spMk id="31" creationId="{5E1E1F2E-2113-7722-B971-979D891361F3}"/>
          </ac:spMkLst>
        </pc:sp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5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6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7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8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9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0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1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2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3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4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5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6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7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8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19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0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1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2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3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4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5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6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3.472" v="9" actId="478"/>
          <ac:picMkLst>
            <pc:docMk/>
            <pc:sldMk cId="0" sldId="304"/>
            <ac:picMk id="27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40.081" v="8" actId="478"/>
          <ac:picMkLst>
            <pc:docMk/>
            <pc:sldMk cId="0" sldId="304"/>
            <ac:picMk id="28" creationId="{00000000-0000-0000-0000-000000000000}"/>
          </ac:picMkLst>
        </pc:picChg>
        <pc:picChg chg="del">
          <ac:chgData name="Dr Gaurav Sushant" userId="ea0695df9e5e2b13" providerId="LiveId" clId="{5FA8FB80-6669-4B37-8A73-0193CFD1230C}" dt="2024-05-08T11:27:36.667" v="7" actId="478"/>
          <ac:picMkLst>
            <pc:docMk/>
            <pc:sldMk cId="0" sldId="304"/>
            <ac:picMk id="29" creationId="{00000000-0000-0000-0000-000000000000}"/>
          </ac:picMkLst>
        </pc:picChg>
      </pc:sldChg>
      <pc:sldChg chg="del modTransition">
        <pc:chgData name="Dr Gaurav Sushant" userId="ea0695df9e5e2b13" providerId="LiveId" clId="{5FA8FB80-6669-4B37-8A73-0193CFD1230C}" dt="2024-05-08T16:56:39.717" v="2531" actId="47"/>
        <pc:sldMkLst>
          <pc:docMk/>
          <pc:sldMk cId="0" sldId="306"/>
        </pc:sldMkLst>
      </pc:sldChg>
      <pc:sldChg chg="del modTransition">
        <pc:chgData name="Dr Gaurav Sushant" userId="ea0695df9e5e2b13" providerId="LiveId" clId="{5FA8FB80-6669-4B37-8A73-0193CFD1230C}" dt="2024-05-08T16:56:44.209" v="2532" actId="47"/>
        <pc:sldMkLst>
          <pc:docMk/>
          <pc:sldMk cId="0" sldId="307"/>
        </pc:sldMkLst>
      </pc:sldChg>
      <pc:sldChg chg="del modTransition">
        <pc:chgData name="Dr Gaurav Sushant" userId="ea0695df9e5e2b13" providerId="LiveId" clId="{5FA8FB80-6669-4B37-8A73-0193CFD1230C}" dt="2024-05-08T16:56:48.205" v="2534" actId="47"/>
        <pc:sldMkLst>
          <pc:docMk/>
          <pc:sldMk cId="0" sldId="309"/>
        </pc:sldMkLst>
      </pc:sldChg>
      <pc:sldChg chg="del modTransition">
        <pc:chgData name="Dr Gaurav Sushant" userId="ea0695df9e5e2b13" providerId="LiveId" clId="{5FA8FB80-6669-4B37-8A73-0193CFD1230C}" dt="2024-05-08T16:56:49.719" v="2535" actId="47"/>
        <pc:sldMkLst>
          <pc:docMk/>
          <pc:sldMk cId="0" sldId="310"/>
        </pc:sldMkLst>
      </pc:sldChg>
      <pc:sldChg chg="del modTransition">
        <pc:chgData name="Dr Gaurav Sushant" userId="ea0695df9e5e2b13" providerId="LiveId" clId="{5FA8FB80-6669-4B37-8A73-0193CFD1230C}" dt="2024-05-08T16:56:51.031" v="2536" actId="47"/>
        <pc:sldMkLst>
          <pc:docMk/>
          <pc:sldMk cId="0" sldId="311"/>
        </pc:sldMkLst>
      </pc:sldChg>
      <pc:sldChg chg="del modTransition">
        <pc:chgData name="Dr Gaurav Sushant" userId="ea0695df9e5e2b13" providerId="LiveId" clId="{5FA8FB80-6669-4B37-8A73-0193CFD1230C}" dt="2024-05-08T16:56:52.254" v="2537" actId="47"/>
        <pc:sldMkLst>
          <pc:docMk/>
          <pc:sldMk cId="0" sldId="312"/>
        </pc:sldMkLst>
      </pc:sldChg>
      <pc:sldChg chg="del modTransition">
        <pc:chgData name="Dr Gaurav Sushant" userId="ea0695df9e5e2b13" providerId="LiveId" clId="{5FA8FB80-6669-4B37-8A73-0193CFD1230C}" dt="2024-05-08T16:56:58.065" v="2538" actId="47"/>
        <pc:sldMkLst>
          <pc:docMk/>
          <pc:sldMk cId="0" sldId="313"/>
        </pc:sldMkLst>
      </pc:sldChg>
      <pc:sldChg chg="del modTransition">
        <pc:chgData name="Dr Gaurav Sushant" userId="ea0695df9e5e2b13" providerId="LiveId" clId="{5FA8FB80-6669-4B37-8A73-0193CFD1230C}" dt="2024-05-08T16:56:45.666" v="2533" actId="47"/>
        <pc:sldMkLst>
          <pc:docMk/>
          <pc:sldMk cId="0" sldId="314"/>
        </pc:sldMkLst>
      </pc:sldChg>
      <pc:sldChg chg="delSp modSp add mod modTransition addAnim delAnim modAnim">
        <pc:chgData name="Dr Gaurav Sushant" userId="ea0695df9e5e2b13" providerId="LiveId" clId="{5FA8FB80-6669-4B37-8A73-0193CFD1230C}" dt="2024-05-08T16:19:17.013" v="1922"/>
        <pc:sldMkLst>
          <pc:docMk/>
          <pc:sldMk cId="2212169892" sldId="315"/>
        </pc:sldMkLst>
        <pc:spChg chg="mod">
          <ac:chgData name="Dr Gaurav Sushant" userId="ea0695df9e5e2b13" providerId="LiveId" clId="{5FA8FB80-6669-4B37-8A73-0193CFD1230C}" dt="2024-05-08T11:57:53.266" v="279" actId="20577"/>
          <ac:spMkLst>
            <pc:docMk/>
            <pc:sldMk cId="2212169892" sldId="315"/>
            <ac:spMk id="7" creationId="{AE87CECB-4801-2364-ECAB-68175AE88445}"/>
          </ac:spMkLst>
        </pc:spChg>
        <pc:spChg chg="del mod">
          <ac:chgData name="Dr Gaurav Sushant" userId="ea0695df9e5e2b13" providerId="LiveId" clId="{5FA8FB80-6669-4B37-8A73-0193CFD1230C}" dt="2024-05-08T11:57:00.540" v="260" actId="478"/>
          <ac:spMkLst>
            <pc:docMk/>
            <pc:sldMk cId="2212169892" sldId="315"/>
            <ac:spMk id="8" creationId="{8E26C679-F134-87CD-D9CC-F7800E55428A}"/>
          </ac:spMkLst>
        </pc:spChg>
      </pc:sldChg>
      <pc:sldChg chg="addSp modSp add mod ord modTransition modAnim">
        <pc:chgData name="Dr Gaurav Sushant" userId="ea0695df9e5e2b13" providerId="LiveId" clId="{5FA8FB80-6669-4B37-8A73-0193CFD1230C}" dt="2024-05-08T16:47:18.165" v="2165" actId="20577"/>
        <pc:sldMkLst>
          <pc:docMk/>
          <pc:sldMk cId="1637802222" sldId="316"/>
        </pc:sldMkLst>
        <pc:spChg chg="mod">
          <ac:chgData name="Dr Gaurav Sushant" userId="ea0695df9e5e2b13" providerId="LiveId" clId="{5FA8FB80-6669-4B37-8A73-0193CFD1230C}" dt="2024-05-08T12:02:32.461" v="365" actId="20577"/>
          <ac:spMkLst>
            <pc:docMk/>
            <pc:sldMk cId="1637802222" sldId="316"/>
            <ac:spMk id="7" creationId="{AE87CECB-4801-2364-ECAB-68175AE88445}"/>
          </ac:spMkLst>
        </pc:spChg>
        <pc:spChg chg="mod">
          <ac:chgData name="Dr Gaurav Sushant" userId="ea0695df9e5e2b13" providerId="LiveId" clId="{5FA8FB80-6669-4B37-8A73-0193CFD1230C}" dt="2024-05-08T16:47:18.165" v="2165" actId="20577"/>
          <ac:spMkLst>
            <pc:docMk/>
            <pc:sldMk cId="1637802222" sldId="316"/>
            <ac:spMk id="8" creationId="{8E26C679-F134-87CD-D9CC-F7800E55428A}"/>
          </ac:spMkLst>
        </pc:spChg>
        <pc:graphicFrameChg chg="add mod modGraphic">
          <ac:chgData name="Dr Gaurav Sushant" userId="ea0695df9e5e2b13" providerId="LiveId" clId="{5FA8FB80-6669-4B37-8A73-0193CFD1230C}" dt="2024-05-08T12:07:36.336" v="425" actId="122"/>
          <ac:graphicFrameMkLst>
            <pc:docMk/>
            <pc:sldMk cId="1637802222" sldId="316"/>
            <ac:graphicFrameMk id="2" creationId="{80D9EBA7-F655-2978-E63C-B8A0C435A004}"/>
          </ac:graphicFrameMkLst>
        </pc:graphicFrameChg>
      </pc:sldChg>
      <pc:sldChg chg="delSp modSp add mod modTransition modAnim">
        <pc:chgData name="Dr Gaurav Sushant" userId="ea0695df9e5e2b13" providerId="LiveId" clId="{5FA8FB80-6669-4B37-8A73-0193CFD1230C}" dt="2024-05-08T16:10:08.839" v="1866"/>
        <pc:sldMkLst>
          <pc:docMk/>
          <pc:sldMk cId="3981992409" sldId="317"/>
        </pc:sldMkLst>
        <pc:spChg chg="mod">
          <ac:chgData name="Dr Gaurav Sushant" userId="ea0695df9e5e2b13" providerId="LiveId" clId="{5FA8FB80-6669-4B37-8A73-0193CFD1230C}" dt="2024-05-08T13:07:51.615" v="696" actId="20577"/>
          <ac:spMkLst>
            <pc:docMk/>
            <pc:sldMk cId="3981992409" sldId="317"/>
            <ac:spMk id="7" creationId="{AE87CECB-4801-2364-ECAB-68175AE88445}"/>
          </ac:spMkLst>
        </pc:spChg>
        <pc:spChg chg="mod">
          <ac:chgData name="Dr Gaurav Sushant" userId="ea0695df9e5e2b13" providerId="LiveId" clId="{5FA8FB80-6669-4B37-8A73-0193CFD1230C}" dt="2024-05-08T13:05:27.906" v="558" actId="20577"/>
          <ac:spMkLst>
            <pc:docMk/>
            <pc:sldMk cId="3981992409" sldId="317"/>
            <ac:spMk id="8" creationId="{8E26C679-F134-87CD-D9CC-F7800E55428A}"/>
          </ac:spMkLst>
        </pc:spChg>
        <pc:graphicFrameChg chg="del">
          <ac:chgData name="Dr Gaurav Sushant" userId="ea0695df9e5e2b13" providerId="LiveId" clId="{5FA8FB80-6669-4B37-8A73-0193CFD1230C}" dt="2024-05-08T13:02:43.287" v="543" actId="478"/>
          <ac:graphicFrameMkLst>
            <pc:docMk/>
            <pc:sldMk cId="3981992409" sldId="317"/>
            <ac:graphicFrameMk id="2" creationId="{80D9EBA7-F655-2978-E63C-B8A0C435A004}"/>
          </ac:graphicFrameMkLst>
        </pc:graphicFrameChg>
      </pc:sldChg>
      <pc:sldChg chg="modSp add del">
        <pc:chgData name="Dr Gaurav Sushant" userId="ea0695df9e5e2b13" providerId="LiveId" clId="{5FA8FB80-6669-4B37-8A73-0193CFD1230C}" dt="2024-05-08T13:56:42.633" v="1167" actId="2696"/>
        <pc:sldMkLst>
          <pc:docMk/>
          <pc:sldMk cId="3307237995" sldId="318"/>
        </pc:sldMkLst>
        <pc:spChg chg="mod">
          <ac:chgData name="Dr Gaurav Sushant" userId="ea0695df9e5e2b13" providerId="LiveId" clId="{5FA8FB80-6669-4B37-8A73-0193CFD1230C}" dt="2024-05-08T13:22:25.120" v="903" actId="20577"/>
          <ac:spMkLst>
            <pc:docMk/>
            <pc:sldMk cId="3307237995" sldId="318"/>
            <ac:spMk id="7" creationId="{AE87CECB-4801-2364-ECAB-68175AE88445}"/>
          </ac:spMkLst>
        </pc:spChg>
      </pc:sldChg>
      <pc:sldChg chg="addSp delSp modSp new mod ord modTransition modAnim">
        <pc:chgData name="Dr Gaurav Sushant" userId="ea0695df9e5e2b13" providerId="LiveId" clId="{5FA8FB80-6669-4B37-8A73-0193CFD1230C}" dt="2024-08-07T10:30:29.711" v="2687"/>
        <pc:sldMkLst>
          <pc:docMk/>
          <pc:sldMk cId="3142713533" sldId="319"/>
        </pc:sldMkLst>
        <pc:spChg chg="mod">
          <ac:chgData name="Dr Gaurav Sushant" userId="ea0695df9e5e2b13" providerId="LiveId" clId="{5FA8FB80-6669-4B37-8A73-0193CFD1230C}" dt="2024-05-10T04:39:43.374" v="2642" actId="14100"/>
          <ac:spMkLst>
            <pc:docMk/>
            <pc:sldMk cId="3142713533" sldId="319"/>
            <ac:spMk id="2" creationId="{4144E88F-38E5-C1FA-6FFA-FAA411BFFDA3}"/>
          </ac:spMkLst>
        </pc:spChg>
        <pc:spChg chg="del">
          <ac:chgData name="Dr Gaurav Sushant" userId="ea0695df9e5e2b13" providerId="LiveId" clId="{5FA8FB80-6669-4B37-8A73-0193CFD1230C}" dt="2024-05-08T13:10:54.083" v="699" actId="478"/>
          <ac:spMkLst>
            <pc:docMk/>
            <pc:sldMk cId="3142713533" sldId="319"/>
            <ac:spMk id="3" creationId="{10020987-4E7C-F352-5970-BEEB79B788AC}"/>
          </ac:spMkLst>
        </pc:spChg>
        <pc:picChg chg="add mod">
          <ac:chgData name="Dr Gaurav Sushant" userId="ea0695df9e5e2b13" providerId="LiveId" clId="{5FA8FB80-6669-4B37-8A73-0193CFD1230C}" dt="2024-05-10T04:40:25.616" v="2648" actId="14100"/>
          <ac:picMkLst>
            <pc:docMk/>
            <pc:sldMk cId="3142713533" sldId="319"/>
            <ac:picMk id="3" creationId="{F7BB0BA7-8015-6DA1-B747-8620B5376C93}"/>
          </ac:picMkLst>
        </pc:picChg>
        <pc:picChg chg="add mod">
          <ac:chgData name="Dr Gaurav Sushant" userId="ea0695df9e5e2b13" providerId="LiveId" clId="{5FA8FB80-6669-4B37-8A73-0193CFD1230C}" dt="2024-05-10T04:39:43.374" v="2642" actId="14100"/>
          <ac:picMkLst>
            <pc:docMk/>
            <pc:sldMk cId="3142713533" sldId="319"/>
            <ac:picMk id="1026" creationId="{3842C87F-747B-2583-3F1E-A54640D33CC7}"/>
          </ac:picMkLst>
        </pc:picChg>
      </pc:sldChg>
      <pc:sldChg chg="addSp delSp modSp new mod modTransition modAnim">
        <pc:chgData name="Dr Gaurav Sushant" userId="ea0695df9e5e2b13" providerId="LiveId" clId="{5FA8FB80-6669-4B37-8A73-0193CFD1230C}" dt="2024-05-08T17:05:57.082" v="2560" actId="20577"/>
        <pc:sldMkLst>
          <pc:docMk/>
          <pc:sldMk cId="3029162061" sldId="320"/>
        </pc:sldMkLst>
        <pc:spChg chg="mod">
          <ac:chgData name="Dr Gaurav Sushant" userId="ea0695df9e5e2b13" providerId="LiveId" clId="{5FA8FB80-6669-4B37-8A73-0193CFD1230C}" dt="2024-05-08T17:05:57.082" v="2560" actId="20577"/>
          <ac:spMkLst>
            <pc:docMk/>
            <pc:sldMk cId="3029162061" sldId="320"/>
            <ac:spMk id="2" creationId="{9575D213-60D8-C815-6F89-CFDEC4352FD5}"/>
          </ac:spMkLst>
        </pc:spChg>
        <pc:spChg chg="del">
          <ac:chgData name="Dr Gaurav Sushant" userId="ea0695df9e5e2b13" providerId="LiveId" clId="{5FA8FB80-6669-4B37-8A73-0193CFD1230C}" dt="2024-05-08T13:22:31.850" v="904" actId="478"/>
          <ac:spMkLst>
            <pc:docMk/>
            <pc:sldMk cId="3029162061" sldId="320"/>
            <ac:spMk id="3" creationId="{C856A217-66C8-F474-81FA-F18F8B140604}"/>
          </ac:spMkLst>
        </pc:spChg>
        <pc:graphicFrameChg chg="add mod modGraphic">
          <ac:chgData name="Dr Gaurav Sushant" userId="ea0695df9e5e2b13" providerId="LiveId" clId="{5FA8FB80-6669-4B37-8A73-0193CFD1230C}" dt="2024-05-08T13:55:03.051" v="1162" actId="207"/>
          <ac:graphicFrameMkLst>
            <pc:docMk/>
            <pc:sldMk cId="3029162061" sldId="320"/>
            <ac:graphicFrameMk id="4" creationId="{87E879E4-AEF5-1DBF-BFCB-42F49BAE9A0A}"/>
          </ac:graphicFrameMkLst>
        </pc:graphicFrameChg>
      </pc:sldChg>
      <pc:sldChg chg="modSp new mod modTransition modAnim">
        <pc:chgData name="Dr Gaurav Sushant" userId="ea0695df9e5e2b13" providerId="LiveId" clId="{5FA8FB80-6669-4B37-8A73-0193CFD1230C}" dt="2024-05-08T16:16:24.212" v="1899"/>
        <pc:sldMkLst>
          <pc:docMk/>
          <pc:sldMk cId="1639927765" sldId="321"/>
        </pc:sldMkLst>
        <pc:spChg chg="mod">
          <ac:chgData name="Dr Gaurav Sushant" userId="ea0695df9e5e2b13" providerId="LiveId" clId="{5FA8FB80-6669-4B37-8A73-0193CFD1230C}" dt="2024-05-08T14:05:14.834" v="1325" actId="14100"/>
          <ac:spMkLst>
            <pc:docMk/>
            <pc:sldMk cId="1639927765" sldId="321"/>
            <ac:spMk id="2" creationId="{F2710EF5-02A8-5410-2ABC-0E719077C302}"/>
          </ac:spMkLst>
        </pc:spChg>
        <pc:spChg chg="mod">
          <ac:chgData name="Dr Gaurav Sushant" userId="ea0695df9e5e2b13" providerId="LiveId" clId="{5FA8FB80-6669-4B37-8A73-0193CFD1230C}" dt="2024-05-08T14:04:58.971" v="1324" actId="14100"/>
          <ac:spMkLst>
            <pc:docMk/>
            <pc:sldMk cId="1639927765" sldId="321"/>
            <ac:spMk id="3" creationId="{9C11DB2D-D1B7-D5D3-92DD-47057E838003}"/>
          </ac:spMkLst>
        </pc:spChg>
      </pc:sldChg>
      <pc:sldChg chg="delSp modSp new mod modTransition modAnim">
        <pc:chgData name="Dr Gaurav Sushant" userId="ea0695df9e5e2b13" providerId="LiveId" clId="{5FA8FB80-6669-4B37-8A73-0193CFD1230C}" dt="2024-05-08T16:15:08.337" v="1889"/>
        <pc:sldMkLst>
          <pc:docMk/>
          <pc:sldMk cId="1991278942" sldId="322"/>
        </pc:sldMkLst>
        <pc:spChg chg="mod">
          <ac:chgData name="Dr Gaurav Sushant" userId="ea0695df9e5e2b13" providerId="LiveId" clId="{5FA8FB80-6669-4B37-8A73-0193CFD1230C}" dt="2024-05-08T14:10:07.644" v="1504"/>
          <ac:spMkLst>
            <pc:docMk/>
            <pc:sldMk cId="1991278942" sldId="322"/>
            <ac:spMk id="2" creationId="{9F17EAE0-897F-F9A0-403E-B7459F0B83C4}"/>
          </ac:spMkLst>
        </pc:spChg>
        <pc:spChg chg="del">
          <ac:chgData name="Dr Gaurav Sushant" userId="ea0695df9e5e2b13" providerId="LiveId" clId="{5FA8FB80-6669-4B37-8A73-0193CFD1230C}" dt="2024-05-08T14:05:42.296" v="1327" actId="478"/>
          <ac:spMkLst>
            <pc:docMk/>
            <pc:sldMk cId="1991278942" sldId="322"/>
            <ac:spMk id="3" creationId="{51F11F92-EF9B-BEF1-4022-FC0D1D935274}"/>
          </ac:spMkLst>
        </pc:spChg>
      </pc:sldChg>
      <pc:sldChg chg="addSp delSp modSp new mod modTransition modAnim">
        <pc:chgData name="Dr Gaurav Sushant" userId="ea0695df9e5e2b13" providerId="LiveId" clId="{5FA8FB80-6669-4B37-8A73-0193CFD1230C}" dt="2024-05-08T17:09:31.646" v="2639" actId="20577"/>
        <pc:sldMkLst>
          <pc:docMk/>
          <pc:sldMk cId="3821321728" sldId="323"/>
        </pc:sldMkLst>
        <pc:spChg chg="mod">
          <ac:chgData name="Dr Gaurav Sushant" userId="ea0695df9e5e2b13" providerId="LiveId" clId="{5FA8FB80-6669-4B37-8A73-0193CFD1230C}" dt="2024-05-08T17:08:53.807" v="2622" actId="14100"/>
          <ac:spMkLst>
            <pc:docMk/>
            <pc:sldMk cId="3821321728" sldId="323"/>
            <ac:spMk id="2" creationId="{02C40760-637A-774C-1AAE-01BF49656107}"/>
          </ac:spMkLst>
        </pc:spChg>
        <pc:spChg chg="del">
          <ac:chgData name="Dr Gaurav Sushant" userId="ea0695df9e5e2b13" providerId="LiveId" clId="{5FA8FB80-6669-4B37-8A73-0193CFD1230C}" dt="2024-05-08T15:36:05.693" v="1506" actId="478"/>
          <ac:spMkLst>
            <pc:docMk/>
            <pc:sldMk cId="3821321728" sldId="323"/>
            <ac:spMk id="3" creationId="{4AAF357C-A50C-E332-8B1B-2E6902A35DB3}"/>
          </ac:spMkLst>
        </pc:spChg>
        <pc:spChg chg="add mod">
          <ac:chgData name="Dr Gaurav Sushant" userId="ea0695df9e5e2b13" providerId="LiveId" clId="{5FA8FB80-6669-4B37-8A73-0193CFD1230C}" dt="2024-05-08T17:09:31.646" v="2639" actId="20577"/>
          <ac:spMkLst>
            <pc:docMk/>
            <pc:sldMk cId="3821321728" sldId="323"/>
            <ac:spMk id="4" creationId="{DCD6592B-18DB-DAD6-BC75-1A6618FA6F91}"/>
          </ac:spMkLst>
        </pc:spChg>
      </pc:sldChg>
      <pc:sldChg chg="addSp delSp modSp new mod modTransition modAnim">
        <pc:chgData name="Dr Gaurav Sushant" userId="ea0695df9e5e2b13" providerId="LiveId" clId="{5FA8FB80-6669-4B37-8A73-0193CFD1230C}" dt="2024-05-10T04:48:38.386" v="2685"/>
        <pc:sldMkLst>
          <pc:docMk/>
          <pc:sldMk cId="3477613246" sldId="324"/>
        </pc:sldMkLst>
        <pc:spChg chg="mod">
          <ac:chgData name="Dr Gaurav Sushant" userId="ea0695df9e5e2b13" providerId="LiveId" clId="{5FA8FB80-6669-4B37-8A73-0193CFD1230C}" dt="2024-05-08T16:06:47.058" v="1853" actId="20577"/>
          <ac:spMkLst>
            <pc:docMk/>
            <pc:sldMk cId="3477613246" sldId="324"/>
            <ac:spMk id="2" creationId="{2691CB97-7750-964A-ACAD-1B5074669736}"/>
          </ac:spMkLst>
        </pc:spChg>
        <pc:spChg chg="del mod">
          <ac:chgData name="Dr Gaurav Sushant" userId="ea0695df9e5e2b13" providerId="LiveId" clId="{5FA8FB80-6669-4B37-8A73-0193CFD1230C}" dt="2024-05-08T15:46:24.894" v="1610" actId="478"/>
          <ac:spMkLst>
            <pc:docMk/>
            <pc:sldMk cId="3477613246" sldId="324"/>
            <ac:spMk id="3" creationId="{35144D3B-7C17-128A-1BD6-8415282A4051}"/>
          </ac:spMkLst>
        </pc:spChg>
        <pc:spChg chg="add mod">
          <ac:chgData name="Dr Gaurav Sushant" userId="ea0695df9e5e2b13" providerId="LiveId" clId="{5FA8FB80-6669-4B37-8A73-0193CFD1230C}" dt="2024-05-10T04:44:51.093" v="2659" actId="20577"/>
          <ac:spMkLst>
            <pc:docMk/>
            <pc:sldMk cId="3477613246" sldId="324"/>
            <ac:spMk id="4" creationId="{CAE0D18A-B8C7-A15D-66D9-2DE80F2C285B}"/>
          </ac:spMkLst>
        </pc:spChg>
        <pc:spChg chg="add mod">
          <ac:chgData name="Dr Gaurav Sushant" userId="ea0695df9e5e2b13" providerId="LiveId" clId="{5FA8FB80-6669-4B37-8A73-0193CFD1230C}" dt="2024-05-10T04:45:24.012" v="2664" actId="1076"/>
          <ac:spMkLst>
            <pc:docMk/>
            <pc:sldMk cId="3477613246" sldId="324"/>
            <ac:spMk id="5" creationId="{3144B0BD-2A6B-75DC-B7B7-EC015A6161F6}"/>
          </ac:spMkLst>
        </pc:spChg>
        <pc:spChg chg="add del mod">
          <ac:chgData name="Dr Gaurav Sushant" userId="ea0695df9e5e2b13" providerId="LiveId" clId="{5FA8FB80-6669-4B37-8A73-0193CFD1230C}" dt="2024-05-08T15:46:28.674" v="1611" actId="478"/>
          <ac:spMkLst>
            <pc:docMk/>
            <pc:sldMk cId="3477613246" sldId="324"/>
            <ac:spMk id="5" creationId="{95633760-98EB-1BBF-7918-8B60016A4EF8}"/>
          </ac:spMkLst>
        </pc:spChg>
        <pc:spChg chg="add mod">
          <ac:chgData name="Dr Gaurav Sushant" userId="ea0695df9e5e2b13" providerId="LiveId" clId="{5FA8FB80-6669-4B37-8A73-0193CFD1230C}" dt="2024-05-10T04:45:59.128" v="2670" actId="20577"/>
          <ac:spMkLst>
            <pc:docMk/>
            <pc:sldMk cId="3477613246" sldId="324"/>
            <ac:spMk id="6" creationId="{C263E86A-E292-9B0B-E0FF-97077F069E5A}"/>
          </ac:spMkLst>
        </pc:spChg>
        <pc:spChg chg="add mod">
          <ac:chgData name="Dr Gaurav Sushant" userId="ea0695df9e5e2b13" providerId="LiveId" clId="{5FA8FB80-6669-4B37-8A73-0193CFD1230C}" dt="2024-05-08T15:47:12.268" v="1617"/>
          <ac:spMkLst>
            <pc:docMk/>
            <pc:sldMk cId="3477613246" sldId="324"/>
            <ac:spMk id="6" creationId="{CF44904C-FEDA-28E9-4944-37D883117376}"/>
          </ac:spMkLst>
        </pc:spChg>
        <pc:spChg chg="add mod">
          <ac:chgData name="Dr Gaurav Sushant" userId="ea0695df9e5e2b13" providerId="LiveId" clId="{5FA8FB80-6669-4B37-8A73-0193CFD1230C}" dt="2024-05-08T15:49:34.902" v="1656" actId="255"/>
          <ac:spMkLst>
            <pc:docMk/>
            <pc:sldMk cId="3477613246" sldId="324"/>
            <ac:spMk id="7" creationId="{ED2D85EE-B7D4-E2BB-A7B5-43CEF88E4A85}"/>
          </ac:spMkLst>
        </pc:spChg>
        <pc:spChg chg="add mod">
          <ac:chgData name="Dr Gaurav Sushant" userId="ea0695df9e5e2b13" providerId="LiveId" clId="{5FA8FB80-6669-4B37-8A73-0193CFD1230C}" dt="2024-05-08T15:47:29.073" v="1624"/>
          <ac:spMkLst>
            <pc:docMk/>
            <pc:sldMk cId="3477613246" sldId="324"/>
            <ac:spMk id="8" creationId="{BABB21B7-04B9-C531-BC7B-89C285C7D885}"/>
          </ac:spMkLst>
        </pc:spChg>
        <pc:spChg chg="add mod">
          <ac:chgData name="Dr Gaurav Sushant" userId="ea0695df9e5e2b13" providerId="LiveId" clId="{5FA8FB80-6669-4B37-8A73-0193CFD1230C}" dt="2024-05-10T04:46:35.865" v="2678" actId="20577"/>
          <ac:spMkLst>
            <pc:docMk/>
            <pc:sldMk cId="3477613246" sldId="324"/>
            <ac:spMk id="8" creationId="{BE7B9901-24EE-FDD5-A123-625C3DEB7C63}"/>
          </ac:spMkLst>
        </pc:spChg>
        <pc:spChg chg="add mod">
          <ac:chgData name="Dr Gaurav Sushant" userId="ea0695df9e5e2b13" providerId="LiveId" clId="{5FA8FB80-6669-4B37-8A73-0193CFD1230C}" dt="2024-05-08T15:47:41.163" v="1626"/>
          <ac:spMkLst>
            <pc:docMk/>
            <pc:sldMk cId="3477613246" sldId="324"/>
            <ac:spMk id="9" creationId="{13719424-020B-1081-04F7-CEAAFFDEDEE3}"/>
          </ac:spMkLst>
        </pc:spChg>
        <pc:spChg chg="add mod">
          <ac:chgData name="Dr Gaurav Sushant" userId="ea0695df9e5e2b13" providerId="LiveId" clId="{5FA8FB80-6669-4B37-8A73-0193CFD1230C}" dt="2024-05-08T15:49:40.932" v="1657" actId="2711"/>
          <ac:spMkLst>
            <pc:docMk/>
            <pc:sldMk cId="3477613246" sldId="324"/>
            <ac:spMk id="10" creationId="{21F0FBE0-04E1-C9EC-1A8B-7AB3A620F876}"/>
          </ac:spMkLst>
        </pc:spChg>
        <pc:spChg chg="add mod">
          <ac:chgData name="Dr Gaurav Sushant" userId="ea0695df9e5e2b13" providerId="LiveId" clId="{5FA8FB80-6669-4B37-8A73-0193CFD1230C}" dt="2024-05-08T15:47:57.692" v="1630"/>
          <ac:spMkLst>
            <pc:docMk/>
            <pc:sldMk cId="3477613246" sldId="324"/>
            <ac:spMk id="11" creationId="{B50A58B5-1911-198C-7B32-DE31C6A2A710}"/>
          </ac:spMkLst>
        </pc:spChg>
        <pc:spChg chg="add mod">
          <ac:chgData name="Dr Gaurav Sushant" userId="ea0695df9e5e2b13" providerId="LiveId" clId="{5FA8FB80-6669-4B37-8A73-0193CFD1230C}" dt="2024-05-08T15:48:07.433" v="1632"/>
          <ac:spMkLst>
            <pc:docMk/>
            <pc:sldMk cId="3477613246" sldId="324"/>
            <ac:spMk id="12" creationId="{05FE9C88-0D0E-C8C5-D290-FD6920555F17}"/>
          </ac:spMkLst>
        </pc:spChg>
        <pc:spChg chg="add mod">
          <ac:chgData name="Dr Gaurav Sushant" userId="ea0695df9e5e2b13" providerId="LiveId" clId="{5FA8FB80-6669-4B37-8A73-0193CFD1230C}" dt="2024-05-08T15:48:10.267" v="1634"/>
          <ac:spMkLst>
            <pc:docMk/>
            <pc:sldMk cId="3477613246" sldId="324"/>
            <ac:spMk id="13" creationId="{95D639CB-EFA8-51A3-374F-3A8E36CFC462}"/>
          </ac:spMkLst>
        </pc:spChg>
        <pc:spChg chg="add mod">
          <ac:chgData name="Dr Gaurav Sushant" userId="ea0695df9e5e2b13" providerId="LiveId" clId="{5FA8FB80-6669-4B37-8A73-0193CFD1230C}" dt="2024-05-08T15:48:19.433" v="1635"/>
          <ac:spMkLst>
            <pc:docMk/>
            <pc:sldMk cId="3477613246" sldId="324"/>
            <ac:spMk id="14" creationId="{A5D1143F-FA19-9351-EE56-0CF42A392D29}"/>
          </ac:spMkLst>
        </pc:spChg>
        <pc:spChg chg="add mod">
          <ac:chgData name="Dr Gaurav Sushant" userId="ea0695df9e5e2b13" providerId="LiveId" clId="{5FA8FB80-6669-4B37-8A73-0193CFD1230C}" dt="2024-05-08T15:49:46.106" v="1658" actId="2711"/>
          <ac:spMkLst>
            <pc:docMk/>
            <pc:sldMk cId="3477613246" sldId="324"/>
            <ac:spMk id="15" creationId="{4AF2EDA1-F756-7190-F636-3C52B331384C}"/>
          </ac:spMkLst>
        </pc:spChg>
        <pc:spChg chg="add mod">
          <ac:chgData name="Dr Gaurav Sushant" userId="ea0695df9e5e2b13" providerId="LiveId" clId="{5FA8FB80-6669-4B37-8A73-0193CFD1230C}" dt="2024-05-08T15:48:31.196" v="1638"/>
          <ac:spMkLst>
            <pc:docMk/>
            <pc:sldMk cId="3477613246" sldId="324"/>
            <ac:spMk id="16" creationId="{3FACED0B-5160-462B-EB21-699B55EDF964}"/>
          </ac:spMkLst>
        </pc:spChg>
        <pc:spChg chg="add mod">
          <ac:chgData name="Dr Gaurav Sushant" userId="ea0695df9e5e2b13" providerId="LiveId" clId="{5FA8FB80-6669-4B37-8A73-0193CFD1230C}" dt="2024-05-08T15:49:51.414" v="1659" actId="2711"/>
          <ac:spMkLst>
            <pc:docMk/>
            <pc:sldMk cId="3477613246" sldId="324"/>
            <ac:spMk id="17" creationId="{F7C7A009-C26F-D146-5826-68F9A0A78429}"/>
          </ac:spMkLst>
        </pc:spChg>
        <pc:spChg chg="add mod">
          <ac:chgData name="Dr Gaurav Sushant" userId="ea0695df9e5e2b13" providerId="LiveId" clId="{5FA8FB80-6669-4B37-8A73-0193CFD1230C}" dt="2024-05-08T15:48:52.632" v="1642"/>
          <ac:spMkLst>
            <pc:docMk/>
            <pc:sldMk cId="3477613246" sldId="324"/>
            <ac:spMk id="18" creationId="{32148015-56E8-5E77-1485-334B826C591C}"/>
          </ac:spMkLst>
        </pc:spChg>
        <pc:spChg chg="add mod">
          <ac:chgData name="Dr Gaurav Sushant" userId="ea0695df9e5e2b13" providerId="LiveId" clId="{5FA8FB80-6669-4B37-8A73-0193CFD1230C}" dt="2024-05-08T15:48:54.555" v="1646"/>
          <ac:spMkLst>
            <pc:docMk/>
            <pc:sldMk cId="3477613246" sldId="324"/>
            <ac:spMk id="19" creationId="{338F803C-E03C-49A8-C01F-E66873996750}"/>
          </ac:spMkLst>
        </pc:spChg>
        <pc:spChg chg="add mod">
          <ac:chgData name="Dr Gaurav Sushant" userId="ea0695df9e5e2b13" providerId="LiveId" clId="{5FA8FB80-6669-4B37-8A73-0193CFD1230C}" dt="2024-05-08T15:49:02.152" v="1647"/>
          <ac:spMkLst>
            <pc:docMk/>
            <pc:sldMk cId="3477613246" sldId="324"/>
            <ac:spMk id="20" creationId="{EFE86EB6-A85E-96BC-F8AA-8BCB350D8083}"/>
          </ac:spMkLst>
        </pc:spChg>
        <pc:spChg chg="add mod">
          <ac:chgData name="Dr Gaurav Sushant" userId="ea0695df9e5e2b13" providerId="LiveId" clId="{5FA8FB80-6669-4B37-8A73-0193CFD1230C}" dt="2024-05-08T15:50:24.560" v="1669" actId="6549"/>
          <ac:spMkLst>
            <pc:docMk/>
            <pc:sldMk cId="3477613246" sldId="324"/>
            <ac:spMk id="21" creationId="{561E8BE2-2703-63D8-5A29-AC0B39CE1428}"/>
          </ac:spMkLst>
        </pc:spChg>
        <pc:spChg chg="add mod">
          <ac:chgData name="Dr Gaurav Sushant" userId="ea0695df9e5e2b13" providerId="LiveId" clId="{5FA8FB80-6669-4B37-8A73-0193CFD1230C}" dt="2024-05-08T15:49:13.337" v="1650"/>
          <ac:spMkLst>
            <pc:docMk/>
            <pc:sldMk cId="3477613246" sldId="324"/>
            <ac:spMk id="22" creationId="{19BA6197-A1C6-2B17-917C-3B691FEEAD03}"/>
          </ac:spMkLst>
        </pc:spChg>
        <pc:spChg chg="add mod">
          <ac:chgData name="Dr Gaurav Sushant" userId="ea0695df9e5e2b13" providerId="LiveId" clId="{5FA8FB80-6669-4B37-8A73-0193CFD1230C}" dt="2024-05-08T15:50:02.488" v="1661" actId="2711"/>
          <ac:spMkLst>
            <pc:docMk/>
            <pc:sldMk cId="3477613246" sldId="324"/>
            <ac:spMk id="23" creationId="{6F127DA6-AA1B-34F5-A59F-5F6D6B06BFC4}"/>
          </ac:spMkLst>
        </pc:spChg>
      </pc:sldChg>
      <pc:sldChg chg="addSp modSp new mod modTransition modAnim">
        <pc:chgData name="Dr Gaurav Sushant" userId="ea0695df9e5e2b13" providerId="LiveId" clId="{5FA8FB80-6669-4B37-8A73-0193CFD1230C}" dt="2024-05-08T16:10:08.839" v="1866"/>
        <pc:sldMkLst>
          <pc:docMk/>
          <pc:sldMk cId="4184621630" sldId="325"/>
        </pc:sldMkLst>
        <pc:spChg chg="mod">
          <ac:chgData name="Dr Gaurav Sushant" userId="ea0695df9e5e2b13" providerId="LiveId" clId="{5FA8FB80-6669-4B37-8A73-0193CFD1230C}" dt="2024-05-08T15:57:56.808" v="1728" actId="115"/>
          <ac:spMkLst>
            <pc:docMk/>
            <pc:sldMk cId="4184621630" sldId="325"/>
            <ac:spMk id="2" creationId="{B6971999-AFB0-8171-3273-2B429B912104}"/>
          </ac:spMkLst>
        </pc:spChg>
        <pc:spChg chg="mod">
          <ac:chgData name="Dr Gaurav Sushant" userId="ea0695df9e5e2b13" providerId="LiveId" clId="{5FA8FB80-6669-4B37-8A73-0193CFD1230C}" dt="2024-05-08T16:05:13.393" v="1848" actId="1076"/>
          <ac:spMkLst>
            <pc:docMk/>
            <pc:sldMk cId="4184621630" sldId="325"/>
            <ac:spMk id="3" creationId="{9AEB367D-75BE-4D93-4B30-8DF66A425D67}"/>
          </ac:spMkLst>
        </pc:spChg>
        <pc:spChg chg="add mod">
          <ac:chgData name="Dr Gaurav Sushant" userId="ea0695df9e5e2b13" providerId="LiveId" clId="{5FA8FB80-6669-4B37-8A73-0193CFD1230C}" dt="2024-05-08T15:59:09.340" v="1745" actId="1076"/>
          <ac:spMkLst>
            <pc:docMk/>
            <pc:sldMk cId="4184621630" sldId="325"/>
            <ac:spMk id="4" creationId="{4D88C221-E6F3-3C8D-13F4-D919F8A49691}"/>
          </ac:spMkLst>
        </pc:spChg>
        <pc:spChg chg="add mod">
          <ac:chgData name="Dr Gaurav Sushant" userId="ea0695df9e5e2b13" providerId="LiveId" clId="{5FA8FB80-6669-4B37-8A73-0193CFD1230C}" dt="2024-05-08T15:59:33.154" v="1753" actId="20577"/>
          <ac:spMkLst>
            <pc:docMk/>
            <pc:sldMk cId="4184621630" sldId="325"/>
            <ac:spMk id="5" creationId="{A57C5731-2F07-A2D2-56E0-AA84CAB8FCF4}"/>
          </ac:spMkLst>
        </pc:spChg>
        <pc:spChg chg="add mod">
          <ac:chgData name="Dr Gaurav Sushant" userId="ea0695df9e5e2b13" providerId="LiveId" clId="{5FA8FB80-6669-4B37-8A73-0193CFD1230C}" dt="2024-05-08T16:00:50.330" v="1792" actId="313"/>
          <ac:spMkLst>
            <pc:docMk/>
            <pc:sldMk cId="4184621630" sldId="325"/>
            <ac:spMk id="6" creationId="{4E444CF9-7944-7E77-661F-71B1BB692C9C}"/>
          </ac:spMkLst>
        </pc:spChg>
        <pc:spChg chg="add mod">
          <ac:chgData name="Dr Gaurav Sushant" userId="ea0695df9e5e2b13" providerId="LiveId" clId="{5FA8FB80-6669-4B37-8A73-0193CFD1230C}" dt="2024-05-08T16:00:42.008" v="1790" actId="313"/>
          <ac:spMkLst>
            <pc:docMk/>
            <pc:sldMk cId="4184621630" sldId="325"/>
            <ac:spMk id="7" creationId="{FBD7290E-40B8-3935-9EC1-0DF28AEDAA24}"/>
          </ac:spMkLst>
        </pc:spChg>
        <pc:spChg chg="add mod">
          <ac:chgData name="Dr Gaurav Sushant" userId="ea0695df9e5e2b13" providerId="LiveId" clId="{5FA8FB80-6669-4B37-8A73-0193CFD1230C}" dt="2024-05-08T16:01:13.226" v="1804" actId="14100"/>
          <ac:spMkLst>
            <pc:docMk/>
            <pc:sldMk cId="4184621630" sldId="325"/>
            <ac:spMk id="8" creationId="{948D4F69-54AE-F976-BCAA-421E3FE5F466}"/>
          </ac:spMkLst>
        </pc:spChg>
        <pc:spChg chg="add mod">
          <ac:chgData name="Dr Gaurav Sushant" userId="ea0695df9e5e2b13" providerId="LiveId" clId="{5FA8FB80-6669-4B37-8A73-0193CFD1230C}" dt="2024-05-08T16:01:57.180" v="1818" actId="790"/>
          <ac:spMkLst>
            <pc:docMk/>
            <pc:sldMk cId="4184621630" sldId="325"/>
            <ac:spMk id="9" creationId="{B1A9D40B-38A9-0CE4-ED21-0856A285A850}"/>
          </ac:spMkLst>
        </pc:spChg>
        <pc:spChg chg="add mod">
          <ac:chgData name="Dr Gaurav Sushant" userId="ea0695df9e5e2b13" providerId="LiveId" clId="{5FA8FB80-6669-4B37-8A73-0193CFD1230C}" dt="2024-05-08T16:02:26.964" v="1830" actId="313"/>
          <ac:spMkLst>
            <pc:docMk/>
            <pc:sldMk cId="4184621630" sldId="325"/>
            <ac:spMk id="10" creationId="{9ABE29D1-93FB-8E85-DE87-F1CBBBB56FCB}"/>
          </ac:spMkLst>
        </pc:spChg>
      </pc:sldChg>
      <pc:sldChg chg="addSp modSp new mod modAnim">
        <pc:chgData name="Dr Gaurav Sushant" userId="ea0695df9e5e2b13" providerId="LiveId" clId="{5FA8FB80-6669-4B37-8A73-0193CFD1230C}" dt="2024-05-08T17:04:30.356" v="2553"/>
        <pc:sldMkLst>
          <pc:docMk/>
          <pc:sldMk cId="3071258833" sldId="326"/>
        </pc:sldMkLst>
        <pc:spChg chg="mod">
          <ac:chgData name="Dr Gaurav Sushant" userId="ea0695df9e5e2b13" providerId="LiveId" clId="{5FA8FB80-6669-4B37-8A73-0193CFD1230C}" dt="2024-05-08T17:04:30.356" v="2553"/>
          <ac:spMkLst>
            <pc:docMk/>
            <pc:sldMk cId="3071258833" sldId="326"/>
            <ac:spMk id="2" creationId="{34256C80-3FCE-E652-8183-2529EFB7FF90}"/>
          </ac:spMkLst>
        </pc:spChg>
        <pc:spChg chg="mod">
          <ac:chgData name="Dr Gaurav Sushant" userId="ea0695df9e5e2b13" providerId="LiveId" clId="{5FA8FB80-6669-4B37-8A73-0193CFD1230C}" dt="2024-05-08T16:49:27.850" v="2389" actId="14100"/>
          <ac:spMkLst>
            <pc:docMk/>
            <pc:sldMk cId="3071258833" sldId="326"/>
            <ac:spMk id="3" creationId="{F006FD07-2E60-3CFC-04BD-8D2E965627D5}"/>
          </ac:spMkLst>
        </pc:spChg>
        <pc:graphicFrameChg chg="add mod modGraphic">
          <ac:chgData name="Dr Gaurav Sushant" userId="ea0695df9e5e2b13" providerId="LiveId" clId="{5FA8FB80-6669-4B37-8A73-0193CFD1230C}" dt="2024-05-08T16:52:34.844" v="2524" actId="1076"/>
          <ac:graphicFrameMkLst>
            <pc:docMk/>
            <pc:sldMk cId="3071258833" sldId="326"/>
            <ac:graphicFrameMk id="4" creationId="{F4B5333C-EAD2-E12F-D317-A6F04C9D57A1}"/>
          </ac:graphicFrameMkLst>
        </pc:graphicFrameChg>
      </pc:sldChg>
      <pc:sldMasterChg chg="modTransition modSldLayout">
        <pc:chgData name="Dr Gaurav Sushant" userId="ea0695df9e5e2b13" providerId="LiveId" clId="{5FA8FB80-6669-4B37-8A73-0193CFD1230C}" dt="2024-05-08T16:10:08.839" v="1866"/>
        <pc:sldMasterMkLst>
          <pc:docMk/>
          <pc:sldMasterMk cId="0" sldId="2147483648"/>
        </pc:sldMasterMkLst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Dr Gaurav Sushant" userId="ea0695df9e5e2b13" providerId="LiveId" clId="{5FA8FB80-6669-4B37-8A73-0193CFD1230C}" dt="2024-05-08T16:10:08.839" v="18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8/7/2024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8/7/2024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8/7/2024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8/7/2024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8/7/2024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8/7/2024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8/7/2024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8/7/2024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8/7/2024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5E1E1F2E-2113-7722-B971-979D89136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0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Los Adjetivos y Sustantivos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972800" cy="4724400"/>
          </a:xfrm>
        </p:spPr>
        <p:txBody>
          <a:bodyPr/>
          <a:lstStyle/>
          <a:p>
            <a:r>
              <a:rPr lang="en-US" dirty="0"/>
              <a:t>Nouns have gender and number in Spanish so the adjectives must reflect the same gender and number as its noun. </a:t>
            </a:r>
          </a:p>
          <a:p>
            <a:r>
              <a:rPr lang="en-US" sz="3600" dirty="0"/>
              <a:t>Adjective = Noun (in form)</a:t>
            </a:r>
          </a:p>
          <a:p>
            <a:r>
              <a:rPr lang="en-US" dirty="0"/>
              <a:t>In Spanish, adjectives are generally placed after the nouns. Only in a few cases, it will be placed before the nouns. </a:t>
            </a:r>
            <a:endParaRPr lang="en-US" sz="36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Adjectives in </a:t>
            </a:r>
            <a:r>
              <a:rPr lang="en-US" dirty="0"/>
              <a:t>Spanish </a:t>
            </a:r>
            <a:r>
              <a:rPr lang="en-US" sz="4400" dirty="0"/>
              <a:t>are like mirrors: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81138"/>
            <a:ext cx="10972800" cy="1719262"/>
          </a:xfrm>
        </p:spPr>
        <p:txBody>
          <a:bodyPr/>
          <a:lstStyle/>
          <a:p>
            <a:pPr marL="109220" indent="0">
              <a:buNone/>
            </a:pPr>
            <a:r>
              <a:rPr lang="en-US" sz="3600" dirty="0"/>
              <a:t>Examples: </a:t>
            </a:r>
          </a:p>
          <a:p>
            <a:r>
              <a:rPr lang="en-US" sz="3600" dirty="0"/>
              <a:t>El chico </a:t>
            </a:r>
            <a:r>
              <a:rPr lang="es-ES" sz="3600" dirty="0"/>
              <a:t>simpático</a:t>
            </a:r>
          </a:p>
          <a:p>
            <a:r>
              <a:rPr lang="es-ES" sz="3600" dirty="0"/>
              <a:t>La chica simpática</a:t>
            </a:r>
          </a:p>
          <a:p>
            <a:r>
              <a:rPr lang="es-ES" dirty="0"/>
              <a:t>Los chicos simpáticos</a:t>
            </a:r>
          </a:p>
          <a:p>
            <a:r>
              <a:rPr lang="es-ES" dirty="0"/>
              <a:t>Las chicas simpáticas</a:t>
            </a:r>
          </a:p>
          <a:p>
            <a:endParaRPr lang="es-ES" dirty="0"/>
          </a:p>
          <a:p>
            <a:endParaRPr lang="es-ES" dirty="0"/>
          </a:p>
          <a:p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22121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820400" cy="2286000"/>
          </a:xfrm>
        </p:spPr>
        <p:txBody>
          <a:bodyPr/>
          <a:lstStyle/>
          <a:p>
            <a:r>
              <a:rPr lang="en-US" dirty="0"/>
              <a:t>Adjectives that end in – o change to the feminine form by dropping the – o and adding – a; </a:t>
            </a:r>
          </a:p>
          <a:p>
            <a:r>
              <a:rPr lang="en-US" dirty="0"/>
              <a:t>They then change to the plural by adding – s to either form:</a:t>
            </a:r>
          </a:p>
          <a:p>
            <a:pPr marL="10922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adjectives ending with –O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D9EBA7-F655-2978-E63C-B8A0C435A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042380"/>
              </p:ext>
            </p:extLst>
          </p:nvPr>
        </p:nvGraphicFramePr>
        <p:xfrm>
          <a:off x="2032000" y="3916362"/>
          <a:ext cx="8127999" cy="2286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421822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0593161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4974125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endParaRPr lang="en-US" sz="3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0253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9623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Altos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Altas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596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802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56C80-3FCE-E652-8183-2529EFB7F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016500"/>
          </a:xfrm>
        </p:spPr>
        <p:txBody>
          <a:bodyPr/>
          <a:lstStyle/>
          <a:p>
            <a:r>
              <a:rPr lang="en-US" dirty="0"/>
              <a:t>The adjectives that end with –e in Spanish are </a:t>
            </a:r>
            <a:r>
              <a:rPr lang="en-US" dirty="0" err="1"/>
              <a:t>are</a:t>
            </a:r>
            <a:r>
              <a:rPr lang="en-US" dirty="0"/>
              <a:t> considered both masculine and feminine. </a:t>
            </a:r>
          </a:p>
          <a:p>
            <a:r>
              <a:rPr lang="en-US" dirty="0"/>
              <a:t>To make them plural, we are supposed to add –s to them.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06FD07-2E60-3CFC-04BD-8D2E9656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066800"/>
          </a:xfrm>
        </p:spPr>
        <p:txBody>
          <a:bodyPr/>
          <a:lstStyle/>
          <a:p>
            <a:r>
              <a:rPr lang="en-US" dirty="0"/>
              <a:t>Adjectives ending with –e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B5333C-EAD2-E12F-D317-A6F04C9D5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885381"/>
              </p:ext>
            </p:extLst>
          </p:nvPr>
        </p:nvGraphicFramePr>
        <p:xfrm>
          <a:off x="800100" y="4221480"/>
          <a:ext cx="10591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677573685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24559769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34875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5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Grande/</a:t>
                      </a:r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Inteligente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Grande/</a:t>
                      </a:r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Inteligente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072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Grandes/</a:t>
                      </a:r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Inteligentes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Grandes/</a:t>
                      </a:r>
                      <a:r>
                        <a:rPr lang="en-US" sz="30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Inteligentes</a:t>
                      </a:r>
                      <a:endParaRPr lang="en-US" sz="3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892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25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87CECB-4801-2364-ECAB-68175AE8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4000"/>
            <a:ext cx="10820400" cy="2286000"/>
          </a:xfrm>
        </p:spPr>
        <p:txBody>
          <a:bodyPr/>
          <a:lstStyle/>
          <a:p>
            <a:pPr marL="852170" indent="-742950">
              <a:buFont typeface="+mj-lt"/>
              <a:buAutoNum type="arabicPeriod"/>
            </a:pPr>
            <a:r>
              <a:rPr lang="en-US" dirty="0"/>
              <a:t>For adjectives that end with –or (consonant), we need to add –a to form the feminine. </a:t>
            </a:r>
          </a:p>
          <a:p>
            <a:pPr marL="852170" indent="-742950">
              <a:buFont typeface="+mj-lt"/>
              <a:buAutoNum type="arabicPeriod"/>
            </a:pPr>
            <a:r>
              <a:rPr lang="en-US" dirty="0"/>
              <a:t>For making these adjectives plural, we add –es to the masculine and –s to the feminine. </a:t>
            </a:r>
          </a:p>
          <a:p>
            <a:r>
              <a:rPr lang="en-US" dirty="0"/>
              <a:t>El  </a:t>
            </a:r>
            <a:r>
              <a:rPr lang="en-US" dirty="0" err="1"/>
              <a:t>estudiante</a:t>
            </a:r>
            <a:r>
              <a:rPr lang="en-US" dirty="0"/>
              <a:t>  </a:t>
            </a:r>
            <a:r>
              <a:rPr lang="en-US" dirty="0" err="1"/>
              <a:t>trabajador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estudiante</a:t>
            </a:r>
            <a:r>
              <a:rPr lang="en-US" dirty="0"/>
              <a:t> </a:t>
            </a:r>
            <a:r>
              <a:rPr lang="en-US" dirty="0" err="1"/>
              <a:t>trabajadora</a:t>
            </a:r>
            <a:endParaRPr lang="en-US" dirty="0"/>
          </a:p>
          <a:p>
            <a:r>
              <a:rPr lang="en-US" dirty="0"/>
              <a:t>Los </a:t>
            </a:r>
            <a:r>
              <a:rPr lang="en-US" dirty="0" err="1"/>
              <a:t>estudiantes</a:t>
            </a:r>
            <a:r>
              <a:rPr lang="en-US" dirty="0"/>
              <a:t> </a:t>
            </a:r>
            <a:r>
              <a:rPr lang="en-US" dirty="0" err="1"/>
              <a:t>trabajadores</a:t>
            </a:r>
            <a:endParaRPr lang="en-US" dirty="0"/>
          </a:p>
          <a:p>
            <a:r>
              <a:rPr lang="en-US" dirty="0"/>
              <a:t>las </a:t>
            </a:r>
            <a:r>
              <a:rPr lang="en-US" dirty="0" err="1"/>
              <a:t>estudiantes</a:t>
            </a:r>
            <a:r>
              <a:rPr lang="en-US" dirty="0"/>
              <a:t> </a:t>
            </a:r>
            <a:r>
              <a:rPr lang="en-US" dirty="0" err="1"/>
              <a:t>trabajadoras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E26C679-F134-87CD-D9CC-F7800E55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11582400" cy="1265238"/>
          </a:xfrm>
        </p:spPr>
        <p:txBody>
          <a:bodyPr>
            <a:normAutofit/>
          </a:bodyPr>
          <a:lstStyle/>
          <a:p>
            <a:r>
              <a:rPr lang="en-US" dirty="0"/>
              <a:t>Consonant ending adjectives  </a:t>
            </a:r>
          </a:p>
        </p:txBody>
      </p:sp>
    </p:spTree>
    <p:extLst>
      <p:ext uri="{BB962C8B-B14F-4D97-AF65-F5344CB8AC3E}">
        <p14:creationId xmlns:p14="http://schemas.microsoft.com/office/powerpoint/2010/main" val="398199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44E88F-38E5-C1FA-6FFA-FAA411BFF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33400"/>
            <a:ext cx="10972800" cy="5473700"/>
          </a:xfrm>
        </p:spPr>
        <p:txBody>
          <a:bodyPr/>
          <a:lstStyle/>
          <a:p>
            <a:pPr marL="852170" indent="-742950">
              <a:buFont typeface="+mj-lt"/>
              <a:buAutoNum type="arabicPeriod" startAt="3"/>
            </a:pPr>
            <a:r>
              <a:rPr lang="en-US" dirty="0"/>
              <a:t>Adjectives that end in –z are considered both masculine and feminine. </a:t>
            </a:r>
          </a:p>
          <a:p>
            <a:pPr marL="852170" indent="-742950">
              <a:buFont typeface="+mj-lt"/>
              <a:buAutoNum type="arabicPeriod" startAt="3"/>
            </a:pPr>
            <a:r>
              <a:rPr lang="en-US" dirty="0"/>
              <a:t>For making these adjectives plural, we need to first change the –z to –c and then add –es to form the plural. For e.g. </a:t>
            </a:r>
          </a:p>
          <a:p>
            <a:r>
              <a:rPr lang="es-ES" dirty="0"/>
              <a:t>El estudiante feliz	</a:t>
            </a:r>
          </a:p>
          <a:p>
            <a:r>
              <a:rPr lang="es-ES" dirty="0"/>
              <a:t>La estudiante feliz</a:t>
            </a:r>
          </a:p>
          <a:p>
            <a:r>
              <a:rPr lang="es-ES" dirty="0"/>
              <a:t>Los estudiantes felices</a:t>
            </a:r>
          </a:p>
          <a:p>
            <a:r>
              <a:rPr lang="es-ES" dirty="0"/>
              <a:t>Las estudiantes felices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BB0BA7-8015-6DA1-B747-8620B5376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352800"/>
            <a:ext cx="42291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1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75D213-60D8-C815-6F89-CFDEC4352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7200"/>
            <a:ext cx="10972800" cy="5549900"/>
          </a:xfrm>
        </p:spPr>
        <p:txBody>
          <a:bodyPr/>
          <a:lstStyle/>
          <a:p>
            <a:pPr marL="852170" indent="-742950">
              <a:buFont typeface="+mj-lt"/>
              <a:buAutoNum type="arabicPeriod" startAt="5"/>
            </a:pPr>
            <a:r>
              <a:rPr lang="en-US" dirty="0"/>
              <a:t>Adjectives ending with a consonant (except –or and –z ending) are used for both genders. They are changed to plural forms by adding –es. </a:t>
            </a:r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  <a:p>
            <a:pPr marL="10922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E879E4-AEF5-1DBF-BFCB-42F49BAE9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64148"/>
              </p:ext>
            </p:extLst>
          </p:nvPr>
        </p:nvGraphicFramePr>
        <p:xfrm>
          <a:off x="2032000" y="2872740"/>
          <a:ext cx="812799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3146236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908642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24519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3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Masculine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Feminine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262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</a:t>
                      </a:r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</a:t>
                      </a:r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46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Fáciles</a:t>
                      </a:r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Fáciles</a:t>
                      </a:r>
                      <a:endParaRPr lang="en-US" sz="36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44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916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710EF5-02A8-5410-2ABC-0E719077C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38200"/>
            <a:ext cx="11506200" cy="5638800"/>
          </a:xfrm>
        </p:spPr>
        <p:txBody>
          <a:bodyPr/>
          <a:lstStyle/>
          <a:p>
            <a:pPr marL="852170" indent="-742950">
              <a:buFont typeface="+mj-lt"/>
              <a:buAutoNum type="arabicPeriod"/>
            </a:pPr>
            <a:r>
              <a:rPr lang="en-US" dirty="0"/>
              <a:t>Nationality as an adjective, changes with gender and number. If it ends with a consonant, then we add –a to make it feminine.  For e.g. </a:t>
            </a:r>
          </a:p>
          <a:p>
            <a:r>
              <a:rPr lang="en-US" dirty="0"/>
              <a:t>El chico japonés</a:t>
            </a:r>
          </a:p>
          <a:p>
            <a:r>
              <a:rPr lang="en-US" dirty="0"/>
              <a:t>La chica japonesa</a:t>
            </a:r>
          </a:p>
          <a:p>
            <a:r>
              <a:rPr lang="en-US" dirty="0"/>
              <a:t>El </a:t>
            </a:r>
            <a:r>
              <a:rPr lang="en-US" dirty="0" err="1"/>
              <a:t>libro</a:t>
            </a:r>
            <a:r>
              <a:rPr lang="en-US" dirty="0"/>
              <a:t>  alemán</a:t>
            </a:r>
          </a:p>
          <a:p>
            <a:r>
              <a:rPr lang="en-US" dirty="0"/>
              <a:t>La </a:t>
            </a:r>
            <a:r>
              <a:rPr lang="en-US" dirty="0" err="1"/>
              <a:t>revista</a:t>
            </a:r>
            <a:r>
              <a:rPr lang="en-US" dirty="0"/>
              <a:t> </a:t>
            </a:r>
            <a:r>
              <a:rPr lang="en-US" dirty="0" err="1"/>
              <a:t>alemana</a:t>
            </a: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restaurante</a:t>
            </a:r>
            <a:r>
              <a:rPr lang="en-US" dirty="0"/>
              <a:t> </a:t>
            </a:r>
            <a:r>
              <a:rPr lang="en-US" dirty="0" err="1"/>
              <a:t>español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cafetería</a:t>
            </a:r>
            <a:r>
              <a:rPr lang="en-US" dirty="0"/>
              <a:t> </a:t>
            </a:r>
            <a:r>
              <a:rPr lang="en-US" dirty="0" err="1"/>
              <a:t>española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11DB2D-D1B7-D5D3-92DD-47057E83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Adjectives of Nationality</a:t>
            </a:r>
          </a:p>
        </p:txBody>
      </p:sp>
    </p:spTree>
    <p:extLst>
      <p:ext uri="{BB962C8B-B14F-4D97-AF65-F5344CB8AC3E}">
        <p14:creationId xmlns:p14="http://schemas.microsoft.com/office/powerpoint/2010/main" val="163992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17EAE0-897F-F9A0-403E-B7459F0B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11277600" cy="5549900"/>
          </a:xfrm>
        </p:spPr>
        <p:txBody>
          <a:bodyPr/>
          <a:lstStyle/>
          <a:p>
            <a:pPr marL="852170" indent="-742950">
              <a:buFont typeface="+mj-lt"/>
              <a:buAutoNum type="arabicPeriod" startAt="2"/>
            </a:pPr>
            <a:r>
              <a:rPr lang="en-US" dirty="0"/>
              <a:t>If the nationality ends with the letter –o then we replace it with –a to make it feminine. </a:t>
            </a:r>
          </a:p>
          <a:p>
            <a:r>
              <a:rPr lang="en-US" dirty="0"/>
              <a:t>Un chico Italiano</a:t>
            </a:r>
          </a:p>
          <a:p>
            <a:r>
              <a:rPr lang="en-US" dirty="0"/>
              <a:t>Una chica </a:t>
            </a:r>
            <a:r>
              <a:rPr lang="en-US" dirty="0" err="1"/>
              <a:t>italiana</a:t>
            </a:r>
            <a:endParaRPr lang="en-US" dirty="0"/>
          </a:p>
          <a:p>
            <a:r>
              <a:rPr lang="en-US" dirty="0"/>
              <a:t>Un chico ruso</a:t>
            </a:r>
          </a:p>
          <a:p>
            <a:r>
              <a:rPr lang="en-US" dirty="0"/>
              <a:t>Una chica rusa</a:t>
            </a:r>
          </a:p>
          <a:p>
            <a:r>
              <a:rPr lang="en-US" dirty="0"/>
              <a:t>Un </a:t>
            </a:r>
            <a:r>
              <a:rPr lang="en-US" dirty="0" err="1"/>
              <a:t>restaurante</a:t>
            </a:r>
            <a:r>
              <a:rPr lang="en-US" dirty="0"/>
              <a:t> </a:t>
            </a:r>
            <a:r>
              <a:rPr lang="en-US" dirty="0" err="1"/>
              <a:t>indio</a:t>
            </a:r>
            <a:endParaRPr lang="en-US" dirty="0"/>
          </a:p>
          <a:p>
            <a:r>
              <a:rPr lang="en-US" dirty="0"/>
              <a:t>Una chica </a:t>
            </a:r>
            <a:r>
              <a:rPr lang="en-US" dirty="0" err="1"/>
              <a:t>india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27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C40760-637A-774C-1AAE-01BF49656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77600" cy="4406900"/>
          </a:xfrm>
        </p:spPr>
        <p:txBody>
          <a:bodyPr/>
          <a:lstStyle/>
          <a:p>
            <a:pPr marL="109220" indent="0">
              <a:buNone/>
            </a:pPr>
            <a:r>
              <a:rPr lang="en-US" sz="3600" dirty="0"/>
              <a:t>If more than one adjective modifies and follows a noun, you may connect them with the conjunction </a:t>
            </a:r>
            <a:r>
              <a:rPr lang="en-US" sz="3600" dirty="0">
                <a:solidFill>
                  <a:srgbClr val="CCECFF"/>
                </a:solidFill>
              </a:rPr>
              <a:t>–y: </a:t>
            </a:r>
          </a:p>
          <a:p>
            <a:r>
              <a:rPr lang="es-ES" dirty="0"/>
              <a:t>Una muchacha/chica simpática y bonita</a:t>
            </a:r>
          </a:p>
          <a:p>
            <a:r>
              <a:rPr lang="es-ES" dirty="0"/>
              <a:t>Yo soy una chica inteligente, interesante, guapa y alta.</a:t>
            </a:r>
          </a:p>
          <a:p>
            <a:r>
              <a:rPr lang="es-ES" dirty="0"/>
              <a:t>Un muchacho/chico alto y gordo. </a:t>
            </a:r>
          </a:p>
          <a:p>
            <a:endParaRPr lang="es-ES" dirty="0"/>
          </a:p>
          <a:p>
            <a:endParaRPr lang="es-ES" dirty="0"/>
          </a:p>
          <a:p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DCD6592B-18DB-DAD6-BC75-1A6618FA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582400" cy="1219200"/>
          </a:xfrm>
        </p:spPr>
        <p:txBody>
          <a:bodyPr>
            <a:normAutofit fontScale="90000"/>
          </a:bodyPr>
          <a:lstStyle/>
          <a:p>
            <a:r>
              <a:rPr lang="en-US" dirty="0"/>
              <a:t>Nouns having more than one adjective:</a:t>
            </a:r>
          </a:p>
        </p:txBody>
      </p:sp>
    </p:spTree>
    <p:extLst>
      <p:ext uri="{BB962C8B-B14F-4D97-AF65-F5344CB8AC3E}">
        <p14:creationId xmlns:p14="http://schemas.microsoft.com/office/powerpoint/2010/main" val="382132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91CB97-7750-964A-ACAD-1B5074669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09600"/>
            <a:ext cx="10972800" cy="5397500"/>
          </a:xfrm>
        </p:spPr>
        <p:txBody>
          <a:bodyPr/>
          <a:lstStyle/>
          <a:p>
            <a:pPr marL="109220" indent="0">
              <a:buNone/>
            </a:pPr>
            <a:r>
              <a:rPr lang="en-US" dirty="0"/>
              <a:t>Remember that in Spanish, whether it follows or precedes the noun, the adjective must match the noun in gender and number: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D2D85EE-B7D4-E2BB-A7B5-43CEF88E4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3030538"/>
            <a:ext cx="2000250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  <a:cs typeface="Arial" panose="020B0604020202020204" pitchFamily="34" charset="0"/>
              </a:rPr>
              <a:t>(Adj)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21F0FBE0-04E1-C9EC-1A8B-7AB3A620F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3625850"/>
            <a:ext cx="6976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cs typeface="Arial" panose="020B0604020202020204" pitchFamily="34" charset="0"/>
              </a:rPr>
              <a:t>xy</a:t>
            </a:r>
            <a:endParaRPr 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95D639CB-EFA8-51A3-374F-3A8E36CFC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3343275"/>
            <a:ext cx="387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prstClr val="white"/>
                </a:solidFill>
                <a:latin typeface="Times New Roman" pitchFamily="18" charset="0"/>
              </a:rPr>
              <a:t>=</a:t>
            </a: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4AF2EDA1-F756-7190-F636-3C52B3313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362200"/>
            <a:ext cx="1485900" cy="271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7200" dirty="0">
                <a:solidFill>
                  <a:prstClr val="white"/>
                </a:solidFill>
                <a:cs typeface="Arial" panose="020B0604020202020204" pitchFamily="34" charset="0"/>
              </a:rPr>
              <a:t>N</a:t>
            </a:r>
            <a:endParaRPr lang="en-US" sz="720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F7C7A009-C26F-D146-5826-68F9A0A78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6725" y="4159250"/>
            <a:ext cx="6976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cs typeface="Arial" panose="020B0604020202020204" pitchFamily="34" charset="0"/>
              </a:rPr>
              <a:t>xy</a:t>
            </a:r>
            <a:endParaRPr 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Text Box 10">
            <a:extLst>
              <a:ext uri="{FF2B5EF4-FFF2-40B4-BE49-F238E27FC236}">
                <a16:creationId xmlns:a16="http://schemas.microsoft.com/office/drawing/2014/main" id="{338F803C-E03C-49A8-C01F-E66873996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378200"/>
            <a:ext cx="384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prstClr val="white"/>
                </a:solidFill>
                <a:latin typeface="Times New Roman" pitchFamily="18" charset="0"/>
              </a:rPr>
              <a:t>=</a:t>
            </a:r>
            <a:endParaRPr lang="en-US" sz="2400" dirty="0">
              <a:solidFill>
                <a:prstClr val="white"/>
              </a:solidFill>
              <a:latin typeface="Times New Roman" pitchFamily="18" charset="0"/>
            </a:endParaRP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561E8BE2-2703-63D8-5A29-AC0B39CE1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21336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6600" dirty="0">
                <a:solidFill>
                  <a:prstClr val="white"/>
                </a:solidFill>
                <a:cs typeface="Arial" panose="020B0604020202020204" pitchFamily="34" charset="0"/>
              </a:rPr>
              <a:t>(Adj)</a:t>
            </a:r>
            <a:endParaRPr lang="en-US" sz="3600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6F127DA6-AA1B-34F5-A59F-5F6D6B06B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7525" y="3778250"/>
            <a:ext cx="69762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  <a:cs typeface="Arial" panose="020B0604020202020204" pitchFamily="34" charset="0"/>
              </a:rPr>
              <a:t>xy</a:t>
            </a:r>
            <a:endParaRPr lang="en-US" sz="24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0D18A-B8C7-A15D-66D9-2DE80F2C285B}"/>
              </a:ext>
            </a:extLst>
          </p:cNvPr>
          <p:cNvSpPr txBox="1"/>
          <p:nvPr/>
        </p:nvSpPr>
        <p:spPr>
          <a:xfrm>
            <a:off x="609600" y="5181600"/>
            <a:ext cx="2000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Adj = adjective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3144B0BD-2A6B-75DC-B7B7-EC015A61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0099" y="5201384"/>
            <a:ext cx="14859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N= noun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C263E86A-E292-9B0B-E0FF-97077F069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585" y="5201384"/>
            <a:ext cx="33505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X = masculine or feminine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BE7B9901-24EE-FDD5-A123-625C3DEB7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584" y="5181600"/>
            <a:ext cx="280416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Y = singular or plural</a:t>
            </a:r>
          </a:p>
        </p:txBody>
      </p:sp>
    </p:spTree>
    <p:extLst>
      <p:ext uri="{BB962C8B-B14F-4D97-AF65-F5344CB8AC3E}">
        <p14:creationId xmlns:p14="http://schemas.microsoft.com/office/powerpoint/2010/main" val="347761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/>
      <p:bldP spid="15" grpId="0"/>
      <p:bldP spid="17" grpId="0"/>
      <p:bldP spid="19" grpId="0"/>
      <p:bldP spid="21" grpId="0"/>
      <p:bldP spid="23" grpId="0"/>
      <p:bldP spid="4" grpId="0"/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971999-AFB0-8171-3273-2B429B91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11582400" cy="5943600"/>
          </a:xfrm>
        </p:spPr>
        <p:txBody>
          <a:bodyPr/>
          <a:lstStyle/>
          <a:p>
            <a:pPr marL="852170" indent="-742950">
              <a:buFont typeface="+mj-lt"/>
              <a:buAutoNum type="arabicPeriod"/>
            </a:pPr>
            <a:r>
              <a:rPr lang="en-US" dirty="0"/>
              <a:t>Los turistas son ____________. (</a:t>
            </a:r>
            <a:r>
              <a:rPr lang="en-US" dirty="0" err="1"/>
              <a:t>cubano</a:t>
            </a:r>
            <a:r>
              <a:rPr lang="en-US" dirty="0"/>
              <a:t>)</a:t>
            </a:r>
          </a:p>
          <a:p>
            <a:pPr marL="852170" indent="-742950">
              <a:buFont typeface="+mj-lt"/>
              <a:buAutoNum type="arabicPeriod"/>
            </a:pPr>
            <a:r>
              <a:rPr lang="en-US" dirty="0"/>
              <a:t>Las calles son ____________. (ancho) </a:t>
            </a:r>
          </a:p>
          <a:p>
            <a:pPr marL="852170" indent="-742950">
              <a:buFont typeface="+mj-lt"/>
              <a:buAutoNum type="arabicPeriod"/>
            </a:pPr>
            <a:r>
              <a:rPr lang="en-US" dirty="0"/>
              <a:t>Las lecciones son ____________. (</a:t>
            </a:r>
            <a:r>
              <a:rPr lang="en-US" dirty="0" err="1"/>
              <a:t>fácil</a:t>
            </a:r>
            <a:r>
              <a:rPr lang="en-US" dirty="0"/>
              <a:t>)</a:t>
            </a:r>
          </a:p>
          <a:p>
            <a:pPr marL="852170" indent="-742950">
              <a:buFont typeface="+mj-lt"/>
              <a:buAutoNum type="arabicPeriod"/>
            </a:pPr>
            <a:r>
              <a:rPr lang="en-US" dirty="0"/>
              <a:t>Las sillas son ____________. (cómodo)</a:t>
            </a:r>
          </a:p>
          <a:p>
            <a:pPr marL="852170" indent="-742950">
              <a:buFont typeface="+mj-lt"/>
              <a:buAutoNum type="arabicPeriod"/>
            </a:pPr>
            <a:r>
              <a:rPr lang="es-ES" dirty="0"/>
              <a:t>Tú eres </a:t>
            </a:r>
            <a:r>
              <a:rPr lang="es-ES" u="sng" dirty="0"/>
              <a:t>gracioso</a:t>
            </a:r>
            <a:r>
              <a:rPr lang="es-ES" dirty="0"/>
              <a:t> y las señoritas son ______ también.</a:t>
            </a:r>
          </a:p>
          <a:p>
            <a:pPr marL="852170" indent="-742950">
              <a:buFont typeface="+mj-lt"/>
              <a:buAutoNum type="arabicPeriod"/>
            </a:pPr>
            <a:r>
              <a:rPr lang="es-ES" dirty="0"/>
              <a:t>El tango es </a:t>
            </a:r>
            <a:r>
              <a:rPr lang="es-ES" u="sng" dirty="0"/>
              <a:t>argentino</a:t>
            </a:r>
            <a:r>
              <a:rPr lang="es-ES" dirty="0"/>
              <a:t> y los gauchos son ______ también.</a:t>
            </a:r>
          </a:p>
          <a:p>
            <a:pPr marL="852170" indent="-742950">
              <a:buFont typeface="+mj-lt"/>
              <a:buAutoNum type="arabicPeriod"/>
            </a:pPr>
            <a:r>
              <a:rPr lang="es-ES" dirty="0"/>
              <a:t>Las clases son </a:t>
            </a:r>
            <a:r>
              <a:rPr lang="es-ES" u="sng" dirty="0"/>
              <a:t>difíciles</a:t>
            </a:r>
            <a:r>
              <a:rPr lang="es-ES" dirty="0"/>
              <a:t> y el curso es _______ también.</a:t>
            </a:r>
          </a:p>
          <a:p>
            <a:pPr marL="852170" indent="-7429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EB367D-75BE-4D93-4B30-8DF66A42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9470"/>
            <a:ext cx="10972800" cy="914400"/>
          </a:xfrm>
        </p:spPr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8C221-E6F3-3C8D-13F4-D919F8A49691}"/>
              </a:ext>
            </a:extLst>
          </p:cNvPr>
          <p:cNvSpPr txBox="1"/>
          <p:nvPr/>
        </p:nvSpPr>
        <p:spPr>
          <a:xfrm>
            <a:off x="5067300" y="667434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cubanos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C5731-2F07-A2D2-56E0-AA84CAB8FCF4}"/>
              </a:ext>
            </a:extLst>
          </p:cNvPr>
          <p:cNvSpPr txBox="1"/>
          <p:nvPr/>
        </p:nvSpPr>
        <p:spPr>
          <a:xfrm>
            <a:off x="4876800" y="1241083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anchas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44CF9-7944-7E77-661F-71B1BB692C9C}"/>
              </a:ext>
            </a:extLst>
          </p:cNvPr>
          <p:cNvSpPr txBox="1"/>
          <p:nvPr/>
        </p:nvSpPr>
        <p:spPr>
          <a:xfrm>
            <a:off x="5410200" y="1850683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fáciles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7290E-40B8-3935-9EC1-0DF28AEDAA24}"/>
              </a:ext>
            </a:extLst>
          </p:cNvPr>
          <p:cNvSpPr txBox="1"/>
          <p:nvPr/>
        </p:nvSpPr>
        <p:spPr>
          <a:xfrm>
            <a:off x="4572000" y="248196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cómodas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D4F69-54AE-F976-BCAA-421E3FE5F466}"/>
              </a:ext>
            </a:extLst>
          </p:cNvPr>
          <p:cNvSpPr txBox="1"/>
          <p:nvPr/>
        </p:nvSpPr>
        <p:spPr>
          <a:xfrm>
            <a:off x="8686800" y="3011269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graciosas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9D40B-38A9-0CE4-ED21-0856A285A850}"/>
              </a:ext>
            </a:extLst>
          </p:cNvPr>
          <p:cNvSpPr txBox="1"/>
          <p:nvPr/>
        </p:nvSpPr>
        <p:spPr>
          <a:xfrm>
            <a:off x="9525000" y="4174004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argentinos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E29D1-93FB-8E85-DE87-F1CBBBB56FCB}"/>
              </a:ext>
            </a:extLst>
          </p:cNvPr>
          <p:cNvSpPr txBox="1"/>
          <p:nvPr/>
        </p:nvSpPr>
        <p:spPr>
          <a:xfrm>
            <a:off x="8707315" y="5336739"/>
            <a:ext cx="1351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>
                <a:solidFill>
                  <a:schemeClr val="bg1"/>
                </a:solidFill>
              </a:rPr>
              <a:t>difícil</a:t>
            </a:r>
          </a:p>
        </p:txBody>
      </p:sp>
    </p:spTree>
    <p:extLst>
      <p:ext uri="{BB962C8B-B14F-4D97-AF65-F5344CB8AC3E}">
        <p14:creationId xmlns:p14="http://schemas.microsoft.com/office/powerpoint/2010/main" val="418462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basic concepts related to adjectives and their placement with nouns in Spanish. </a:t>
            </a:r>
          </a:p>
          <a:p>
            <a:pPr lvl="0"/>
            <a:r>
              <a:rPr lang="en-US" dirty="0"/>
              <a:t>Regular adjectives ending with -o. </a:t>
            </a:r>
          </a:p>
          <a:p>
            <a:pPr lvl="0"/>
            <a:r>
              <a:rPr lang="en-US" dirty="0"/>
              <a:t>Adjectives ending with -e. </a:t>
            </a:r>
          </a:p>
          <a:p>
            <a:pPr lvl="0"/>
            <a:r>
              <a:rPr lang="en-US" dirty="0"/>
              <a:t>Different types of consonant ending adjectives. For </a:t>
            </a:r>
            <a:r>
              <a:rPr lang="en-US" dirty="0" err="1"/>
              <a:t>eg.</a:t>
            </a:r>
            <a:r>
              <a:rPr lang="en-US" dirty="0"/>
              <a:t> -or ending, -z ending. </a:t>
            </a:r>
          </a:p>
          <a:p>
            <a:pPr lvl="0"/>
            <a:r>
              <a:rPr lang="en-US" dirty="0"/>
              <a:t>Adjectives of nationality in Spanish and its uses.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338138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dirty="0">
                <a:cs typeface="Arial Black" panose="020B0A04020102020204" pitchFamily="34" charset="0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11838</TotalTime>
  <Words>656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Lucida Sans Unicode</vt:lpstr>
      <vt:lpstr>Times New Roman</vt:lpstr>
      <vt:lpstr>Verdana</vt:lpstr>
      <vt:lpstr>Wingdings 2</vt:lpstr>
      <vt:lpstr>Wingdings 3</vt:lpstr>
      <vt:lpstr>Concourse</vt:lpstr>
      <vt:lpstr>Los Adjetivos y Sustantivos</vt:lpstr>
      <vt:lpstr>Adjectives in Spanish are like mirrors:</vt:lpstr>
      <vt:lpstr>PowerPoint Presentation</vt:lpstr>
      <vt:lpstr>Regular adjectives ending with –O</vt:lpstr>
      <vt:lpstr>Adjectives ending with –e</vt:lpstr>
      <vt:lpstr>Consonant ending adjectives  </vt:lpstr>
      <vt:lpstr>PowerPoint Presentation</vt:lpstr>
      <vt:lpstr>PowerPoint Presentation</vt:lpstr>
      <vt:lpstr>Adjectives of Nationality</vt:lpstr>
      <vt:lpstr>PowerPoint Presentation</vt:lpstr>
      <vt:lpstr>Nouns having more than one adjective:</vt:lpstr>
      <vt:lpstr>PowerPoint Presentation</vt:lpstr>
      <vt:lpstr>Exercises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Gupta;Dr Gaurav Sushant</dc:creator>
  <cp:lastModifiedBy>Dr Gaurav Sushant</cp:lastModifiedBy>
  <cp:revision>186</cp:revision>
  <dcterms:created xsi:type="dcterms:W3CDTF">2007-10-19T05:42:00Z</dcterms:created>
  <dcterms:modified xsi:type="dcterms:W3CDTF">2024-08-15T10:29:17Z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02B0F00B93D947549FFEC1F253E6403C_12</vt:lpwstr>
  </property>
  <property fmtid="{D5CDD505-2E9C-101B-9397-08002B2CF9AE}" pid="3" name="KSOProductBuildVer">
    <vt:lpwstr>1033-12.2.0.13472</vt:lpwstr>
  </property>
</Properties>
</file>