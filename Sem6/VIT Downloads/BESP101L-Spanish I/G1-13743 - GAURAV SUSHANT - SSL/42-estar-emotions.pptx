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304" r:id="rId2"/>
    <p:sldId id="303" r:id="rId3"/>
    <p:sldId id="328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02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35315C-E3BA-4C3E-862D-0053F40E54E7}" v="668" dt="2024-06-09T17:34:50.8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951" autoAdjust="0"/>
  </p:normalViewPr>
  <p:slideViewPr>
    <p:cSldViewPr showGuides="1">
      <p:cViewPr varScale="1">
        <p:scale>
          <a:sx n="69" d="100"/>
          <a:sy n="69" d="100"/>
        </p:scale>
        <p:origin x="690" y="66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Gaurav Sushant" userId="ea0695df9e5e2b13" providerId="LiveId" clId="{4D35315C-E3BA-4C3E-862D-0053F40E54E7}"/>
    <pc:docChg chg="undo custSel addSld delSld modSld">
      <pc:chgData name="Dr Gaurav Sushant" userId="ea0695df9e5e2b13" providerId="LiveId" clId="{4D35315C-E3BA-4C3E-862D-0053F40E54E7}" dt="2024-06-09T17:34:50.834" v="1725"/>
      <pc:docMkLst>
        <pc:docMk/>
      </pc:docMkLst>
      <pc:sldChg chg="modSp modAnim">
        <pc:chgData name="Dr Gaurav Sushant" userId="ea0695df9e5e2b13" providerId="LiveId" clId="{4D35315C-E3BA-4C3E-862D-0053F40E54E7}" dt="2024-06-09T17:17:05.434" v="1690" actId="20577"/>
        <pc:sldMkLst>
          <pc:docMk/>
          <pc:sldMk cId="0" sldId="302"/>
        </pc:sldMkLst>
        <pc:spChg chg="mod">
          <ac:chgData name="Dr Gaurav Sushant" userId="ea0695df9e5e2b13" providerId="LiveId" clId="{4D35315C-E3BA-4C3E-862D-0053F40E54E7}" dt="2024-06-09T17:17:05.434" v="1690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">
        <pc:chgData name="Dr Gaurav Sushant" userId="ea0695df9e5e2b13" providerId="LiveId" clId="{4D35315C-E3BA-4C3E-862D-0053F40E54E7}" dt="2024-06-09T05:18:04.292" v="1" actId="20577"/>
        <pc:sldMkLst>
          <pc:docMk/>
          <pc:sldMk cId="0" sldId="304"/>
        </pc:sldMkLst>
        <pc:spChg chg="mod">
          <ac:chgData name="Dr Gaurav Sushant" userId="ea0695df9e5e2b13" providerId="LiveId" clId="{4D35315C-E3BA-4C3E-862D-0053F40E54E7}" dt="2024-06-09T05:18:04.292" v="1" actId="20577"/>
          <ac:spMkLst>
            <pc:docMk/>
            <pc:sldMk cId="0" sldId="304"/>
            <ac:spMk id="31" creationId="{5E1E1F2E-2113-7722-B971-979D891361F3}"/>
          </ac:spMkLst>
        </pc:spChg>
      </pc:sldChg>
      <pc:sldChg chg="modSp modAnim">
        <pc:chgData name="Dr Gaurav Sushant" userId="ea0695df9e5e2b13" providerId="LiveId" clId="{4D35315C-E3BA-4C3E-862D-0053F40E54E7}" dt="2024-06-09T15:46:54.537" v="445" actId="20577"/>
        <pc:sldMkLst>
          <pc:docMk/>
          <pc:sldMk cId="2493660751" sldId="332"/>
        </pc:sldMkLst>
        <pc:spChg chg="mod">
          <ac:chgData name="Dr Gaurav Sushant" userId="ea0695df9e5e2b13" providerId="LiveId" clId="{4D35315C-E3BA-4C3E-862D-0053F40E54E7}" dt="2024-06-09T15:46:54.537" v="445" actId="20577"/>
          <ac:spMkLst>
            <pc:docMk/>
            <pc:sldMk cId="2493660751" sldId="332"/>
            <ac:spMk id="7" creationId="{AE87CECB-4801-2364-ECAB-68175AE88445}"/>
          </ac:spMkLst>
        </pc:spChg>
        <pc:spChg chg="mod">
          <ac:chgData name="Dr Gaurav Sushant" userId="ea0695df9e5e2b13" providerId="LiveId" clId="{4D35315C-E3BA-4C3E-862D-0053F40E54E7}" dt="2024-06-09T05:19:57.474" v="24" actId="20577"/>
          <ac:spMkLst>
            <pc:docMk/>
            <pc:sldMk cId="2493660751" sldId="332"/>
            <ac:spMk id="8" creationId="{8E26C679-F134-87CD-D9CC-F7800E55428A}"/>
          </ac:spMkLst>
        </pc:spChg>
      </pc:sldChg>
      <pc:sldChg chg="modSp new mod modAnim">
        <pc:chgData name="Dr Gaurav Sushant" userId="ea0695df9e5e2b13" providerId="LiveId" clId="{4D35315C-E3BA-4C3E-862D-0053F40E54E7}" dt="2024-06-09T17:32:39.611" v="1695"/>
        <pc:sldMkLst>
          <pc:docMk/>
          <pc:sldMk cId="2035328244" sldId="333"/>
        </pc:sldMkLst>
        <pc:spChg chg="mod">
          <ac:chgData name="Dr Gaurav Sushant" userId="ea0695df9e5e2b13" providerId="LiveId" clId="{4D35315C-E3BA-4C3E-862D-0053F40E54E7}" dt="2024-06-09T16:03:03.944" v="819" actId="20577"/>
          <ac:spMkLst>
            <pc:docMk/>
            <pc:sldMk cId="2035328244" sldId="333"/>
            <ac:spMk id="2" creationId="{5AC6B301-B257-D77F-1E2E-E003618DF161}"/>
          </ac:spMkLst>
        </pc:spChg>
        <pc:spChg chg="mod">
          <ac:chgData name="Dr Gaurav Sushant" userId="ea0695df9e5e2b13" providerId="LiveId" clId="{4D35315C-E3BA-4C3E-862D-0053F40E54E7}" dt="2024-06-09T16:03:35.762" v="835" actId="14100"/>
          <ac:spMkLst>
            <pc:docMk/>
            <pc:sldMk cId="2035328244" sldId="333"/>
            <ac:spMk id="3" creationId="{2B2150CD-B35C-6553-3AAA-9EBAFA656AF5}"/>
          </ac:spMkLst>
        </pc:spChg>
      </pc:sldChg>
      <pc:sldChg chg="addSp delSp modSp new mod modAnim">
        <pc:chgData name="Dr Gaurav Sushant" userId="ea0695df9e5e2b13" providerId="LiveId" clId="{4D35315C-E3BA-4C3E-862D-0053F40E54E7}" dt="2024-06-09T17:32:56.370" v="1698"/>
        <pc:sldMkLst>
          <pc:docMk/>
          <pc:sldMk cId="947984791" sldId="334"/>
        </pc:sldMkLst>
        <pc:spChg chg="add del">
          <ac:chgData name="Dr Gaurav Sushant" userId="ea0695df9e5e2b13" providerId="LiveId" clId="{4D35315C-E3BA-4C3E-862D-0053F40E54E7}" dt="2024-06-09T16:06:49.648" v="841" actId="22"/>
          <ac:spMkLst>
            <pc:docMk/>
            <pc:sldMk cId="947984791" sldId="334"/>
            <ac:spMk id="2" creationId="{87C93FD4-E761-7B3B-0D59-F7B56D86A713}"/>
          </ac:spMkLst>
        </pc:spChg>
        <pc:spChg chg="del">
          <ac:chgData name="Dr Gaurav Sushant" userId="ea0695df9e5e2b13" providerId="LiveId" clId="{4D35315C-E3BA-4C3E-862D-0053F40E54E7}" dt="2024-06-09T16:07:13.064" v="845" actId="478"/>
          <ac:spMkLst>
            <pc:docMk/>
            <pc:sldMk cId="947984791" sldId="334"/>
            <ac:spMk id="3" creationId="{0EBBEAF5-0493-E194-9524-BC2CC492D490}"/>
          </ac:spMkLst>
        </pc:spChg>
        <pc:spChg chg="add mod">
          <ac:chgData name="Dr Gaurav Sushant" userId="ea0695df9e5e2b13" providerId="LiveId" clId="{4D35315C-E3BA-4C3E-862D-0053F40E54E7}" dt="2024-06-09T17:01:01.862" v="1468" actId="20577"/>
          <ac:spMkLst>
            <pc:docMk/>
            <pc:sldMk cId="947984791" sldId="334"/>
            <ac:spMk id="8" creationId="{A7529957-99D5-6060-6181-7F8EFAB36352}"/>
          </ac:spMkLst>
        </pc:spChg>
        <pc:spChg chg="add mod">
          <ac:chgData name="Dr Gaurav Sushant" userId="ea0695df9e5e2b13" providerId="LiveId" clId="{4D35315C-E3BA-4C3E-862D-0053F40E54E7}" dt="2024-06-09T17:10:34.345" v="1539" actId="207"/>
          <ac:spMkLst>
            <pc:docMk/>
            <pc:sldMk cId="947984791" sldId="334"/>
            <ac:spMk id="9" creationId="{FDEC2389-9490-53F0-C675-CBAE64CF6D8F}"/>
          </ac:spMkLst>
        </pc:spChg>
        <pc:picChg chg="add del mod ord">
          <ac:chgData name="Dr Gaurav Sushant" userId="ea0695df9e5e2b13" providerId="LiveId" clId="{4D35315C-E3BA-4C3E-862D-0053F40E54E7}" dt="2024-06-09T16:06:47.576" v="840" actId="22"/>
          <ac:picMkLst>
            <pc:docMk/>
            <pc:sldMk cId="947984791" sldId="334"/>
            <ac:picMk id="5" creationId="{821514D5-7A75-9EE3-AF34-DC3A4F47B956}"/>
          </ac:picMkLst>
        </pc:picChg>
        <pc:picChg chg="add mod ord">
          <ac:chgData name="Dr Gaurav Sushant" userId="ea0695df9e5e2b13" providerId="LiveId" clId="{4D35315C-E3BA-4C3E-862D-0053F40E54E7}" dt="2024-06-09T16:06:53.383" v="842" actId="1076"/>
          <ac:picMkLst>
            <pc:docMk/>
            <pc:sldMk cId="947984791" sldId="334"/>
            <ac:picMk id="7" creationId="{50235C94-4B08-364B-6C15-950D9F322A70}"/>
          </ac:picMkLst>
        </pc:picChg>
      </pc:sldChg>
      <pc:sldChg chg="addSp delSp modSp add mod modAnim">
        <pc:chgData name="Dr Gaurav Sushant" userId="ea0695df9e5e2b13" providerId="LiveId" clId="{4D35315C-E3BA-4C3E-862D-0053F40E54E7}" dt="2024-06-09T17:33:25.312" v="1702" actId="1076"/>
        <pc:sldMkLst>
          <pc:docMk/>
          <pc:sldMk cId="3407885767" sldId="335"/>
        </pc:sldMkLst>
        <pc:spChg chg="add del mod">
          <ac:chgData name="Dr Gaurav Sushant" userId="ea0695df9e5e2b13" providerId="LiveId" clId="{4D35315C-E3BA-4C3E-862D-0053F40E54E7}" dt="2024-06-09T16:11:43.153" v="896" actId="478"/>
          <ac:spMkLst>
            <pc:docMk/>
            <pc:sldMk cId="3407885767" sldId="335"/>
            <ac:spMk id="2" creationId="{D17FD9ED-F5B2-5DEC-E0E2-6C281BA765F0}"/>
          </ac:spMkLst>
        </pc:spChg>
        <pc:spChg chg="add mod">
          <ac:chgData name="Dr Gaurav Sushant" userId="ea0695df9e5e2b13" providerId="LiveId" clId="{4D35315C-E3BA-4C3E-862D-0053F40E54E7}" dt="2024-06-09T17:33:25.312" v="1702" actId="1076"/>
          <ac:spMkLst>
            <pc:docMk/>
            <pc:sldMk cId="3407885767" sldId="335"/>
            <ac:spMk id="5" creationId="{796B8EA1-18D3-4894-74A3-49DC7707F7FD}"/>
          </ac:spMkLst>
        </pc:spChg>
        <pc:spChg chg="mod">
          <ac:chgData name="Dr Gaurav Sushant" userId="ea0695df9e5e2b13" providerId="LiveId" clId="{4D35315C-E3BA-4C3E-862D-0053F40E54E7}" dt="2024-06-09T17:00:20.390" v="1460" actId="14100"/>
          <ac:spMkLst>
            <pc:docMk/>
            <pc:sldMk cId="3407885767" sldId="335"/>
            <ac:spMk id="8" creationId="{A7529957-99D5-6060-6181-7F8EFAB36352}"/>
          </ac:spMkLst>
        </pc:spChg>
        <pc:picChg chg="add mod">
          <ac:chgData name="Dr Gaurav Sushant" userId="ea0695df9e5e2b13" providerId="LiveId" clId="{4D35315C-E3BA-4C3E-862D-0053F40E54E7}" dt="2024-06-09T16:11:17.884" v="894" actId="1076"/>
          <ac:picMkLst>
            <pc:docMk/>
            <pc:sldMk cId="3407885767" sldId="335"/>
            <ac:picMk id="4" creationId="{B6CA68F2-CBA6-C4FF-128D-13A3A748BF87}"/>
          </ac:picMkLst>
        </pc:picChg>
        <pc:picChg chg="del">
          <ac:chgData name="Dr Gaurav Sushant" userId="ea0695df9e5e2b13" providerId="LiveId" clId="{4D35315C-E3BA-4C3E-862D-0053F40E54E7}" dt="2024-06-09T16:08:19.727" v="888" actId="478"/>
          <ac:picMkLst>
            <pc:docMk/>
            <pc:sldMk cId="3407885767" sldId="335"/>
            <ac:picMk id="7" creationId="{50235C94-4B08-364B-6C15-950D9F322A70}"/>
          </ac:picMkLst>
        </pc:picChg>
      </pc:sldChg>
      <pc:sldChg chg="addSp delSp modSp add mod modAnim">
        <pc:chgData name="Dr Gaurav Sushant" userId="ea0695df9e5e2b13" providerId="LiveId" clId="{4D35315C-E3BA-4C3E-862D-0053F40E54E7}" dt="2024-06-09T17:33:40.369" v="1705"/>
        <pc:sldMkLst>
          <pc:docMk/>
          <pc:sldMk cId="1173728517" sldId="336"/>
        </pc:sldMkLst>
        <pc:spChg chg="add del mod">
          <ac:chgData name="Dr Gaurav Sushant" userId="ea0695df9e5e2b13" providerId="LiveId" clId="{4D35315C-E3BA-4C3E-862D-0053F40E54E7}" dt="2024-06-09T17:10:43.281" v="1541" actId="207"/>
          <ac:spMkLst>
            <pc:docMk/>
            <pc:sldMk cId="1173728517" sldId="336"/>
            <ac:spMk id="5" creationId="{E2A0523D-E89F-47ED-6197-B51FDBB6A416}"/>
          </ac:spMkLst>
        </pc:spChg>
        <pc:spChg chg="mod">
          <ac:chgData name="Dr Gaurav Sushant" userId="ea0695df9e5e2b13" providerId="LiveId" clId="{4D35315C-E3BA-4C3E-862D-0053F40E54E7}" dt="2024-06-09T16:59:54.967" v="1456" actId="20577"/>
          <ac:spMkLst>
            <pc:docMk/>
            <pc:sldMk cId="1173728517" sldId="336"/>
            <ac:spMk id="8" creationId="{A7529957-99D5-6060-6181-7F8EFAB36352}"/>
          </ac:spMkLst>
        </pc:spChg>
        <pc:picChg chg="add mod">
          <ac:chgData name="Dr Gaurav Sushant" userId="ea0695df9e5e2b13" providerId="LiveId" clId="{4D35315C-E3BA-4C3E-862D-0053F40E54E7}" dt="2024-06-09T16:16:36.713" v="948" actId="1076"/>
          <ac:picMkLst>
            <pc:docMk/>
            <pc:sldMk cId="1173728517" sldId="336"/>
            <ac:picMk id="3" creationId="{AF60687F-7D0D-51EB-FF12-4FA5FCDFB756}"/>
          </ac:picMkLst>
        </pc:picChg>
        <pc:picChg chg="del">
          <ac:chgData name="Dr Gaurav Sushant" userId="ea0695df9e5e2b13" providerId="LiveId" clId="{4D35315C-E3BA-4C3E-862D-0053F40E54E7}" dt="2024-06-09T16:12:25.929" v="945" actId="478"/>
          <ac:picMkLst>
            <pc:docMk/>
            <pc:sldMk cId="1173728517" sldId="336"/>
            <ac:picMk id="4" creationId="{B6CA68F2-CBA6-C4FF-128D-13A3A748BF87}"/>
          </ac:picMkLst>
        </pc:picChg>
      </pc:sldChg>
      <pc:sldChg chg="addSp delSp modSp new mod modAnim">
        <pc:chgData name="Dr Gaurav Sushant" userId="ea0695df9e5e2b13" providerId="LiveId" clId="{4D35315C-E3BA-4C3E-862D-0053F40E54E7}" dt="2024-06-09T17:33:51.814" v="1708"/>
        <pc:sldMkLst>
          <pc:docMk/>
          <pc:sldMk cId="3203856884" sldId="337"/>
        </pc:sldMkLst>
        <pc:spChg chg="mod">
          <ac:chgData name="Dr Gaurav Sushant" userId="ea0695df9e5e2b13" providerId="LiveId" clId="{4D35315C-E3BA-4C3E-862D-0053F40E54E7}" dt="2024-06-09T16:59:26.886" v="1445" actId="14100"/>
          <ac:spMkLst>
            <pc:docMk/>
            <pc:sldMk cId="3203856884" sldId="337"/>
            <ac:spMk id="2" creationId="{12EC0C8F-5221-35BC-15C7-ABA02302E8FC}"/>
          </ac:spMkLst>
        </pc:spChg>
        <pc:spChg chg="del">
          <ac:chgData name="Dr Gaurav Sushant" userId="ea0695df9e5e2b13" providerId="LiveId" clId="{4D35315C-E3BA-4C3E-862D-0053F40E54E7}" dt="2024-06-09T16:22:59.494" v="1011" actId="478"/>
          <ac:spMkLst>
            <pc:docMk/>
            <pc:sldMk cId="3203856884" sldId="337"/>
            <ac:spMk id="3" creationId="{6C6E5FBE-3AA8-A54A-7F4B-97F28C7DE108}"/>
          </ac:spMkLst>
        </pc:spChg>
        <pc:spChg chg="add mod">
          <ac:chgData name="Dr Gaurav Sushant" userId="ea0695df9e5e2b13" providerId="LiveId" clId="{4D35315C-E3BA-4C3E-862D-0053F40E54E7}" dt="2024-06-09T17:10:48.229" v="1542" actId="207"/>
          <ac:spMkLst>
            <pc:docMk/>
            <pc:sldMk cId="3203856884" sldId="337"/>
            <ac:spMk id="6" creationId="{9B89D1F4-6EB0-15C3-E79C-D8CCEBEAE8DB}"/>
          </ac:spMkLst>
        </pc:spChg>
        <pc:picChg chg="add mod">
          <ac:chgData name="Dr Gaurav Sushant" userId="ea0695df9e5e2b13" providerId="LiveId" clId="{4D35315C-E3BA-4C3E-862D-0053F40E54E7}" dt="2024-06-09T16:23:12.586" v="1015" actId="1076"/>
          <ac:picMkLst>
            <pc:docMk/>
            <pc:sldMk cId="3203856884" sldId="337"/>
            <ac:picMk id="5" creationId="{2B88A564-90F0-81D5-4D98-A3120BF06232}"/>
          </ac:picMkLst>
        </pc:picChg>
      </pc:sldChg>
      <pc:sldChg chg="addSp delSp modSp new mod modAnim">
        <pc:chgData name="Dr Gaurav Sushant" userId="ea0695df9e5e2b13" providerId="LiveId" clId="{4D35315C-E3BA-4C3E-862D-0053F40E54E7}" dt="2024-06-09T17:33:59.534" v="1711"/>
        <pc:sldMkLst>
          <pc:docMk/>
          <pc:sldMk cId="1612012393" sldId="338"/>
        </pc:sldMkLst>
        <pc:spChg chg="mod">
          <ac:chgData name="Dr Gaurav Sushant" userId="ea0695df9e5e2b13" providerId="LiveId" clId="{4D35315C-E3BA-4C3E-862D-0053F40E54E7}" dt="2024-06-09T16:59:01.310" v="1438" actId="20577"/>
          <ac:spMkLst>
            <pc:docMk/>
            <pc:sldMk cId="1612012393" sldId="338"/>
            <ac:spMk id="2" creationId="{28AEA9E5-8E7B-5212-0957-5ABB6742C765}"/>
          </ac:spMkLst>
        </pc:spChg>
        <pc:spChg chg="del">
          <ac:chgData name="Dr Gaurav Sushant" userId="ea0695df9e5e2b13" providerId="LiveId" clId="{4D35315C-E3BA-4C3E-862D-0053F40E54E7}" dt="2024-06-09T16:24:56.881" v="1076" actId="478"/>
          <ac:spMkLst>
            <pc:docMk/>
            <pc:sldMk cId="1612012393" sldId="338"/>
            <ac:spMk id="3" creationId="{BC9F5BD1-D408-1206-5972-12F6B6529572}"/>
          </ac:spMkLst>
        </pc:spChg>
        <pc:spChg chg="add mod">
          <ac:chgData name="Dr Gaurav Sushant" userId="ea0695df9e5e2b13" providerId="LiveId" clId="{4D35315C-E3BA-4C3E-862D-0053F40E54E7}" dt="2024-06-09T17:10:51.463" v="1543" actId="207"/>
          <ac:spMkLst>
            <pc:docMk/>
            <pc:sldMk cId="1612012393" sldId="338"/>
            <ac:spMk id="6" creationId="{85ED44BD-482E-8EE3-C1D8-A9F620D0E07E}"/>
          </ac:spMkLst>
        </pc:spChg>
        <pc:picChg chg="add mod">
          <ac:chgData name="Dr Gaurav Sushant" userId="ea0695df9e5e2b13" providerId="LiveId" clId="{4D35315C-E3BA-4C3E-862D-0053F40E54E7}" dt="2024-06-09T16:27:13.724" v="1084" actId="1076"/>
          <ac:picMkLst>
            <pc:docMk/>
            <pc:sldMk cId="1612012393" sldId="338"/>
            <ac:picMk id="5" creationId="{06484002-FBDD-6FBD-E620-5005D2D029FB}"/>
          </ac:picMkLst>
        </pc:picChg>
      </pc:sldChg>
      <pc:sldChg chg="del">
        <pc:chgData name="Dr Gaurav Sushant" userId="ea0695df9e5e2b13" providerId="LiveId" clId="{4D35315C-E3BA-4C3E-862D-0053F40E54E7}" dt="2024-06-09T05:25:23.989" v="431" actId="2696"/>
        <pc:sldMkLst>
          <pc:docMk/>
          <pc:sldMk cId="1743944444" sldId="338"/>
        </pc:sldMkLst>
      </pc:sldChg>
      <pc:sldChg chg="del">
        <pc:chgData name="Dr Gaurav Sushant" userId="ea0695df9e5e2b13" providerId="LiveId" clId="{4D35315C-E3BA-4C3E-862D-0053F40E54E7}" dt="2024-06-09T05:25:27.818" v="432" actId="2696"/>
        <pc:sldMkLst>
          <pc:docMk/>
          <pc:sldMk cId="113085478" sldId="339"/>
        </pc:sldMkLst>
      </pc:sldChg>
      <pc:sldChg chg="addSp delSp modSp new mod modAnim">
        <pc:chgData name="Dr Gaurav Sushant" userId="ea0695df9e5e2b13" providerId="LiveId" clId="{4D35315C-E3BA-4C3E-862D-0053F40E54E7}" dt="2024-06-09T17:34:09.310" v="1714"/>
        <pc:sldMkLst>
          <pc:docMk/>
          <pc:sldMk cId="2903071088" sldId="339"/>
        </pc:sldMkLst>
        <pc:spChg chg="mod">
          <ac:chgData name="Dr Gaurav Sushant" userId="ea0695df9e5e2b13" providerId="LiveId" clId="{4D35315C-E3BA-4C3E-862D-0053F40E54E7}" dt="2024-06-09T16:58:48.836" v="1434" actId="14100"/>
          <ac:spMkLst>
            <pc:docMk/>
            <pc:sldMk cId="2903071088" sldId="339"/>
            <ac:spMk id="2" creationId="{9A8CBD45-BB32-0A4B-EA94-9876C67B573C}"/>
          </ac:spMkLst>
        </pc:spChg>
        <pc:spChg chg="del">
          <ac:chgData name="Dr Gaurav Sushant" userId="ea0695df9e5e2b13" providerId="LiveId" clId="{4D35315C-E3BA-4C3E-862D-0053F40E54E7}" dt="2024-06-09T16:30:49.726" v="1130" actId="478"/>
          <ac:spMkLst>
            <pc:docMk/>
            <pc:sldMk cId="2903071088" sldId="339"/>
            <ac:spMk id="3" creationId="{DDF9BAD9-0F0B-B6A0-4723-618DF30C3E30}"/>
          </ac:spMkLst>
        </pc:spChg>
        <pc:spChg chg="add mod">
          <ac:chgData name="Dr Gaurav Sushant" userId="ea0695df9e5e2b13" providerId="LiveId" clId="{4D35315C-E3BA-4C3E-862D-0053F40E54E7}" dt="2024-06-09T17:11:08.570" v="1544" actId="207"/>
          <ac:spMkLst>
            <pc:docMk/>
            <pc:sldMk cId="2903071088" sldId="339"/>
            <ac:spMk id="6" creationId="{08240AC3-3CCD-A0E7-CD4B-17D953FF1247}"/>
          </ac:spMkLst>
        </pc:spChg>
        <pc:picChg chg="add mod">
          <ac:chgData name="Dr Gaurav Sushant" userId="ea0695df9e5e2b13" providerId="LiveId" clId="{4D35315C-E3BA-4C3E-862D-0053F40E54E7}" dt="2024-06-09T16:31:22.295" v="1139" actId="1076"/>
          <ac:picMkLst>
            <pc:docMk/>
            <pc:sldMk cId="2903071088" sldId="339"/>
            <ac:picMk id="5" creationId="{EDB06A8E-A721-3560-95E3-C595D74BB376}"/>
          </ac:picMkLst>
        </pc:picChg>
      </pc:sldChg>
      <pc:sldChg chg="addSp delSp modSp new mod modAnim">
        <pc:chgData name="Dr Gaurav Sushant" userId="ea0695df9e5e2b13" providerId="LiveId" clId="{4D35315C-E3BA-4C3E-862D-0053F40E54E7}" dt="2024-06-09T17:34:18.389" v="1717"/>
        <pc:sldMkLst>
          <pc:docMk/>
          <pc:sldMk cId="2348265189" sldId="340"/>
        </pc:sldMkLst>
        <pc:spChg chg="mod">
          <ac:chgData name="Dr Gaurav Sushant" userId="ea0695df9e5e2b13" providerId="LiveId" clId="{4D35315C-E3BA-4C3E-862D-0053F40E54E7}" dt="2024-06-09T16:58:24.551" v="1431" actId="14100"/>
          <ac:spMkLst>
            <pc:docMk/>
            <pc:sldMk cId="2348265189" sldId="340"/>
            <ac:spMk id="2" creationId="{F3D398C6-7624-BAD3-FC7C-0D2E56AC1964}"/>
          </ac:spMkLst>
        </pc:spChg>
        <pc:spChg chg="del">
          <ac:chgData name="Dr Gaurav Sushant" userId="ea0695df9e5e2b13" providerId="LiveId" clId="{4D35315C-E3BA-4C3E-862D-0053F40E54E7}" dt="2024-06-09T16:34:29.684" v="1196" actId="478"/>
          <ac:spMkLst>
            <pc:docMk/>
            <pc:sldMk cId="2348265189" sldId="340"/>
            <ac:spMk id="3" creationId="{DF60B342-F78B-9EB4-6C8F-82EDA76E8756}"/>
          </ac:spMkLst>
        </pc:spChg>
        <pc:spChg chg="add mod">
          <ac:chgData name="Dr Gaurav Sushant" userId="ea0695df9e5e2b13" providerId="LiveId" clId="{4D35315C-E3BA-4C3E-862D-0053F40E54E7}" dt="2024-06-09T17:11:12.933" v="1545" actId="207"/>
          <ac:spMkLst>
            <pc:docMk/>
            <pc:sldMk cId="2348265189" sldId="340"/>
            <ac:spMk id="8" creationId="{118D43E9-A8E8-79DE-0B9A-6C3B7A64E2F4}"/>
          </ac:spMkLst>
        </pc:spChg>
        <pc:picChg chg="add del">
          <ac:chgData name="Dr Gaurav Sushant" userId="ea0695df9e5e2b13" providerId="LiveId" clId="{4D35315C-E3BA-4C3E-862D-0053F40E54E7}" dt="2024-06-09T16:38:14.260" v="1201" actId="22"/>
          <ac:picMkLst>
            <pc:docMk/>
            <pc:sldMk cId="2348265189" sldId="340"/>
            <ac:picMk id="5" creationId="{2F73E7DB-643F-7FBE-C355-E1AD570169E0}"/>
          </ac:picMkLst>
        </pc:picChg>
        <pc:picChg chg="add mod">
          <ac:chgData name="Dr Gaurav Sushant" userId="ea0695df9e5e2b13" providerId="LiveId" clId="{4D35315C-E3BA-4C3E-862D-0053F40E54E7}" dt="2024-06-09T16:38:48.907" v="1206" actId="1076"/>
          <ac:picMkLst>
            <pc:docMk/>
            <pc:sldMk cId="2348265189" sldId="340"/>
            <ac:picMk id="7" creationId="{6EB2C723-A865-5D46-1755-FB02ADE9EFEA}"/>
          </ac:picMkLst>
        </pc:picChg>
      </pc:sldChg>
      <pc:sldChg chg="del">
        <pc:chgData name="Dr Gaurav Sushant" userId="ea0695df9e5e2b13" providerId="LiveId" clId="{4D35315C-E3BA-4C3E-862D-0053F40E54E7}" dt="2024-06-09T05:25:30.979" v="433" actId="2696"/>
        <pc:sldMkLst>
          <pc:docMk/>
          <pc:sldMk cId="2554363762" sldId="340"/>
        </pc:sldMkLst>
      </pc:sldChg>
      <pc:sldChg chg="del">
        <pc:chgData name="Dr Gaurav Sushant" userId="ea0695df9e5e2b13" providerId="LiveId" clId="{4D35315C-E3BA-4C3E-862D-0053F40E54E7}" dt="2024-06-09T05:25:33.692" v="434" actId="2696"/>
        <pc:sldMkLst>
          <pc:docMk/>
          <pc:sldMk cId="1032738894" sldId="341"/>
        </pc:sldMkLst>
      </pc:sldChg>
      <pc:sldChg chg="addSp delSp modSp new mod modAnim">
        <pc:chgData name="Dr Gaurav Sushant" userId="ea0695df9e5e2b13" providerId="LiveId" clId="{4D35315C-E3BA-4C3E-862D-0053F40E54E7}" dt="2024-06-09T17:34:26.764" v="1720"/>
        <pc:sldMkLst>
          <pc:docMk/>
          <pc:sldMk cId="2611813106" sldId="341"/>
        </pc:sldMkLst>
        <pc:spChg chg="mod">
          <ac:chgData name="Dr Gaurav Sushant" userId="ea0695df9e5e2b13" providerId="LiveId" clId="{4D35315C-E3BA-4C3E-862D-0053F40E54E7}" dt="2024-06-09T16:48:58.466" v="1358" actId="6549"/>
          <ac:spMkLst>
            <pc:docMk/>
            <pc:sldMk cId="2611813106" sldId="341"/>
            <ac:spMk id="2" creationId="{7C160B9E-10A9-E0F7-5692-60AACC2EEAAA}"/>
          </ac:spMkLst>
        </pc:spChg>
        <pc:spChg chg="del">
          <ac:chgData name="Dr Gaurav Sushant" userId="ea0695df9e5e2b13" providerId="LiveId" clId="{4D35315C-E3BA-4C3E-862D-0053F40E54E7}" dt="2024-06-09T16:47:08.924" v="1269" actId="478"/>
          <ac:spMkLst>
            <pc:docMk/>
            <pc:sldMk cId="2611813106" sldId="341"/>
            <ac:spMk id="3" creationId="{2E3B3056-EBCF-7A79-6EE2-BB332E757920}"/>
          </ac:spMkLst>
        </pc:spChg>
        <pc:spChg chg="add mod">
          <ac:chgData name="Dr Gaurav Sushant" userId="ea0695df9e5e2b13" providerId="LiveId" clId="{4D35315C-E3BA-4C3E-862D-0053F40E54E7}" dt="2024-06-09T17:11:27.314" v="1546" actId="207"/>
          <ac:spMkLst>
            <pc:docMk/>
            <pc:sldMk cId="2611813106" sldId="341"/>
            <ac:spMk id="6" creationId="{B2752B95-B12A-E975-1797-D3C6E7C1F360}"/>
          </ac:spMkLst>
        </pc:spChg>
        <pc:picChg chg="add mod">
          <ac:chgData name="Dr Gaurav Sushant" userId="ea0695df9e5e2b13" providerId="LiveId" clId="{4D35315C-E3BA-4C3E-862D-0053F40E54E7}" dt="2024-06-09T16:47:30.972" v="1276" actId="14100"/>
          <ac:picMkLst>
            <pc:docMk/>
            <pc:sldMk cId="2611813106" sldId="341"/>
            <ac:picMk id="5" creationId="{EBCED976-6EAA-7A76-969F-13877878574E}"/>
          </ac:picMkLst>
        </pc:picChg>
      </pc:sldChg>
      <pc:sldChg chg="del">
        <pc:chgData name="Dr Gaurav Sushant" userId="ea0695df9e5e2b13" providerId="LiveId" clId="{4D35315C-E3BA-4C3E-862D-0053F40E54E7}" dt="2024-06-09T05:25:36.350" v="435" actId="2696"/>
        <pc:sldMkLst>
          <pc:docMk/>
          <pc:sldMk cId="2076178850" sldId="342"/>
        </pc:sldMkLst>
      </pc:sldChg>
      <pc:sldChg chg="addSp delSp modSp new mod modAnim">
        <pc:chgData name="Dr Gaurav Sushant" userId="ea0695df9e5e2b13" providerId="LiveId" clId="{4D35315C-E3BA-4C3E-862D-0053F40E54E7}" dt="2024-06-09T17:34:39.128" v="1723"/>
        <pc:sldMkLst>
          <pc:docMk/>
          <pc:sldMk cId="2638270467" sldId="342"/>
        </pc:sldMkLst>
        <pc:spChg chg="mod">
          <ac:chgData name="Dr Gaurav Sushant" userId="ea0695df9e5e2b13" providerId="LiveId" clId="{4D35315C-E3BA-4C3E-862D-0053F40E54E7}" dt="2024-06-09T16:58:09.901" v="1427" actId="20577"/>
          <ac:spMkLst>
            <pc:docMk/>
            <pc:sldMk cId="2638270467" sldId="342"/>
            <ac:spMk id="2" creationId="{80ADB964-3105-4812-E02E-BEAFF3709B59}"/>
          </ac:spMkLst>
        </pc:spChg>
        <pc:spChg chg="del">
          <ac:chgData name="Dr Gaurav Sushant" userId="ea0695df9e5e2b13" providerId="LiveId" clId="{4D35315C-E3BA-4C3E-862D-0053F40E54E7}" dt="2024-06-09T16:55:19.123" v="1361" actId="478"/>
          <ac:spMkLst>
            <pc:docMk/>
            <pc:sldMk cId="2638270467" sldId="342"/>
            <ac:spMk id="3" creationId="{CF5CBFF4-2672-10AE-1D21-C0E8BC4C90B0}"/>
          </ac:spMkLst>
        </pc:spChg>
        <pc:spChg chg="add mod">
          <ac:chgData name="Dr Gaurav Sushant" userId="ea0695df9e5e2b13" providerId="LiveId" clId="{4D35315C-E3BA-4C3E-862D-0053F40E54E7}" dt="2024-06-09T17:11:31.368" v="1547" actId="207"/>
          <ac:spMkLst>
            <pc:docMk/>
            <pc:sldMk cId="2638270467" sldId="342"/>
            <ac:spMk id="6" creationId="{7D5C8930-94D6-719B-6A62-339F004D0058}"/>
          </ac:spMkLst>
        </pc:spChg>
        <pc:picChg chg="add mod">
          <ac:chgData name="Dr Gaurav Sushant" userId="ea0695df9e5e2b13" providerId="LiveId" clId="{4D35315C-E3BA-4C3E-862D-0053F40E54E7}" dt="2024-06-09T16:55:37.348" v="1366" actId="1076"/>
          <ac:picMkLst>
            <pc:docMk/>
            <pc:sldMk cId="2638270467" sldId="342"/>
            <ac:picMk id="5" creationId="{17D0148B-C84E-D490-A078-438C19715B22}"/>
          </ac:picMkLst>
        </pc:picChg>
      </pc:sldChg>
      <pc:sldChg chg="addSp delSp modSp new mod modAnim">
        <pc:chgData name="Dr Gaurav Sushant" userId="ea0695df9e5e2b13" providerId="LiveId" clId="{4D35315C-E3BA-4C3E-862D-0053F40E54E7}" dt="2024-06-09T17:34:50.834" v="1725"/>
        <pc:sldMkLst>
          <pc:docMk/>
          <pc:sldMk cId="684226913" sldId="343"/>
        </pc:sldMkLst>
        <pc:spChg chg="mod">
          <ac:chgData name="Dr Gaurav Sushant" userId="ea0695df9e5e2b13" providerId="LiveId" clId="{4D35315C-E3BA-4C3E-862D-0053F40E54E7}" dt="2024-06-09T17:07:57.682" v="1538" actId="6549"/>
          <ac:spMkLst>
            <pc:docMk/>
            <pc:sldMk cId="684226913" sldId="343"/>
            <ac:spMk id="2" creationId="{87FF165F-F0EA-35E9-3030-6DCC07CE69F2}"/>
          </ac:spMkLst>
        </pc:spChg>
        <pc:spChg chg="del">
          <ac:chgData name="Dr Gaurav Sushant" userId="ea0695df9e5e2b13" providerId="LiveId" clId="{4D35315C-E3BA-4C3E-862D-0053F40E54E7}" dt="2024-06-09T17:05:07.439" v="1471" actId="478"/>
          <ac:spMkLst>
            <pc:docMk/>
            <pc:sldMk cId="684226913" sldId="343"/>
            <ac:spMk id="3" creationId="{30DFFB91-6740-24CF-6F6B-A010E2E6D5F1}"/>
          </ac:spMkLst>
        </pc:spChg>
        <pc:spChg chg="add mod">
          <ac:chgData name="Dr Gaurav Sushant" userId="ea0695df9e5e2b13" providerId="LiveId" clId="{4D35315C-E3BA-4C3E-862D-0053F40E54E7}" dt="2024-06-09T17:11:35.040" v="1548" actId="207"/>
          <ac:spMkLst>
            <pc:docMk/>
            <pc:sldMk cId="684226913" sldId="343"/>
            <ac:spMk id="6" creationId="{97A6C520-1D09-1F60-CCA2-D06AB010E149}"/>
          </ac:spMkLst>
        </pc:spChg>
        <pc:picChg chg="add mod">
          <ac:chgData name="Dr Gaurav Sushant" userId="ea0695df9e5e2b13" providerId="LiveId" clId="{4D35315C-E3BA-4C3E-862D-0053F40E54E7}" dt="2024-06-09T17:05:44.730" v="1476" actId="14100"/>
          <ac:picMkLst>
            <pc:docMk/>
            <pc:sldMk cId="684226913" sldId="343"/>
            <ac:picMk id="5" creationId="{A679DBB8-06DA-F3AD-A459-84698066F979}"/>
          </ac:picMkLst>
        </pc:picChg>
        <pc:picChg chg="add del">
          <ac:chgData name="Dr Gaurav Sushant" userId="ea0695df9e5e2b13" providerId="LiveId" clId="{4D35315C-E3BA-4C3E-862D-0053F40E54E7}" dt="2024-06-09T17:07:13.318" v="1519" actId="22"/>
          <ac:picMkLst>
            <pc:docMk/>
            <pc:sldMk cId="684226913" sldId="343"/>
            <ac:picMk id="8" creationId="{5B4A13A0-7C6E-71F1-4612-A365459F5242}"/>
          </ac:picMkLst>
        </pc:picChg>
      </pc:sldChg>
      <pc:sldChg chg="del">
        <pc:chgData name="Dr Gaurav Sushant" userId="ea0695df9e5e2b13" providerId="LiveId" clId="{4D35315C-E3BA-4C3E-862D-0053F40E54E7}" dt="2024-06-09T05:25:39.050" v="436" actId="2696"/>
        <pc:sldMkLst>
          <pc:docMk/>
          <pc:sldMk cId="3671234924" sldId="343"/>
        </pc:sldMkLst>
      </pc:sldChg>
      <pc:sldChg chg="del">
        <pc:chgData name="Dr Gaurav Sushant" userId="ea0695df9e5e2b13" providerId="LiveId" clId="{4D35315C-E3BA-4C3E-862D-0053F40E54E7}" dt="2024-06-09T05:25:41.997" v="437" actId="2696"/>
        <pc:sldMkLst>
          <pc:docMk/>
          <pc:sldMk cId="2243379214" sldId="344"/>
        </pc:sldMkLst>
      </pc:sldChg>
      <pc:sldChg chg="del">
        <pc:chgData name="Dr Gaurav Sushant" userId="ea0695df9e5e2b13" providerId="LiveId" clId="{4D35315C-E3BA-4C3E-862D-0053F40E54E7}" dt="2024-06-09T05:25:43.922" v="438" actId="2696"/>
        <pc:sldMkLst>
          <pc:docMk/>
          <pc:sldMk cId="1735464154" sldId="345"/>
        </pc:sldMkLst>
      </pc:sldChg>
      <pc:sldChg chg="del">
        <pc:chgData name="Dr Gaurav Sushant" userId="ea0695df9e5e2b13" providerId="LiveId" clId="{4D35315C-E3BA-4C3E-862D-0053F40E54E7}" dt="2024-06-09T05:25:46.649" v="439" actId="2696"/>
        <pc:sldMkLst>
          <pc:docMk/>
          <pc:sldMk cId="3257231440" sldId="346"/>
        </pc:sldMkLst>
      </pc:sldChg>
      <pc:sldChg chg="del">
        <pc:chgData name="Dr Gaurav Sushant" userId="ea0695df9e5e2b13" providerId="LiveId" clId="{4D35315C-E3BA-4C3E-862D-0053F40E54E7}" dt="2024-06-09T05:25:51.063" v="440" actId="2696"/>
        <pc:sldMkLst>
          <pc:docMk/>
          <pc:sldMk cId="3171901091" sldId="347"/>
        </pc:sldMkLst>
      </pc:sldChg>
      <pc:sldChg chg="del">
        <pc:chgData name="Dr Gaurav Sushant" userId="ea0695df9e5e2b13" providerId="LiveId" clId="{4D35315C-E3BA-4C3E-862D-0053F40E54E7}" dt="2024-06-09T05:26:02.153" v="443" actId="2696"/>
        <pc:sldMkLst>
          <pc:docMk/>
          <pc:sldMk cId="2763987444" sldId="348"/>
        </pc:sldMkLst>
      </pc:sldChg>
      <pc:sldChg chg="del">
        <pc:chgData name="Dr Gaurav Sushant" userId="ea0695df9e5e2b13" providerId="LiveId" clId="{4D35315C-E3BA-4C3E-862D-0053F40E54E7}" dt="2024-06-09T05:25:54.738" v="441" actId="2696"/>
        <pc:sldMkLst>
          <pc:docMk/>
          <pc:sldMk cId="3211338068" sldId="349"/>
        </pc:sldMkLst>
      </pc:sldChg>
      <pc:sldChg chg="del">
        <pc:chgData name="Dr Gaurav Sushant" userId="ea0695df9e5e2b13" providerId="LiveId" clId="{4D35315C-E3BA-4C3E-862D-0053F40E54E7}" dt="2024-06-09T05:25:58.105" v="442" actId="2696"/>
        <pc:sldMkLst>
          <pc:docMk/>
          <pc:sldMk cId="2563698464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6/9/2024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6/9/2024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6/9/2024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6/9/2024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6/9/2024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6/9/2024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6/9/2024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6/9/2024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6/9/2024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6/9/2024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6/9/2024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8" Target="../slideLayouts/slideLayout8.xml" Type="http://schemas.openxmlformats.org/officeDocument/2006/relationships/slideLayout"/><Relationship Id="rId13" Target="../media/image2.jpeg" Type="http://schemas.openxmlformats.org/officeDocument/2006/relationships/image"/><Relationship Id="rId3" Target="../slideLayouts/slideLayout3.xml" Type="http://schemas.openxmlformats.org/officeDocument/2006/relationships/slideLayout"/><Relationship Id="rId7" Target="../slideLayouts/slideLayout7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1" Target="../slideLayouts/slideLayout1.xml" Type="http://schemas.openxmlformats.org/officeDocument/2006/relationships/slideLayout"/><Relationship Id="rId6" Target="../slideLayouts/slideLayout6.xml" Type="http://schemas.openxmlformats.org/officeDocument/2006/relationships/slideLayout"/><Relationship Id="rId11" Target="../slideLayouts/slideLayout11.xml" Type="http://schemas.openxmlformats.org/officeDocument/2006/relationships/slideLayout"/><Relationship Id="rId5" Target="../slideLayouts/slideLayout5.xml" Type="http://schemas.openxmlformats.org/officeDocument/2006/relationships/slideLayout"/><Relationship Id="rId10" Target="../slideLayouts/slideLayout10.xml" Type="http://schemas.openxmlformats.org/officeDocument/2006/relationships/slideLayout"/><Relationship Id="rId4" Target="../slideLayouts/slideLayout4.xml" Type="http://schemas.openxmlformats.org/officeDocument/2006/relationships/slideLayout"/><Relationship Id="rId9" Target="../slideLayouts/slideLayout9.xml" Type="http://schemas.openxmlformats.org/officeDocument/2006/relationships/slideLayout"/><Relationship Id="rId14" Target="../media/image1.jpeg" Type="http://schemas.openxmlformats.org/officeDocument/2006/relationships/imag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6/9/2024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 ?><Relationships xmlns="http://schemas.openxmlformats.org/package/2006/relationships"><Relationship Id="rId2" Target="../media/image3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8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9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0.xml.rels><?xml version="1.0" encoding="UTF-8" standalone="yes" ?><Relationships xmlns="http://schemas.openxmlformats.org/package/2006/relationships"><Relationship Id="rId2" Target="../media/image6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1.xml.rels><?xml version="1.0" encoding="UTF-8" standalone="yes" ?><Relationships xmlns="http://schemas.openxmlformats.org/package/2006/relationships"><Relationship Id="rId2" Target="../media/image7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2.xml.rels><?xml version="1.0" encoding="UTF-8" standalone="yes" ?><Relationships xmlns="http://schemas.openxmlformats.org/package/2006/relationships"><Relationship Id="rId2" Target="../media/image8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3.xml.rels><?xml version="1.0" encoding="UTF-8" standalone="yes" ?><Relationships xmlns="http://schemas.openxmlformats.org/package/2006/relationships"><Relationship Id="rId2" Target="../media/image9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4.xml.rels><?xml version="1.0" encoding="UTF-8" standalone="yes" ?><Relationships xmlns="http://schemas.openxmlformats.org/package/2006/relationships"><Relationship Id="rId2" Target="../media/image10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5.xml.rels><?xml version="1.0" encoding="UTF-8" standalone="yes" ?><Relationships xmlns="http://schemas.openxmlformats.org/package/2006/relationships"><Relationship Id="rId2" Target="../media/image11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6.xml.rels><?xml version="1.0" encoding="UTF-8" standalone="yes" ?><Relationships xmlns="http://schemas.openxmlformats.org/package/2006/relationships"><Relationship Id="rId2" Target="../media/image12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5E1E1F2E-2113-7722-B971-979D89136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0"/>
            <a:ext cx="10972800" cy="1905000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El verbo Estar y emociones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87CECB-4801-2364-ECAB-68175AE8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10972800" cy="4724400"/>
          </a:xfrm>
        </p:spPr>
        <p:txBody>
          <a:bodyPr/>
          <a:lstStyle/>
          <a:p>
            <a:r>
              <a:rPr lang="en-US" sz="3300" dirty="0"/>
              <a:t>ESTAR = To be </a:t>
            </a:r>
          </a:p>
          <a:p>
            <a:r>
              <a:rPr lang="en-US" sz="3300" dirty="0"/>
              <a:t>Like SER verb, when you use a form of ESTAR, then you are referring to: IS, AM, and ARE. </a:t>
            </a:r>
          </a:p>
          <a:p>
            <a:r>
              <a:rPr lang="en-US" sz="3300" dirty="0"/>
              <a:t>However, there is still a difference between SER and ESTAR based on their uses.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Conjugation of El Verbo ESTAR 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80D9EBA7-F655-2978-E63C-B8A0C435A0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19200" y="1981200"/>
          <a:ext cx="9753600" cy="36271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340593161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64974125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 </a:t>
                      </a:r>
                      <a:r>
                        <a:rPr lang="en-US" sz="33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estoy</a:t>
                      </a:r>
                      <a:endParaRPr lang="en-US" sz="33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/as</a:t>
                      </a:r>
                      <a:r>
                        <a:rPr lang="es-E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estamos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253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s-E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ú estás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est</a:t>
                      </a:r>
                      <a:r>
                        <a:rPr lang="es-E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áis</a:t>
                      </a:r>
                      <a:endParaRPr lang="es-E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99623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s-E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María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están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Ellas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están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Ustedes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est</a:t>
                      </a:r>
                      <a:r>
                        <a:rPr lang="es-E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án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María y Pablo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están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596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27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87CECB-4801-2364-ECAB-68175AE8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10972800" cy="4724400"/>
          </a:xfrm>
        </p:spPr>
        <p:txBody>
          <a:bodyPr/>
          <a:lstStyle/>
          <a:p>
            <a:pPr marL="852170" indent="-742950">
              <a:buFont typeface="+mj-lt"/>
              <a:buAutoNum type="arabicPeriod"/>
            </a:pPr>
            <a:r>
              <a:rPr lang="es-ES" sz="3300" dirty="0" err="1"/>
              <a:t>Location</a:t>
            </a:r>
            <a:endParaRPr lang="es-ES" sz="3300" dirty="0"/>
          </a:p>
          <a:p>
            <a:pPr marL="109220" indent="0">
              <a:buNone/>
            </a:pPr>
            <a:r>
              <a:rPr lang="es-ES" sz="3300" dirty="0" err="1"/>
              <a:t>E.g</a:t>
            </a:r>
            <a:r>
              <a:rPr lang="es-ES" sz="3300" dirty="0"/>
              <a:t>. Nosotros estamos en la clase. </a:t>
            </a:r>
          </a:p>
          <a:p>
            <a:pPr marL="852170" indent="-742950">
              <a:buFont typeface="+mj-lt"/>
              <a:buAutoNum type="arabicPeriod" startAt="2"/>
            </a:pPr>
            <a:r>
              <a:rPr lang="es-ES" sz="3300" dirty="0"/>
              <a:t>Physical Condition</a:t>
            </a:r>
          </a:p>
          <a:p>
            <a:pPr marL="109220" indent="0">
              <a:buNone/>
            </a:pPr>
            <a:r>
              <a:rPr lang="es-ES" sz="3300" dirty="0" err="1"/>
              <a:t>E.g</a:t>
            </a:r>
            <a:r>
              <a:rPr lang="es-ES" sz="3300" dirty="0"/>
              <a:t>. Mi madre está cansada. </a:t>
            </a:r>
          </a:p>
          <a:p>
            <a:pPr marL="852170" indent="-742950">
              <a:buFont typeface="+mj-lt"/>
              <a:buAutoNum type="arabicPeriod" startAt="3"/>
            </a:pPr>
            <a:r>
              <a:rPr lang="es-ES" sz="3300" dirty="0"/>
              <a:t>Emotion </a:t>
            </a:r>
          </a:p>
          <a:p>
            <a:pPr marL="109220" indent="0">
              <a:buNone/>
            </a:pPr>
            <a:r>
              <a:rPr lang="es-ES" sz="3300" dirty="0" err="1"/>
              <a:t>E.g</a:t>
            </a:r>
            <a:r>
              <a:rPr lang="es-ES" sz="3300" dirty="0"/>
              <a:t>. Los estudiantes están felices.  </a:t>
            </a:r>
            <a:endParaRPr lang="en-US" sz="33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Uses of the ESTAR verb</a:t>
            </a:r>
          </a:p>
        </p:txBody>
      </p:sp>
    </p:spTree>
    <p:extLst>
      <p:ext uri="{BB962C8B-B14F-4D97-AF65-F5344CB8AC3E}">
        <p14:creationId xmlns:p14="http://schemas.microsoft.com/office/powerpoint/2010/main" val="214261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87CECB-4801-2364-ECAB-68175AE8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10972800" cy="4724400"/>
          </a:xfrm>
        </p:spPr>
        <p:txBody>
          <a:bodyPr/>
          <a:lstStyle/>
          <a:p>
            <a:r>
              <a:rPr lang="es-ES" sz="3300" dirty="0"/>
              <a:t>ESTAR </a:t>
            </a:r>
            <a:r>
              <a:rPr lang="es-ES" sz="3300" dirty="0" err="1"/>
              <a:t>verb</a:t>
            </a:r>
            <a:r>
              <a:rPr lang="es-ES" sz="3300" dirty="0"/>
              <a:t> </a:t>
            </a:r>
            <a:r>
              <a:rPr lang="es-ES" sz="3300" dirty="0" err="1"/>
              <a:t>is</a:t>
            </a:r>
            <a:r>
              <a:rPr lang="es-ES" sz="3300" dirty="0"/>
              <a:t> </a:t>
            </a:r>
            <a:r>
              <a:rPr lang="es-ES" sz="3300" dirty="0" err="1"/>
              <a:t>always</a:t>
            </a:r>
            <a:r>
              <a:rPr lang="es-ES" sz="3300" dirty="0"/>
              <a:t> </a:t>
            </a:r>
            <a:r>
              <a:rPr lang="es-ES" sz="3300" dirty="0" err="1"/>
              <a:t>used</a:t>
            </a:r>
            <a:r>
              <a:rPr lang="es-ES" sz="3300" dirty="0"/>
              <a:t> </a:t>
            </a:r>
            <a:r>
              <a:rPr lang="es-ES" sz="3300" dirty="0" err="1"/>
              <a:t>when</a:t>
            </a:r>
            <a:r>
              <a:rPr lang="es-ES" sz="3300" dirty="0"/>
              <a:t> </a:t>
            </a:r>
            <a:r>
              <a:rPr lang="es-ES" sz="3300" dirty="0" err="1"/>
              <a:t>we</a:t>
            </a:r>
            <a:r>
              <a:rPr lang="es-ES" sz="3300" dirty="0"/>
              <a:t> </a:t>
            </a:r>
            <a:r>
              <a:rPr lang="es-ES" sz="3300" dirty="0" err="1"/>
              <a:t>want</a:t>
            </a:r>
            <a:r>
              <a:rPr lang="es-ES" sz="3300" dirty="0"/>
              <a:t> </a:t>
            </a:r>
            <a:r>
              <a:rPr lang="es-ES" sz="3300" dirty="0" err="1"/>
              <a:t>to</a:t>
            </a:r>
            <a:r>
              <a:rPr lang="es-ES" sz="3300" dirty="0"/>
              <a:t> </a:t>
            </a:r>
            <a:r>
              <a:rPr lang="es-ES" sz="3300" dirty="0" err="1"/>
              <a:t>express</a:t>
            </a:r>
            <a:r>
              <a:rPr lang="es-ES" sz="3300" dirty="0"/>
              <a:t> </a:t>
            </a:r>
            <a:r>
              <a:rPr lang="es-ES" sz="3300" dirty="0" err="1"/>
              <a:t>anyone’s</a:t>
            </a:r>
            <a:r>
              <a:rPr lang="es-ES" sz="3300" dirty="0"/>
              <a:t> </a:t>
            </a:r>
            <a:r>
              <a:rPr lang="es-ES" sz="3300" dirty="0" err="1"/>
              <a:t>emotion</a:t>
            </a:r>
            <a:r>
              <a:rPr lang="es-ES" sz="3300" dirty="0"/>
              <a:t>.</a:t>
            </a:r>
          </a:p>
          <a:p>
            <a:r>
              <a:rPr lang="en-US" sz="3300" dirty="0"/>
              <a:t>To express states of feeling, we should use different adjectives with ESTAR verb. </a:t>
            </a:r>
            <a:endParaRPr lang="es-ES" sz="3300" dirty="0"/>
          </a:p>
          <a:p>
            <a:r>
              <a:rPr lang="es-ES" sz="3300" dirty="0" err="1"/>
              <a:t>While</a:t>
            </a:r>
            <a:r>
              <a:rPr lang="es-ES" sz="3300" dirty="0"/>
              <a:t> </a:t>
            </a:r>
            <a:r>
              <a:rPr lang="es-ES" sz="3300" dirty="0" err="1"/>
              <a:t>using</a:t>
            </a:r>
            <a:r>
              <a:rPr lang="es-ES" sz="3300" dirty="0"/>
              <a:t> </a:t>
            </a:r>
            <a:r>
              <a:rPr lang="es-ES" sz="3300" dirty="0" err="1"/>
              <a:t>adjectives</a:t>
            </a:r>
            <a:r>
              <a:rPr lang="es-ES" sz="3300" dirty="0"/>
              <a:t> </a:t>
            </a:r>
            <a:r>
              <a:rPr lang="es-ES" sz="3300" dirty="0" err="1"/>
              <a:t>for</a:t>
            </a:r>
            <a:r>
              <a:rPr lang="es-ES" sz="3300" dirty="0"/>
              <a:t> </a:t>
            </a:r>
            <a:r>
              <a:rPr lang="es-ES" sz="3300" dirty="0" err="1"/>
              <a:t>expressing</a:t>
            </a:r>
            <a:r>
              <a:rPr lang="es-ES" sz="3300" dirty="0"/>
              <a:t> </a:t>
            </a:r>
            <a:r>
              <a:rPr lang="es-ES" sz="3300" dirty="0" err="1"/>
              <a:t>feelings</a:t>
            </a:r>
            <a:r>
              <a:rPr lang="es-ES" sz="3300" dirty="0"/>
              <a:t> and </a:t>
            </a:r>
            <a:r>
              <a:rPr lang="es-ES" sz="3300" dirty="0" err="1"/>
              <a:t>emotions</a:t>
            </a:r>
            <a:r>
              <a:rPr lang="es-ES" sz="3300" dirty="0"/>
              <a:t>, </a:t>
            </a:r>
            <a:r>
              <a:rPr lang="es-ES" sz="3300" dirty="0" err="1"/>
              <a:t>we</a:t>
            </a:r>
            <a:r>
              <a:rPr lang="es-ES" sz="3300" dirty="0"/>
              <a:t> </a:t>
            </a:r>
            <a:r>
              <a:rPr lang="es-ES" sz="3300" dirty="0" err="1"/>
              <a:t>must</a:t>
            </a:r>
            <a:r>
              <a:rPr lang="es-ES" sz="3300" dirty="0"/>
              <a:t> </a:t>
            </a:r>
            <a:r>
              <a:rPr lang="es-ES" sz="3300" dirty="0" err="1"/>
              <a:t>remember</a:t>
            </a:r>
            <a:r>
              <a:rPr lang="es-ES" sz="3300" dirty="0"/>
              <a:t> </a:t>
            </a:r>
            <a:r>
              <a:rPr lang="es-ES" sz="3300" dirty="0" err="1"/>
              <a:t>to</a:t>
            </a:r>
            <a:r>
              <a:rPr lang="es-ES" sz="3300" dirty="0"/>
              <a:t> </a:t>
            </a:r>
            <a:r>
              <a:rPr lang="es-ES" sz="3300" dirty="0" err="1"/>
              <a:t>change</a:t>
            </a:r>
            <a:r>
              <a:rPr lang="es-ES" sz="3300" dirty="0"/>
              <a:t> </a:t>
            </a:r>
            <a:r>
              <a:rPr lang="es-ES" sz="3300" dirty="0" err="1"/>
              <a:t>the</a:t>
            </a:r>
            <a:r>
              <a:rPr lang="es-ES" sz="3300" dirty="0"/>
              <a:t> </a:t>
            </a:r>
            <a:r>
              <a:rPr lang="es-ES" sz="3300" dirty="0" err="1"/>
              <a:t>adjectives</a:t>
            </a:r>
            <a:r>
              <a:rPr lang="es-ES" sz="3300" dirty="0"/>
              <a:t> </a:t>
            </a:r>
            <a:r>
              <a:rPr lang="es-ES" sz="3300" dirty="0" err="1"/>
              <a:t>according</a:t>
            </a:r>
            <a:r>
              <a:rPr lang="es-ES" sz="3300" dirty="0"/>
              <a:t> </a:t>
            </a:r>
            <a:r>
              <a:rPr lang="es-ES" sz="3300" dirty="0" err="1"/>
              <a:t>to</a:t>
            </a:r>
            <a:r>
              <a:rPr lang="es-ES" sz="3300" dirty="0"/>
              <a:t> </a:t>
            </a:r>
            <a:r>
              <a:rPr lang="es-ES" sz="3300" dirty="0" err="1"/>
              <a:t>the</a:t>
            </a:r>
            <a:r>
              <a:rPr lang="es-ES" sz="3300" dirty="0"/>
              <a:t> </a:t>
            </a:r>
            <a:r>
              <a:rPr lang="es-ES" sz="3300" dirty="0" err="1"/>
              <a:t>number</a:t>
            </a:r>
            <a:r>
              <a:rPr lang="es-ES" sz="3300" dirty="0"/>
              <a:t> and </a:t>
            </a:r>
            <a:r>
              <a:rPr lang="es-ES" sz="3300" dirty="0" err="1"/>
              <a:t>gender</a:t>
            </a:r>
            <a:r>
              <a:rPr lang="es-ES" sz="3300" dirty="0"/>
              <a:t> </a:t>
            </a:r>
            <a:r>
              <a:rPr lang="es-ES" sz="3300" dirty="0" err="1"/>
              <a:t>of</a:t>
            </a:r>
            <a:r>
              <a:rPr lang="es-ES" sz="3300" dirty="0"/>
              <a:t> </a:t>
            </a:r>
            <a:r>
              <a:rPr lang="es-ES" sz="3300" dirty="0" err="1"/>
              <a:t>the</a:t>
            </a:r>
            <a:r>
              <a:rPr lang="es-ES" sz="3300" dirty="0"/>
              <a:t> </a:t>
            </a:r>
            <a:r>
              <a:rPr lang="es-ES" sz="3300" dirty="0" err="1"/>
              <a:t>nouns</a:t>
            </a:r>
            <a:r>
              <a:rPr lang="es-ES" sz="3300" dirty="0"/>
              <a:t>/ </a:t>
            </a:r>
            <a:r>
              <a:rPr lang="es-ES" sz="3300" dirty="0" err="1"/>
              <a:t>pronouns</a:t>
            </a:r>
            <a:r>
              <a:rPr lang="es-ES" sz="3300" dirty="0"/>
              <a:t> </a:t>
            </a:r>
            <a:r>
              <a:rPr lang="es-ES" sz="3300" dirty="0" err="1"/>
              <a:t>with</a:t>
            </a:r>
            <a:r>
              <a:rPr lang="es-ES" sz="3300" dirty="0"/>
              <a:t> </a:t>
            </a:r>
            <a:r>
              <a:rPr lang="es-ES" sz="3300" dirty="0" err="1"/>
              <a:t>which</a:t>
            </a:r>
            <a:r>
              <a:rPr lang="es-ES" sz="3300" dirty="0"/>
              <a:t> </a:t>
            </a:r>
            <a:r>
              <a:rPr lang="es-ES" sz="3300" dirty="0" err="1"/>
              <a:t>it</a:t>
            </a:r>
            <a:r>
              <a:rPr lang="es-ES" sz="3300" dirty="0"/>
              <a:t> </a:t>
            </a:r>
            <a:r>
              <a:rPr lang="es-ES" sz="3300" dirty="0" err="1"/>
              <a:t>is</a:t>
            </a:r>
            <a:r>
              <a:rPr lang="es-ES" sz="3300" dirty="0"/>
              <a:t> </a:t>
            </a:r>
            <a:r>
              <a:rPr lang="es-ES" sz="3300" dirty="0" err="1"/>
              <a:t>being</a:t>
            </a:r>
            <a:r>
              <a:rPr lang="es-ES" sz="3300" dirty="0"/>
              <a:t> </a:t>
            </a:r>
            <a:r>
              <a:rPr lang="es-ES" sz="3300" dirty="0" err="1"/>
              <a:t>used</a:t>
            </a:r>
            <a:r>
              <a:rPr lang="es-ES" sz="3300" dirty="0"/>
              <a:t>. </a:t>
            </a:r>
            <a:endParaRPr lang="en-US" sz="33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Use of ESTAR for expressing emotions</a:t>
            </a:r>
          </a:p>
        </p:txBody>
      </p:sp>
    </p:spTree>
    <p:extLst>
      <p:ext uri="{BB962C8B-B14F-4D97-AF65-F5344CB8AC3E}">
        <p14:creationId xmlns:p14="http://schemas.microsoft.com/office/powerpoint/2010/main" val="249366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C6B301-B257-D77F-1E2E-E003618D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8200"/>
            <a:ext cx="11506200" cy="5715000"/>
          </a:xfrm>
        </p:spPr>
        <p:txBody>
          <a:bodyPr/>
          <a:lstStyle/>
          <a:p>
            <a:r>
              <a:rPr lang="en-US" sz="3000" dirty="0"/>
              <a:t>Happy – </a:t>
            </a:r>
            <a:r>
              <a:rPr lang="es-ES" sz="3000" dirty="0"/>
              <a:t>Feliz </a:t>
            </a:r>
          </a:p>
          <a:p>
            <a:r>
              <a:rPr lang="es-ES" sz="3000" dirty="0" err="1"/>
              <a:t>Sad</a:t>
            </a:r>
            <a:r>
              <a:rPr lang="es-ES" sz="3000" dirty="0"/>
              <a:t> – Triste </a:t>
            </a:r>
          </a:p>
          <a:p>
            <a:r>
              <a:rPr lang="es-ES" sz="3000" dirty="0" err="1"/>
              <a:t>Relaxed</a:t>
            </a:r>
            <a:r>
              <a:rPr lang="es-ES" sz="3000" dirty="0"/>
              <a:t> – Calmado/a </a:t>
            </a:r>
          </a:p>
          <a:p>
            <a:r>
              <a:rPr lang="es-ES" sz="3000" dirty="0" err="1"/>
              <a:t>Angry</a:t>
            </a:r>
            <a:r>
              <a:rPr lang="es-ES" sz="3000" dirty="0"/>
              <a:t> – Enfadado/a </a:t>
            </a:r>
          </a:p>
          <a:p>
            <a:r>
              <a:rPr lang="es-ES" sz="3000" dirty="0" err="1"/>
              <a:t>Bored</a:t>
            </a:r>
            <a:r>
              <a:rPr lang="es-ES" sz="3000" dirty="0"/>
              <a:t> – Aburrido/a</a:t>
            </a:r>
          </a:p>
          <a:p>
            <a:r>
              <a:rPr lang="es-ES" sz="3000" dirty="0"/>
              <a:t>In </a:t>
            </a:r>
            <a:r>
              <a:rPr lang="es-ES" sz="3000" dirty="0" err="1"/>
              <a:t>love</a:t>
            </a:r>
            <a:r>
              <a:rPr lang="es-ES" sz="3000" dirty="0"/>
              <a:t> – Enamorado/a </a:t>
            </a:r>
          </a:p>
          <a:p>
            <a:r>
              <a:rPr lang="es-ES" sz="3000" dirty="0" err="1"/>
              <a:t>Scared</a:t>
            </a:r>
            <a:r>
              <a:rPr lang="es-ES" sz="3000" dirty="0"/>
              <a:t> – </a:t>
            </a:r>
            <a:r>
              <a:rPr lang="es-ES" sz="3000" dirty="0" err="1"/>
              <a:t>Austado</a:t>
            </a:r>
            <a:r>
              <a:rPr lang="es-ES" sz="3000" dirty="0"/>
              <a:t>/a  </a:t>
            </a:r>
          </a:p>
          <a:p>
            <a:r>
              <a:rPr lang="es-ES" sz="3000" dirty="0" err="1"/>
              <a:t>Tired</a:t>
            </a:r>
            <a:r>
              <a:rPr lang="es-ES" sz="3000" dirty="0"/>
              <a:t> – Cansado/a</a:t>
            </a:r>
          </a:p>
          <a:p>
            <a:r>
              <a:rPr lang="es-ES" sz="3000" dirty="0" err="1"/>
              <a:t>Furious</a:t>
            </a:r>
            <a:r>
              <a:rPr lang="es-ES" sz="3000" dirty="0"/>
              <a:t> – Furioso/a</a:t>
            </a:r>
          </a:p>
          <a:p>
            <a:r>
              <a:rPr lang="es-ES" sz="3000" dirty="0" err="1"/>
              <a:t>Excited</a:t>
            </a:r>
            <a:r>
              <a:rPr lang="es-ES" sz="3000" dirty="0"/>
              <a:t> – Emocionado/a</a:t>
            </a:r>
          </a:p>
          <a:p>
            <a:r>
              <a:rPr lang="es-ES" sz="3000" dirty="0" err="1"/>
              <a:t>Nervous</a:t>
            </a:r>
            <a:r>
              <a:rPr lang="es-ES" sz="3000" dirty="0"/>
              <a:t> – Nervioso/a </a:t>
            </a:r>
          </a:p>
          <a:p>
            <a:endParaRPr lang="es-ES" sz="3000" dirty="0"/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2150CD-B35C-6553-3AAA-9EBAFA656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11734800" cy="990600"/>
          </a:xfrm>
        </p:spPr>
        <p:txBody>
          <a:bodyPr>
            <a:noAutofit/>
          </a:bodyPr>
          <a:lstStyle/>
          <a:p>
            <a:r>
              <a:rPr lang="en-US" sz="4000" dirty="0"/>
              <a:t>Important Adjectives related to Emotions</a:t>
            </a:r>
          </a:p>
        </p:txBody>
      </p:sp>
    </p:spTree>
    <p:extLst>
      <p:ext uri="{BB962C8B-B14F-4D97-AF65-F5344CB8AC3E}">
        <p14:creationId xmlns:p14="http://schemas.microsoft.com/office/powerpoint/2010/main" val="203532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0235C94-4B08-364B-6C15-950D9F322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6438" y="1417638"/>
            <a:ext cx="4525962" cy="4525962"/>
          </a:xfrm>
        </p:spPr>
      </p:pic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7529957-99D5-6060-6181-7F8EFAB36352}"/>
              </a:ext>
            </a:extLst>
          </p:cNvPr>
          <p:cNvSpPr txBox="1">
            <a:spLocks/>
          </p:cNvSpPr>
          <p:nvPr/>
        </p:nvSpPr>
        <p:spPr bwMode="auto">
          <a:xfrm>
            <a:off x="694191" y="571500"/>
            <a:ext cx="57912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pPr marL="109220" indent="0">
              <a:buNone/>
            </a:pPr>
            <a:r>
              <a:rPr lang="es-ES" sz="3000" dirty="0"/>
              <a:t>Los estudiantes están ______. </a:t>
            </a:r>
          </a:p>
          <a:p>
            <a:endParaRPr 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C2389-9490-53F0-C675-CBAE64CF6D8F}"/>
              </a:ext>
            </a:extLst>
          </p:cNvPr>
          <p:cNvSpPr txBox="1"/>
          <p:nvPr/>
        </p:nvSpPr>
        <p:spPr>
          <a:xfrm>
            <a:off x="4648200" y="3109036"/>
            <a:ext cx="12731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felices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98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7529957-99D5-6060-6181-7F8EFAB36352}"/>
              </a:ext>
            </a:extLst>
          </p:cNvPr>
          <p:cNvSpPr txBox="1">
            <a:spLocks/>
          </p:cNvSpPr>
          <p:nvPr/>
        </p:nvSpPr>
        <p:spPr bwMode="auto">
          <a:xfrm>
            <a:off x="304800" y="571500"/>
            <a:ext cx="6180591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pPr marL="109220" indent="0">
              <a:buNone/>
            </a:pPr>
            <a:r>
              <a:rPr lang="es-ES" sz="3000" dirty="0"/>
              <a:t>Todas las personas están ______.  </a:t>
            </a:r>
          </a:p>
          <a:p>
            <a:endParaRPr lang="en-US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A68F2-CBA6-C4FF-128D-13A3A748B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82" y="850900"/>
            <a:ext cx="5435600" cy="5435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6B8EA1-18D3-4894-74A3-49DC7707F7FD}"/>
              </a:ext>
            </a:extLst>
          </p:cNvPr>
          <p:cNvSpPr txBox="1"/>
          <p:nvPr/>
        </p:nvSpPr>
        <p:spPr>
          <a:xfrm>
            <a:off x="4885412" y="3042411"/>
            <a:ext cx="12105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tristes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88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7529957-99D5-6060-6181-7F8EFAB36352}"/>
              </a:ext>
            </a:extLst>
          </p:cNvPr>
          <p:cNvSpPr txBox="1">
            <a:spLocks/>
          </p:cNvSpPr>
          <p:nvPr/>
        </p:nvSpPr>
        <p:spPr bwMode="auto">
          <a:xfrm>
            <a:off x="228601" y="571500"/>
            <a:ext cx="61722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pPr marL="109220" indent="0">
              <a:buNone/>
            </a:pPr>
            <a:r>
              <a:rPr lang="es-ES" sz="3000" dirty="0"/>
              <a:t>Todas las personas están ________.  </a:t>
            </a:r>
          </a:p>
          <a:p>
            <a:endParaRPr lang="en-US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60687F-7D0D-51EB-FF12-4FA5FCDFB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72671"/>
            <a:ext cx="5410200" cy="5410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A0523D-E89F-47ED-6197-B51FDBB6A416}"/>
              </a:ext>
            </a:extLst>
          </p:cNvPr>
          <p:cNvSpPr txBox="1"/>
          <p:nvPr/>
        </p:nvSpPr>
        <p:spPr>
          <a:xfrm>
            <a:off x="381000" y="3577771"/>
            <a:ext cx="17411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enojadas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72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EC0C8F-5221-35BC-15C7-ABA02302E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66019"/>
            <a:ext cx="6019800" cy="4525962"/>
          </a:xfrm>
        </p:spPr>
        <p:txBody>
          <a:bodyPr/>
          <a:lstStyle/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pPr marL="109220" indent="0">
              <a:buNone/>
            </a:pPr>
            <a:r>
              <a:rPr lang="es-ES" sz="3000" dirty="0"/>
              <a:t>La madre está ________ ahora.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88A564-90F0-81D5-4D98-A3120BF06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40569"/>
            <a:ext cx="5376862" cy="53768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89D1F4-6EB0-15C3-E79C-D8CCEBEAE8DB}"/>
              </a:ext>
            </a:extLst>
          </p:cNvPr>
          <p:cNvSpPr txBox="1"/>
          <p:nvPr/>
        </p:nvSpPr>
        <p:spPr>
          <a:xfrm>
            <a:off x="3124200" y="3152001"/>
            <a:ext cx="15488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relajada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85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AEA9E5-8E7B-5212-0957-5ABB6742C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6019"/>
            <a:ext cx="5486400" cy="4525962"/>
          </a:xfrm>
        </p:spPr>
        <p:txBody>
          <a:bodyPr/>
          <a:lstStyle/>
          <a:p>
            <a:endParaRPr lang="es-ES" sz="3000" dirty="0"/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pPr marL="109220" indent="0">
              <a:buNone/>
            </a:pPr>
            <a:r>
              <a:rPr lang="en-US" sz="3000" dirty="0"/>
              <a:t>La </a:t>
            </a:r>
            <a:r>
              <a:rPr lang="en-US" sz="3000" dirty="0" err="1"/>
              <a:t>gente</a:t>
            </a:r>
            <a:r>
              <a:rPr lang="en-US" sz="3000" dirty="0"/>
              <a:t> </a:t>
            </a:r>
            <a:r>
              <a:rPr lang="en-US" sz="3000" dirty="0" err="1"/>
              <a:t>está</a:t>
            </a:r>
            <a:r>
              <a:rPr lang="en-US" sz="3000" dirty="0"/>
              <a:t> _________.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484002-FBDD-6FBD-E620-5005D2D02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515" y="666750"/>
            <a:ext cx="5524500" cy="5524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ED44BD-482E-8EE3-C1D8-A9F620D0E07E}"/>
              </a:ext>
            </a:extLst>
          </p:cNvPr>
          <p:cNvSpPr txBox="1"/>
          <p:nvPr/>
        </p:nvSpPr>
        <p:spPr>
          <a:xfrm>
            <a:off x="3352800" y="3152001"/>
            <a:ext cx="17427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asustada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01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8CBD45-BB32-0A4B-EA94-9876C67B5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166019"/>
            <a:ext cx="6271418" cy="4525962"/>
          </a:xfrm>
        </p:spPr>
        <p:txBody>
          <a:bodyPr/>
          <a:lstStyle/>
          <a:p>
            <a:endParaRPr lang="es-ES" sz="3000" dirty="0"/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pPr marL="109220" indent="0">
              <a:buNone/>
            </a:pPr>
            <a:r>
              <a:rPr lang="en-US" sz="3000" dirty="0"/>
              <a:t>Los estudiantes </a:t>
            </a:r>
            <a:r>
              <a:rPr lang="en-US" sz="3000" dirty="0" err="1"/>
              <a:t>están</a:t>
            </a:r>
            <a:r>
              <a:rPr lang="en-US" sz="3000" dirty="0"/>
              <a:t> _________ 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B06A8E-A721-3560-95E3-C595D74BB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19" y="887809"/>
            <a:ext cx="5082381" cy="50823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240AC3-3CCD-A0E7-CD4B-17D953FF1247}"/>
              </a:ext>
            </a:extLst>
          </p:cNvPr>
          <p:cNvSpPr txBox="1"/>
          <p:nvPr/>
        </p:nvSpPr>
        <p:spPr>
          <a:xfrm>
            <a:off x="4250671" y="3152000"/>
            <a:ext cx="18277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nerviosos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07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D398C6-7624-BAD3-FC7C-0D2E56AC1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66019"/>
            <a:ext cx="5943600" cy="4525962"/>
          </a:xfrm>
        </p:spPr>
        <p:txBody>
          <a:bodyPr/>
          <a:lstStyle/>
          <a:p>
            <a:endParaRPr lang="es-ES" sz="3000" dirty="0"/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pPr marL="109220" indent="0">
              <a:buNone/>
            </a:pPr>
            <a:r>
              <a:rPr lang="en-US" sz="3000" dirty="0"/>
              <a:t>Los </a:t>
            </a:r>
            <a:r>
              <a:rPr lang="en-US" sz="3000" dirty="0" err="1"/>
              <a:t>niños</a:t>
            </a:r>
            <a:r>
              <a:rPr lang="en-US" sz="3000" dirty="0"/>
              <a:t> </a:t>
            </a:r>
            <a:r>
              <a:rPr lang="en-US" sz="3000" dirty="0" err="1"/>
              <a:t>están</a:t>
            </a:r>
            <a:r>
              <a:rPr lang="en-US" sz="3000" dirty="0"/>
              <a:t> _____________.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B2C723-A865-5D46-1755-FB02ADE9E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609600"/>
            <a:ext cx="5638800" cy="563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8D43E9-A8E8-79DE-0B9A-6C3B7A64E2F4}"/>
              </a:ext>
            </a:extLst>
          </p:cNvPr>
          <p:cNvSpPr txBox="1"/>
          <p:nvPr/>
        </p:nvSpPr>
        <p:spPr>
          <a:xfrm>
            <a:off x="3200400" y="3152001"/>
            <a:ext cx="24673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emocionados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26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160B9E-10A9-E0F7-5692-60AACC2EE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66019"/>
            <a:ext cx="6248400" cy="4525962"/>
          </a:xfrm>
        </p:spPr>
        <p:txBody>
          <a:bodyPr/>
          <a:lstStyle/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r>
              <a:rPr lang="es-ES" sz="3000" dirty="0"/>
              <a:t>Los hombres están __________ . 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ED976-6EAA-7A76-969F-138778785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609600"/>
            <a:ext cx="5486400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752B95-B12A-E975-1797-D3C6E7C1F360}"/>
              </a:ext>
            </a:extLst>
          </p:cNvPr>
          <p:cNvSpPr txBox="1"/>
          <p:nvPr/>
        </p:nvSpPr>
        <p:spPr>
          <a:xfrm>
            <a:off x="3877026" y="3152001"/>
            <a:ext cx="225414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confundidos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81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ADB964-3105-4812-E02E-BEAFF3709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66019"/>
            <a:ext cx="6096000" cy="4525962"/>
          </a:xfrm>
        </p:spPr>
        <p:txBody>
          <a:bodyPr/>
          <a:lstStyle/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endParaRPr lang="es-ES" sz="3000" dirty="0"/>
          </a:p>
          <a:p>
            <a:pPr marL="109220" indent="0">
              <a:buNone/>
            </a:pPr>
            <a:r>
              <a:rPr lang="es-ES" sz="3000" dirty="0"/>
              <a:t>Las mujeres están ___________ . 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0148B-C84E-D490-A078-438C19715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533400"/>
            <a:ext cx="5486400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5C8930-94D6-719B-6A62-339F004D0058}"/>
              </a:ext>
            </a:extLst>
          </p:cNvPr>
          <p:cNvSpPr txBox="1"/>
          <p:nvPr/>
        </p:nvSpPr>
        <p:spPr>
          <a:xfrm>
            <a:off x="3581400" y="3152001"/>
            <a:ext cx="24032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sorprendidas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27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FF165F-F0EA-35E9-3030-6DCC07CE6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81138"/>
            <a:ext cx="6019800" cy="4525962"/>
          </a:xfrm>
        </p:spPr>
        <p:txBody>
          <a:bodyPr/>
          <a:lstStyle/>
          <a:p>
            <a:pPr marL="109220" indent="0">
              <a:buNone/>
            </a:pPr>
            <a:endParaRPr lang="es-ES" sz="3000" dirty="0"/>
          </a:p>
          <a:p>
            <a:pPr marL="109220" indent="0">
              <a:buNone/>
            </a:pPr>
            <a:endParaRPr lang="en-US" sz="3000" dirty="0"/>
          </a:p>
          <a:p>
            <a:pPr marL="109220" indent="0">
              <a:buNone/>
            </a:pPr>
            <a:endParaRPr lang="en-US" sz="3000" dirty="0"/>
          </a:p>
          <a:p>
            <a:pPr marL="109220" indent="0">
              <a:buNone/>
            </a:pPr>
            <a:endParaRPr lang="en-US" sz="3000" dirty="0"/>
          </a:p>
          <a:p>
            <a:pPr marL="109220" indent="0">
              <a:buNone/>
            </a:pPr>
            <a:r>
              <a:rPr lang="en-US" sz="3000" dirty="0"/>
              <a:t>La pareja </a:t>
            </a:r>
            <a:r>
              <a:rPr lang="en-US" sz="3000" dirty="0" err="1"/>
              <a:t>está</a:t>
            </a:r>
            <a:r>
              <a:rPr lang="en-US" sz="3000" dirty="0"/>
              <a:t> __________.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79DBB8-06DA-F3AD-A459-84698066F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762000"/>
            <a:ext cx="5638800" cy="5638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A6C520-1D09-1F60-CCA2-D06AB010E149}"/>
              </a:ext>
            </a:extLst>
          </p:cNvPr>
          <p:cNvSpPr txBox="1"/>
          <p:nvPr/>
        </p:nvSpPr>
        <p:spPr>
          <a:xfrm>
            <a:off x="2971800" y="3467120"/>
            <a:ext cx="21259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000" dirty="0">
                <a:solidFill>
                  <a:srgbClr val="FFFF00"/>
                </a:solidFill>
              </a:rPr>
              <a:t>enamorada</a:t>
            </a:r>
            <a:endParaRPr lang="en-US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22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838200"/>
            <a:ext cx="10972800" cy="5334000"/>
          </a:xfrm>
        </p:spPr>
        <p:txBody>
          <a:bodyPr/>
          <a:lstStyle/>
          <a:p>
            <a:pPr lvl="0"/>
            <a:r>
              <a:rPr lang="en-US" sz="3300" dirty="0"/>
              <a:t>Revision of ESTAR verb conjugation. </a:t>
            </a:r>
          </a:p>
          <a:p>
            <a:pPr lvl="0"/>
            <a:r>
              <a:rPr lang="en-US" sz="3300" dirty="0"/>
              <a:t>Revision on the uses of ESTAR verb. </a:t>
            </a:r>
          </a:p>
          <a:p>
            <a:r>
              <a:rPr lang="en-US" sz="3300" dirty="0"/>
              <a:t>Use of ESTAR verb with emotions</a:t>
            </a:r>
          </a:p>
          <a:p>
            <a:r>
              <a:rPr lang="en-US" sz="3300" dirty="0"/>
              <a:t>Different adjectives for expressing emotions. </a:t>
            </a:r>
          </a:p>
          <a:p>
            <a:r>
              <a:rPr lang="en-US" sz="3300" dirty="0"/>
              <a:t>Exercises related to ESTAR and las emociones.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-11430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dirty="0">
                <a:cs typeface="Arial Black" panose="020B0A04020102020204" pitchFamily="34" charset="0"/>
              </a:rPr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1098</TotalTime>
  <Words>341</Words>
  <Application>Microsoft Office PowerPoint</Application>
  <PresentationFormat>Widescreen</PresentationFormat>
  <Paragraphs>109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Concourse</vt:lpstr>
      <vt:lpstr>El verbo Estar y emociones</vt:lpstr>
      <vt:lpstr>PowerPoint Presentation</vt:lpstr>
      <vt:lpstr>Conjugation of El Verbo ESTAR </vt:lpstr>
      <vt:lpstr>Uses of the ESTAR verb</vt:lpstr>
      <vt:lpstr>Use of ESTAR for expressing emotions</vt:lpstr>
      <vt:lpstr>Important Adjectives related to Emotions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Gupta;Dr Gaurav Sushant</dc:creator>
  <cp:lastModifiedBy>Dr Gaurav Sushant</cp:lastModifiedBy>
  <cp:revision>189</cp:revision>
  <dcterms:created xsi:type="dcterms:W3CDTF">2007-10-19T05:42:00Z</dcterms:created>
  <dcterms:modified xsi:type="dcterms:W3CDTF">2024-06-09T17:34:55Z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ICV" pid="2">
    <vt:lpwstr>02B0F00B93D947549FFEC1F253E6403C_12</vt:lpwstr>
  </property>
  <property fmtid="{D5CDD505-2E9C-101B-9397-08002B2CF9AE}" name="KSOProductBuildVer" pid="3">
    <vt:lpwstr>1033-12.2.0.13472</vt:lpwstr>
  </property>
  <property fmtid="{D5CDD505-2E9C-101B-9397-08002B2CF9AE}" name="NXPowerLiteLastOptimized" pid="4">
    <vt:lpwstr>490835</vt:lpwstr>
  </property>
  <property fmtid="{D5CDD505-2E9C-101B-9397-08002B2CF9AE}" name="NXPowerLiteSettings" pid="5">
    <vt:lpwstr>F7000400038000</vt:lpwstr>
  </property>
  <property fmtid="{D5CDD505-2E9C-101B-9397-08002B2CF9AE}" name="NXPowerLiteVersion" pid="6">
    <vt:lpwstr>S10.2.0</vt:lpwstr>
  </property>
</Properties>
</file>