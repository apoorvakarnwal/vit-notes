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2"/>
  </p:notesMasterIdLst>
  <p:sldIdLst>
    <p:sldId id="344" r:id="rId2"/>
    <p:sldId id="345" r:id="rId3"/>
    <p:sldId id="346" r:id="rId4"/>
    <p:sldId id="347" r:id="rId5"/>
    <p:sldId id="348" r:id="rId6"/>
    <p:sldId id="350" r:id="rId7"/>
    <p:sldId id="351" r:id="rId8"/>
    <p:sldId id="352" r:id="rId9"/>
    <p:sldId id="349" r:id="rId10"/>
    <p:sldId id="353" r:id="rId11"/>
    <p:sldId id="354" r:id="rId12"/>
    <p:sldId id="355" r:id="rId13"/>
    <p:sldId id="356" r:id="rId14"/>
    <p:sldId id="357" r:id="rId15"/>
    <p:sldId id="359" r:id="rId16"/>
    <p:sldId id="360" r:id="rId17"/>
    <p:sldId id="358" r:id="rId18"/>
    <p:sldId id="361" r:id="rId19"/>
    <p:sldId id="362" r:id="rId20"/>
    <p:sldId id="363" r:id="rId2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25061-FDF2-40FF-A2BA-8B6D88EDE1A5}" v="16" dt="2024-09-06T05:31:52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64" d="100"/>
          <a:sy n="64" d="100"/>
        </p:scale>
        <p:origin x="108" y="16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F7480077-A28D-4A74-9151-0E11697092CC}"/>
    <pc:docChg chg="undo custSel addSld delSld modSld sldOrd delMainMaster">
      <pc:chgData name="Dr Gaurav Sushant" userId="ea0695df9e5e2b13" providerId="LiveId" clId="{F7480077-A28D-4A74-9151-0E11697092CC}" dt="2024-06-10T11:10:56.198" v="2237" actId="1038"/>
      <pc:docMkLst>
        <pc:docMk/>
      </pc:docMkLst>
      <pc:sldChg chg="del">
        <pc:chgData name="Dr Gaurav Sushant" userId="ea0695df9e5e2b13" providerId="LiveId" clId="{F7480077-A28D-4A74-9151-0E11697092CC}" dt="2024-06-10T10:59:25.013" v="1972" actId="47"/>
        <pc:sldMkLst>
          <pc:docMk/>
          <pc:sldMk cId="0" sldId="302"/>
        </pc:sldMkLst>
      </pc:sldChg>
      <pc:sldChg chg="del">
        <pc:chgData name="Dr Gaurav Sushant" userId="ea0695df9e5e2b13" providerId="LiveId" clId="{F7480077-A28D-4A74-9151-0E11697092CC}" dt="2024-06-10T10:58:45.120" v="1957" actId="47"/>
        <pc:sldMkLst>
          <pc:docMk/>
          <pc:sldMk cId="0" sldId="303"/>
        </pc:sldMkLst>
      </pc:sldChg>
      <pc:sldChg chg="addSp delSp modSp del mod">
        <pc:chgData name="Dr Gaurav Sushant" userId="ea0695df9e5e2b13" providerId="LiveId" clId="{F7480077-A28D-4A74-9151-0E11697092CC}" dt="2024-06-10T06:10:40.051" v="103" actId="47"/>
        <pc:sldMkLst>
          <pc:docMk/>
          <pc:sldMk cId="0" sldId="304"/>
        </pc:sldMkLst>
        <pc:spChg chg="add del">
          <ac:chgData name="Dr Gaurav Sushant" userId="ea0695df9e5e2b13" providerId="LiveId" clId="{F7480077-A28D-4A74-9151-0E11697092CC}" dt="2024-06-10T06:03:44.428" v="2" actId="22"/>
          <ac:spMkLst>
            <pc:docMk/>
            <pc:sldMk cId="0" sldId="304"/>
            <ac:spMk id="3" creationId="{6FE16181-F156-9566-ACC9-0A6D4BCD34A1}"/>
          </ac:spMkLst>
        </pc:spChg>
        <pc:spChg chg="mod">
          <ac:chgData name="Dr Gaurav Sushant" userId="ea0695df9e5e2b13" providerId="LiveId" clId="{F7480077-A28D-4A74-9151-0E11697092CC}" dt="2024-06-10T06:03:39.668" v="0"/>
          <ac:spMkLst>
            <pc:docMk/>
            <pc:sldMk cId="0" sldId="304"/>
            <ac:spMk id="31" creationId="{5E1E1F2E-2113-7722-B971-979D891361F3}"/>
          </ac:spMkLst>
        </pc:spChg>
      </pc:sldChg>
      <pc:sldChg chg="del">
        <pc:chgData name="Dr Gaurav Sushant" userId="ea0695df9e5e2b13" providerId="LiveId" clId="{F7480077-A28D-4A74-9151-0E11697092CC}" dt="2024-06-10T10:58:46.733" v="1958" actId="47"/>
        <pc:sldMkLst>
          <pc:docMk/>
          <pc:sldMk cId="1936275137" sldId="328"/>
        </pc:sldMkLst>
      </pc:sldChg>
      <pc:sldChg chg="del">
        <pc:chgData name="Dr Gaurav Sushant" userId="ea0695df9e5e2b13" providerId="LiveId" clId="{F7480077-A28D-4A74-9151-0E11697092CC}" dt="2024-06-10T10:58:47.617" v="1959" actId="47"/>
        <pc:sldMkLst>
          <pc:docMk/>
          <pc:sldMk cId="2142613119" sldId="331"/>
        </pc:sldMkLst>
      </pc:sldChg>
      <pc:sldChg chg="del">
        <pc:chgData name="Dr Gaurav Sushant" userId="ea0695df9e5e2b13" providerId="LiveId" clId="{F7480077-A28D-4A74-9151-0E11697092CC}" dt="2024-06-10T10:58:48.205" v="1960" actId="47"/>
        <pc:sldMkLst>
          <pc:docMk/>
          <pc:sldMk cId="2493660751" sldId="332"/>
        </pc:sldMkLst>
      </pc:sldChg>
      <pc:sldChg chg="del">
        <pc:chgData name="Dr Gaurav Sushant" userId="ea0695df9e5e2b13" providerId="LiveId" clId="{F7480077-A28D-4A74-9151-0E11697092CC}" dt="2024-06-10T10:58:48.953" v="1961" actId="47"/>
        <pc:sldMkLst>
          <pc:docMk/>
          <pc:sldMk cId="2035328244" sldId="333"/>
        </pc:sldMkLst>
      </pc:sldChg>
      <pc:sldChg chg="del">
        <pc:chgData name="Dr Gaurav Sushant" userId="ea0695df9e5e2b13" providerId="LiveId" clId="{F7480077-A28D-4A74-9151-0E11697092CC}" dt="2024-06-10T10:58:49.832" v="1962" actId="47"/>
        <pc:sldMkLst>
          <pc:docMk/>
          <pc:sldMk cId="947984791" sldId="334"/>
        </pc:sldMkLst>
      </pc:sldChg>
      <pc:sldChg chg="del">
        <pc:chgData name="Dr Gaurav Sushant" userId="ea0695df9e5e2b13" providerId="LiveId" clId="{F7480077-A28D-4A74-9151-0E11697092CC}" dt="2024-06-10T10:58:50.521" v="1963" actId="47"/>
        <pc:sldMkLst>
          <pc:docMk/>
          <pc:sldMk cId="3407885767" sldId="335"/>
        </pc:sldMkLst>
      </pc:sldChg>
      <pc:sldChg chg="del">
        <pc:chgData name="Dr Gaurav Sushant" userId="ea0695df9e5e2b13" providerId="LiveId" clId="{F7480077-A28D-4A74-9151-0E11697092CC}" dt="2024-06-10T10:58:52.354" v="1964" actId="47"/>
        <pc:sldMkLst>
          <pc:docMk/>
          <pc:sldMk cId="1173728517" sldId="336"/>
        </pc:sldMkLst>
      </pc:sldChg>
      <pc:sldChg chg="del">
        <pc:chgData name="Dr Gaurav Sushant" userId="ea0695df9e5e2b13" providerId="LiveId" clId="{F7480077-A28D-4A74-9151-0E11697092CC}" dt="2024-06-10T10:58:53.792" v="1965" actId="47"/>
        <pc:sldMkLst>
          <pc:docMk/>
          <pc:sldMk cId="3203856884" sldId="337"/>
        </pc:sldMkLst>
      </pc:sldChg>
      <pc:sldChg chg="del">
        <pc:chgData name="Dr Gaurav Sushant" userId="ea0695df9e5e2b13" providerId="LiveId" clId="{F7480077-A28D-4A74-9151-0E11697092CC}" dt="2024-06-10T10:59:08.260" v="1966" actId="47"/>
        <pc:sldMkLst>
          <pc:docMk/>
          <pc:sldMk cId="1612012393" sldId="338"/>
        </pc:sldMkLst>
      </pc:sldChg>
      <pc:sldChg chg="del">
        <pc:chgData name="Dr Gaurav Sushant" userId="ea0695df9e5e2b13" providerId="LiveId" clId="{F7480077-A28D-4A74-9151-0E11697092CC}" dt="2024-06-10T10:59:17.446" v="1967" actId="47"/>
        <pc:sldMkLst>
          <pc:docMk/>
          <pc:sldMk cId="2903071088" sldId="339"/>
        </pc:sldMkLst>
      </pc:sldChg>
      <pc:sldChg chg="del">
        <pc:chgData name="Dr Gaurav Sushant" userId="ea0695df9e5e2b13" providerId="LiveId" clId="{F7480077-A28D-4A74-9151-0E11697092CC}" dt="2024-06-10T10:59:18.839" v="1968" actId="47"/>
        <pc:sldMkLst>
          <pc:docMk/>
          <pc:sldMk cId="2348265189" sldId="340"/>
        </pc:sldMkLst>
      </pc:sldChg>
      <pc:sldChg chg="del">
        <pc:chgData name="Dr Gaurav Sushant" userId="ea0695df9e5e2b13" providerId="LiveId" clId="{F7480077-A28D-4A74-9151-0E11697092CC}" dt="2024-06-10T10:59:21.220" v="1969" actId="47"/>
        <pc:sldMkLst>
          <pc:docMk/>
          <pc:sldMk cId="2611813106" sldId="341"/>
        </pc:sldMkLst>
      </pc:sldChg>
      <pc:sldChg chg="del">
        <pc:chgData name="Dr Gaurav Sushant" userId="ea0695df9e5e2b13" providerId="LiveId" clId="{F7480077-A28D-4A74-9151-0E11697092CC}" dt="2024-06-10T10:59:22.406" v="1970" actId="47"/>
        <pc:sldMkLst>
          <pc:docMk/>
          <pc:sldMk cId="2638270467" sldId="342"/>
        </pc:sldMkLst>
      </pc:sldChg>
      <pc:sldChg chg="del">
        <pc:chgData name="Dr Gaurav Sushant" userId="ea0695df9e5e2b13" providerId="LiveId" clId="{F7480077-A28D-4A74-9151-0E11697092CC}" dt="2024-06-10T10:59:23.719" v="1971" actId="47"/>
        <pc:sldMkLst>
          <pc:docMk/>
          <pc:sldMk cId="684226913" sldId="343"/>
        </pc:sldMkLst>
      </pc:sldChg>
      <pc:sldChg chg="delSp modSp add del mod delAnim">
        <pc:chgData name="Dr Gaurav Sushant" userId="ea0695df9e5e2b13" providerId="LiveId" clId="{F7480077-A28D-4A74-9151-0E11697092CC}" dt="2024-06-10T11:10:56.198" v="2237" actId="1038"/>
        <pc:sldMkLst>
          <pc:docMk/>
          <pc:sldMk cId="0" sldId="344"/>
        </pc:sldMkLst>
        <pc:spChg chg="mod">
          <ac:chgData name="Dr Gaurav Sushant" userId="ea0695df9e5e2b13" providerId="LiveId" clId="{F7480077-A28D-4A74-9151-0E11697092CC}" dt="2024-06-10T11:10:56.198" v="2237" actId="1038"/>
          <ac:spMkLst>
            <pc:docMk/>
            <pc:sldMk cId="0" sldId="344"/>
            <ac:spMk id="3" creationId="{00000000-0000-0000-0000-000000000000}"/>
          </ac:spMkLst>
        </pc:spChg>
        <pc:spChg chg="del">
          <ac:chgData name="Dr Gaurav Sushant" userId="ea0695df9e5e2b13" providerId="LiveId" clId="{F7480077-A28D-4A74-9151-0E11697092CC}" dt="2024-06-10T06:05:02.768" v="6" actId="478"/>
          <ac:spMkLst>
            <pc:docMk/>
            <pc:sldMk cId="0" sldId="344"/>
            <ac:spMk id="4" creationId="{00000000-0000-0000-0000-000000000000}"/>
          </ac:spMkLst>
        </pc:spChg>
      </pc:sldChg>
      <pc:sldChg chg="addSp delSp modSp new mod modAnim">
        <pc:chgData name="Dr Gaurav Sushant" userId="ea0695df9e5e2b13" providerId="LiveId" clId="{F7480077-A28D-4A74-9151-0E11697092CC}" dt="2024-06-10T11:09:04.048" v="2063"/>
        <pc:sldMkLst>
          <pc:docMk/>
          <pc:sldMk cId="1372403013" sldId="345"/>
        </pc:sldMkLst>
        <pc:spChg chg="del mod">
          <ac:chgData name="Dr Gaurav Sushant" userId="ea0695df9e5e2b13" providerId="LiveId" clId="{F7480077-A28D-4A74-9151-0E11697092CC}" dt="2024-06-10T06:08:21.214" v="42" actId="478"/>
          <ac:spMkLst>
            <pc:docMk/>
            <pc:sldMk cId="1372403013" sldId="345"/>
            <ac:spMk id="2" creationId="{FAB8500D-775C-4491-B67F-B71199FC142B}"/>
          </ac:spMkLst>
        </pc:spChg>
        <pc:spChg chg="mod">
          <ac:chgData name="Dr Gaurav Sushant" userId="ea0695df9e5e2b13" providerId="LiveId" clId="{F7480077-A28D-4A74-9151-0E11697092CC}" dt="2024-06-10T06:07:43.875" v="39" actId="255"/>
          <ac:spMkLst>
            <pc:docMk/>
            <pc:sldMk cId="1372403013" sldId="345"/>
            <ac:spMk id="3" creationId="{053DB652-FB3A-BC3B-69F0-5DE4F435F4DF}"/>
          </ac:spMkLst>
        </pc:spChg>
        <pc:graphicFrameChg chg="add mod modGraphic">
          <ac:chgData name="Dr Gaurav Sushant" userId="ea0695df9e5e2b13" providerId="LiveId" clId="{F7480077-A28D-4A74-9151-0E11697092CC}" dt="2024-06-10T06:11:02.789" v="129" actId="255"/>
          <ac:graphicFrameMkLst>
            <pc:docMk/>
            <pc:sldMk cId="1372403013" sldId="345"/>
            <ac:graphicFrameMk id="4" creationId="{C754687D-D844-C46A-6030-AEB7AFB9C7B4}"/>
          </ac:graphicFrameMkLst>
        </pc:graphicFrameChg>
      </pc:sldChg>
      <pc:sldChg chg="modSp new mod modAnim">
        <pc:chgData name="Dr Gaurav Sushant" userId="ea0695df9e5e2b13" providerId="LiveId" clId="{F7480077-A28D-4A74-9151-0E11697092CC}" dt="2024-06-10T11:09:12.485" v="2065"/>
        <pc:sldMkLst>
          <pc:docMk/>
          <pc:sldMk cId="2788348876" sldId="346"/>
        </pc:sldMkLst>
        <pc:spChg chg="mod">
          <ac:chgData name="Dr Gaurav Sushant" userId="ea0695df9e5e2b13" providerId="LiveId" clId="{F7480077-A28D-4A74-9151-0E11697092CC}" dt="2024-06-10T06:37:44.033" v="660" actId="6549"/>
          <ac:spMkLst>
            <pc:docMk/>
            <pc:sldMk cId="2788348876" sldId="346"/>
            <ac:spMk id="2" creationId="{759A58CB-DCB9-E695-8EB5-4D4F55860543}"/>
          </ac:spMkLst>
        </pc:spChg>
        <pc:spChg chg="mod">
          <ac:chgData name="Dr Gaurav Sushant" userId="ea0695df9e5e2b13" providerId="LiveId" clId="{F7480077-A28D-4A74-9151-0E11697092CC}" dt="2024-06-10T06:12:38.422" v="137" actId="255"/>
          <ac:spMkLst>
            <pc:docMk/>
            <pc:sldMk cId="2788348876" sldId="346"/>
            <ac:spMk id="3" creationId="{DC40EB69-70A8-A007-8E47-A1A38F8B2DBE}"/>
          </ac:spMkLst>
        </pc:spChg>
      </pc:sldChg>
      <pc:sldChg chg="modSp new mod modAnim">
        <pc:chgData name="Dr Gaurav Sushant" userId="ea0695df9e5e2b13" providerId="LiveId" clId="{F7480077-A28D-4A74-9151-0E11697092CC}" dt="2024-06-10T11:08:38.115" v="2061"/>
        <pc:sldMkLst>
          <pc:docMk/>
          <pc:sldMk cId="1992340874" sldId="347"/>
        </pc:sldMkLst>
        <pc:spChg chg="mod">
          <ac:chgData name="Dr Gaurav Sushant" userId="ea0695df9e5e2b13" providerId="LiveId" clId="{F7480077-A28D-4A74-9151-0E11697092CC}" dt="2024-06-10T06:37:51.778" v="662" actId="6549"/>
          <ac:spMkLst>
            <pc:docMk/>
            <pc:sldMk cId="1992340874" sldId="347"/>
            <ac:spMk id="2" creationId="{6D9A7533-1D02-36FF-891A-98D323DD75F4}"/>
          </ac:spMkLst>
        </pc:spChg>
        <pc:spChg chg="mod">
          <ac:chgData name="Dr Gaurav Sushant" userId="ea0695df9e5e2b13" providerId="LiveId" clId="{F7480077-A28D-4A74-9151-0E11697092CC}" dt="2024-06-10T06:18:56.040" v="320" actId="14100"/>
          <ac:spMkLst>
            <pc:docMk/>
            <pc:sldMk cId="1992340874" sldId="347"/>
            <ac:spMk id="3" creationId="{64BCC9A3-E7A4-0E69-5F2B-F86B9EF2B52B}"/>
          </ac:spMkLst>
        </pc:spChg>
      </pc:sldChg>
      <pc:sldChg chg="addSp delSp modSp new mod modAnim">
        <pc:chgData name="Dr Gaurav Sushant" userId="ea0695df9e5e2b13" providerId="LiveId" clId="{F7480077-A28D-4A74-9151-0E11697092CC}" dt="2024-06-10T11:08:29.027" v="2059"/>
        <pc:sldMkLst>
          <pc:docMk/>
          <pc:sldMk cId="1430540756" sldId="348"/>
        </pc:sldMkLst>
        <pc:spChg chg="del">
          <ac:chgData name="Dr Gaurav Sushant" userId="ea0695df9e5e2b13" providerId="LiveId" clId="{F7480077-A28D-4A74-9151-0E11697092CC}" dt="2024-06-10T06:20:54.600" v="360" actId="478"/>
          <ac:spMkLst>
            <pc:docMk/>
            <pc:sldMk cId="1430540756" sldId="348"/>
            <ac:spMk id="2" creationId="{CC23996F-044D-57BB-245F-72F3BA68AC0A}"/>
          </ac:spMkLst>
        </pc:spChg>
        <pc:spChg chg="del">
          <ac:chgData name="Dr Gaurav Sushant" userId="ea0695df9e5e2b13" providerId="LiveId" clId="{F7480077-A28D-4A74-9151-0E11697092CC}" dt="2024-06-10T06:20:45.117" v="358" actId="478"/>
          <ac:spMkLst>
            <pc:docMk/>
            <pc:sldMk cId="1430540756" sldId="348"/>
            <ac:spMk id="3" creationId="{33CF4691-9A26-DEAF-0E52-D9CEFEABD11E}"/>
          </ac:spMkLst>
        </pc:spChg>
        <pc:spChg chg="add mod">
          <ac:chgData name="Dr Gaurav Sushant" userId="ea0695df9e5e2b13" providerId="LiveId" clId="{F7480077-A28D-4A74-9151-0E11697092CC}" dt="2024-06-10T06:20:47.727" v="359"/>
          <ac:spMkLst>
            <pc:docMk/>
            <pc:sldMk cId="1430540756" sldId="348"/>
            <ac:spMk id="4" creationId="{D92689AC-39A3-5C51-1357-67B5F91A70D2}"/>
          </ac:spMkLst>
        </pc:spChg>
        <pc:spChg chg="add mod">
          <ac:chgData name="Dr Gaurav Sushant" userId="ea0695df9e5e2b13" providerId="LiveId" clId="{F7480077-A28D-4A74-9151-0E11697092CC}" dt="2024-06-10T06:38:01.497" v="664" actId="6549"/>
          <ac:spMkLst>
            <pc:docMk/>
            <pc:sldMk cId="1430540756" sldId="348"/>
            <ac:spMk id="5" creationId="{DC4D4E8F-801C-FCDD-5E35-168A0CBD795C}"/>
          </ac:spMkLst>
        </pc:spChg>
      </pc:sldChg>
      <pc:sldChg chg="addSp modSp new mod modAnim">
        <pc:chgData name="Dr Gaurav Sushant" userId="ea0695df9e5e2b13" providerId="LiveId" clId="{F7480077-A28D-4A74-9151-0E11697092CC}" dt="2024-06-10T11:07:00.543" v="2045"/>
        <pc:sldMkLst>
          <pc:docMk/>
          <pc:sldMk cId="1990612186" sldId="349"/>
        </pc:sldMkLst>
        <pc:spChg chg="mod">
          <ac:chgData name="Dr Gaurav Sushant" userId="ea0695df9e5e2b13" providerId="LiveId" clId="{F7480077-A28D-4A74-9151-0E11697092CC}" dt="2024-06-10T06:32:34.564" v="630" actId="5793"/>
          <ac:spMkLst>
            <pc:docMk/>
            <pc:sldMk cId="1990612186" sldId="349"/>
            <ac:spMk id="2" creationId="{26947EF4-30CC-5C42-571C-590FA74335CE}"/>
          </ac:spMkLst>
        </pc:spChg>
        <pc:spChg chg="mod">
          <ac:chgData name="Dr Gaurav Sushant" userId="ea0695df9e5e2b13" providerId="LiveId" clId="{F7480077-A28D-4A74-9151-0E11697092CC}" dt="2024-06-10T06:30:01.766" v="552" actId="255"/>
          <ac:spMkLst>
            <pc:docMk/>
            <pc:sldMk cId="1990612186" sldId="349"/>
            <ac:spMk id="3" creationId="{2428546D-7F24-A41D-4EEC-78DF76800CBA}"/>
          </ac:spMkLst>
        </pc:spChg>
        <pc:spChg chg="add mod">
          <ac:chgData name="Dr Gaurav Sushant" userId="ea0695df9e5e2b13" providerId="LiveId" clId="{F7480077-A28D-4A74-9151-0E11697092CC}" dt="2024-06-10T06:33:21.313" v="633" actId="207"/>
          <ac:spMkLst>
            <pc:docMk/>
            <pc:sldMk cId="1990612186" sldId="349"/>
            <ac:spMk id="4" creationId="{5D9D7055-4381-D4DE-CAA6-2F8A15D0E2E4}"/>
          </ac:spMkLst>
        </pc:spChg>
      </pc:sldChg>
      <pc:sldChg chg="modSp add mod modAnim">
        <pc:chgData name="Dr Gaurav Sushant" userId="ea0695df9e5e2b13" providerId="LiveId" clId="{F7480077-A28D-4A74-9151-0E11697092CC}" dt="2024-06-10T11:08:08.983" v="2057"/>
        <pc:sldMkLst>
          <pc:docMk/>
          <pc:sldMk cId="1437989092" sldId="350"/>
        </pc:sldMkLst>
        <pc:spChg chg="mod">
          <ac:chgData name="Dr Gaurav Sushant" userId="ea0695df9e5e2b13" providerId="LiveId" clId="{F7480077-A28D-4A74-9151-0E11697092CC}" dt="2024-06-10T11:07:56.133" v="2056" actId="20577"/>
          <ac:spMkLst>
            <pc:docMk/>
            <pc:sldMk cId="1437989092" sldId="350"/>
            <ac:spMk id="4" creationId="{D92689AC-39A3-5C51-1357-67B5F91A70D2}"/>
          </ac:spMkLst>
        </pc:spChg>
        <pc:spChg chg="mod">
          <ac:chgData name="Dr Gaurav Sushant" userId="ea0695df9e5e2b13" providerId="LiveId" clId="{F7480077-A28D-4A74-9151-0E11697092CC}" dt="2024-06-10T06:38:14.995" v="665" actId="6549"/>
          <ac:spMkLst>
            <pc:docMk/>
            <pc:sldMk cId="1437989092" sldId="350"/>
            <ac:spMk id="5" creationId="{DC4D4E8F-801C-FCDD-5E35-168A0CBD795C}"/>
          </ac:spMkLst>
        </pc:spChg>
      </pc:sldChg>
      <pc:sldChg chg="modSp add mod modAnim">
        <pc:chgData name="Dr Gaurav Sushant" userId="ea0695df9e5e2b13" providerId="LiveId" clId="{F7480077-A28D-4A74-9151-0E11697092CC}" dt="2024-06-10T11:07:38.143" v="2050"/>
        <pc:sldMkLst>
          <pc:docMk/>
          <pc:sldMk cId="2928407764" sldId="351"/>
        </pc:sldMkLst>
        <pc:spChg chg="mod">
          <ac:chgData name="Dr Gaurav Sushant" userId="ea0695df9e5e2b13" providerId="LiveId" clId="{F7480077-A28D-4A74-9151-0E11697092CC}" dt="2024-06-10T06:38:21.959" v="666" actId="6549"/>
          <ac:spMkLst>
            <pc:docMk/>
            <pc:sldMk cId="2928407764" sldId="351"/>
            <ac:spMk id="5" creationId="{DC4D4E8F-801C-FCDD-5E35-168A0CBD795C}"/>
          </ac:spMkLst>
        </pc:spChg>
      </pc:sldChg>
      <pc:sldChg chg="modSp add mod modAnim">
        <pc:chgData name="Dr Gaurav Sushant" userId="ea0695df9e5e2b13" providerId="LiveId" clId="{F7480077-A28D-4A74-9151-0E11697092CC}" dt="2024-06-10T11:07:28.599" v="2048"/>
        <pc:sldMkLst>
          <pc:docMk/>
          <pc:sldMk cId="534326809" sldId="352"/>
        </pc:sldMkLst>
        <pc:spChg chg="mod">
          <ac:chgData name="Dr Gaurav Sushant" userId="ea0695df9e5e2b13" providerId="LiveId" clId="{F7480077-A28D-4A74-9151-0E11697092CC}" dt="2024-06-10T11:07:25.510" v="2047" actId="5793"/>
          <ac:spMkLst>
            <pc:docMk/>
            <pc:sldMk cId="534326809" sldId="352"/>
            <ac:spMk id="5" creationId="{DC4D4E8F-801C-FCDD-5E35-168A0CBD795C}"/>
          </ac:spMkLst>
        </pc:spChg>
      </pc:sldChg>
      <pc:sldChg chg="addSp delSp modSp new mod modAnim">
        <pc:chgData name="Dr Gaurav Sushant" userId="ea0695df9e5e2b13" providerId="LiveId" clId="{F7480077-A28D-4A74-9151-0E11697092CC}" dt="2024-06-10T11:06:42.032" v="2042"/>
        <pc:sldMkLst>
          <pc:docMk/>
          <pc:sldMk cId="2567321028" sldId="353"/>
        </pc:sldMkLst>
        <pc:spChg chg="del">
          <ac:chgData name="Dr Gaurav Sushant" userId="ea0695df9e5e2b13" providerId="LiveId" clId="{F7480077-A28D-4A74-9151-0E11697092CC}" dt="2024-06-10T06:34:12.572" v="637" actId="478"/>
          <ac:spMkLst>
            <pc:docMk/>
            <pc:sldMk cId="2567321028" sldId="353"/>
            <ac:spMk id="2" creationId="{507BF8C9-D574-F299-4C7B-0EA891CA7E22}"/>
          </ac:spMkLst>
        </pc:spChg>
        <pc:spChg chg="mod">
          <ac:chgData name="Dr Gaurav Sushant" userId="ea0695df9e5e2b13" providerId="LiveId" clId="{F7480077-A28D-4A74-9151-0E11697092CC}" dt="2024-06-10T06:34:08.230" v="636" actId="255"/>
          <ac:spMkLst>
            <pc:docMk/>
            <pc:sldMk cId="2567321028" sldId="353"/>
            <ac:spMk id="3" creationId="{6B1ED404-9AD9-FDC3-9C95-C7B5B73EF03C}"/>
          </ac:spMkLst>
        </pc:spChg>
        <pc:graphicFrameChg chg="add mod modGraphic">
          <ac:chgData name="Dr Gaurav Sushant" userId="ea0695df9e5e2b13" providerId="LiveId" clId="{F7480077-A28D-4A74-9151-0E11697092CC}" dt="2024-06-10T06:34:31.018" v="642" actId="20577"/>
          <ac:graphicFrameMkLst>
            <pc:docMk/>
            <pc:sldMk cId="2567321028" sldId="353"/>
            <ac:graphicFrameMk id="4" creationId="{36AAA04A-F461-3BB4-8F74-351C8D7DFD3F}"/>
          </ac:graphicFrameMkLst>
        </pc:graphicFrameChg>
      </pc:sldChg>
      <pc:sldChg chg="addSp delSp modSp new mod modAnim">
        <pc:chgData name="Dr Gaurav Sushant" userId="ea0695df9e5e2b13" providerId="LiveId" clId="{F7480077-A28D-4A74-9151-0E11697092CC}" dt="2024-06-10T11:06:30.031" v="2040"/>
        <pc:sldMkLst>
          <pc:docMk/>
          <pc:sldMk cId="249443855" sldId="354"/>
        </pc:sldMkLst>
        <pc:spChg chg="del">
          <ac:chgData name="Dr Gaurav Sushant" userId="ea0695df9e5e2b13" providerId="LiveId" clId="{F7480077-A28D-4A74-9151-0E11697092CC}" dt="2024-06-10T06:35:43.557" v="652" actId="478"/>
          <ac:spMkLst>
            <pc:docMk/>
            <pc:sldMk cId="249443855" sldId="354"/>
            <ac:spMk id="2" creationId="{2CFFB0A3-2357-8681-6293-21B979A4BB03}"/>
          </ac:spMkLst>
        </pc:spChg>
        <pc:spChg chg="del">
          <ac:chgData name="Dr Gaurav Sushant" userId="ea0695df9e5e2b13" providerId="LiveId" clId="{F7480077-A28D-4A74-9151-0E11697092CC}" dt="2024-06-10T06:35:32.098" v="644" actId="478"/>
          <ac:spMkLst>
            <pc:docMk/>
            <pc:sldMk cId="249443855" sldId="354"/>
            <ac:spMk id="3" creationId="{4A1302FF-A172-2655-D16F-C9A8282944FE}"/>
          </ac:spMkLst>
        </pc:spChg>
        <pc:spChg chg="add mod">
          <ac:chgData name="Dr Gaurav Sushant" userId="ea0695df9e5e2b13" providerId="LiveId" clId="{F7480077-A28D-4A74-9151-0E11697092CC}" dt="2024-06-10T06:35:39.605" v="651" actId="20577"/>
          <ac:spMkLst>
            <pc:docMk/>
            <pc:sldMk cId="249443855" sldId="354"/>
            <ac:spMk id="4" creationId="{D5A0AEAE-3C49-430D-28FF-7D186FB05078}"/>
          </ac:spMkLst>
        </pc:spChg>
        <pc:spChg chg="add mod">
          <ac:chgData name="Dr Gaurav Sushant" userId="ea0695df9e5e2b13" providerId="LiveId" clId="{F7480077-A28D-4A74-9151-0E11697092CC}" dt="2024-06-10T06:38:58.398" v="669" actId="20577"/>
          <ac:spMkLst>
            <pc:docMk/>
            <pc:sldMk cId="249443855" sldId="354"/>
            <ac:spMk id="5" creationId="{F7FBB5CE-554B-7B5D-A72A-5EE6CAAC3812}"/>
          </ac:spMkLst>
        </pc:spChg>
      </pc:sldChg>
      <pc:sldChg chg="modSp add mod modAnim">
        <pc:chgData name="Dr Gaurav Sushant" userId="ea0695df9e5e2b13" providerId="LiveId" clId="{F7480077-A28D-4A74-9151-0E11697092CC}" dt="2024-06-10T11:06:20.319" v="2038"/>
        <pc:sldMkLst>
          <pc:docMk/>
          <pc:sldMk cId="801478586" sldId="355"/>
        </pc:sldMkLst>
        <pc:spChg chg="mod">
          <ac:chgData name="Dr Gaurav Sushant" userId="ea0695df9e5e2b13" providerId="LiveId" clId="{F7480077-A28D-4A74-9151-0E11697092CC}" dt="2024-06-10T06:42:02.309" v="682" actId="11"/>
          <ac:spMkLst>
            <pc:docMk/>
            <pc:sldMk cId="801478586" sldId="355"/>
            <ac:spMk id="5" creationId="{F7FBB5CE-554B-7B5D-A72A-5EE6CAAC3812}"/>
          </ac:spMkLst>
        </pc:spChg>
      </pc:sldChg>
      <pc:sldChg chg="modSp add mod modAnim">
        <pc:chgData name="Dr Gaurav Sushant" userId="ea0695df9e5e2b13" providerId="LiveId" clId="{F7480077-A28D-4A74-9151-0E11697092CC}" dt="2024-06-10T11:06:10.644" v="2036"/>
        <pc:sldMkLst>
          <pc:docMk/>
          <pc:sldMk cId="1932523560" sldId="356"/>
        </pc:sldMkLst>
        <pc:spChg chg="mod">
          <ac:chgData name="Dr Gaurav Sushant" userId="ea0695df9e5e2b13" providerId="LiveId" clId="{F7480077-A28D-4A74-9151-0E11697092CC}" dt="2024-06-10T06:43:02.621" v="728" actId="6549"/>
          <ac:spMkLst>
            <pc:docMk/>
            <pc:sldMk cId="1932523560" sldId="356"/>
            <ac:spMk id="5" creationId="{F7FBB5CE-554B-7B5D-A72A-5EE6CAAC3812}"/>
          </ac:spMkLst>
        </pc:spChg>
      </pc:sldChg>
      <pc:sldChg chg="modSp add mod modAnim">
        <pc:chgData name="Dr Gaurav Sushant" userId="ea0695df9e5e2b13" providerId="LiveId" clId="{F7480077-A28D-4A74-9151-0E11697092CC}" dt="2024-06-10T11:05:53.162" v="2034"/>
        <pc:sldMkLst>
          <pc:docMk/>
          <pc:sldMk cId="3358473569" sldId="357"/>
        </pc:sldMkLst>
        <pc:spChg chg="mod">
          <ac:chgData name="Dr Gaurav Sushant" userId="ea0695df9e5e2b13" providerId="LiveId" clId="{F7480077-A28D-4A74-9151-0E11697092CC}" dt="2024-06-10T06:44:15.366" v="742"/>
          <ac:spMkLst>
            <pc:docMk/>
            <pc:sldMk cId="3358473569" sldId="357"/>
            <ac:spMk id="5" creationId="{F7FBB5CE-554B-7B5D-A72A-5EE6CAAC3812}"/>
          </ac:spMkLst>
        </pc:spChg>
      </pc:sldChg>
      <pc:sldChg chg="addSp delSp modSp new mod modAnim">
        <pc:chgData name="Dr Gaurav Sushant" userId="ea0695df9e5e2b13" providerId="LiveId" clId="{F7480077-A28D-4A74-9151-0E11697092CC}" dt="2024-06-10T11:04:46.332" v="2025"/>
        <pc:sldMkLst>
          <pc:docMk/>
          <pc:sldMk cId="2102124971" sldId="358"/>
        </pc:sldMkLst>
        <pc:spChg chg="del">
          <ac:chgData name="Dr Gaurav Sushant" userId="ea0695df9e5e2b13" providerId="LiveId" clId="{F7480077-A28D-4A74-9151-0E11697092CC}" dt="2024-06-10T06:49:30.035" v="881" actId="478"/>
          <ac:spMkLst>
            <pc:docMk/>
            <pc:sldMk cId="2102124971" sldId="358"/>
            <ac:spMk id="2" creationId="{F794AB5A-08A1-12B7-A3B5-475AA9D58E40}"/>
          </ac:spMkLst>
        </pc:spChg>
        <pc:spChg chg="mod">
          <ac:chgData name="Dr Gaurav Sushant" userId="ea0695df9e5e2b13" providerId="LiveId" clId="{F7480077-A28D-4A74-9151-0E11697092CC}" dt="2024-06-10T06:50:36.363" v="889" actId="122"/>
          <ac:spMkLst>
            <pc:docMk/>
            <pc:sldMk cId="2102124971" sldId="358"/>
            <ac:spMk id="3" creationId="{54A0F87E-2E92-49F0-D2AC-35FDD65AC32C}"/>
          </ac:spMkLst>
        </pc:spChg>
        <pc:spChg chg="add mod">
          <ac:chgData name="Dr Gaurav Sushant" userId="ea0695df9e5e2b13" providerId="LiveId" clId="{F7480077-A28D-4A74-9151-0E11697092CC}" dt="2024-06-10T06:49:49.911" v="884" actId="255"/>
          <ac:spMkLst>
            <pc:docMk/>
            <pc:sldMk cId="2102124971" sldId="358"/>
            <ac:spMk id="4" creationId="{DD27D0DF-410D-722C-07E3-7F3910148601}"/>
          </ac:spMkLst>
        </pc:spChg>
        <pc:spChg chg="add mod">
          <ac:chgData name="Dr Gaurav Sushant" userId="ea0695df9e5e2b13" providerId="LiveId" clId="{F7480077-A28D-4A74-9151-0E11697092CC}" dt="2024-06-10T06:50:17.381" v="888" actId="2711"/>
          <ac:spMkLst>
            <pc:docMk/>
            <pc:sldMk cId="2102124971" sldId="358"/>
            <ac:spMk id="5" creationId="{C479E58C-BD3E-BBBB-D750-A3B91E888DE5}"/>
          </ac:spMkLst>
        </pc:spChg>
      </pc:sldChg>
      <pc:sldChg chg="modSp add mod modAnim">
        <pc:chgData name="Dr Gaurav Sushant" userId="ea0695df9e5e2b13" providerId="LiveId" clId="{F7480077-A28D-4A74-9151-0E11697092CC}" dt="2024-06-10T11:05:44.446" v="2032"/>
        <pc:sldMkLst>
          <pc:docMk/>
          <pc:sldMk cId="4072882201" sldId="359"/>
        </pc:sldMkLst>
        <pc:spChg chg="mod">
          <ac:chgData name="Dr Gaurav Sushant" userId="ea0695df9e5e2b13" providerId="LiveId" clId="{F7480077-A28D-4A74-9151-0E11697092CC}" dt="2024-06-10T06:45:50.753" v="821" actId="20577"/>
          <ac:spMkLst>
            <pc:docMk/>
            <pc:sldMk cId="4072882201" sldId="359"/>
            <ac:spMk id="5" creationId="{F7FBB5CE-554B-7B5D-A72A-5EE6CAAC3812}"/>
          </ac:spMkLst>
        </pc:spChg>
      </pc:sldChg>
      <pc:sldChg chg="addSp delSp modSp add mod ord modAnim">
        <pc:chgData name="Dr Gaurav Sushant" userId="ea0695df9e5e2b13" providerId="LiveId" clId="{F7480077-A28D-4A74-9151-0E11697092CC}" dt="2024-06-10T11:05:24.320" v="2030"/>
        <pc:sldMkLst>
          <pc:docMk/>
          <pc:sldMk cId="1032704372" sldId="360"/>
        </pc:sldMkLst>
        <pc:spChg chg="mod">
          <ac:chgData name="Dr Gaurav Sushant" userId="ea0695df9e5e2b13" providerId="LiveId" clId="{F7480077-A28D-4A74-9151-0E11697092CC}" dt="2024-06-10T06:48:38.139" v="877" actId="20577"/>
          <ac:spMkLst>
            <pc:docMk/>
            <pc:sldMk cId="1032704372" sldId="360"/>
            <ac:spMk id="2" creationId="{26947EF4-30CC-5C42-571C-590FA74335CE}"/>
          </ac:spMkLst>
        </pc:spChg>
        <pc:spChg chg="mod">
          <ac:chgData name="Dr Gaurav Sushant" userId="ea0695df9e5e2b13" providerId="LiveId" clId="{F7480077-A28D-4A74-9151-0E11697092CC}" dt="2024-06-10T06:46:25.840" v="829" actId="20577"/>
          <ac:spMkLst>
            <pc:docMk/>
            <pc:sldMk cId="1032704372" sldId="360"/>
            <ac:spMk id="3" creationId="{2428546D-7F24-A41D-4EEC-78DF76800CBA}"/>
          </ac:spMkLst>
        </pc:spChg>
        <pc:spChg chg="mod">
          <ac:chgData name="Dr Gaurav Sushant" userId="ea0695df9e5e2b13" providerId="LiveId" clId="{F7480077-A28D-4A74-9151-0E11697092CC}" dt="2024-06-10T06:48:45.355" v="878" actId="14100"/>
          <ac:spMkLst>
            <pc:docMk/>
            <pc:sldMk cId="1032704372" sldId="360"/>
            <ac:spMk id="4" creationId="{5D9D7055-4381-D4DE-CAA6-2F8A15D0E2E4}"/>
          </ac:spMkLst>
        </pc:spChg>
        <pc:picChg chg="add del">
          <ac:chgData name="Dr Gaurav Sushant" userId="ea0695df9e5e2b13" providerId="LiveId" clId="{F7480077-A28D-4A74-9151-0E11697092CC}" dt="2024-06-10T06:48:06.292" v="867" actId="22"/>
          <ac:picMkLst>
            <pc:docMk/>
            <pc:sldMk cId="1032704372" sldId="360"/>
            <ac:picMk id="6" creationId="{B71F0305-DF57-686A-ECCB-420F75D5FAD4}"/>
          </ac:picMkLst>
        </pc:picChg>
      </pc:sldChg>
      <pc:sldChg chg="addSp modSp new mod modAnim">
        <pc:chgData name="Dr Gaurav Sushant" userId="ea0695df9e5e2b13" providerId="LiveId" clId="{F7480077-A28D-4A74-9151-0E11697092CC}" dt="2024-06-10T11:02:56.394" v="2008"/>
        <pc:sldMkLst>
          <pc:docMk/>
          <pc:sldMk cId="965384691" sldId="361"/>
        </pc:sldMkLst>
        <pc:spChg chg="mod">
          <ac:chgData name="Dr Gaurav Sushant" userId="ea0695df9e5e2b13" providerId="LiveId" clId="{F7480077-A28D-4A74-9151-0E11697092CC}" dt="2024-06-10T10:42:53.655" v="1033" actId="33524"/>
          <ac:spMkLst>
            <pc:docMk/>
            <pc:sldMk cId="965384691" sldId="361"/>
            <ac:spMk id="2" creationId="{152294B9-2544-95AC-D386-0DBDF88F3CC8}"/>
          </ac:spMkLst>
        </pc:spChg>
        <pc:spChg chg="mod">
          <ac:chgData name="Dr Gaurav Sushant" userId="ea0695df9e5e2b13" providerId="LiveId" clId="{F7480077-A28D-4A74-9151-0E11697092CC}" dt="2024-06-10T10:38:18.081" v="943" actId="20577"/>
          <ac:spMkLst>
            <pc:docMk/>
            <pc:sldMk cId="965384691" sldId="361"/>
            <ac:spMk id="3" creationId="{C97E84C5-4171-2E12-4B08-0A54E8CFDC38}"/>
          </ac:spMkLst>
        </pc:spChg>
        <pc:spChg chg="add mod">
          <ac:chgData name="Dr Gaurav Sushant" userId="ea0695df9e5e2b13" providerId="LiveId" clId="{F7480077-A28D-4A74-9151-0E11697092CC}" dt="2024-06-10T10:39:52.432" v="967" actId="1076"/>
          <ac:spMkLst>
            <pc:docMk/>
            <pc:sldMk cId="965384691" sldId="361"/>
            <ac:spMk id="4" creationId="{85E84B9F-BFFB-76CF-7412-6F777BB03A00}"/>
          </ac:spMkLst>
        </pc:spChg>
        <pc:spChg chg="add mod">
          <ac:chgData name="Dr Gaurav Sushant" userId="ea0695df9e5e2b13" providerId="LiveId" clId="{F7480077-A28D-4A74-9151-0E11697092CC}" dt="2024-06-10T10:40:40.198" v="977" actId="1076"/>
          <ac:spMkLst>
            <pc:docMk/>
            <pc:sldMk cId="965384691" sldId="361"/>
            <ac:spMk id="5" creationId="{6B813B1D-9251-33A2-B40F-68DA38941592}"/>
          </ac:spMkLst>
        </pc:spChg>
        <pc:spChg chg="add mod">
          <ac:chgData name="Dr Gaurav Sushant" userId="ea0695df9e5e2b13" providerId="LiveId" clId="{F7480077-A28D-4A74-9151-0E11697092CC}" dt="2024-06-10T10:41:01.065" v="983" actId="1076"/>
          <ac:spMkLst>
            <pc:docMk/>
            <pc:sldMk cId="965384691" sldId="361"/>
            <ac:spMk id="6" creationId="{210DB6C4-EAE4-4FD2-F34E-FDB8887CC5C6}"/>
          </ac:spMkLst>
        </pc:spChg>
        <pc:spChg chg="add mod">
          <ac:chgData name="Dr Gaurav Sushant" userId="ea0695df9e5e2b13" providerId="LiveId" clId="{F7480077-A28D-4A74-9151-0E11697092CC}" dt="2024-06-10T10:41:18.226" v="995" actId="20577"/>
          <ac:spMkLst>
            <pc:docMk/>
            <pc:sldMk cId="965384691" sldId="361"/>
            <ac:spMk id="7" creationId="{D391080A-AD62-0805-35C2-58A4DD2CC8D5}"/>
          </ac:spMkLst>
        </pc:spChg>
        <pc:spChg chg="add mod">
          <ac:chgData name="Dr Gaurav Sushant" userId="ea0695df9e5e2b13" providerId="LiveId" clId="{F7480077-A28D-4A74-9151-0E11697092CC}" dt="2024-06-10T10:41:34.593" v="1008" actId="20577"/>
          <ac:spMkLst>
            <pc:docMk/>
            <pc:sldMk cId="965384691" sldId="361"/>
            <ac:spMk id="8" creationId="{35F46305-40F3-4737-6C66-20DDE2275211}"/>
          </ac:spMkLst>
        </pc:spChg>
        <pc:spChg chg="add mod">
          <ac:chgData name="Dr Gaurav Sushant" userId="ea0695df9e5e2b13" providerId="LiveId" clId="{F7480077-A28D-4A74-9151-0E11697092CC}" dt="2024-06-10T10:41:46.647" v="1015" actId="20577"/>
          <ac:spMkLst>
            <pc:docMk/>
            <pc:sldMk cId="965384691" sldId="361"/>
            <ac:spMk id="9" creationId="{B5E50B51-60D2-1FDE-2D0E-0997D86A0F74}"/>
          </ac:spMkLst>
        </pc:spChg>
        <pc:spChg chg="add mod">
          <ac:chgData name="Dr Gaurav Sushant" userId="ea0695df9e5e2b13" providerId="LiveId" clId="{F7480077-A28D-4A74-9151-0E11697092CC}" dt="2024-06-10T10:42:03.044" v="1019" actId="1076"/>
          <ac:spMkLst>
            <pc:docMk/>
            <pc:sldMk cId="965384691" sldId="361"/>
            <ac:spMk id="10" creationId="{41BBE4BA-3B12-F9E9-76AA-EC1AC9B5AE7B}"/>
          </ac:spMkLst>
        </pc:spChg>
        <pc:spChg chg="add mod">
          <ac:chgData name="Dr Gaurav Sushant" userId="ea0695df9e5e2b13" providerId="LiveId" clId="{F7480077-A28D-4A74-9151-0E11697092CC}" dt="2024-06-10T10:42:25.116" v="1027" actId="1076"/>
          <ac:spMkLst>
            <pc:docMk/>
            <pc:sldMk cId="965384691" sldId="361"/>
            <ac:spMk id="11" creationId="{D3DFD934-8700-8566-D104-9767A9ED8BE0}"/>
          </ac:spMkLst>
        </pc:spChg>
        <pc:spChg chg="add mod">
          <ac:chgData name="Dr Gaurav Sushant" userId="ea0695df9e5e2b13" providerId="LiveId" clId="{F7480077-A28D-4A74-9151-0E11697092CC}" dt="2024-06-10T10:43:14.346" v="1042" actId="20577"/>
          <ac:spMkLst>
            <pc:docMk/>
            <pc:sldMk cId="965384691" sldId="361"/>
            <ac:spMk id="12" creationId="{C1CA7E9F-274B-F987-3B2E-425F027A7BAE}"/>
          </ac:spMkLst>
        </pc:spChg>
        <pc:spChg chg="add mod">
          <ac:chgData name="Dr Gaurav Sushant" userId="ea0695df9e5e2b13" providerId="LiveId" clId="{F7480077-A28D-4A74-9151-0E11697092CC}" dt="2024-06-10T10:43:25.272" v="1049" actId="20577"/>
          <ac:spMkLst>
            <pc:docMk/>
            <pc:sldMk cId="965384691" sldId="361"/>
            <ac:spMk id="13" creationId="{45F9D15B-30E9-9D2E-504E-C0B4010EC399}"/>
          </ac:spMkLst>
        </pc:spChg>
        <pc:spChg chg="add mod">
          <ac:chgData name="Dr Gaurav Sushant" userId="ea0695df9e5e2b13" providerId="LiveId" clId="{F7480077-A28D-4A74-9151-0E11697092CC}" dt="2024-06-10T10:43:48.356" v="1057" actId="1076"/>
          <ac:spMkLst>
            <pc:docMk/>
            <pc:sldMk cId="965384691" sldId="361"/>
            <ac:spMk id="14" creationId="{443A04C0-F440-5E25-501F-74C160299ECE}"/>
          </ac:spMkLst>
        </pc:spChg>
        <pc:spChg chg="add mod">
          <ac:chgData name="Dr Gaurav Sushant" userId="ea0695df9e5e2b13" providerId="LiveId" clId="{F7480077-A28D-4A74-9151-0E11697092CC}" dt="2024-06-10T10:44:14.827" v="1065" actId="1076"/>
          <ac:spMkLst>
            <pc:docMk/>
            <pc:sldMk cId="965384691" sldId="361"/>
            <ac:spMk id="15" creationId="{17AFB761-D129-4E7E-DA7F-22981FCBDFB1}"/>
          </ac:spMkLst>
        </pc:spChg>
      </pc:sldChg>
      <pc:sldChg chg="modSp new mod modAnim">
        <pc:chgData name="Dr Gaurav Sushant" userId="ea0695df9e5e2b13" providerId="LiveId" clId="{F7480077-A28D-4A74-9151-0E11697092CC}" dt="2024-06-10T11:00:53.442" v="1981"/>
        <pc:sldMkLst>
          <pc:docMk/>
          <pc:sldMk cId="2506210676" sldId="362"/>
        </pc:sldMkLst>
        <pc:spChg chg="mod">
          <ac:chgData name="Dr Gaurav Sushant" userId="ea0695df9e5e2b13" providerId="LiveId" clId="{F7480077-A28D-4A74-9151-0E11697092CC}" dt="2024-06-10T11:00:43.529" v="1979" actId="207"/>
          <ac:spMkLst>
            <pc:docMk/>
            <pc:sldMk cId="2506210676" sldId="362"/>
            <ac:spMk id="2" creationId="{4D0DA513-12DE-B38B-F0BB-4863DFA597E6}"/>
          </ac:spMkLst>
        </pc:spChg>
        <pc:spChg chg="mod">
          <ac:chgData name="Dr Gaurav Sushant" userId="ea0695df9e5e2b13" providerId="LiveId" clId="{F7480077-A28D-4A74-9151-0E11697092CC}" dt="2024-06-10T10:44:47.343" v="1081" actId="14100"/>
          <ac:spMkLst>
            <pc:docMk/>
            <pc:sldMk cId="2506210676" sldId="362"/>
            <ac:spMk id="3" creationId="{C7A57161-2EA0-CFF5-1659-FA913946D24C}"/>
          </ac:spMkLst>
        </pc:spChg>
      </pc:sldChg>
      <pc:sldChg chg="modSp new mod modAnim">
        <pc:chgData name="Dr Gaurav Sushant" userId="ea0695df9e5e2b13" providerId="LiveId" clId="{F7480077-A28D-4A74-9151-0E11697092CC}" dt="2024-06-10T10:59:44.890" v="1974"/>
        <pc:sldMkLst>
          <pc:docMk/>
          <pc:sldMk cId="1621319633" sldId="363"/>
        </pc:sldMkLst>
        <pc:spChg chg="mod">
          <ac:chgData name="Dr Gaurav Sushant" userId="ea0695df9e5e2b13" providerId="LiveId" clId="{F7480077-A28D-4A74-9151-0E11697092CC}" dt="2024-06-10T10:57:59.738" v="1956" actId="255"/>
          <ac:spMkLst>
            <pc:docMk/>
            <pc:sldMk cId="1621319633" sldId="363"/>
            <ac:spMk id="2" creationId="{83411FC0-F049-0CC0-3346-25154EC18C05}"/>
          </ac:spMkLst>
        </pc:spChg>
        <pc:spChg chg="mod">
          <ac:chgData name="Dr Gaurav Sushant" userId="ea0695df9e5e2b13" providerId="LiveId" clId="{F7480077-A28D-4A74-9151-0E11697092CC}" dt="2024-06-10T10:54:58.088" v="1680" actId="20577"/>
          <ac:spMkLst>
            <pc:docMk/>
            <pc:sldMk cId="1621319633" sldId="363"/>
            <ac:spMk id="3" creationId="{521328B9-1986-9561-EF8A-8D95E4D6937F}"/>
          </ac:spMkLst>
        </pc:spChg>
      </pc:sldChg>
      <pc:sldMasterChg chg="del delSldLayout">
        <pc:chgData name="Dr Gaurav Sushant" userId="ea0695df9e5e2b13" providerId="LiveId" clId="{F7480077-A28D-4A74-9151-0E11697092CC}" dt="2024-06-10T10:59:25.013" v="1972" actId="47"/>
        <pc:sldMasterMkLst>
          <pc:docMk/>
          <pc:sldMasterMk cId="0" sldId="2147483648"/>
        </pc:sldMasterMkLst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Dr Gaurav Sushant" userId="ea0695df9e5e2b13" providerId="LiveId" clId="{F7480077-A28D-4A74-9151-0E11697092CC}" dt="2024-06-10T10:59:25.013" v="1972" actId="4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Dr Gaurav Sushant" userId="ea0695df9e5e2b13" providerId="LiveId" clId="{69625061-FDF2-40FF-A2BA-8B6D88EDE1A5}"/>
    <pc:docChg chg="modSld">
      <pc:chgData name="Dr Gaurav Sushant" userId="ea0695df9e5e2b13" providerId="LiveId" clId="{69625061-FDF2-40FF-A2BA-8B6D88EDE1A5}" dt="2024-09-06T05:31:52.983" v="15"/>
      <pc:docMkLst>
        <pc:docMk/>
      </pc:docMkLst>
      <pc:sldChg chg="modAnim">
        <pc:chgData name="Dr Gaurav Sushant" userId="ea0695df9e5e2b13" providerId="LiveId" clId="{69625061-FDF2-40FF-A2BA-8B6D88EDE1A5}" dt="2024-09-06T05:31:52.983" v="15"/>
        <pc:sldMkLst>
          <pc:docMk/>
          <pc:sldMk cId="965384691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9/4/2024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38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9/4/2024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27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9/4/2024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63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9/4/2024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227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92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9/4/2024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74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9/4/2024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73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9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9/4/2024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3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9/4/2024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6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9/4/2024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5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9/4/2024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18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Ser y Estar</a:t>
            </a:r>
            <a:endParaRPr lang="en-I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3DB652-FB3A-BC3B-69F0-5DE4F435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Conjugation of El verbo SER</a:t>
            </a:r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C754687D-D844-C46A-6030-AEB7AFB9C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55591"/>
              </p:ext>
            </p:extLst>
          </p:nvPr>
        </p:nvGraphicFramePr>
        <p:xfrm>
          <a:off x="1219200" y="1981200"/>
          <a:ext cx="9753600" cy="3444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soy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somos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 eres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</a:t>
                      </a:r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 </a:t>
                      </a:r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sois</a:t>
                      </a:r>
                      <a:endParaRPr lang="es-E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es </a:t>
                      </a: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 es</a:t>
                      </a:r>
                    </a:p>
                    <a:p>
                      <a:pPr algn="ctr"/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</a:t>
                      </a: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 son</a:t>
                      </a:r>
                    </a:p>
                    <a:p>
                      <a:pPr algn="ctr"/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son </a:t>
                      </a:r>
                    </a:p>
                    <a:p>
                      <a:pPr algn="ctr"/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</a:t>
                      </a:r>
                      <a:r>
                        <a:rPr lang="es-E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y Pablo son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40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9A58CB-DCB9-E695-8EB5-4D4F5586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0900"/>
            <a:ext cx="11277600" cy="5156200"/>
          </a:xfrm>
        </p:spPr>
        <p:txBody>
          <a:bodyPr/>
          <a:lstStyle/>
          <a:p>
            <a:pPr marL="852170" indent="-742950">
              <a:buAutoNum type="arabicPeriod"/>
            </a:pPr>
            <a:r>
              <a:rPr lang="en-US" sz="3000" dirty="0"/>
              <a:t>Description of anyone or anything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n-US" sz="3000" dirty="0"/>
              <a:t>Name /Identity – </a:t>
            </a:r>
            <a:r>
              <a:rPr lang="en-US" sz="3000" dirty="0" err="1"/>
              <a:t>Yo</a:t>
            </a:r>
            <a:r>
              <a:rPr lang="en-US" sz="3000" dirty="0"/>
              <a:t> soy Juan.</a:t>
            </a:r>
          </a:p>
          <a:p>
            <a:pPr marL="109220" indent="0">
              <a:buNone/>
            </a:pPr>
            <a:r>
              <a:rPr lang="en-US" sz="3000" dirty="0"/>
              <a:t>Ella es Carolina.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n-US" sz="3000" dirty="0"/>
              <a:t>Physical description (like tall, short, dark, </a:t>
            </a:r>
            <a:r>
              <a:rPr lang="en-US" sz="3000" dirty="0" err="1"/>
              <a:t>wheatish</a:t>
            </a:r>
            <a:r>
              <a:rPr lang="en-US" sz="3000" dirty="0"/>
              <a:t>) – </a:t>
            </a:r>
          </a:p>
          <a:p>
            <a:pPr marL="109220" indent="0">
              <a:buNone/>
            </a:pPr>
            <a:r>
              <a:rPr lang="en-US" sz="3000" dirty="0"/>
              <a:t>Pedro es </a:t>
            </a:r>
            <a:r>
              <a:rPr lang="en-US" sz="3000" dirty="0" err="1"/>
              <a:t>guapo</a:t>
            </a:r>
            <a:r>
              <a:rPr lang="en-US" sz="3000" dirty="0"/>
              <a:t>. </a:t>
            </a:r>
          </a:p>
          <a:p>
            <a:pPr marL="109220" indent="0">
              <a:buNone/>
            </a:pPr>
            <a:r>
              <a:rPr lang="en-US" sz="3000" dirty="0"/>
              <a:t>Mi casa es </a:t>
            </a:r>
            <a:r>
              <a:rPr lang="en-US" sz="3000" dirty="0" err="1"/>
              <a:t>nueva</a:t>
            </a:r>
            <a:r>
              <a:rPr lang="en-US" sz="3000" dirty="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40EB69-70A8-A007-8E47-A1A38F8B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</p:spTree>
    <p:extLst>
      <p:ext uri="{BB962C8B-B14F-4D97-AF65-F5344CB8AC3E}">
        <p14:creationId xmlns:p14="http://schemas.microsoft.com/office/powerpoint/2010/main" val="278834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A7533-1D02-36FF-891A-98D323DD7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852170" indent="-742950">
              <a:buFont typeface="+mj-lt"/>
              <a:buAutoNum type="arabicPeriod" startAt="2"/>
            </a:pPr>
            <a:r>
              <a:rPr lang="en-US" sz="3000" dirty="0"/>
              <a:t>Origin/ Nationality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Él es Mexicano.</a:t>
            </a:r>
          </a:p>
          <a:p>
            <a:r>
              <a:rPr lang="es-ES" sz="3000" dirty="0"/>
              <a:t>Ellos son de Colombia. 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BCC9A3-E7A4-0E69-5F2B-F86B9EF2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</p:spTree>
    <p:extLst>
      <p:ext uri="{BB962C8B-B14F-4D97-AF65-F5344CB8AC3E}">
        <p14:creationId xmlns:p14="http://schemas.microsoft.com/office/powerpoint/2010/main" val="199234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92689AC-39A3-5C51-1357-67B5F91A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C4D4E8F-801C-FCDD-5E35-168A0CBD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852170" indent="-742950">
              <a:buFont typeface="+mj-lt"/>
              <a:buAutoNum type="arabicPeriod" startAt="3"/>
            </a:pPr>
            <a:r>
              <a:rPr lang="en-US" sz="3000" dirty="0"/>
              <a:t>Characteristics /Quality-personality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Ella es divertida (</a:t>
            </a:r>
            <a:r>
              <a:rPr lang="es-ES" sz="3000" dirty="0" err="1"/>
              <a:t>funny</a:t>
            </a:r>
            <a:r>
              <a:rPr lang="es-ES" sz="3000" dirty="0"/>
              <a:t>).</a:t>
            </a:r>
          </a:p>
          <a:p>
            <a:r>
              <a:rPr lang="es-ES" sz="3000" dirty="0"/>
              <a:t>Yo soy seria. (</a:t>
            </a:r>
            <a:r>
              <a:rPr lang="es-ES" sz="3000" dirty="0" err="1"/>
              <a:t>serious</a:t>
            </a:r>
            <a:r>
              <a:rPr lang="es-ES" sz="3000" dirty="0"/>
              <a:t>).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54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92689AC-39A3-5C51-1357-67B5F91A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C4D4E8F-801C-FCDD-5E35-168A0CBD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4"/>
            </a:pPr>
            <a:r>
              <a:rPr lang="en-US" sz="3000" dirty="0"/>
              <a:t>Time and date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Hoy es lunes. </a:t>
            </a:r>
          </a:p>
          <a:p>
            <a:r>
              <a:rPr lang="es-ES" sz="3000" dirty="0"/>
              <a:t>Son las tres de la tarde. – </a:t>
            </a:r>
            <a:r>
              <a:rPr lang="es-ES" sz="3000" dirty="0" err="1"/>
              <a:t>It</a:t>
            </a:r>
            <a:r>
              <a:rPr lang="es-ES" sz="3000" dirty="0"/>
              <a:t> </a:t>
            </a:r>
            <a:r>
              <a:rPr lang="es-ES" sz="3000" dirty="0" err="1"/>
              <a:t>is</a:t>
            </a:r>
            <a:r>
              <a:rPr lang="es-ES" sz="3000" dirty="0"/>
              <a:t> 3 pm. 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8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92689AC-39A3-5C51-1357-67B5F91A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C4D4E8F-801C-FCDD-5E35-168A0CBD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5"/>
            </a:pPr>
            <a:r>
              <a:rPr lang="en-US" sz="3000" dirty="0"/>
              <a:t>Occupation/ Profession </a:t>
            </a:r>
          </a:p>
          <a:p>
            <a:pPr marL="623570" indent="-514350">
              <a:buFont typeface="+mj-lt"/>
              <a:buAutoNum type="arabicPeriod" startAt="5"/>
            </a:pPr>
            <a:endParaRPr lang="en-US" sz="3000" dirty="0"/>
          </a:p>
          <a:p>
            <a:r>
              <a:rPr lang="es-ES" sz="3000" dirty="0"/>
              <a:t>Usted es profesor.  </a:t>
            </a:r>
          </a:p>
          <a:p>
            <a:r>
              <a:rPr lang="es-ES" sz="3000" dirty="0"/>
              <a:t>Tú eres ingeniero. 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0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92689AC-39A3-5C51-1357-67B5F91A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SER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C4D4E8F-801C-FCDD-5E35-168A0CBD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6"/>
            </a:pPr>
            <a:r>
              <a:rPr lang="en-US" sz="3000" dirty="0"/>
              <a:t>Relationship 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Él es mi padre. </a:t>
            </a:r>
          </a:p>
          <a:p>
            <a:r>
              <a:rPr lang="es-ES" sz="3000" dirty="0"/>
              <a:t>La hija de mi hermana es mi sobrina. 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2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47EF4-30CC-5C42-571C-590FA7433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 – Description (name and physical description)</a:t>
            </a:r>
          </a:p>
          <a:p>
            <a:r>
              <a:rPr lang="en-US" dirty="0"/>
              <a:t>O – Origin / Nationality </a:t>
            </a:r>
          </a:p>
          <a:p>
            <a:r>
              <a:rPr lang="en-US" dirty="0"/>
              <a:t>C – Characteristics / Quality  </a:t>
            </a:r>
          </a:p>
          <a:p>
            <a:r>
              <a:rPr lang="en-US" dirty="0"/>
              <a:t>T – Time and date </a:t>
            </a:r>
          </a:p>
          <a:p>
            <a:r>
              <a:rPr lang="en-US" dirty="0"/>
              <a:t>O – Occupation / Profession</a:t>
            </a:r>
          </a:p>
          <a:p>
            <a:r>
              <a:rPr lang="en-US" dirty="0"/>
              <a:t>R – Relationship 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8546D-7F24-A41D-4EEC-78DF7680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Keyword - DOCTOR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9D7055-4381-D4DE-CAA6-2F8A15D0E2E4}"/>
              </a:ext>
            </a:extLst>
          </p:cNvPr>
          <p:cNvSpPr/>
          <p:nvPr/>
        </p:nvSpPr>
        <p:spPr>
          <a:xfrm>
            <a:off x="762000" y="1524000"/>
            <a:ext cx="914400" cy="35814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1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1ED404-9AD9-FDC3-9C95-C7B5B73E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Conjugation of El Verbo ESTAR </a:t>
            </a:r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36AAA04A-F461-3BB4-8F74-351C8D7DF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80552"/>
              </p:ext>
            </p:extLst>
          </p:nvPr>
        </p:nvGraphicFramePr>
        <p:xfrm>
          <a:off x="1219200" y="1615440"/>
          <a:ext cx="9753600" cy="3627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 </a:t>
                      </a:r>
                      <a:r>
                        <a:rPr lang="en-US" sz="33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estoy</a:t>
                      </a:r>
                      <a:endParaRPr lang="en-US" sz="33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estamos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 estás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 est</a:t>
                      </a:r>
                      <a:r>
                        <a:rPr lang="es-E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  <a:endParaRPr lang="es-E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 están</a:t>
                      </a: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 están </a:t>
                      </a: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y Pablo están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32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A0AEAE-3C49-430D-28FF-7D186FB0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ESTAR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7FBB5CE-554B-7B5D-A72A-5EE6CAAC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/>
            </a:pPr>
            <a:r>
              <a:rPr lang="en-US" sz="3000" dirty="0"/>
              <a:t>Position of anyone/ anything</a:t>
            </a:r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La botella está en la mesa.</a:t>
            </a:r>
          </a:p>
          <a:p>
            <a:r>
              <a:rPr lang="es-ES" sz="3000" dirty="0"/>
              <a:t>Yo estoy en la India.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A0AEAE-3C49-430D-28FF-7D186FB0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ESTAR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7FBB5CE-554B-7B5D-A72A-5EE6CAAC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2"/>
            </a:pPr>
            <a:r>
              <a:rPr lang="en-US" sz="3000" dirty="0"/>
              <a:t>Location of anyone/ anything </a:t>
            </a:r>
          </a:p>
          <a:p>
            <a:pPr marL="623570" indent="-514350">
              <a:buFont typeface="+mj-lt"/>
              <a:buAutoNum type="arabicPeriod" startAt="2"/>
            </a:pPr>
            <a:endParaRPr lang="en-US" sz="3000" dirty="0"/>
          </a:p>
          <a:p>
            <a:r>
              <a:rPr lang="es-ES" sz="3000" dirty="0"/>
              <a:t>Madrid está en España.</a:t>
            </a:r>
          </a:p>
          <a:p>
            <a:r>
              <a:rPr lang="es-ES" sz="3000" dirty="0"/>
              <a:t>Taj Mahal está en Agra.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7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A0AEAE-3C49-430D-28FF-7D186FB0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ESTAR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7FBB5CE-554B-7B5D-A72A-5EE6CAAC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3"/>
            </a:pPr>
            <a:r>
              <a:rPr lang="en-US" sz="3000" dirty="0"/>
              <a:t>Action (Present Continuous) </a:t>
            </a:r>
          </a:p>
          <a:p>
            <a:pPr marL="623570" indent="-514350">
              <a:buFont typeface="+mj-lt"/>
              <a:buAutoNum type="arabicPeriod" startAt="3"/>
            </a:pPr>
            <a:endParaRPr lang="en-US" sz="3000" dirty="0"/>
          </a:p>
          <a:p>
            <a:r>
              <a:rPr lang="es-ES" sz="3000" dirty="0"/>
              <a:t>Estar  + </a:t>
            </a:r>
            <a:r>
              <a:rPr lang="es-ES" sz="3000" dirty="0" err="1"/>
              <a:t>gerund</a:t>
            </a:r>
            <a:r>
              <a:rPr lang="es-ES" sz="3000" dirty="0"/>
              <a:t> </a:t>
            </a:r>
          </a:p>
          <a:p>
            <a:r>
              <a:rPr lang="es-ES" sz="3000" dirty="0" err="1"/>
              <a:t>Eg</a:t>
            </a:r>
            <a:r>
              <a:rPr lang="es-ES" sz="3000" dirty="0"/>
              <a:t>. – I am </a:t>
            </a:r>
            <a:r>
              <a:rPr lang="es-ES" sz="3000" dirty="0" err="1"/>
              <a:t>studying</a:t>
            </a:r>
            <a:r>
              <a:rPr lang="es-ES" sz="3000" dirty="0"/>
              <a:t> </a:t>
            </a:r>
          </a:p>
          <a:p>
            <a:r>
              <a:rPr lang="es-ES" sz="3000" dirty="0"/>
              <a:t>Yo estoy  …………………..</a:t>
            </a:r>
          </a:p>
          <a:p>
            <a:pPr marL="1092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2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A0AEAE-3C49-430D-28FF-7D186FB0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ESTAR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7FBB5CE-554B-7B5D-A72A-5EE6CAAC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4"/>
            </a:pPr>
            <a:r>
              <a:rPr lang="en-US" sz="3000" dirty="0"/>
              <a:t>Condition of anything/ anyone </a:t>
            </a:r>
          </a:p>
          <a:p>
            <a:pPr marL="623570" indent="-514350">
              <a:buFont typeface="+mj-lt"/>
              <a:buAutoNum type="arabicPeriod" startAt="4"/>
            </a:pPr>
            <a:endParaRPr lang="en-US" sz="3000" dirty="0"/>
          </a:p>
          <a:p>
            <a:r>
              <a:rPr lang="es-ES" sz="3000" dirty="0"/>
              <a:t>La puerta está abierta (open). </a:t>
            </a:r>
          </a:p>
          <a:p>
            <a:r>
              <a:rPr lang="es-ES" sz="3000" dirty="0"/>
              <a:t> Mi casa está sucia.</a:t>
            </a:r>
          </a:p>
          <a:p>
            <a:endParaRPr lang="es-E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47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A0AEAE-3C49-430D-28FF-7D186FB0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Uses of El verbo ESTAR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7FBB5CE-554B-7B5D-A72A-5EE6CAAC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900"/>
            <a:ext cx="11201400" cy="5156200"/>
          </a:xfrm>
        </p:spPr>
        <p:txBody>
          <a:bodyPr/>
          <a:lstStyle/>
          <a:p>
            <a:pPr marL="623570" indent="-514350">
              <a:buFont typeface="+mj-lt"/>
              <a:buAutoNum type="arabicPeriod" startAt="4"/>
            </a:pPr>
            <a:r>
              <a:rPr lang="en-US" sz="3000" dirty="0"/>
              <a:t>Emotions (mental and physical) of a person</a:t>
            </a:r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r>
              <a:rPr lang="es-ES" sz="3000" dirty="0"/>
              <a:t>Los estudiantes están felices. </a:t>
            </a:r>
          </a:p>
          <a:p>
            <a:r>
              <a:rPr lang="es-ES" sz="3000" dirty="0"/>
              <a:t>El profesor está enojado. </a:t>
            </a:r>
          </a:p>
          <a:p>
            <a:endParaRPr lang="es-E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8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47EF4-30CC-5C42-571C-590FA7433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– Position of anyone or anything </a:t>
            </a:r>
          </a:p>
          <a:p>
            <a:r>
              <a:rPr lang="en-US" dirty="0"/>
              <a:t>L – Location of monument and place </a:t>
            </a:r>
          </a:p>
          <a:p>
            <a:r>
              <a:rPr lang="en-US" dirty="0"/>
              <a:t>A – Action (Present Continuous)</a:t>
            </a:r>
          </a:p>
          <a:p>
            <a:r>
              <a:rPr lang="en-US" dirty="0"/>
              <a:t>C – Condition of anything/ anyone </a:t>
            </a:r>
          </a:p>
          <a:p>
            <a:r>
              <a:rPr lang="en-US" dirty="0"/>
              <a:t>E – Emotions (mental and physical) of a person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8546D-7F24-A41D-4EEC-78DF7680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Keyword - PLACE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9D7055-4381-D4DE-CAA6-2F8A15D0E2E4}"/>
              </a:ext>
            </a:extLst>
          </p:cNvPr>
          <p:cNvSpPr/>
          <p:nvPr/>
        </p:nvSpPr>
        <p:spPr>
          <a:xfrm>
            <a:off x="762000" y="1524000"/>
            <a:ext cx="914400" cy="2971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0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A0F87E-2E92-49F0-D2AC-35FDD65A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Ser and Estar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27D0DF-410D-722C-07E3-7F3910148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93754"/>
            <a:ext cx="4038600" cy="4525963"/>
          </a:xfrm>
        </p:spPr>
        <p:txBody>
          <a:bodyPr/>
          <a:lstStyle/>
          <a:p>
            <a:r>
              <a:rPr lang="es-ES" sz="3000" b="1" dirty="0"/>
              <a:t>DOCTOR </a:t>
            </a:r>
          </a:p>
          <a:p>
            <a:pPr marL="0" indent="0">
              <a:buNone/>
            </a:pPr>
            <a:r>
              <a:rPr lang="es-ES" sz="3000" b="1" dirty="0" err="1"/>
              <a:t>D</a:t>
            </a:r>
            <a:r>
              <a:rPr lang="es-ES" sz="3000" dirty="0" err="1"/>
              <a:t>escription</a:t>
            </a:r>
            <a:r>
              <a:rPr lang="es-ES" sz="3000" dirty="0"/>
              <a:t> </a:t>
            </a:r>
          </a:p>
          <a:p>
            <a:pPr marL="0" indent="0">
              <a:buNone/>
            </a:pPr>
            <a:r>
              <a:rPr lang="es-ES" sz="3000" b="1" dirty="0"/>
              <a:t>O</a:t>
            </a:r>
            <a:r>
              <a:rPr lang="es-ES" sz="3000" dirty="0"/>
              <a:t>rigin </a:t>
            </a:r>
          </a:p>
          <a:p>
            <a:pPr marL="0" indent="0">
              <a:buNone/>
            </a:pPr>
            <a:r>
              <a:rPr lang="es-ES" sz="3000" b="1" dirty="0" err="1"/>
              <a:t>C</a:t>
            </a:r>
            <a:r>
              <a:rPr lang="es-ES" sz="3000" dirty="0" err="1"/>
              <a:t>haracteristics</a:t>
            </a:r>
            <a:r>
              <a:rPr lang="es-ES" sz="3000" dirty="0"/>
              <a:t> </a:t>
            </a:r>
          </a:p>
          <a:p>
            <a:pPr marL="0" indent="0">
              <a:buNone/>
            </a:pPr>
            <a:r>
              <a:rPr lang="es-ES" sz="3000" b="1" dirty="0"/>
              <a:t>T</a:t>
            </a:r>
            <a:r>
              <a:rPr lang="es-ES" sz="3000" dirty="0"/>
              <a:t>ime and Date </a:t>
            </a:r>
          </a:p>
          <a:p>
            <a:pPr marL="0" indent="0">
              <a:buNone/>
            </a:pPr>
            <a:r>
              <a:rPr lang="es-ES" sz="3000" b="1" dirty="0" err="1"/>
              <a:t>R</a:t>
            </a:r>
            <a:r>
              <a:rPr lang="es-ES" sz="3000" dirty="0" err="1"/>
              <a:t>elation</a:t>
            </a:r>
            <a:endParaRPr lang="en-US" sz="30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479E58C-BD3E-BBBB-D750-A3B91E888DE5}"/>
              </a:ext>
            </a:extLst>
          </p:cNvPr>
          <p:cNvSpPr txBox="1">
            <a:spLocks/>
          </p:cNvSpPr>
          <p:nvPr/>
        </p:nvSpPr>
        <p:spPr>
          <a:xfrm>
            <a:off x="7543800" y="1417638"/>
            <a:ext cx="4038600" cy="4525963"/>
          </a:xfrm>
          <a:prstGeom prst="rect">
            <a:avLst/>
          </a:prstGeom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000" b="1" dirty="0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osition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sz="3000" dirty="0" err="1">
                <a:latin typeface="Arial" panose="020B0604020202020204" pitchFamily="34" charset="0"/>
                <a:cs typeface="Arial" panose="020B0604020202020204" pitchFamily="34" charset="0"/>
              </a:rPr>
              <a:t>ocation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3000" dirty="0" err="1"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3000" dirty="0" err="1">
                <a:latin typeface="Arial" panose="020B0604020202020204" pitchFamily="34" charset="0"/>
                <a:cs typeface="Arial" panose="020B0604020202020204" pitchFamily="34" charset="0"/>
              </a:rPr>
              <a:t>ondition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3000" dirty="0" err="1">
                <a:latin typeface="Arial" panose="020B0604020202020204" pitchFamily="34" charset="0"/>
                <a:cs typeface="Arial" panose="020B0604020202020204" pitchFamily="34" charset="0"/>
              </a:rPr>
              <a:t>motions</a:t>
            </a:r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212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294B9-2544-95AC-D386-0DBDF88F3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10515600" cy="5715000"/>
          </a:xfrm>
        </p:spPr>
        <p:txBody>
          <a:bodyPr/>
          <a:lstStyle/>
          <a:p>
            <a:r>
              <a:rPr lang="es-ES" sz="3000" dirty="0"/>
              <a:t>Nosotros _________ en </a:t>
            </a:r>
            <a:r>
              <a:rPr lang="es-ES" sz="3000" dirty="0" err="1"/>
              <a:t>Vellore</a:t>
            </a:r>
            <a:r>
              <a:rPr lang="es-ES" sz="3000" dirty="0"/>
              <a:t>. </a:t>
            </a:r>
          </a:p>
          <a:p>
            <a:r>
              <a:rPr lang="es-ES" sz="3000" dirty="0"/>
              <a:t>Mi padre ________ en Hyderabad. </a:t>
            </a:r>
          </a:p>
          <a:p>
            <a:r>
              <a:rPr lang="es-ES" sz="3000" dirty="0"/>
              <a:t>Ellos ________ guapos. </a:t>
            </a:r>
          </a:p>
          <a:p>
            <a:r>
              <a:rPr lang="es-ES" sz="3000" dirty="0"/>
              <a:t>Ella __________ nerviosa. </a:t>
            </a:r>
          </a:p>
          <a:p>
            <a:r>
              <a:rPr lang="es-ES" sz="3000" dirty="0"/>
              <a:t>Vosotros ___________ de España. </a:t>
            </a:r>
          </a:p>
          <a:p>
            <a:r>
              <a:rPr lang="es-ES" sz="3000" dirty="0"/>
              <a:t>Usted __________ enfermo. (</a:t>
            </a:r>
            <a:r>
              <a:rPr lang="es-ES" sz="3000" dirty="0" err="1"/>
              <a:t>sick</a:t>
            </a:r>
            <a:r>
              <a:rPr lang="es-ES" sz="3000" dirty="0"/>
              <a:t>)</a:t>
            </a:r>
          </a:p>
          <a:p>
            <a:r>
              <a:rPr lang="es-ES" sz="3000" dirty="0"/>
              <a:t>Ella  _________ mi madre. </a:t>
            </a:r>
          </a:p>
          <a:p>
            <a:r>
              <a:rPr lang="es-ES" sz="3000" dirty="0"/>
              <a:t>El coche ___________roto.(</a:t>
            </a:r>
            <a:r>
              <a:rPr lang="es-ES" sz="3000" dirty="0" err="1"/>
              <a:t>broken</a:t>
            </a:r>
            <a:r>
              <a:rPr lang="es-ES" sz="3000" dirty="0"/>
              <a:t>)</a:t>
            </a:r>
          </a:p>
          <a:p>
            <a:r>
              <a:rPr lang="es-ES" sz="3000" dirty="0"/>
              <a:t>Mi coche __________ nuevo, pero ___________ roto. </a:t>
            </a:r>
          </a:p>
          <a:p>
            <a:r>
              <a:rPr lang="es-ES" sz="3000" dirty="0"/>
              <a:t>Mi padre __________de Hyderabad, pero él ________ en España.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E84C5-4171-2E12-4B08-0A54E8CF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Practice 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84B9F-BFFB-76CF-7412-6F777BB03A00}"/>
              </a:ext>
            </a:extLst>
          </p:cNvPr>
          <p:cNvSpPr txBox="1"/>
          <p:nvPr/>
        </p:nvSpPr>
        <p:spPr>
          <a:xfrm>
            <a:off x="2590800" y="838200"/>
            <a:ext cx="16369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estamos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13B1D-9251-33A2-B40F-68DA38941592}"/>
              </a:ext>
            </a:extLst>
          </p:cNvPr>
          <p:cNvSpPr txBox="1"/>
          <p:nvPr/>
        </p:nvSpPr>
        <p:spPr>
          <a:xfrm>
            <a:off x="2590800" y="1392198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</a:t>
            </a:r>
            <a:r>
              <a:rPr lang="es-ES" sz="3000" dirty="0">
                <a:solidFill>
                  <a:srgbClr val="FFFF00"/>
                </a:solidFill>
              </a:rPr>
              <a:t>á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DB6C4-EAE4-4FD2-F34E-FDB8887CC5C6}"/>
              </a:ext>
            </a:extLst>
          </p:cNvPr>
          <p:cNvSpPr txBox="1"/>
          <p:nvPr/>
        </p:nvSpPr>
        <p:spPr>
          <a:xfrm>
            <a:off x="2057400" y="1911560"/>
            <a:ext cx="8034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FF00"/>
                </a:solidFill>
              </a:rPr>
              <a:t>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1080A-AD62-0805-35C2-58A4DD2CC8D5}"/>
              </a:ext>
            </a:extLst>
          </p:cNvPr>
          <p:cNvSpPr txBox="1"/>
          <p:nvPr/>
        </p:nvSpPr>
        <p:spPr>
          <a:xfrm>
            <a:off x="1817224" y="2347611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está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46305-40F3-4737-6C66-20DDE2275211}"/>
              </a:ext>
            </a:extLst>
          </p:cNvPr>
          <p:cNvSpPr txBox="1"/>
          <p:nvPr/>
        </p:nvSpPr>
        <p:spPr>
          <a:xfrm>
            <a:off x="2618509" y="2832520"/>
            <a:ext cx="8675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</a:t>
            </a:r>
            <a:r>
              <a:rPr lang="en-US" sz="3000" dirty="0" err="1">
                <a:solidFill>
                  <a:srgbClr val="FFFF00"/>
                </a:solidFill>
              </a:rPr>
              <a:t>ois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50B51-60D2-1FDE-2D0E-0997D86A0F74}"/>
              </a:ext>
            </a:extLst>
          </p:cNvPr>
          <p:cNvSpPr txBox="1"/>
          <p:nvPr/>
        </p:nvSpPr>
        <p:spPr>
          <a:xfrm>
            <a:off x="2057400" y="3358625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está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BE4BA-3B12-F9E9-76AA-EC1AC9B5AE7B}"/>
              </a:ext>
            </a:extLst>
          </p:cNvPr>
          <p:cNvSpPr txBox="1"/>
          <p:nvPr/>
        </p:nvSpPr>
        <p:spPr>
          <a:xfrm>
            <a:off x="2103189" y="3912623"/>
            <a:ext cx="590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FF00"/>
                </a:solidFill>
              </a:rPr>
              <a:t>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FD934-8700-8566-D104-9767A9ED8BE0}"/>
              </a:ext>
            </a:extLst>
          </p:cNvPr>
          <p:cNvSpPr txBox="1"/>
          <p:nvPr/>
        </p:nvSpPr>
        <p:spPr>
          <a:xfrm>
            <a:off x="2860825" y="4401914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está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A7E9F-274B-F987-3B2E-425F027A7BAE}"/>
              </a:ext>
            </a:extLst>
          </p:cNvPr>
          <p:cNvSpPr txBox="1"/>
          <p:nvPr/>
        </p:nvSpPr>
        <p:spPr>
          <a:xfrm>
            <a:off x="2731267" y="4897857"/>
            <a:ext cx="590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FF00"/>
                </a:solidFill>
              </a:rPr>
              <a:t>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F9D15B-30E9-9D2E-504E-C0B4010EC399}"/>
              </a:ext>
            </a:extLst>
          </p:cNvPr>
          <p:cNvSpPr txBox="1"/>
          <p:nvPr/>
        </p:nvSpPr>
        <p:spPr>
          <a:xfrm>
            <a:off x="7010400" y="4897857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está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A04C0-F440-5E25-501F-74C160299ECE}"/>
              </a:ext>
            </a:extLst>
          </p:cNvPr>
          <p:cNvSpPr txBox="1"/>
          <p:nvPr/>
        </p:nvSpPr>
        <p:spPr>
          <a:xfrm>
            <a:off x="2817154" y="5445203"/>
            <a:ext cx="590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FF00"/>
                </a:solidFill>
              </a:rPr>
              <a:t>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FB761-D129-4E7E-DA7F-22981FCBDFB1}"/>
              </a:ext>
            </a:extLst>
          </p:cNvPr>
          <p:cNvSpPr txBox="1"/>
          <p:nvPr/>
        </p:nvSpPr>
        <p:spPr>
          <a:xfrm>
            <a:off x="8549906" y="5424513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FFFF00"/>
                </a:solidFill>
              </a:rPr>
              <a:t>está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38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0DA513-12DE-B38B-F0BB-4863DFA5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0"/>
            <a:ext cx="11582400" cy="5715000"/>
          </a:xfrm>
        </p:spPr>
        <p:txBody>
          <a:bodyPr/>
          <a:lstStyle/>
          <a:p>
            <a:r>
              <a:rPr lang="es-ES" sz="3000" dirty="0"/>
              <a:t>Pablo </a:t>
            </a:r>
            <a:r>
              <a:rPr lang="es-ES" sz="3000" dirty="0" err="1"/>
              <a:t>is</a:t>
            </a:r>
            <a:r>
              <a:rPr lang="es-ES" sz="3000" dirty="0"/>
              <a:t> a </a:t>
            </a:r>
            <a:r>
              <a:rPr lang="es-ES" sz="3000" dirty="0" err="1"/>
              <a:t>famous</a:t>
            </a:r>
            <a:r>
              <a:rPr lang="es-ES" sz="3000" dirty="0"/>
              <a:t> </a:t>
            </a:r>
            <a:r>
              <a:rPr lang="es-ES" sz="3000" dirty="0" err="1"/>
              <a:t>writer</a:t>
            </a:r>
            <a:r>
              <a:rPr lang="es-ES" sz="3000" dirty="0"/>
              <a:t> and he </a:t>
            </a:r>
            <a:r>
              <a:rPr lang="es-ES" sz="3000" dirty="0" err="1"/>
              <a:t>is</a:t>
            </a:r>
            <a:r>
              <a:rPr lang="es-ES" sz="3000" dirty="0"/>
              <a:t> </a:t>
            </a:r>
            <a:r>
              <a:rPr lang="es-ES" sz="3000" dirty="0" err="1"/>
              <a:t>sad</a:t>
            </a:r>
            <a:r>
              <a:rPr lang="es-ES" sz="3000" dirty="0"/>
              <a:t> </a:t>
            </a:r>
            <a:r>
              <a:rPr lang="es-ES" sz="3000" dirty="0" err="1"/>
              <a:t>now</a:t>
            </a:r>
            <a:r>
              <a:rPr lang="es-ES" sz="3000" dirty="0"/>
              <a:t>. </a:t>
            </a:r>
          </a:p>
          <a:p>
            <a:r>
              <a:rPr lang="es-ES" sz="3000" dirty="0">
                <a:solidFill>
                  <a:srgbClr val="FFFF00"/>
                </a:solidFill>
              </a:rPr>
              <a:t>Pablo es un escritor famoso y él está triste ahora. </a:t>
            </a:r>
          </a:p>
          <a:p>
            <a:r>
              <a:rPr lang="en-US" sz="3000" dirty="0"/>
              <a:t>My friends are Argentinians but today they are India.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Mis amigos son argentinos pero hoy ellos están en la India. </a:t>
            </a:r>
          </a:p>
          <a:p>
            <a:r>
              <a:rPr lang="en-US" sz="3000" dirty="0"/>
              <a:t>The students are in the class, and they are excited.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Los estudiantes están en la clase y ellos están emocionados. </a:t>
            </a:r>
          </a:p>
          <a:p>
            <a:r>
              <a:rPr lang="en-US" sz="3000" dirty="0"/>
              <a:t>The Spanish book is new and is on the table.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El </a:t>
            </a:r>
            <a:r>
              <a:rPr lang="en-US" sz="3000" dirty="0" err="1">
                <a:solidFill>
                  <a:srgbClr val="FFFF00"/>
                </a:solidFill>
              </a:rPr>
              <a:t>libro</a:t>
            </a:r>
            <a:r>
              <a:rPr lang="en-US" sz="3000" dirty="0">
                <a:solidFill>
                  <a:srgbClr val="FFFF00"/>
                </a:solidFill>
              </a:rPr>
              <a:t> de </a:t>
            </a:r>
            <a:r>
              <a:rPr lang="en-US" sz="3000" dirty="0" err="1">
                <a:solidFill>
                  <a:srgbClr val="FFFF00"/>
                </a:solidFill>
              </a:rPr>
              <a:t>español</a:t>
            </a:r>
            <a:r>
              <a:rPr lang="en-US" sz="3000" dirty="0">
                <a:solidFill>
                  <a:srgbClr val="FFFF00"/>
                </a:solidFill>
              </a:rPr>
              <a:t> es nuevo y </a:t>
            </a:r>
            <a:r>
              <a:rPr lang="en-US" sz="3000" dirty="0" err="1">
                <a:solidFill>
                  <a:srgbClr val="FFFF00"/>
                </a:solidFill>
              </a:rPr>
              <a:t>está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sobre</a:t>
            </a:r>
            <a:r>
              <a:rPr lang="en-US" sz="3000" dirty="0">
                <a:solidFill>
                  <a:srgbClr val="FFFF00"/>
                </a:solidFill>
              </a:rPr>
              <a:t> la mesa. </a:t>
            </a:r>
          </a:p>
          <a:p>
            <a:r>
              <a:rPr lang="en-US" sz="3000" dirty="0"/>
              <a:t>Martha is sick and is in the hospital.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Marta </a:t>
            </a:r>
            <a:r>
              <a:rPr lang="en-US" sz="3000" dirty="0" err="1">
                <a:solidFill>
                  <a:srgbClr val="FFFF00"/>
                </a:solidFill>
              </a:rPr>
              <a:t>está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enfermo</a:t>
            </a:r>
            <a:r>
              <a:rPr lang="en-US" sz="3000" dirty="0">
                <a:solidFill>
                  <a:srgbClr val="FFFF00"/>
                </a:solidFill>
              </a:rPr>
              <a:t> y </a:t>
            </a:r>
            <a:r>
              <a:rPr lang="en-US" sz="3000" dirty="0" err="1">
                <a:solidFill>
                  <a:srgbClr val="FFFF00"/>
                </a:solidFill>
              </a:rPr>
              <a:t>ella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está</a:t>
            </a:r>
            <a:r>
              <a:rPr lang="en-US" sz="3000" dirty="0">
                <a:solidFill>
                  <a:srgbClr val="FFFF00"/>
                </a:solidFill>
              </a:rPr>
              <a:t> en </a:t>
            </a:r>
            <a:r>
              <a:rPr lang="en-US" sz="3000" dirty="0" err="1">
                <a:solidFill>
                  <a:srgbClr val="FFFF00"/>
                </a:solidFill>
              </a:rPr>
              <a:t>el</a:t>
            </a:r>
            <a:r>
              <a:rPr lang="en-US" sz="3000" dirty="0">
                <a:solidFill>
                  <a:srgbClr val="FFFF00"/>
                </a:solidFill>
              </a:rPr>
              <a:t> hospital.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A57161-2EA0-CFF5-1659-FA913946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50900"/>
          </a:xfrm>
        </p:spPr>
        <p:txBody>
          <a:bodyPr>
            <a:normAutofit/>
          </a:bodyPr>
          <a:lstStyle/>
          <a:p>
            <a:r>
              <a:rPr lang="es-ES" sz="4000" dirty="0"/>
              <a:t>Translation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0621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11FC0-F049-0CC0-3346-25154EC1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 err="1"/>
              <a:t>Conjugation</a:t>
            </a:r>
            <a:r>
              <a:rPr lang="es-ES" sz="3000" dirty="0"/>
              <a:t> of SER </a:t>
            </a:r>
            <a:r>
              <a:rPr lang="es-ES" sz="3000" dirty="0" err="1"/>
              <a:t>verb</a:t>
            </a:r>
            <a:r>
              <a:rPr lang="es-ES" sz="3000" dirty="0"/>
              <a:t>. </a:t>
            </a:r>
          </a:p>
          <a:p>
            <a:r>
              <a:rPr lang="es-ES" sz="3000" dirty="0"/>
              <a:t>Uses of SER </a:t>
            </a:r>
            <a:r>
              <a:rPr lang="es-ES" sz="3000" dirty="0" err="1"/>
              <a:t>verb</a:t>
            </a:r>
            <a:r>
              <a:rPr lang="es-ES" sz="3000" dirty="0"/>
              <a:t> and the keyword DOCTOR. </a:t>
            </a:r>
          </a:p>
          <a:p>
            <a:r>
              <a:rPr lang="es-ES" sz="3000" dirty="0" err="1"/>
              <a:t>Conjugation</a:t>
            </a:r>
            <a:r>
              <a:rPr lang="es-ES" sz="3000" dirty="0"/>
              <a:t> of ESTAR </a:t>
            </a:r>
            <a:r>
              <a:rPr lang="es-ES" sz="3000" dirty="0" err="1"/>
              <a:t>verb</a:t>
            </a:r>
            <a:r>
              <a:rPr lang="es-ES" sz="3000" dirty="0"/>
              <a:t>. </a:t>
            </a:r>
          </a:p>
          <a:p>
            <a:r>
              <a:rPr lang="es-ES" sz="3000" dirty="0"/>
              <a:t>Uses of ESTAR </a:t>
            </a:r>
            <a:r>
              <a:rPr lang="es-ES" sz="3000" dirty="0" err="1"/>
              <a:t>verb</a:t>
            </a:r>
            <a:r>
              <a:rPr lang="es-ES" sz="3000" dirty="0"/>
              <a:t> and the keyword PLACE. </a:t>
            </a:r>
          </a:p>
          <a:p>
            <a:r>
              <a:rPr lang="es-ES" sz="3000" dirty="0" err="1"/>
              <a:t>Differences</a:t>
            </a:r>
            <a:r>
              <a:rPr lang="es-ES" sz="3000" dirty="0"/>
              <a:t> </a:t>
            </a:r>
            <a:r>
              <a:rPr lang="es-ES" sz="3000" dirty="0" err="1"/>
              <a:t>between</a:t>
            </a:r>
            <a:r>
              <a:rPr lang="es-ES" sz="3000" dirty="0"/>
              <a:t> the uses of SER and ESTAR. </a:t>
            </a:r>
          </a:p>
          <a:p>
            <a:r>
              <a:rPr lang="es-ES" sz="3000" dirty="0" err="1"/>
              <a:t>Exercises</a:t>
            </a:r>
            <a:r>
              <a:rPr lang="es-ES" sz="3000" dirty="0"/>
              <a:t> </a:t>
            </a:r>
            <a:r>
              <a:rPr lang="es-ES" sz="3000" dirty="0" err="1"/>
              <a:t>based</a:t>
            </a:r>
            <a:r>
              <a:rPr lang="es-ES" sz="3000" dirty="0"/>
              <a:t> </a:t>
            </a:r>
            <a:r>
              <a:rPr lang="es-ES" sz="3000" dirty="0" err="1"/>
              <a:t>on</a:t>
            </a:r>
            <a:r>
              <a:rPr lang="es-ES" sz="3000" dirty="0"/>
              <a:t> </a:t>
            </a:r>
            <a:r>
              <a:rPr lang="es-ES" sz="3000" dirty="0" err="1"/>
              <a:t>choosing</a:t>
            </a:r>
            <a:r>
              <a:rPr lang="es-ES" sz="3000" dirty="0"/>
              <a:t> </a:t>
            </a:r>
            <a:r>
              <a:rPr lang="es-ES" sz="3000" dirty="0" err="1"/>
              <a:t>between</a:t>
            </a:r>
            <a:r>
              <a:rPr lang="es-ES" sz="3000" dirty="0"/>
              <a:t> SER and ESTAR in </a:t>
            </a:r>
            <a:r>
              <a:rPr lang="es-ES" sz="3000" dirty="0" err="1"/>
              <a:t>Spanish</a:t>
            </a:r>
            <a:r>
              <a:rPr lang="es-ES" sz="3000" dirty="0"/>
              <a:t>.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1328B9-1986-9561-EF8A-8D95E4D6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2131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3772</TotalTime>
  <Words>672</Words>
  <Application>Microsoft Office PowerPoint</Application>
  <PresentationFormat>Widescreen</PresentationFormat>
  <Paragraphs>156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1_Concourse</vt:lpstr>
      <vt:lpstr>Ser y Estar</vt:lpstr>
      <vt:lpstr>Conjugation of El verbo SER</vt:lpstr>
      <vt:lpstr>Uses of El verbo SER</vt:lpstr>
      <vt:lpstr>Uses of El verbo SER</vt:lpstr>
      <vt:lpstr>Uses of El verbo SER</vt:lpstr>
      <vt:lpstr>Uses of El Verbo SER</vt:lpstr>
      <vt:lpstr>Uses of El verbo SER</vt:lpstr>
      <vt:lpstr>Uses of El verbo SER</vt:lpstr>
      <vt:lpstr>Keyword - DOCTOR</vt:lpstr>
      <vt:lpstr>Conjugation of El Verbo ESTAR </vt:lpstr>
      <vt:lpstr>Uses of El verbo ESTAR</vt:lpstr>
      <vt:lpstr>Uses of El verbo ESTAR</vt:lpstr>
      <vt:lpstr>Uses of El verbo ESTAR</vt:lpstr>
      <vt:lpstr>Uses of El verbo ESTAR</vt:lpstr>
      <vt:lpstr>Uses of El verbo ESTAR</vt:lpstr>
      <vt:lpstr>Keyword - PLACE</vt:lpstr>
      <vt:lpstr>Ser and Estar </vt:lpstr>
      <vt:lpstr>Practice Exercises</vt:lpstr>
      <vt:lpstr>Translation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190</cp:revision>
  <dcterms:created xsi:type="dcterms:W3CDTF">2007-10-19T05:42:00Z</dcterms:created>
  <dcterms:modified xsi:type="dcterms:W3CDTF">2024-09-06T05:32:02Z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