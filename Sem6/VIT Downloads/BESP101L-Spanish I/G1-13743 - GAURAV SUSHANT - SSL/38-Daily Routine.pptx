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2"/>
  </p:notesMasterIdLst>
  <p:sldIdLst>
    <p:sldId id="344" r:id="rId2"/>
    <p:sldId id="373" r:id="rId3"/>
    <p:sldId id="374" r:id="rId4"/>
    <p:sldId id="375" r:id="rId5"/>
    <p:sldId id="367" r:id="rId6"/>
    <p:sldId id="376" r:id="rId7"/>
    <p:sldId id="377" r:id="rId8"/>
    <p:sldId id="378" r:id="rId9"/>
    <p:sldId id="379" r:id="rId10"/>
    <p:sldId id="363" r:id="rId1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951" autoAdjust="0"/>
  </p:normalViewPr>
  <p:slideViewPr>
    <p:cSldViewPr showGuides="1">
      <p:cViewPr varScale="1">
        <p:scale>
          <a:sx n="82" d="100"/>
          <a:sy n="82" d="100"/>
        </p:scale>
        <p:origin x="210" y="90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urav Sushant" userId="ea0695df9e5e2b13" providerId="LiveId" clId="{36CC4531-97E1-41E1-A241-AD153649B7F3}"/>
    <pc:docChg chg="undo custSel addSld delSld modSld sldOrd">
      <pc:chgData name="Dr Gaurav Sushant" userId="ea0695df9e5e2b13" providerId="LiveId" clId="{36CC4531-97E1-41E1-A241-AD153649B7F3}" dt="2024-06-11T11:51:17.301" v="1735" actId="20577"/>
      <pc:docMkLst>
        <pc:docMk/>
      </pc:docMkLst>
      <pc:sldChg chg="modSp">
        <pc:chgData name="Dr Gaurav Sushant" userId="ea0695df9e5e2b13" providerId="LiveId" clId="{36CC4531-97E1-41E1-A241-AD153649B7F3}" dt="2024-06-11T10:45:18.755" v="3"/>
        <pc:sldMkLst>
          <pc:docMk/>
          <pc:sldMk cId="0" sldId="344"/>
        </pc:sldMkLst>
      </pc:sldChg>
      <pc:sldChg chg="modSp modAnim">
        <pc:chgData name="Dr Gaurav Sushant" userId="ea0695df9e5e2b13" providerId="LiveId" clId="{36CC4531-97E1-41E1-A241-AD153649B7F3}" dt="2024-06-11T11:51:17.301" v="1735" actId="20577"/>
        <pc:sldMkLst>
          <pc:docMk/>
          <pc:sldMk cId="1621319633" sldId="363"/>
        </pc:sldMkLst>
      </pc:sldChg>
      <pc:sldChg chg="del">
        <pc:chgData name="Dr Gaurav Sushant" userId="ea0695df9e5e2b13" providerId="LiveId" clId="{36CC4531-97E1-41E1-A241-AD153649B7F3}" dt="2024-06-11T10:44:54.187" v="0" actId="2696"/>
        <pc:sldMkLst>
          <pc:docMk/>
          <pc:sldMk cId="2052952385" sldId="364"/>
        </pc:sldMkLst>
      </pc:sldChg>
      <pc:sldChg chg="del">
        <pc:chgData name="Dr Gaurav Sushant" userId="ea0695df9e5e2b13" providerId="LiveId" clId="{36CC4531-97E1-41E1-A241-AD153649B7F3}" dt="2024-06-11T10:44:57.105" v="1" actId="2696"/>
        <pc:sldMkLst>
          <pc:docMk/>
          <pc:sldMk cId="3707948613" sldId="365"/>
        </pc:sldMkLst>
      </pc:sldChg>
      <pc:sldChg chg="del">
        <pc:chgData name="Dr Gaurav Sushant" userId="ea0695df9e5e2b13" providerId="LiveId" clId="{36CC4531-97E1-41E1-A241-AD153649B7F3}" dt="2024-06-11T10:45:01.168" v="2" actId="2696"/>
        <pc:sldMkLst>
          <pc:docMk/>
          <pc:sldMk cId="2547489994" sldId="366"/>
        </pc:sldMkLst>
      </pc:sldChg>
      <pc:sldChg chg="delSp modSp mod ord delAnim modAnim">
        <pc:chgData name="Dr Gaurav Sushant" userId="ea0695df9e5e2b13" providerId="LiveId" clId="{36CC4531-97E1-41E1-A241-AD153649B7F3}" dt="2024-06-11T10:55:21.766" v="15"/>
        <pc:sldMkLst>
          <pc:docMk/>
          <pc:sldMk cId="3920330649" sldId="367"/>
        </pc:sldMkLst>
      </pc:sldChg>
      <pc:sldChg chg="del">
        <pc:chgData name="Dr Gaurav Sushant" userId="ea0695df9e5e2b13" providerId="LiveId" clId="{36CC4531-97E1-41E1-A241-AD153649B7F3}" dt="2024-06-11T11:43:23.418" v="1525" actId="47"/>
        <pc:sldMkLst>
          <pc:docMk/>
          <pc:sldMk cId="3809571964" sldId="368"/>
        </pc:sldMkLst>
      </pc:sldChg>
      <pc:sldChg chg="del">
        <pc:chgData name="Dr Gaurav Sushant" userId="ea0695df9e5e2b13" providerId="LiveId" clId="{36CC4531-97E1-41E1-A241-AD153649B7F3}" dt="2024-06-11T11:43:26.169" v="1526" actId="47"/>
        <pc:sldMkLst>
          <pc:docMk/>
          <pc:sldMk cId="1369674754" sldId="369"/>
        </pc:sldMkLst>
      </pc:sldChg>
      <pc:sldChg chg="del">
        <pc:chgData name="Dr Gaurav Sushant" userId="ea0695df9e5e2b13" providerId="LiveId" clId="{36CC4531-97E1-41E1-A241-AD153649B7F3}" dt="2024-06-11T11:43:29.432" v="1528" actId="47"/>
        <pc:sldMkLst>
          <pc:docMk/>
          <pc:sldMk cId="2434664882" sldId="370"/>
        </pc:sldMkLst>
      </pc:sldChg>
      <pc:sldChg chg="del">
        <pc:chgData name="Dr Gaurav Sushant" userId="ea0695df9e5e2b13" providerId="LiveId" clId="{36CC4531-97E1-41E1-A241-AD153649B7F3}" dt="2024-06-11T11:43:28.298" v="1527" actId="47"/>
        <pc:sldMkLst>
          <pc:docMk/>
          <pc:sldMk cId="2559863115" sldId="371"/>
        </pc:sldMkLst>
      </pc:sldChg>
      <pc:sldChg chg="del">
        <pc:chgData name="Dr Gaurav Sushant" userId="ea0695df9e5e2b13" providerId="LiveId" clId="{36CC4531-97E1-41E1-A241-AD153649B7F3}" dt="2024-06-11T11:43:30.389" v="1529" actId="47"/>
        <pc:sldMkLst>
          <pc:docMk/>
          <pc:sldMk cId="2499340602" sldId="372"/>
        </pc:sldMkLst>
      </pc:sldChg>
      <pc:sldChg chg="addSp modSp new mod ord addAnim delAnim modAnim">
        <pc:chgData name="Dr Gaurav Sushant" userId="ea0695df9e5e2b13" providerId="LiveId" clId="{36CC4531-97E1-41E1-A241-AD153649B7F3}" dt="2024-06-11T10:59:26.879" v="234" actId="20577"/>
        <pc:sldMkLst>
          <pc:docMk/>
          <pc:sldMk cId="3300688616" sldId="373"/>
        </pc:sldMkLst>
      </pc:sldChg>
      <pc:sldChg chg="addSp modSp new mod modAnim">
        <pc:chgData name="Dr Gaurav Sushant" userId="ea0695df9e5e2b13" providerId="LiveId" clId="{36CC4531-97E1-41E1-A241-AD153649B7F3}" dt="2024-06-11T11:03:21.433" v="331" actId="20577"/>
        <pc:sldMkLst>
          <pc:docMk/>
          <pc:sldMk cId="3058642433" sldId="374"/>
        </pc:sldMkLst>
      </pc:sldChg>
      <pc:sldChg chg="addSp modSp new mod modAnim">
        <pc:chgData name="Dr Gaurav Sushant" userId="ea0695df9e5e2b13" providerId="LiveId" clId="{36CC4531-97E1-41E1-A241-AD153649B7F3}" dt="2024-06-11T11:06:37.500" v="439" actId="20577"/>
        <pc:sldMkLst>
          <pc:docMk/>
          <pc:sldMk cId="3037665232" sldId="375"/>
        </pc:sldMkLst>
      </pc:sldChg>
      <pc:sldChg chg="modSp new mod">
        <pc:chgData name="Dr Gaurav Sushant" userId="ea0695df9e5e2b13" providerId="LiveId" clId="{36CC4531-97E1-41E1-A241-AD153649B7F3}" dt="2024-06-11T11:11:06.862" v="505" actId="14100"/>
        <pc:sldMkLst>
          <pc:docMk/>
          <pc:sldMk cId="3972475016" sldId="376"/>
        </pc:sldMkLst>
      </pc:sldChg>
      <pc:sldChg chg="modSp new mod">
        <pc:chgData name="Dr Gaurav Sushant" userId="ea0695df9e5e2b13" providerId="LiveId" clId="{36CC4531-97E1-41E1-A241-AD153649B7F3}" dt="2024-06-11T11:38:09.606" v="1271" actId="20577"/>
        <pc:sldMkLst>
          <pc:docMk/>
          <pc:sldMk cId="1576985541" sldId="377"/>
        </pc:sldMkLst>
      </pc:sldChg>
      <pc:sldChg chg="modSp new mod">
        <pc:chgData name="Dr Gaurav Sushant" userId="ea0695df9e5e2b13" providerId="LiveId" clId="{36CC4531-97E1-41E1-A241-AD153649B7F3}" dt="2024-06-11T11:36:48.725" v="1141" actId="20577"/>
        <pc:sldMkLst>
          <pc:docMk/>
          <pc:sldMk cId="3135614867" sldId="378"/>
        </pc:sldMkLst>
      </pc:sldChg>
      <pc:sldChg chg="modSp add mod">
        <pc:chgData name="Dr Gaurav Sushant" userId="ea0695df9e5e2b13" providerId="LiveId" clId="{36CC4531-97E1-41E1-A241-AD153649B7F3}" dt="2024-06-11T11:42:44.339" v="1524" actId="20577"/>
        <pc:sldMkLst>
          <pc:docMk/>
          <pc:sldMk cId="387390423" sldId="379"/>
        </pc:sldMkLst>
      </pc:sldChg>
    </pc:docChg>
  </pc:docChgLst>
  <pc:docChgLst>
    <pc:chgData name="Dr Gaurav Sushant" userId="ea0695df9e5e2b13" providerId="LiveId" clId="{394663E2-8045-4E09-95CF-74FF25D5BBF9}"/>
    <pc:docChg chg="undo custSel addSld delSld modSld">
      <pc:chgData name="Dr Gaurav Sushant" userId="ea0695df9e5e2b13" providerId="LiveId" clId="{394663E2-8045-4E09-95CF-74FF25D5BBF9}" dt="2025-03-07T09:07:59.474" v="8" actId="20577"/>
      <pc:docMkLst>
        <pc:docMk/>
      </pc:docMkLst>
      <pc:sldChg chg="modSp mod">
        <pc:chgData name="Dr Gaurav Sushant" userId="ea0695df9e5e2b13" providerId="LiveId" clId="{394663E2-8045-4E09-95CF-74FF25D5BBF9}" dt="2025-03-07T09:07:59.474" v="8" actId="20577"/>
        <pc:sldMkLst>
          <pc:docMk/>
          <pc:sldMk cId="387390423" sldId="379"/>
        </pc:sldMkLst>
        <pc:spChg chg="mod">
          <ac:chgData name="Dr Gaurav Sushant" userId="ea0695df9e5e2b13" providerId="LiveId" clId="{394663E2-8045-4E09-95CF-74FF25D5BBF9}" dt="2025-03-07T09:07:59.474" v="8" actId="20577"/>
          <ac:spMkLst>
            <pc:docMk/>
            <pc:sldMk cId="387390423" sldId="379"/>
            <ac:spMk id="2" creationId="{366B0127-8AA0-90DA-4DF2-00F3936EDAFD}"/>
          </ac:spMkLst>
        </pc:spChg>
      </pc:sldChg>
      <pc:sldChg chg="new del">
        <pc:chgData name="Dr Gaurav Sushant" userId="ea0695df9e5e2b13" providerId="LiveId" clId="{394663E2-8045-4E09-95CF-74FF25D5BBF9}" dt="2025-03-07T08:33:48.298" v="3" actId="680"/>
        <pc:sldMkLst>
          <pc:docMk/>
          <pc:sldMk cId="336965913" sldId="380"/>
        </pc:sldMkLst>
      </pc:sldChg>
      <pc:sldChg chg="new del">
        <pc:chgData name="Dr Gaurav Sushant" userId="ea0695df9e5e2b13" providerId="LiveId" clId="{394663E2-8045-4E09-95CF-74FF25D5BBF9}" dt="2025-03-07T08:33:45.031" v="1" actId="680"/>
        <pc:sldMkLst>
          <pc:docMk/>
          <pc:sldMk cId="2008132825" sldId="3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3/7/2025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3/7/2025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1382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3/7/2025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2274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3/7/2025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63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3/7/2025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2227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792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3/7/2025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8742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3/7/2025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073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97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3/7/2025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7234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3/7/2025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661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3/7/2025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556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3/7/2025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918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s-ES" sz="4000" dirty="0"/>
              <a:t>La rutina diaria</a:t>
            </a:r>
            <a:endParaRPr lang="en-I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24AF3C-2CC1-D1BF-716F-F830439F8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 err="1"/>
              <a:t>Estudiar</a:t>
            </a:r>
            <a:r>
              <a:rPr lang="en-US" sz="3000" dirty="0"/>
              <a:t> – to study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C6EC26-DA5D-A621-252A-3948C7E4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10439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-AR ending regular verb conjugation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557D6C-923E-2839-A56E-756DC7EF1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281539"/>
              </p:ext>
            </p:extLst>
          </p:nvPr>
        </p:nvGraphicFramePr>
        <p:xfrm>
          <a:off x="1842503" y="2377440"/>
          <a:ext cx="8506994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9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	                  </a:t>
                      </a:r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estudio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     estudiamos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                   estudias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	      estudiáis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/Ella/</a:t>
                      </a:r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     </a:t>
                      </a:r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estudia</a:t>
                      </a:r>
                      <a:endParaRPr lang="es-ES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Noun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Ellas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30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</a:t>
                      </a:r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estudian</a:t>
                      </a:r>
                      <a:endParaRPr lang="en-US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b="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Ustedes</a:t>
                      </a:r>
                      <a:r>
                        <a:rPr lang="en-US" sz="30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/Nouns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688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4F089E-0053-187A-EC17-059CC756A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Comer – to eat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8A0FE7-1248-2113-0CD2-5D8CDF98A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10287000" cy="990600"/>
          </a:xfrm>
        </p:spPr>
        <p:txBody>
          <a:bodyPr>
            <a:normAutofit/>
          </a:bodyPr>
          <a:lstStyle/>
          <a:p>
            <a:r>
              <a:rPr lang="en-US" sz="4000" dirty="0"/>
              <a:t>-ER ending regular verb conjugation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D99EA2-3DCB-3C08-B3C6-D803391D05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22840"/>
              </p:ext>
            </p:extLst>
          </p:nvPr>
        </p:nvGraphicFramePr>
        <p:xfrm>
          <a:off x="1842503" y="2377440"/>
          <a:ext cx="8506994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9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	                     </a:t>
                      </a:r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como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        comemos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                      comes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	         coméis 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/Ella/</a:t>
                      </a:r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        come</a:t>
                      </a:r>
                      <a:endParaRPr lang="es-ES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Noun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Ellas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30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</a:t>
                      </a:r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comen</a:t>
                      </a:r>
                      <a:endParaRPr lang="en-US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b="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Ustedes</a:t>
                      </a:r>
                      <a:r>
                        <a:rPr lang="en-US" sz="30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/Nouns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64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47602A-D0BF-92B1-9763-993B3B7D4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 err="1"/>
              <a:t>Escribir</a:t>
            </a:r>
            <a:r>
              <a:rPr lang="en-US" sz="3000" dirty="0"/>
              <a:t> – to write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A5F46E-9881-1A19-DDE7-C718E73EC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4638"/>
            <a:ext cx="99822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-IR ending regular verb conjugation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67236E-1BB7-CB43-CB3B-4D3E3410B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327102"/>
              </p:ext>
            </p:extLst>
          </p:nvPr>
        </p:nvGraphicFramePr>
        <p:xfrm>
          <a:off x="1842503" y="2377440"/>
          <a:ext cx="8506994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9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	                  escribe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      escribimos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                   escribes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	        escribís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/Ella/</a:t>
                      </a:r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     escribe</a:t>
                      </a:r>
                      <a:endParaRPr lang="es-ES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Noun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Ellas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30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</a:t>
                      </a:r>
                      <a:r>
                        <a:rPr lang="en-US" sz="30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escriben</a:t>
                      </a:r>
                      <a:endParaRPr lang="en-US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b="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Ustedes</a:t>
                      </a:r>
                      <a:r>
                        <a:rPr lang="en-US" sz="30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/Nouns</a:t>
                      </a:r>
                      <a:r>
                        <a:rPr lang="en-US" sz="30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endParaRPr lang="en-IN" sz="30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766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AD924C-54EE-B9F9-259D-A9DE91EC2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28600"/>
            <a:ext cx="11506200" cy="6324600"/>
          </a:xfrm>
        </p:spPr>
        <p:txBody>
          <a:bodyPr/>
          <a:lstStyle/>
          <a:p>
            <a:endParaRPr lang="en-US" sz="3000" dirty="0"/>
          </a:p>
          <a:p>
            <a:endParaRPr lang="en-US" sz="3000" dirty="0"/>
          </a:p>
          <a:p>
            <a:r>
              <a:rPr lang="en-US" sz="3000" dirty="0"/>
              <a:t>Conjugation of the reflexive verb </a:t>
            </a:r>
            <a:r>
              <a:rPr lang="en-US" sz="3000" b="1" dirty="0"/>
              <a:t>“Ba</a:t>
            </a:r>
            <a:r>
              <a:rPr lang="es-ES" sz="3000" b="1" dirty="0" err="1"/>
              <a:t>ñarse</a:t>
            </a:r>
            <a:r>
              <a:rPr lang="en-US" sz="3000" b="1" dirty="0"/>
              <a:t>”</a:t>
            </a:r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353689-616E-840A-7844-2D2016A9C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465912"/>
              </p:ext>
            </p:extLst>
          </p:nvPr>
        </p:nvGraphicFramePr>
        <p:xfrm>
          <a:off x="1804403" y="2438400"/>
          <a:ext cx="8506994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3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3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	                 me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</a:t>
                      </a:r>
                      <a:r>
                        <a:rPr lang="es-E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ño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     nos bañamos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	                  te bañas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	       os bañáis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/Ella/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      se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</a:t>
                      </a:r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ña</a:t>
                      </a:r>
                    </a:p>
                    <a:p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Noun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28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</a:t>
                      </a:r>
                      <a:r>
                        <a:rPr lang="en-U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</a:t>
                      </a:r>
                      <a:r>
                        <a:rPr lang="es-ES" sz="28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ñan</a:t>
                      </a:r>
                      <a:endParaRPr lang="en-US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Ustedes</a:t>
                      </a:r>
                      <a:r>
                        <a:rPr lang="en-US" sz="2800" b="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/Nouns</a:t>
                      </a:r>
                      <a:r>
                        <a:rPr lang="en-US" sz="2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  <a:endParaRPr lang="en-IN" sz="28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33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14EC52-E9E0-C425-F2F4-517712F08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50900"/>
            <a:ext cx="9829800" cy="5702300"/>
          </a:xfrm>
        </p:spPr>
        <p:txBody>
          <a:bodyPr/>
          <a:lstStyle/>
          <a:p>
            <a:r>
              <a:rPr lang="en-US" sz="3000" dirty="0" err="1"/>
              <a:t>Afeitarse</a:t>
            </a:r>
            <a:r>
              <a:rPr lang="en-US" sz="3000" dirty="0"/>
              <a:t> 			to shave oneself </a:t>
            </a:r>
          </a:p>
          <a:p>
            <a:r>
              <a:rPr lang="en-US" sz="3000" dirty="0" err="1"/>
              <a:t>Bañarse</a:t>
            </a:r>
            <a:r>
              <a:rPr lang="en-US" sz="3000" dirty="0"/>
              <a:t> 			to bathe oneself </a:t>
            </a:r>
          </a:p>
          <a:p>
            <a:r>
              <a:rPr lang="en-US" sz="3000" dirty="0" err="1"/>
              <a:t>Cepillarse</a:t>
            </a:r>
            <a:r>
              <a:rPr lang="en-US" sz="3000" dirty="0"/>
              <a:t> 			to brush oneself</a:t>
            </a:r>
          </a:p>
          <a:p>
            <a:r>
              <a:rPr lang="en-US" sz="3000" dirty="0" err="1"/>
              <a:t>Ducharse</a:t>
            </a:r>
            <a:r>
              <a:rPr lang="en-US" sz="3000" dirty="0"/>
              <a:t> 			to take a shower </a:t>
            </a:r>
          </a:p>
          <a:p>
            <a:r>
              <a:rPr lang="en-US" sz="3000" dirty="0" err="1"/>
              <a:t>Lavarse</a:t>
            </a:r>
            <a:r>
              <a:rPr lang="en-US" sz="3000" dirty="0"/>
              <a:t> 				to wash oneself </a:t>
            </a:r>
          </a:p>
          <a:p>
            <a:r>
              <a:rPr lang="en-US" sz="3000" dirty="0" err="1"/>
              <a:t>Levantarse</a:t>
            </a:r>
            <a:r>
              <a:rPr lang="en-US" sz="3000" dirty="0"/>
              <a:t> 			to stand up; get up</a:t>
            </a:r>
          </a:p>
          <a:p>
            <a:r>
              <a:rPr lang="en-US" sz="3000" dirty="0" err="1"/>
              <a:t>Peinarse</a:t>
            </a:r>
            <a:r>
              <a:rPr lang="en-US" sz="3000" dirty="0"/>
              <a:t> 			to comb one’s hair </a:t>
            </a:r>
          </a:p>
          <a:p>
            <a:r>
              <a:rPr lang="en-US" sz="3000" dirty="0" err="1"/>
              <a:t>Quitarse</a:t>
            </a:r>
            <a:r>
              <a:rPr lang="en-US" sz="3000" dirty="0"/>
              <a:t>				to take off, remove (clothing) </a:t>
            </a:r>
          </a:p>
          <a:p>
            <a:r>
              <a:rPr lang="en-US" sz="3000" dirty="0" err="1"/>
              <a:t>Secarse</a:t>
            </a:r>
            <a:r>
              <a:rPr lang="en-US" sz="3000" dirty="0"/>
              <a:t>				to dry oneself    </a:t>
            </a:r>
          </a:p>
          <a:p>
            <a:r>
              <a:rPr lang="en-US" sz="3000" dirty="0" err="1"/>
              <a:t>Maquillarse</a:t>
            </a:r>
            <a:r>
              <a:rPr lang="en-US" sz="3000" dirty="0"/>
              <a:t>			to make up oneself</a:t>
            </a:r>
          </a:p>
          <a:p>
            <a:endParaRPr lang="es-E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AA3486-9599-0E6A-41B3-C7DD66F6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709"/>
            <a:ext cx="10591800" cy="850900"/>
          </a:xfrm>
        </p:spPr>
        <p:txBody>
          <a:bodyPr>
            <a:normAutofit/>
          </a:bodyPr>
          <a:lstStyle/>
          <a:p>
            <a:r>
              <a:rPr lang="es-ES" sz="4000" dirty="0" err="1"/>
              <a:t>Verbs</a:t>
            </a:r>
            <a:r>
              <a:rPr lang="es-ES" sz="4000" dirty="0"/>
              <a:t> </a:t>
            </a:r>
            <a:r>
              <a:rPr lang="es-ES" sz="4000" dirty="0" err="1"/>
              <a:t>list</a:t>
            </a:r>
            <a:r>
              <a:rPr lang="es-ES" sz="4000" dirty="0"/>
              <a:t> </a:t>
            </a:r>
            <a:r>
              <a:rPr lang="es-ES" sz="4000" dirty="0" err="1"/>
              <a:t>for</a:t>
            </a:r>
            <a:r>
              <a:rPr lang="es-ES" sz="4000" dirty="0"/>
              <a:t> </a:t>
            </a:r>
            <a:r>
              <a:rPr lang="es-ES" sz="4000" dirty="0" err="1"/>
              <a:t>writing</a:t>
            </a:r>
            <a:r>
              <a:rPr lang="es-ES" sz="4000" dirty="0"/>
              <a:t> La rutina diaria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72475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2C46A1-AF27-F316-16FC-FDD8EF459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50900"/>
            <a:ext cx="10972800" cy="5156200"/>
          </a:xfrm>
        </p:spPr>
        <p:txBody>
          <a:bodyPr/>
          <a:lstStyle/>
          <a:p>
            <a:r>
              <a:rPr lang="es-ES" sz="3000" dirty="0"/>
              <a:t>Comer 				–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eat</a:t>
            </a:r>
            <a:endParaRPr lang="es-ES" sz="3000" dirty="0"/>
          </a:p>
          <a:p>
            <a:r>
              <a:rPr lang="es-ES" sz="3000" dirty="0"/>
              <a:t>Estudiar 			–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study</a:t>
            </a:r>
            <a:endParaRPr lang="es-ES" sz="3000" dirty="0"/>
          </a:p>
          <a:p>
            <a:r>
              <a:rPr lang="es-ES" sz="3000" dirty="0"/>
              <a:t>Terminar 			–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finish</a:t>
            </a:r>
            <a:endParaRPr lang="es-ES" sz="3000" dirty="0"/>
          </a:p>
          <a:p>
            <a:r>
              <a:rPr lang="en-US" sz="3000" dirty="0" err="1"/>
              <a:t>Desayunar</a:t>
            </a:r>
            <a:r>
              <a:rPr lang="en-US" sz="3000" dirty="0"/>
              <a:t> 			– to eat breakfast </a:t>
            </a:r>
          </a:p>
          <a:p>
            <a:r>
              <a:rPr lang="en-US" sz="3000" dirty="0"/>
              <a:t>Almuerzo 			– Lunch (Noun)</a:t>
            </a:r>
          </a:p>
          <a:p>
            <a:r>
              <a:rPr lang="en-US" sz="3000" dirty="0" err="1"/>
              <a:t>Cenar</a:t>
            </a:r>
            <a:r>
              <a:rPr lang="en-US" sz="3000" dirty="0"/>
              <a:t> 				– to eat dinner </a:t>
            </a:r>
          </a:p>
          <a:p>
            <a:r>
              <a:rPr lang="en-US" sz="3000" dirty="0" err="1"/>
              <a:t>Tarea</a:t>
            </a:r>
            <a:r>
              <a:rPr lang="en-US" sz="3000" dirty="0"/>
              <a:t> 				– assignment/ homework</a:t>
            </a:r>
          </a:p>
          <a:p>
            <a:r>
              <a:rPr lang="en-US" sz="3000" dirty="0"/>
              <a:t>Leer 				</a:t>
            </a:r>
            <a:r>
              <a:rPr lang="es-ES" sz="3000" dirty="0"/>
              <a:t>–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read</a:t>
            </a:r>
            <a:r>
              <a:rPr lang="es-ES" sz="3000" dirty="0"/>
              <a:t> </a:t>
            </a:r>
          </a:p>
          <a:p>
            <a:r>
              <a:rPr lang="es-ES" sz="3000" dirty="0"/>
              <a:t>Ver 				–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watch</a:t>
            </a:r>
            <a:r>
              <a:rPr lang="es-ES" sz="3000" dirty="0"/>
              <a:t> </a:t>
            </a:r>
          </a:p>
          <a:p>
            <a:r>
              <a:rPr lang="es-ES" sz="3000" dirty="0"/>
              <a:t>Descansar 			– </a:t>
            </a:r>
            <a:r>
              <a:rPr lang="es-ES" sz="3000" dirty="0" err="1"/>
              <a:t>to</a:t>
            </a:r>
            <a:r>
              <a:rPr lang="es-ES" sz="3000" dirty="0"/>
              <a:t> </a:t>
            </a:r>
            <a:r>
              <a:rPr lang="es-ES" sz="3000" dirty="0" err="1"/>
              <a:t>take</a:t>
            </a:r>
            <a:r>
              <a:rPr lang="es-ES" sz="3000" dirty="0"/>
              <a:t> </a:t>
            </a:r>
            <a:r>
              <a:rPr lang="es-ES" sz="3000" dirty="0" err="1"/>
              <a:t>rest</a:t>
            </a:r>
            <a:r>
              <a:rPr lang="es-ES" sz="3000" dirty="0"/>
              <a:t> </a:t>
            </a:r>
          </a:p>
          <a:p>
            <a:r>
              <a:rPr lang="es-ES" sz="3000" dirty="0"/>
              <a:t>Correr 				– </a:t>
            </a:r>
            <a:r>
              <a:rPr lang="es-ES" sz="3000" dirty="0" err="1"/>
              <a:t>to</a:t>
            </a:r>
            <a:r>
              <a:rPr lang="es-ES" sz="3000" dirty="0"/>
              <a:t> run 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88DDEC-D3D8-8340-8809-9DF775F3D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6200"/>
            <a:ext cx="10439400" cy="774700"/>
          </a:xfrm>
        </p:spPr>
        <p:txBody>
          <a:bodyPr>
            <a:normAutofit fontScale="90000"/>
          </a:bodyPr>
          <a:lstStyle/>
          <a:p>
            <a:r>
              <a:rPr lang="en-US" dirty="0"/>
              <a:t>Verbs list for writing La </a:t>
            </a:r>
            <a:r>
              <a:rPr lang="en-US" dirty="0" err="1"/>
              <a:t>rutina</a:t>
            </a:r>
            <a:r>
              <a:rPr lang="en-US" dirty="0"/>
              <a:t> </a:t>
            </a:r>
            <a:r>
              <a:rPr lang="en-US" dirty="0" err="1"/>
              <a:t>diaria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985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6B0127-8AA0-90DA-4DF2-00F3936ED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90600"/>
            <a:ext cx="11887200" cy="5562600"/>
          </a:xfrm>
        </p:spPr>
        <p:txBody>
          <a:bodyPr/>
          <a:lstStyle/>
          <a:p>
            <a:r>
              <a:rPr lang="es-ES" sz="3000" dirty="0"/>
              <a:t>Yo me levanto a las siete de la mañana. </a:t>
            </a:r>
          </a:p>
          <a:p>
            <a:r>
              <a:rPr lang="es-ES" sz="3000" dirty="0"/>
              <a:t>Después, yo me cepillo los dientes. </a:t>
            </a:r>
          </a:p>
          <a:p>
            <a:r>
              <a:rPr lang="es-ES" sz="3000" dirty="0"/>
              <a:t>Yo me afeito todos los domingos.   </a:t>
            </a:r>
          </a:p>
          <a:p>
            <a:r>
              <a:rPr lang="es-ES" sz="3000" dirty="0"/>
              <a:t>A las ocho de la mañana, yo me baño cada día. </a:t>
            </a:r>
          </a:p>
          <a:p>
            <a:r>
              <a:rPr lang="es-ES" sz="3000" dirty="0"/>
              <a:t>Yo me lavo el pelo con champoo tres veces a la semana.  </a:t>
            </a:r>
          </a:p>
          <a:p>
            <a:r>
              <a:rPr lang="es-ES" sz="3000" dirty="0"/>
              <a:t>Después de bañarme, yo me seco el pelo y el cuerpo. </a:t>
            </a:r>
          </a:p>
          <a:p>
            <a:r>
              <a:rPr lang="es-ES" sz="3000" dirty="0"/>
              <a:t>También yo me peino el pelo.  </a:t>
            </a:r>
          </a:p>
          <a:p>
            <a:r>
              <a:rPr lang="es-ES" sz="3000" dirty="0"/>
              <a:t>Entonces, yo como el desayuno a las ocho y media de la mañana.  </a:t>
            </a:r>
          </a:p>
          <a:p>
            <a:r>
              <a:rPr lang="es-ES" sz="3000" dirty="0"/>
              <a:t>Yo estudio en las clases desde las nueve de la mañana. </a:t>
            </a:r>
          </a:p>
          <a:p>
            <a:pPr marL="109220" indent="0">
              <a:buNone/>
            </a:pP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BA8F34-203E-E3E0-4F13-D96EB2689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10972800" cy="838200"/>
          </a:xfrm>
        </p:spPr>
        <p:txBody>
          <a:bodyPr>
            <a:normAutofit/>
          </a:bodyPr>
          <a:lstStyle/>
          <a:p>
            <a:r>
              <a:rPr lang="es-ES" sz="4000" dirty="0"/>
              <a:t>La Rutina Diaria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35614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6B0127-8AA0-90DA-4DF2-00F3936ED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90600"/>
            <a:ext cx="11887200" cy="5562600"/>
          </a:xfrm>
        </p:spPr>
        <p:txBody>
          <a:bodyPr/>
          <a:lstStyle/>
          <a:p>
            <a:r>
              <a:rPr lang="es-ES" sz="3000" dirty="0"/>
              <a:t>Yo como el almuerzo a la una de la tarde. </a:t>
            </a:r>
          </a:p>
          <a:p>
            <a:r>
              <a:rPr lang="es-ES" sz="3000" dirty="0"/>
              <a:t>Luego, yo descanso un poco.  </a:t>
            </a:r>
          </a:p>
          <a:p>
            <a:r>
              <a:rPr lang="es-ES" sz="3000" dirty="0"/>
              <a:t>Desde las tres de la tarde hasta las cinco de la tarde, yo tengo clases otra vez. </a:t>
            </a:r>
          </a:p>
          <a:p>
            <a:r>
              <a:rPr lang="es-ES" sz="3000" dirty="0"/>
              <a:t>Normalmente, yo termino mis tareas después de la clase. </a:t>
            </a:r>
          </a:p>
          <a:p>
            <a:r>
              <a:rPr lang="es-ES" sz="3000" dirty="0"/>
              <a:t>Me gusta leer libros por eso yo leo las novelas por la tarde. </a:t>
            </a:r>
          </a:p>
          <a:p>
            <a:r>
              <a:rPr lang="es-ES" sz="3000" dirty="0"/>
              <a:t>Yo ceno a las nueve de la noche. </a:t>
            </a:r>
          </a:p>
          <a:p>
            <a:r>
              <a:rPr lang="es-ES" sz="3000" dirty="0"/>
              <a:t>Luego, yo me acuesto a las diez de la noche. </a:t>
            </a:r>
          </a:p>
          <a:p>
            <a:pPr marL="109220" indent="0">
              <a:buNone/>
            </a:pP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BA8F34-203E-E3E0-4F13-D96EB2689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10972800" cy="838200"/>
          </a:xfrm>
        </p:spPr>
        <p:txBody>
          <a:bodyPr>
            <a:normAutofit/>
          </a:bodyPr>
          <a:lstStyle/>
          <a:p>
            <a:r>
              <a:rPr lang="es-ES" sz="4000" dirty="0"/>
              <a:t>La Rutina Diaria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7390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411FC0-F049-0CC0-3346-25154EC18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 err="1"/>
              <a:t>Revision</a:t>
            </a:r>
            <a:r>
              <a:rPr lang="es-ES" sz="3000" dirty="0"/>
              <a:t> </a:t>
            </a:r>
            <a:r>
              <a:rPr lang="es-ES" sz="3000" dirty="0" err="1"/>
              <a:t>of</a:t>
            </a:r>
            <a:r>
              <a:rPr lang="es-ES" sz="3000" dirty="0"/>
              <a:t> –AR </a:t>
            </a:r>
            <a:r>
              <a:rPr lang="es-ES" sz="3000" dirty="0" err="1"/>
              <a:t>ending</a:t>
            </a:r>
            <a:r>
              <a:rPr lang="es-ES" sz="3000" dirty="0"/>
              <a:t> regular </a:t>
            </a:r>
            <a:r>
              <a:rPr lang="es-ES" sz="3000" dirty="0" err="1"/>
              <a:t>verb</a:t>
            </a:r>
            <a:r>
              <a:rPr lang="es-ES" sz="3000" dirty="0"/>
              <a:t> </a:t>
            </a:r>
            <a:r>
              <a:rPr lang="es-ES" sz="3000" dirty="0" err="1"/>
              <a:t>conjugation</a:t>
            </a:r>
            <a:r>
              <a:rPr lang="es-ES" sz="3000" dirty="0"/>
              <a:t>. </a:t>
            </a:r>
          </a:p>
          <a:p>
            <a:r>
              <a:rPr lang="en-US" sz="3000" dirty="0"/>
              <a:t>Revision of –ER ending regular verb conjugation. </a:t>
            </a:r>
          </a:p>
          <a:p>
            <a:r>
              <a:rPr lang="es-ES" sz="3000" dirty="0" err="1"/>
              <a:t>Revision</a:t>
            </a:r>
            <a:r>
              <a:rPr lang="es-ES" sz="3000" dirty="0"/>
              <a:t> </a:t>
            </a:r>
            <a:r>
              <a:rPr lang="es-ES" sz="3000" dirty="0" err="1"/>
              <a:t>of</a:t>
            </a:r>
            <a:r>
              <a:rPr lang="es-ES" sz="3000" dirty="0"/>
              <a:t> –IR </a:t>
            </a:r>
            <a:r>
              <a:rPr lang="es-ES" sz="3000" dirty="0" err="1"/>
              <a:t>ending</a:t>
            </a:r>
            <a:r>
              <a:rPr lang="es-ES" sz="3000" dirty="0"/>
              <a:t> regular </a:t>
            </a:r>
            <a:r>
              <a:rPr lang="es-ES" sz="3000" dirty="0" err="1"/>
              <a:t>verb</a:t>
            </a:r>
            <a:r>
              <a:rPr lang="es-ES" sz="3000" dirty="0"/>
              <a:t> </a:t>
            </a:r>
            <a:r>
              <a:rPr lang="es-ES" sz="3000" dirty="0" err="1"/>
              <a:t>conjugation</a:t>
            </a:r>
            <a:r>
              <a:rPr lang="es-ES" sz="3000" dirty="0"/>
              <a:t>. </a:t>
            </a:r>
          </a:p>
          <a:p>
            <a:r>
              <a:rPr lang="es-ES" sz="3000" dirty="0" err="1"/>
              <a:t>Revision</a:t>
            </a:r>
            <a:r>
              <a:rPr lang="es-ES" sz="3000" dirty="0"/>
              <a:t> </a:t>
            </a:r>
            <a:r>
              <a:rPr lang="es-ES" sz="3000" dirty="0" err="1"/>
              <a:t>of</a:t>
            </a:r>
            <a:r>
              <a:rPr lang="es-ES" sz="3000" dirty="0"/>
              <a:t> los verbos reflexivos </a:t>
            </a:r>
            <a:r>
              <a:rPr lang="es-ES" sz="3000" dirty="0" err="1"/>
              <a:t>conjugation</a:t>
            </a:r>
            <a:r>
              <a:rPr lang="es-ES" sz="3000" dirty="0"/>
              <a:t>. </a:t>
            </a:r>
          </a:p>
          <a:p>
            <a:r>
              <a:rPr lang="es-ES" sz="3000" dirty="0" err="1"/>
              <a:t>List</a:t>
            </a:r>
            <a:r>
              <a:rPr lang="es-ES" sz="3000" dirty="0"/>
              <a:t> </a:t>
            </a:r>
            <a:r>
              <a:rPr lang="es-ES" sz="3000" dirty="0" err="1"/>
              <a:t>of</a:t>
            </a:r>
            <a:r>
              <a:rPr lang="es-ES" sz="3000" dirty="0"/>
              <a:t> </a:t>
            </a:r>
            <a:r>
              <a:rPr lang="es-ES" sz="3000" dirty="0" err="1"/>
              <a:t>vocabularies</a:t>
            </a:r>
            <a:r>
              <a:rPr lang="es-ES" sz="3000" dirty="0"/>
              <a:t> </a:t>
            </a:r>
            <a:r>
              <a:rPr lang="es-ES" sz="3000" dirty="0" err="1"/>
              <a:t>for</a:t>
            </a:r>
            <a:r>
              <a:rPr lang="es-ES" sz="3000" dirty="0"/>
              <a:t> </a:t>
            </a:r>
            <a:r>
              <a:rPr lang="es-ES" sz="3000" dirty="0" err="1"/>
              <a:t>writing</a:t>
            </a:r>
            <a:r>
              <a:rPr lang="es-ES" sz="3000" dirty="0"/>
              <a:t> la rutina diaria.</a:t>
            </a:r>
          </a:p>
          <a:p>
            <a:r>
              <a:rPr lang="es-ES" sz="3000" dirty="0" err="1"/>
              <a:t>Paragraph</a:t>
            </a:r>
            <a:r>
              <a:rPr lang="es-ES" sz="3000" dirty="0"/>
              <a:t> </a:t>
            </a:r>
            <a:r>
              <a:rPr lang="es-ES" sz="3000" dirty="0" err="1"/>
              <a:t>on</a:t>
            </a:r>
            <a:r>
              <a:rPr lang="es-ES" sz="3000" dirty="0"/>
              <a:t> </a:t>
            </a:r>
            <a:r>
              <a:rPr lang="es-ES" sz="3000" dirty="0" err="1"/>
              <a:t>writing</a:t>
            </a:r>
            <a:r>
              <a:rPr lang="es-ES" sz="3000" dirty="0"/>
              <a:t> la rutina diaria. 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1328B9-1986-9561-EF8A-8D95E4D6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Summary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2131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1502</TotalTime>
  <Words>594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1_Concourse</vt:lpstr>
      <vt:lpstr>La rutina diaria</vt:lpstr>
      <vt:lpstr>-AR ending regular verb conjugation</vt:lpstr>
      <vt:lpstr>-ER ending regular verb conjugation</vt:lpstr>
      <vt:lpstr>-IR ending regular verb conjugation</vt:lpstr>
      <vt:lpstr>PowerPoint Presentation</vt:lpstr>
      <vt:lpstr>Verbs list for writing La rutina diaria</vt:lpstr>
      <vt:lpstr>Verbs list for writing La rutina diaria</vt:lpstr>
      <vt:lpstr>La Rutina Diaria </vt:lpstr>
      <vt:lpstr>La Rutina Diaria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Gupta;Dr Gaurav Sushant</dc:creator>
  <cp:lastModifiedBy>Gaurav sushant</cp:lastModifiedBy>
  <cp:revision>192</cp:revision>
  <dcterms:created xsi:type="dcterms:W3CDTF">2007-10-19T05:42:00Z</dcterms:created>
  <dcterms:modified xsi:type="dcterms:W3CDTF">2025-03-07T10:41:42Z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02B0F00B93D947549FFEC1F253E6403C_12</vt:lpwstr>
  </property>
  <property fmtid="{D5CDD505-2E9C-101B-9397-08002B2CF9AE}" pid="3" name="KSOProductBuildVer">
    <vt:lpwstr>1033-12.2.0.13472</vt:lpwstr>
  </property>
</Properties>
</file>