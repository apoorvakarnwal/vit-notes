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04" r:id="rId2"/>
    <p:sldId id="388" r:id="rId3"/>
    <p:sldId id="375" r:id="rId4"/>
    <p:sldId id="376" r:id="rId5"/>
    <p:sldId id="377" r:id="rId6"/>
    <p:sldId id="378" r:id="rId7"/>
    <p:sldId id="379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02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E685E-EB84-4F9E-8B6D-FA1DABFF9822}" v="19" dt="2024-09-24T08:52:34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howGuides="1">
      <p:cViewPr varScale="1">
        <p:scale>
          <a:sx n="78" d="100"/>
          <a:sy n="78" d="100"/>
        </p:scale>
        <p:origin x="432" y="7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add del modAnim">
        <pc:chgData name="shilpi gupta" userId="5ce4f23861899b28" providerId="LiveId" clId="{BDE5A095-82B3-4DE9-97A0-E6E8282F80E4}" dt="2024-06-26T17:39:22.317" v="1265" actId="20577"/>
        <pc:sldMkLst>
          <pc:docMk/>
          <pc:sldMk cId="0" sldId="302"/>
        </pc:sldMkLst>
        <pc:spChg chg="mod">
          <ac:chgData name="shilpi gupta" userId="5ce4f23861899b28" providerId="LiveId" clId="{BDE5A095-82B3-4DE9-97A0-E6E8282F80E4}" dt="2024-06-26T17:39:22.317" v="1265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  <pc:spChg chg="mod">
          <ac:chgData name="shilpi gupta" userId="5ce4f23861899b28" providerId="LiveId" clId="{BDE5A095-82B3-4DE9-97A0-E6E8282F80E4}" dt="2024-06-26T17:32:51.652" v="121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BDE5A095-82B3-4DE9-97A0-E6E8282F80E4}" dt="2024-06-26T15:35:28.690" v="733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BDE5A095-82B3-4DE9-97A0-E6E8282F80E4}" dt="2024-06-26T15:36:19.508" v="852" actId="20577"/>
        <pc:sldMkLst>
          <pc:docMk/>
          <pc:sldMk cId="0" sldId="304"/>
        </pc:sldMkLst>
        <pc:spChg chg="mod">
          <ac:chgData name="shilpi gupta" userId="5ce4f23861899b28" providerId="LiveId" clId="{BDE5A095-82B3-4DE9-97A0-E6E8282F80E4}" dt="2024-06-26T15:36:19.508" v="852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  <pc:spChg chg="del mod">
          <ac:chgData name="shilpi gupta" userId="5ce4f23861899b28" providerId="LiveId" clId="{BDE5A095-82B3-4DE9-97A0-E6E8282F80E4}" dt="2024-06-26T14:32:58.556" v="42" actId="478"/>
          <ac:spMkLst>
            <pc:docMk/>
            <pc:sldMk cId="1281329723" sldId="352"/>
            <ac:spMk id="2" creationId="{74D287D2-A24C-A15B-52CE-D6CD964F535B}"/>
          </ac:spMkLst>
        </pc:spChg>
        <pc:spChg chg="mod">
          <ac:chgData name="shilpi gupta" userId="5ce4f23861899b28" providerId="LiveId" clId="{BDE5A095-82B3-4DE9-97A0-E6E8282F80E4}" dt="2024-06-26T14:31:44.872" v="34" actId="5793"/>
          <ac:spMkLst>
            <pc:docMk/>
            <pc:sldMk cId="1281329723" sldId="352"/>
            <ac:spMk id="3" creationId="{86B9541D-1343-AD41-9EFB-E361B9F760B3}"/>
          </ac:spMkLst>
        </pc:spChg>
        <pc:spChg chg="add del mod">
          <ac:chgData name="shilpi gupta" userId="5ce4f23861899b28" providerId="LiveId" clId="{BDE5A095-82B3-4DE9-97A0-E6E8282F80E4}" dt="2024-06-26T14:33:03.995" v="43" actId="478"/>
          <ac:spMkLst>
            <pc:docMk/>
            <pc:sldMk cId="1281329723" sldId="352"/>
            <ac:spMk id="5" creationId="{A7EC7711-A2C5-CCCE-65DF-9BF1B2F68E02}"/>
          </ac:spMkLst>
        </pc:spChg>
        <pc:graphicFrameChg chg="add mod modGraphic">
          <ac:chgData name="shilpi gupta" userId="5ce4f23861899b28" providerId="LiveId" clId="{BDE5A095-82B3-4DE9-97A0-E6E8282F80E4}" dt="2024-06-26T14:35:32.866" v="146" actId="20577"/>
          <ac:graphicFrameMkLst>
            <pc:docMk/>
            <pc:sldMk cId="1281329723" sldId="352"/>
            <ac:graphicFrameMk id="4" creationId="{BF4DD936-06E5-8872-9860-DB4E678760D0}"/>
          </ac:graphicFrameMkLst>
        </pc:graphicFrameChg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  <pc:spChg chg="mod">
          <ac:chgData name="shilpi gupta" userId="5ce4f23861899b28" providerId="LiveId" clId="{BDE5A095-82B3-4DE9-97A0-E6E8282F80E4}" dt="2024-06-26T14:36:35.715" v="160" actId="20577"/>
          <ac:spMkLst>
            <pc:docMk/>
            <pc:sldMk cId="1922358814" sldId="353"/>
            <ac:spMk id="2" creationId="{6AFC78A5-E487-7EC7-AB12-D824BB2F81D4}"/>
          </ac:spMkLst>
        </pc:spChg>
        <pc:spChg chg="mod">
          <ac:chgData name="shilpi gupta" userId="5ce4f23861899b28" providerId="LiveId" clId="{BDE5A095-82B3-4DE9-97A0-E6E8282F80E4}" dt="2024-06-26T17:27:50.071" v="1199" actId="20577"/>
          <ac:spMkLst>
            <pc:docMk/>
            <pc:sldMk cId="1922358814" sldId="353"/>
            <ac:spMk id="3" creationId="{B6675CB7-1901-6F05-1405-4D26EAC2BF8A}"/>
          </ac:spMkLst>
        </pc:spChg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  <pc:spChg chg="mod">
          <ac:chgData name="shilpi gupta" userId="5ce4f23861899b28" providerId="LiveId" clId="{BDE5A095-82B3-4DE9-97A0-E6E8282F80E4}" dt="2024-06-26T14:37:44.938" v="190" actId="2711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BDE5A095-82B3-4DE9-97A0-E6E8282F80E4}" dt="2024-06-26T14:37:51.351" v="191" actId="255"/>
          <ac:spMkLst>
            <pc:docMk/>
            <pc:sldMk cId="282132447" sldId="354"/>
            <ac:spMk id="3" creationId="{B2CE57A0-B366-D0EC-BA42-E72673D9B694}"/>
          </ac:spMkLst>
        </pc:spChg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  <pc:spChg chg="del">
          <ac:chgData name="shilpi gupta" userId="5ce4f23861899b28" providerId="LiveId" clId="{BDE5A095-82B3-4DE9-97A0-E6E8282F80E4}" dt="2024-06-26T14:41:41.543" v="222" actId="3680"/>
          <ac:spMkLst>
            <pc:docMk/>
            <pc:sldMk cId="3426757888" sldId="355"/>
            <ac:spMk id="2" creationId="{2CE8AF34-EA1B-81EC-E1B2-F998809BCAD0}"/>
          </ac:spMkLst>
        </pc:spChg>
        <pc:spChg chg="mod">
          <ac:chgData name="shilpi gupta" userId="5ce4f23861899b28" providerId="LiveId" clId="{BDE5A095-82B3-4DE9-97A0-E6E8282F80E4}" dt="2024-06-26T17:27:58.710" v="1201" actId="20577"/>
          <ac:spMkLst>
            <pc:docMk/>
            <pc:sldMk cId="3426757888" sldId="355"/>
            <ac:spMk id="3" creationId="{E74CE7EB-E417-51FE-3BDD-0CF784308CBF}"/>
          </ac:spMkLst>
        </pc:spChg>
        <pc:graphicFrameChg chg="add mod ord modGraphic">
          <ac:chgData name="shilpi gupta" userId="5ce4f23861899b28" providerId="LiveId" clId="{BDE5A095-82B3-4DE9-97A0-E6E8282F80E4}" dt="2024-06-26T14:43:43.320" v="342" actId="255"/>
          <ac:graphicFrameMkLst>
            <pc:docMk/>
            <pc:sldMk cId="3426757888" sldId="355"/>
            <ac:graphicFrameMk id="4" creationId="{33218CE1-B716-0579-6C30-1993CA90829B}"/>
          </ac:graphicFrameMkLst>
        </pc:graphicFrameChg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  <pc:spChg chg="del">
          <ac:chgData name="shilpi gupta" userId="5ce4f23861899b28" providerId="LiveId" clId="{BDE5A095-82B3-4DE9-97A0-E6E8282F80E4}" dt="2024-06-26T15:15:30.751" v="362" actId="478"/>
          <ac:spMkLst>
            <pc:docMk/>
            <pc:sldMk cId="2560031399" sldId="357"/>
            <ac:spMk id="2" creationId="{F042D30C-AB81-91E1-C0F5-B138E0894839}"/>
          </ac:spMkLst>
        </pc:spChg>
        <pc:spChg chg="mod">
          <ac:chgData name="shilpi gupta" userId="5ce4f23861899b28" providerId="LiveId" clId="{BDE5A095-82B3-4DE9-97A0-E6E8282F80E4}" dt="2024-06-26T15:15:11.140" v="361" actId="20577"/>
          <ac:spMkLst>
            <pc:docMk/>
            <pc:sldMk cId="2560031399" sldId="357"/>
            <ac:spMk id="3" creationId="{CB6A51FF-016A-A145-D13A-B2B579599DAE}"/>
          </ac:spMkLst>
        </pc:spChg>
        <pc:graphicFrameChg chg="add mod modGraphic">
          <ac:chgData name="shilpi gupta" userId="5ce4f23861899b28" providerId="LiveId" clId="{BDE5A095-82B3-4DE9-97A0-E6E8282F80E4}" dt="2024-06-26T15:16:07.071" v="407" actId="20577"/>
          <ac:graphicFrameMkLst>
            <pc:docMk/>
            <pc:sldMk cId="2560031399" sldId="357"/>
            <ac:graphicFrameMk id="4" creationId="{1A557055-BE18-FA7B-6F12-29C0D985008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  <pc:spChg chg="del">
          <ac:chgData name="shilpi gupta" userId="5ce4f23861899b28" providerId="LiveId" clId="{BDE5A095-82B3-4DE9-97A0-E6E8282F80E4}" dt="2024-06-26T15:17:26.745" v="426" actId="478"/>
          <ac:spMkLst>
            <pc:docMk/>
            <pc:sldMk cId="766052730" sldId="358"/>
            <ac:spMk id="2" creationId="{64F10AA1-FF43-8EEF-B3B1-5BBDA84527F8}"/>
          </ac:spMkLst>
        </pc:spChg>
        <pc:spChg chg="mod">
          <ac:chgData name="shilpi gupta" userId="5ce4f23861899b28" providerId="LiveId" clId="{BDE5A095-82B3-4DE9-97A0-E6E8282F80E4}" dt="2024-06-26T15:17:02.619" v="425" actId="20577"/>
          <ac:spMkLst>
            <pc:docMk/>
            <pc:sldMk cId="766052730" sldId="358"/>
            <ac:spMk id="3" creationId="{558DD396-3EC3-384A-A98E-173F24A0C79F}"/>
          </ac:spMkLst>
        </pc:spChg>
        <pc:graphicFrameChg chg="add mod modGraphic">
          <ac:chgData name="shilpi gupta" userId="5ce4f23861899b28" providerId="LiveId" clId="{BDE5A095-82B3-4DE9-97A0-E6E8282F80E4}" dt="2024-06-26T15:18:51.971" v="481" actId="20577"/>
          <ac:graphicFrameMkLst>
            <pc:docMk/>
            <pc:sldMk cId="766052730" sldId="358"/>
            <ac:graphicFrameMk id="4" creationId="{48C6F93B-E9FC-C14F-8B59-3CABCA7F2AA1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  <pc:spChg chg="del">
          <ac:chgData name="shilpi gupta" userId="5ce4f23861899b28" providerId="LiveId" clId="{BDE5A095-82B3-4DE9-97A0-E6E8282F80E4}" dt="2024-06-26T15:27:56.995" v="488" actId="478"/>
          <ac:spMkLst>
            <pc:docMk/>
            <pc:sldMk cId="1265315627" sldId="359"/>
            <ac:spMk id="2" creationId="{FBD8BE83-5300-8374-A3BC-FC79C91B0211}"/>
          </ac:spMkLst>
        </pc:spChg>
        <pc:spChg chg="mod">
          <ac:chgData name="shilpi gupta" userId="5ce4f23861899b28" providerId="LiveId" clId="{BDE5A095-82B3-4DE9-97A0-E6E8282F80E4}" dt="2024-06-26T15:28:04.646" v="501" actId="27636"/>
          <ac:spMkLst>
            <pc:docMk/>
            <pc:sldMk cId="1265315627" sldId="359"/>
            <ac:spMk id="3" creationId="{B32B1F40-4CA2-46EE-DD99-C1E705808D2C}"/>
          </ac:spMkLst>
        </pc:spChg>
        <pc:graphicFrameChg chg="add mod modGraphic">
          <ac:chgData name="shilpi gupta" userId="5ce4f23861899b28" providerId="LiveId" clId="{BDE5A095-82B3-4DE9-97A0-E6E8282F80E4}" dt="2024-06-26T15:29:05.364" v="576" actId="6549"/>
          <ac:graphicFrameMkLst>
            <pc:docMk/>
            <pc:sldMk cId="1265315627" sldId="359"/>
            <ac:graphicFrameMk id="4" creationId="{ED9FAE85-6796-E76C-B03E-204499E847C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  <pc:spChg chg="del">
          <ac:chgData name="shilpi gupta" userId="5ce4f23861899b28" providerId="LiveId" clId="{BDE5A095-82B3-4DE9-97A0-E6E8282F80E4}" dt="2024-06-26T15:31:55.703" v="594" actId="478"/>
          <ac:spMkLst>
            <pc:docMk/>
            <pc:sldMk cId="3708495088" sldId="360"/>
            <ac:spMk id="2" creationId="{27B42352-936A-770C-E417-C19FB7C35EC6}"/>
          </ac:spMkLst>
        </pc:spChg>
        <pc:spChg chg="mod">
          <ac:chgData name="shilpi gupta" userId="5ce4f23861899b28" providerId="LiveId" clId="{BDE5A095-82B3-4DE9-97A0-E6E8282F80E4}" dt="2024-06-26T15:31:50.295" v="593" actId="20577"/>
          <ac:spMkLst>
            <pc:docMk/>
            <pc:sldMk cId="3708495088" sldId="360"/>
            <ac:spMk id="3" creationId="{C2E4A613-C46A-5086-5A98-2DBED04C7AA5}"/>
          </ac:spMkLst>
        </pc:spChg>
        <pc:graphicFrameChg chg="add mod modGraphic">
          <ac:chgData name="shilpi gupta" userId="5ce4f23861899b28" providerId="LiveId" clId="{BDE5A095-82B3-4DE9-97A0-E6E8282F80E4}" dt="2024-06-26T15:33:07.871" v="653" actId="20577"/>
          <ac:graphicFrameMkLst>
            <pc:docMk/>
            <pc:sldMk cId="3708495088" sldId="360"/>
            <ac:graphicFrameMk id="4" creationId="{304957F8-EB10-FBC0-7E5F-8E28A3924225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  <pc:spChg chg="del mod">
          <ac:chgData name="shilpi gupta" userId="5ce4f23861899b28" providerId="LiveId" clId="{BDE5A095-82B3-4DE9-97A0-E6E8282F80E4}" dt="2024-06-26T15:34:14.370" v="668" actId="478"/>
          <ac:spMkLst>
            <pc:docMk/>
            <pc:sldMk cId="4054398762" sldId="361"/>
            <ac:spMk id="2" creationId="{C39EE169-12BD-21BE-D32C-7BD7B9DECE04}"/>
          </ac:spMkLst>
        </pc:spChg>
        <pc:spChg chg="mod">
          <ac:chgData name="shilpi gupta" userId="5ce4f23861899b28" providerId="LiveId" clId="{BDE5A095-82B3-4DE9-97A0-E6E8282F80E4}" dt="2024-06-26T15:33:23.792" v="663" actId="20577"/>
          <ac:spMkLst>
            <pc:docMk/>
            <pc:sldMk cId="4054398762" sldId="361"/>
            <ac:spMk id="3" creationId="{ED9AA1F9-CF91-9A43-F71A-41C7D35E7078}"/>
          </ac:spMkLst>
        </pc:spChg>
        <pc:graphicFrameChg chg="add mod modGraphic">
          <ac:chgData name="shilpi gupta" userId="5ce4f23861899b28" providerId="LiveId" clId="{BDE5A095-82B3-4DE9-97A0-E6E8282F80E4}" dt="2024-06-26T15:34:49.397" v="709" actId="20577"/>
          <ac:graphicFrameMkLst>
            <pc:docMk/>
            <pc:sldMk cId="4054398762" sldId="361"/>
            <ac:graphicFrameMk id="4" creationId="{DCFF4DFE-1BBC-4738-4E2C-34390B08C861}"/>
          </ac:graphicFrameMkLst>
        </pc:graphicFrameChg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  <pc:spChg chg="mod">
          <ac:chgData name="shilpi gupta" userId="5ce4f23861899b28" providerId="LiveId" clId="{BDE5A095-82B3-4DE9-97A0-E6E8282F80E4}" dt="2024-06-26T17:21:36.504" v="1145" actId="115"/>
          <ac:spMkLst>
            <pc:docMk/>
            <pc:sldMk cId="3106306440" sldId="362"/>
            <ac:spMk id="2" creationId="{E9BCD28F-7169-2B29-6251-8D18D24CD76B}"/>
          </ac:spMkLst>
        </pc:spChg>
        <pc:spChg chg="mod">
          <ac:chgData name="shilpi gupta" userId="5ce4f23861899b28" providerId="LiveId" clId="{BDE5A095-82B3-4DE9-97A0-E6E8282F80E4}" dt="2024-06-26T15:38:45.538" v="1061" actId="33524"/>
          <ac:spMkLst>
            <pc:docMk/>
            <pc:sldMk cId="3106306440" sldId="362"/>
            <ac:spMk id="3" creationId="{796E310C-66AB-DE8B-F7AD-E2A171F845B1}"/>
          </ac:spMkLst>
        </pc:spChg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  <pc:spChg chg="mod">
          <ac:chgData name="shilpi gupta" userId="5ce4f23861899b28" providerId="LiveId" clId="{BDE5A095-82B3-4DE9-97A0-E6E8282F80E4}" dt="2024-06-26T17:22:17.861" v="1149" actId="20577"/>
          <ac:spMkLst>
            <pc:docMk/>
            <pc:sldMk cId="1130626973" sldId="363"/>
            <ac:spMk id="2" creationId="{D19DB431-C295-5AAC-ACD5-1601BA02919E}"/>
          </ac:spMkLst>
        </pc:spChg>
        <pc:spChg chg="mod">
          <ac:chgData name="shilpi gupta" userId="5ce4f23861899b28" providerId="LiveId" clId="{BDE5A095-82B3-4DE9-97A0-E6E8282F80E4}" dt="2024-06-26T17:21:02.387" v="1104" actId="20577"/>
          <ac:spMkLst>
            <pc:docMk/>
            <pc:sldMk cId="1130626973" sldId="363"/>
            <ac:spMk id="3" creationId="{13180E42-57DA-7C20-A434-1A77171DFEE8}"/>
          </ac:spMkLst>
        </pc:spChg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  <pc:spChg chg="mod">
          <ac:chgData name="shilpi gupta" userId="5ce4f23861899b28" providerId="LiveId" clId="{BDE5A095-82B3-4DE9-97A0-E6E8282F80E4}" dt="2024-06-26T17:27:21.052" v="1197" actId="255"/>
          <ac:spMkLst>
            <pc:docMk/>
            <pc:sldMk cId="1812263512" sldId="364"/>
            <ac:spMk id="2" creationId="{49B39B45-ED2D-B94E-3CC1-F0A2096CBEBB}"/>
          </ac:spMkLst>
        </pc:spChg>
        <pc:spChg chg="mod">
          <ac:chgData name="shilpi gupta" userId="5ce4f23861899b28" providerId="LiveId" clId="{BDE5A095-82B3-4DE9-97A0-E6E8282F80E4}" dt="2024-06-26T17:27:28.270" v="1198" actId="404"/>
          <ac:spMkLst>
            <pc:docMk/>
            <pc:sldMk cId="1812263512" sldId="364"/>
            <ac:spMk id="3" creationId="{B71FEA32-63DE-7815-77DC-A0564B76838C}"/>
          </ac:spMkLst>
        </pc:spChg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  <pc:spChg chg="mod">
          <ac:chgData name="shilpi gupta" userId="5ce4f23861899b28" providerId="LiveId" clId="{BDE5A095-82B3-4DE9-97A0-E6E8282F80E4}" dt="2024-06-26T17:33:49.266" v="1260" actId="20577"/>
          <ac:spMkLst>
            <pc:docMk/>
            <pc:sldMk cId="2523046400" sldId="365"/>
            <ac:spMk id="2" creationId="{15C53C14-9945-D93A-9514-864721071C53}"/>
          </ac:spMkLst>
        </pc:spChg>
        <pc:spChg chg="mod">
          <ac:chgData name="shilpi gupta" userId="5ce4f23861899b28" providerId="LiveId" clId="{BDE5A095-82B3-4DE9-97A0-E6E8282F80E4}" dt="2024-06-26T17:33:35.108" v="1226" actId="20577"/>
          <ac:spMkLst>
            <pc:docMk/>
            <pc:sldMk cId="2523046400" sldId="365"/>
            <ac:spMk id="3" creationId="{05BBA52A-5F83-E748-9AF6-C61BF2698DB6}"/>
          </ac:spMkLst>
        </pc:spChg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  <pc:spChg chg="mod">
          <ac:chgData name="shilpi gupta" userId="5ce4f23861899b28" providerId="LiveId" clId="{7C71A5E1-59A8-4160-A00A-0B38FFE46761}" dt="2024-06-04T10:31:27.026" v="4147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40:02.413" v="306" actId="20577"/>
          <ac:spMkLst>
            <pc:docMk/>
            <pc:sldMk cId="0" sldId="275"/>
            <ac:spMk id="3" creationId="{00000000-0000-0000-0000-000000000000}"/>
          </ac:spMkLst>
        </pc:spChg>
        <pc:picChg chg="add mod">
          <ac:chgData name="shilpi gupta" userId="5ce4f23861899b28" providerId="LiveId" clId="{7C71A5E1-59A8-4160-A00A-0B38FFE46761}" dt="2024-06-04T04:42:03.452" v="369" actId="14100"/>
          <ac:picMkLst>
            <pc:docMk/>
            <pc:sldMk cId="0" sldId="275"/>
            <ac:picMk id="2050" creationId="{0052B5F7-0777-39A9-B784-94FDF7F61B3B}"/>
          </ac:picMkLst>
        </pc:picChg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  <pc:spChg chg="mod">
          <ac:chgData name="shilpi gupta" userId="5ce4f23861899b28" providerId="LiveId" clId="{7C71A5E1-59A8-4160-A00A-0B38FFE46761}" dt="2024-06-04T04:39:51.229" v="300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36:41.033" v="285" actId="20577"/>
          <ac:spMkLst>
            <pc:docMk/>
            <pc:sldMk cId="0" sldId="279"/>
            <ac:spMk id="18434" creationId="{00000000-0000-0000-0000-000000000000}"/>
          </ac:spMkLst>
        </pc:sp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4" creationId="{6D11B0C2-758A-B3F9-E1F9-3F2BB40B6FA7}"/>
          </ac:picMkLst>
        </pc:pic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1026" creationId="{D9056BC3-C037-CF7F-B63C-9587B9ABEA76}"/>
          </ac:picMkLst>
        </pc:picChg>
        <pc:picChg chg="add mod">
          <ac:chgData name="shilpi gupta" userId="5ce4f23861899b28" providerId="LiveId" clId="{7C71A5E1-59A8-4160-A00A-0B38FFE46761}" dt="2024-06-04T04:39:35.706" v="294" actId="14100"/>
          <ac:picMkLst>
            <pc:docMk/>
            <pc:sldMk cId="0" sldId="279"/>
            <ac:picMk id="1028" creationId="{72A41910-6655-810A-231A-55F5E22D2A49}"/>
          </ac:picMkLst>
        </pc:picChg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  <pc:spChg chg="mod">
          <ac:chgData name="shilpi gupta" userId="5ce4f23861899b28" providerId="LiveId" clId="{7C71A5E1-59A8-4160-A00A-0B38FFE46761}" dt="2024-06-04T05:52:54.820" v="3463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  <pc:spChg chg="mod">
          <ac:chgData name="shilpi gupta" userId="5ce4f23861899b28" providerId="LiveId" clId="{7C71A5E1-59A8-4160-A00A-0B38FFE46761}" dt="2024-06-04T05:50:52.986" v="3344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10:39:41.880" v="4504" actId="20577"/>
          <ac:spMkLst>
            <pc:docMk/>
            <pc:sldMk cId="0" sldId="303"/>
            <ac:spMk id="3" creationId="{00000000-0000-0000-0000-000000000000}"/>
          </ac:spMkLst>
        </pc:spChg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  <pc:spChg chg="mod">
          <ac:chgData name="shilpi gupta" userId="5ce4f23861899b28" providerId="LiveId" clId="{7C71A5E1-59A8-4160-A00A-0B38FFE46761}" dt="2024-06-04T10:39:30.712" v="4490" actId="6549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7C71A5E1-59A8-4160-A00A-0B38FFE46761}" dt="2024-06-04T04:32:50.131" v="38" actId="21"/>
          <ac:picMkLst>
            <pc:docMk/>
            <pc:sldMk cId="0" sldId="304"/>
            <ac:picMk id="1026" creationId="{7BA36D8F-A981-D598-3D75-0EE82880BA0F}"/>
          </ac:picMkLst>
        </pc:picChg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  <pc:spChg chg="add del mod ord">
          <ac:chgData name="shilpi gupta" userId="5ce4f23861899b28" providerId="LiveId" clId="{7C71A5E1-59A8-4160-A00A-0B38FFE46761}" dt="2024-06-04T10:30:33.096" v="4098" actId="6549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7C71A5E1-59A8-4160-A00A-0B38FFE46761}" dt="2024-06-04T04:45:37.169" v="561" actId="26606"/>
          <ac:spMkLst>
            <pc:docMk/>
            <pc:sldMk cId="708743409" sldId="307"/>
            <ac:spMk id="3" creationId="{F9EC34FE-9B94-628C-6382-6CFF5BDCD1CC}"/>
          </ac:spMkLst>
        </pc:spChg>
        <pc:spChg chg="add mod">
          <ac:chgData name="shilpi gupta" userId="5ce4f23861899b28" providerId="LiveId" clId="{7C71A5E1-59A8-4160-A00A-0B38FFE46761}" dt="2024-06-04T04:45:27.857" v="558" actId="21"/>
          <ac:spMkLst>
            <pc:docMk/>
            <pc:sldMk cId="708743409" sldId="307"/>
            <ac:spMk id="4" creationId="{763A4B81-E3FB-9F64-91B4-D717F66100E8}"/>
          </ac:spMkLst>
        </pc:spChg>
        <pc:grpChg chg="add del">
          <ac:chgData name="shilpi gupta" userId="5ce4f23861899b28" providerId="LiveId" clId="{7C71A5E1-59A8-4160-A00A-0B38FFE46761}" dt="2024-06-04T04:45:37.169" v="561" actId="26606"/>
          <ac:grpSpMkLst>
            <pc:docMk/>
            <pc:sldMk cId="708743409" sldId="307"/>
            <ac:grpSpMk id="3079" creationId="{3AFCAD34-1AFC-BC1A-F6B2-C34C63912EAB}"/>
          </ac:grpSpMkLst>
        </pc:grpChg>
        <pc:picChg chg="add del mod">
          <ac:chgData name="shilpi gupta" userId="5ce4f23861899b28" providerId="LiveId" clId="{7C71A5E1-59A8-4160-A00A-0B38FFE46761}" dt="2024-06-04T04:45:45.828" v="565" actId="1076"/>
          <ac:picMkLst>
            <pc:docMk/>
            <pc:sldMk cId="708743409" sldId="307"/>
            <ac:picMk id="3074" creationId="{009FD1C1-063C-CEDE-3680-1409F37DE074}"/>
          </ac:picMkLst>
        </pc:picChg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  <pc:spChg chg="mod">
          <ac:chgData name="shilpi gupta" userId="5ce4f23861899b28" providerId="LiveId" clId="{7C71A5E1-59A8-4160-A00A-0B38FFE46761}" dt="2024-06-04T04:56:04.676" v="703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7C71A5E1-59A8-4160-A00A-0B38FFE46761}" dt="2024-06-04T04:54:24.405" v="577" actId="20577"/>
          <ac:spMkLst>
            <pc:docMk/>
            <pc:sldMk cId="87849002" sldId="308"/>
            <ac:spMk id="3" creationId="{FA0D1B9E-E50F-DCCC-43BD-4A11A6569274}"/>
          </ac:spMkLst>
        </pc:spChg>
        <pc:picChg chg="add mod">
          <ac:chgData name="shilpi gupta" userId="5ce4f23861899b28" providerId="LiveId" clId="{7C71A5E1-59A8-4160-A00A-0B38FFE46761}" dt="2024-06-04T06:09:47.375" v="3514" actId="14100"/>
          <ac:picMkLst>
            <pc:docMk/>
            <pc:sldMk cId="87849002" sldId="308"/>
            <ac:picMk id="5122" creationId="{D2B720D4-544D-261C-7D5E-B504933AD782}"/>
          </ac:picMkLst>
        </pc:picChg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  <pc:spChg chg="mod">
          <ac:chgData name="shilpi gupta" userId="5ce4f23861899b28" providerId="LiveId" clId="{7C71A5E1-59A8-4160-A00A-0B38FFE46761}" dt="2024-06-04T04:58:39.575" v="859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7C71A5E1-59A8-4160-A00A-0B38FFE46761}" dt="2024-06-04T04:56:22.246" v="714" actId="20577"/>
          <ac:spMkLst>
            <pc:docMk/>
            <pc:sldMk cId="234866709" sldId="309"/>
            <ac:spMk id="3" creationId="{057F8ED8-3E6E-2556-FA11-4A615E4B6A51}"/>
          </ac:spMkLst>
        </pc:sp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0" creationId="{3CE57C27-F5AB-25F0-D1C1-B48372849DEB}"/>
          </ac:picMkLst>
        </pc:pic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2" creationId="{E9E8D8F7-AD32-7876-C624-34F8CD77A14D}"/>
          </ac:picMkLst>
        </pc:picChg>
        <pc:picChg chg="add mod">
          <ac:chgData name="shilpi gupta" userId="5ce4f23861899b28" providerId="LiveId" clId="{7C71A5E1-59A8-4160-A00A-0B38FFE46761}" dt="2024-06-04T06:15:22.782" v="3602" actId="14100"/>
          <ac:picMkLst>
            <pc:docMk/>
            <pc:sldMk cId="234866709" sldId="309"/>
            <ac:picMk id="7174" creationId="{51D89A67-DD5D-4B08-C38B-E7C73979B539}"/>
          </ac:picMkLst>
        </pc:picChg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  <pc:spChg chg="mod">
          <ac:chgData name="shilpi gupta" userId="5ce4f23861899b28" providerId="LiveId" clId="{7C71A5E1-59A8-4160-A00A-0B38FFE46761}" dt="2024-06-04T05:01:31.888" v="1087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7C71A5E1-59A8-4160-A00A-0B38FFE46761}" dt="2024-06-04T04:59:46.945" v="934" actId="6549"/>
          <ac:spMkLst>
            <pc:docMk/>
            <pc:sldMk cId="1348417969" sldId="310"/>
            <ac:spMk id="3" creationId="{69275696-C9CC-14F6-5A69-F5B777B5235E}"/>
          </ac:spMkLst>
        </pc:spChg>
        <pc:picChg chg="add mod">
          <ac:chgData name="shilpi gupta" userId="5ce4f23861899b28" providerId="LiveId" clId="{7C71A5E1-59A8-4160-A00A-0B38FFE46761}" dt="2024-06-04T06:48:25.129" v="3977" actId="14100"/>
          <ac:picMkLst>
            <pc:docMk/>
            <pc:sldMk cId="1348417969" sldId="310"/>
            <ac:picMk id="14338" creationId="{17B0ACE6-5308-0B99-3CAB-D83972C300C5}"/>
          </ac:picMkLst>
        </pc:picChg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  <pc:spChg chg="mod">
          <ac:chgData name="shilpi gupta" userId="5ce4f23861899b28" providerId="LiveId" clId="{7C71A5E1-59A8-4160-A00A-0B38FFE46761}" dt="2024-06-04T10:34:58.051" v="4369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7C71A5E1-59A8-4160-A00A-0B38FFE46761}" dt="2024-06-04T05:11:30.466" v="1823" actId="20577"/>
          <ac:spMkLst>
            <pc:docMk/>
            <pc:sldMk cId="1901877650" sldId="311"/>
            <ac:spMk id="3" creationId="{16C3B71B-D392-F5C5-EC07-0CBA638B7C26}"/>
          </ac:spMkLst>
        </pc:spChg>
        <pc:picChg chg="add mod">
          <ac:chgData name="shilpi gupta" userId="5ce4f23861899b28" providerId="LiveId" clId="{7C71A5E1-59A8-4160-A00A-0B38FFE46761}" dt="2024-06-04T07:03:33.487" v="4086" actId="1076"/>
          <ac:picMkLst>
            <pc:docMk/>
            <pc:sldMk cId="1901877650" sldId="311"/>
            <ac:picMk id="20482" creationId="{6AC5DF44-3B5C-48AC-41F1-5B446B446D55}"/>
          </ac:picMkLst>
        </pc:picChg>
        <pc:picChg chg="add mod">
          <ac:chgData name="shilpi gupta" userId="5ce4f23861899b28" providerId="LiveId" clId="{7C71A5E1-59A8-4160-A00A-0B38FFE46761}" dt="2024-06-04T07:03:52.682" v="4090" actId="14100"/>
          <ac:picMkLst>
            <pc:docMk/>
            <pc:sldMk cId="1901877650" sldId="311"/>
            <ac:picMk id="20484" creationId="{6AFFF552-2B06-E675-B5B3-C4A6EA0A92B5}"/>
          </ac:picMkLst>
        </pc:picChg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  <pc:spChg chg="mod">
          <ac:chgData name="shilpi gupta" userId="5ce4f23861899b28" providerId="LiveId" clId="{7C71A5E1-59A8-4160-A00A-0B38FFE46761}" dt="2024-06-04T05:26:12.173" v="2643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7C71A5E1-59A8-4160-A00A-0B38FFE46761}" dt="2024-06-04T05:25:44.261" v="262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  <pc:spChg chg="mod">
          <ac:chgData name="shilpi gupta" userId="5ce4f23861899b28" providerId="LiveId" clId="{7C71A5E1-59A8-4160-A00A-0B38FFE46761}" dt="2024-06-04T05:51:34.368" v="3410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7C71A5E1-59A8-4160-A00A-0B38FFE46761}" dt="2024-06-04T05:48:24.170" v="3162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  <pc:spChg chg="mod">
          <ac:chgData name="shilpi gupta" userId="5ce4f23861899b28" providerId="LiveId" clId="{7C71A5E1-59A8-4160-A00A-0B38FFE46761}" dt="2024-06-04T05:51:47.889" v="3422" actId="20577"/>
          <ac:spMkLst>
            <pc:docMk/>
            <pc:sldMk cId="221513343" sldId="322"/>
            <ac:spMk id="2" creationId="{87E62548-71D8-7A8A-7585-969CB13A56AB}"/>
          </ac:spMkLst>
        </pc:spChg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  <pc:spChg chg="mod">
          <ac:chgData name="shilpi gupta" userId="5ce4f23861899b28" providerId="LiveId" clId="{7C71A5E1-59A8-4160-A00A-0B38FFE46761}" dt="2024-06-04T05:25:08.265" v="2588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7C71A5E1-59A8-4160-A00A-0B38FFE46761}" dt="2024-06-04T05:25:31.362" v="2625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  <pc:spChg chg="mod">
          <ac:chgData name="shilpi gupta" userId="5ce4f23861899b28" providerId="LiveId" clId="{7C71A5E1-59A8-4160-A00A-0B38FFE46761}" dt="2024-06-04T06:13:02.815" v="3586" actId="1076"/>
          <ac:spMkLst>
            <pc:docMk/>
            <pc:sldMk cId="1712939539" sldId="333"/>
            <ac:spMk id="2" creationId="{6E36E732-C9CD-2A69-AAF1-82667F5D773F}"/>
          </ac:spMkLst>
        </pc:spChg>
        <pc:spChg chg="mod">
          <ac:chgData name="shilpi gupta" userId="5ce4f23861899b28" providerId="LiveId" clId="{7C71A5E1-59A8-4160-A00A-0B38FFE46761}" dt="2024-06-04T05:02:06.823" v="1100" actId="20577"/>
          <ac:spMkLst>
            <pc:docMk/>
            <pc:sldMk cId="1712939539" sldId="333"/>
            <ac:spMk id="3" creationId="{9B932945-1630-776D-03BA-235A69824254}"/>
          </ac:spMkLst>
        </pc:spChg>
        <pc:picChg chg="add mod">
          <ac:chgData name="shilpi gupta" userId="5ce4f23861899b28" providerId="LiveId" clId="{7C71A5E1-59A8-4160-A00A-0B38FFE46761}" dt="2024-06-04T06:13:10.758" v="3588" actId="14100"/>
          <ac:picMkLst>
            <pc:docMk/>
            <pc:sldMk cId="1712939539" sldId="333"/>
            <ac:picMk id="6146" creationId="{279959C2-72CD-A66F-94D0-973426E6F06B}"/>
          </ac:picMkLst>
        </pc:picChg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  <pc:spChg chg="mod">
          <ac:chgData name="shilpi gupta" userId="5ce4f23861899b28" providerId="LiveId" clId="{7C71A5E1-59A8-4160-A00A-0B38FFE46761}" dt="2024-06-04T06:21:20.550" v="3733" actId="1076"/>
          <ac:spMkLst>
            <pc:docMk/>
            <pc:sldMk cId="4037977067" sldId="334"/>
            <ac:spMk id="2" creationId="{6EAE65DE-A04C-E3F3-8F32-0D880D89ED90}"/>
          </ac:spMkLst>
        </pc:spChg>
        <pc:spChg chg="mod">
          <ac:chgData name="shilpi gupta" userId="5ce4f23861899b28" providerId="LiveId" clId="{7C71A5E1-59A8-4160-A00A-0B38FFE46761}" dt="2024-06-04T05:03:11.728" v="1174" actId="20577"/>
          <ac:spMkLst>
            <pc:docMk/>
            <pc:sldMk cId="4037977067" sldId="334"/>
            <ac:spMk id="3" creationId="{2DE8422E-178A-6004-749A-186EE5DB7831}"/>
          </ac:spMkLst>
        </pc:spChg>
        <pc:picChg chg="add mod">
          <ac:chgData name="shilpi gupta" userId="5ce4f23861899b28" providerId="LiveId" clId="{7C71A5E1-59A8-4160-A00A-0B38FFE46761}" dt="2024-06-04T06:21:28.659" v="3735" actId="14100"/>
          <ac:picMkLst>
            <pc:docMk/>
            <pc:sldMk cId="4037977067" sldId="334"/>
            <ac:picMk id="9218" creationId="{7BE49202-9CD1-D93E-7CDB-89B5B5479156}"/>
          </ac:picMkLst>
        </pc:picChg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  <pc:spChg chg="mod">
          <ac:chgData name="shilpi gupta" userId="5ce4f23861899b28" providerId="LiveId" clId="{7C71A5E1-59A8-4160-A00A-0B38FFE46761}" dt="2024-06-04T06:30:42.580" v="3848" actId="5793"/>
          <ac:spMkLst>
            <pc:docMk/>
            <pc:sldMk cId="606556862" sldId="335"/>
            <ac:spMk id="2" creationId="{B22228E9-F7E0-1577-1C79-8919D7E50B0C}"/>
          </ac:spMkLst>
        </pc:spChg>
        <pc:spChg chg="mod">
          <ac:chgData name="shilpi gupta" userId="5ce4f23861899b28" providerId="LiveId" clId="{7C71A5E1-59A8-4160-A00A-0B38FFE46761}" dt="2024-06-04T05:04:27.599" v="1243" actId="20577"/>
          <ac:spMkLst>
            <pc:docMk/>
            <pc:sldMk cId="606556862" sldId="335"/>
            <ac:spMk id="3" creationId="{570F8C1F-9044-E591-AD15-93476D8FB102}"/>
          </ac:spMkLst>
        </pc:spChg>
        <pc:picChg chg="add mod">
          <ac:chgData name="shilpi gupta" userId="5ce4f23861899b28" providerId="LiveId" clId="{7C71A5E1-59A8-4160-A00A-0B38FFE46761}" dt="2024-06-04T06:27:55.029" v="3784" actId="14100"/>
          <ac:picMkLst>
            <pc:docMk/>
            <pc:sldMk cId="606556862" sldId="335"/>
            <ac:picMk id="11266" creationId="{13988388-A70D-FF7A-E7A3-0138A4640991}"/>
          </ac:picMkLst>
        </pc:picChg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  <pc:spChg chg="mod">
          <ac:chgData name="shilpi gupta" userId="5ce4f23861899b28" providerId="LiveId" clId="{7C71A5E1-59A8-4160-A00A-0B38FFE46761}" dt="2024-06-04T06:33:21.783" v="3910" actId="20577"/>
          <ac:spMkLst>
            <pc:docMk/>
            <pc:sldMk cId="22792181" sldId="336"/>
            <ac:spMk id="2" creationId="{E203108F-378A-83B1-D945-795B00A430E8}"/>
          </ac:spMkLst>
        </pc:spChg>
        <pc:spChg chg="mod">
          <ac:chgData name="shilpi gupta" userId="5ce4f23861899b28" providerId="LiveId" clId="{7C71A5E1-59A8-4160-A00A-0B38FFE46761}" dt="2024-06-04T05:05:06.468" v="1312" actId="20577"/>
          <ac:spMkLst>
            <pc:docMk/>
            <pc:sldMk cId="22792181" sldId="336"/>
            <ac:spMk id="3" creationId="{C81727EA-ADD2-EBFB-5BE9-42E1C3A1F564}"/>
          </ac:spMkLst>
        </pc:spChg>
        <pc:spChg chg="add">
          <ac:chgData name="shilpi gupta" userId="5ce4f23861899b28" providerId="LiveId" clId="{7C71A5E1-59A8-4160-A00A-0B38FFE46761}" dt="2024-06-04T06:31:17.408" v="3849"/>
          <ac:spMkLst>
            <pc:docMk/>
            <pc:sldMk cId="22792181" sldId="336"/>
            <ac:spMk id="4" creationId="{4100A05E-33B1-9771-BBBB-CA95E1873B90}"/>
          </ac:spMkLst>
        </pc:spChg>
        <pc:spChg chg="add mod">
          <ac:chgData name="shilpi gupta" userId="5ce4f23861899b28" providerId="LiveId" clId="{7C71A5E1-59A8-4160-A00A-0B38FFE46761}" dt="2024-06-04T06:31:40.557" v="3852" actId="14100"/>
          <ac:spMkLst>
            <pc:docMk/>
            <pc:sldMk cId="22792181" sldId="336"/>
            <ac:spMk id="5" creationId="{4BBE1A22-9FBE-2C4B-AFC2-99FCB6376A7A}"/>
          </ac:spMkLst>
        </pc:spChg>
        <pc:picChg chg="add mod">
          <ac:chgData name="shilpi gupta" userId="5ce4f23861899b28" providerId="LiveId" clId="{7C71A5E1-59A8-4160-A00A-0B38FFE46761}" dt="2024-06-04T06:32:17.214" v="3856" actId="14100"/>
          <ac:picMkLst>
            <pc:docMk/>
            <pc:sldMk cId="22792181" sldId="336"/>
            <ac:picMk id="12294" creationId="{8D85EB3D-A9ED-4CDD-4B9D-CA0E46FB82B8}"/>
          </ac:picMkLst>
        </pc:picChg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  <pc:spChg chg="mod">
          <ac:chgData name="shilpi gupta" userId="5ce4f23861899b28" providerId="LiveId" clId="{7C71A5E1-59A8-4160-A00A-0B38FFE46761}" dt="2024-06-04T06:17:21.881" v="3672" actId="1076"/>
          <ac:spMkLst>
            <pc:docMk/>
            <pc:sldMk cId="135979500" sldId="337"/>
            <ac:spMk id="2" creationId="{1DA09C41-D941-0173-7DF9-7A0F35F4B544}"/>
          </ac:spMkLst>
        </pc:spChg>
        <pc:spChg chg="mod">
          <ac:chgData name="shilpi gupta" userId="5ce4f23861899b28" providerId="LiveId" clId="{7C71A5E1-59A8-4160-A00A-0B38FFE46761}" dt="2024-06-04T05:05:47.779" v="1376" actId="20577"/>
          <ac:spMkLst>
            <pc:docMk/>
            <pc:sldMk cId="135979500" sldId="337"/>
            <ac:spMk id="3" creationId="{E451A7D5-4D00-222F-209E-ABC37782A437}"/>
          </ac:spMkLst>
        </pc:spChg>
        <pc:picChg chg="add mod">
          <ac:chgData name="shilpi gupta" userId="5ce4f23861899b28" providerId="LiveId" clId="{7C71A5E1-59A8-4160-A00A-0B38FFE46761}" dt="2024-06-04T06:17:29.030" v="3675" actId="1076"/>
          <ac:picMkLst>
            <pc:docMk/>
            <pc:sldMk cId="135979500" sldId="337"/>
            <ac:picMk id="8194" creationId="{FEE07D7D-0EA8-4EFD-ACFC-0A3A7C6B7918}"/>
          </ac:picMkLst>
        </pc:picChg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  <pc:spChg chg="mod">
          <ac:chgData name="shilpi gupta" userId="5ce4f23861899b28" providerId="LiveId" clId="{7C71A5E1-59A8-4160-A00A-0B38FFE46761}" dt="2024-06-04T06:49:49.755" v="4057" actId="20577"/>
          <ac:spMkLst>
            <pc:docMk/>
            <pc:sldMk cId="3497618042" sldId="338"/>
            <ac:spMk id="2" creationId="{8D92D16D-C3C5-5834-079D-8524804897BF}"/>
          </ac:spMkLst>
        </pc:spChg>
        <pc:spChg chg="mod">
          <ac:chgData name="shilpi gupta" userId="5ce4f23861899b28" providerId="LiveId" clId="{7C71A5E1-59A8-4160-A00A-0B38FFE46761}" dt="2024-06-04T05:06:35.435" v="1448" actId="20577"/>
          <ac:spMkLst>
            <pc:docMk/>
            <pc:sldMk cId="3497618042" sldId="338"/>
            <ac:spMk id="3" creationId="{B79DEFDB-D577-BFDF-B747-55D4C7B5320A}"/>
          </ac:spMkLst>
        </pc:spChg>
        <pc:picChg chg="add mod">
          <ac:chgData name="shilpi gupta" userId="5ce4f23861899b28" providerId="LiveId" clId="{7C71A5E1-59A8-4160-A00A-0B38FFE46761}" dt="2024-06-04T07:00:15.380" v="4062" actId="1076"/>
          <ac:picMkLst>
            <pc:docMk/>
            <pc:sldMk cId="3497618042" sldId="338"/>
            <ac:picMk id="15362" creationId="{3725E45F-DD77-D154-D0EC-81C3231A5EC5}"/>
          </ac:picMkLst>
        </pc:picChg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  <pc:spChg chg="mod">
          <ac:chgData name="shilpi gupta" userId="5ce4f23861899b28" providerId="LiveId" clId="{7C71A5E1-59A8-4160-A00A-0B38FFE46761}" dt="2024-06-04T06:47:36.105" v="3972" actId="1076"/>
          <ac:spMkLst>
            <pc:docMk/>
            <pc:sldMk cId="2641425170" sldId="339"/>
            <ac:spMk id="2" creationId="{8E190585-A05A-59D9-BF34-08E03B0ECFF5}"/>
          </ac:spMkLst>
        </pc:spChg>
        <pc:spChg chg="mod">
          <ac:chgData name="shilpi gupta" userId="5ce4f23861899b28" providerId="LiveId" clId="{7C71A5E1-59A8-4160-A00A-0B38FFE46761}" dt="2024-06-04T05:07:13.376" v="1500" actId="20577"/>
          <ac:spMkLst>
            <pc:docMk/>
            <pc:sldMk cId="2641425170" sldId="339"/>
            <ac:spMk id="3" creationId="{61B145A2-9352-5928-FE57-26A5A0650B40}"/>
          </ac:spMkLst>
        </pc:spChg>
        <pc:picChg chg="add mod">
          <ac:chgData name="shilpi gupta" userId="5ce4f23861899b28" providerId="LiveId" clId="{7C71A5E1-59A8-4160-A00A-0B38FFE46761}" dt="2024-06-04T06:47:42.685" v="3974" actId="14100"/>
          <ac:picMkLst>
            <pc:docMk/>
            <pc:sldMk cId="2641425170" sldId="339"/>
            <ac:picMk id="13314" creationId="{BC489DB8-5E80-EFAF-E4F5-46F73FE80E15}"/>
          </ac:picMkLst>
        </pc:picChg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  <pc:spChg chg="mod">
          <ac:chgData name="shilpi gupta" userId="5ce4f23861899b28" providerId="LiveId" clId="{7C71A5E1-59A8-4160-A00A-0B38FFE46761}" dt="2024-06-04T10:33:43.811" v="4283" actId="20577"/>
          <ac:spMkLst>
            <pc:docMk/>
            <pc:sldMk cId="1215620177" sldId="340"/>
            <ac:spMk id="2" creationId="{43F3F442-D914-6244-86B8-6013F87C7249}"/>
          </ac:spMkLst>
        </pc:spChg>
        <pc:spChg chg="mod">
          <ac:chgData name="shilpi gupta" userId="5ce4f23861899b28" providerId="LiveId" clId="{7C71A5E1-59A8-4160-A00A-0B38FFE46761}" dt="2024-06-04T05:08:16.803" v="1544" actId="122"/>
          <ac:spMkLst>
            <pc:docMk/>
            <pc:sldMk cId="1215620177" sldId="340"/>
            <ac:spMk id="3" creationId="{3E42849C-8093-B5F1-26D5-EB95713A7E7F}"/>
          </ac:spMkLst>
        </pc:spChg>
        <pc:picChg chg="add mod">
          <ac:chgData name="shilpi gupta" userId="5ce4f23861899b28" providerId="LiveId" clId="{7C71A5E1-59A8-4160-A00A-0B38FFE46761}" dt="2024-06-04T07:01:22.648" v="4067" actId="1076"/>
          <ac:picMkLst>
            <pc:docMk/>
            <pc:sldMk cId="1215620177" sldId="340"/>
            <ac:picMk id="16386" creationId="{CF53E9C0-5BF9-CE4B-AD29-BBED7381FD40}"/>
          </ac:picMkLst>
        </pc:picChg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  <pc:spChg chg="mod">
          <ac:chgData name="shilpi gupta" userId="5ce4f23861899b28" providerId="LiveId" clId="{7C71A5E1-59A8-4160-A00A-0B38FFE46761}" dt="2024-06-04T10:32:43.447" v="4198" actId="20577"/>
          <ac:spMkLst>
            <pc:docMk/>
            <pc:sldMk cId="1176877588" sldId="341"/>
            <ac:spMk id="2" creationId="{95578CE7-9125-BEF6-8970-4B79180DA374}"/>
          </ac:spMkLst>
        </pc:spChg>
        <pc:spChg chg="mod">
          <ac:chgData name="shilpi gupta" userId="5ce4f23861899b28" providerId="LiveId" clId="{7C71A5E1-59A8-4160-A00A-0B38FFE46761}" dt="2024-06-04T05:08:58.005" v="1619" actId="5793"/>
          <ac:spMkLst>
            <pc:docMk/>
            <pc:sldMk cId="1176877588" sldId="341"/>
            <ac:spMk id="3" creationId="{9054C8ED-1261-5C4D-3AFE-913F92BF16BB}"/>
          </ac:spMkLst>
        </pc:spChg>
        <pc:picChg chg="add mod">
          <ac:chgData name="shilpi gupta" userId="5ce4f23861899b28" providerId="LiveId" clId="{7C71A5E1-59A8-4160-A00A-0B38FFE46761}" dt="2024-06-04T07:01:51.156" v="4071" actId="14100"/>
          <ac:picMkLst>
            <pc:docMk/>
            <pc:sldMk cId="1176877588" sldId="341"/>
            <ac:picMk id="17410" creationId="{B24B678D-2562-A280-C5D4-A79A32AFACBB}"/>
          </ac:picMkLst>
        </pc:picChg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  <pc:spChg chg="mod">
          <ac:chgData name="shilpi gupta" userId="5ce4f23861899b28" providerId="LiveId" clId="{7C71A5E1-59A8-4160-A00A-0B38FFE46761}" dt="2024-06-04T10:34:31.862" v="4328" actId="20577"/>
          <ac:spMkLst>
            <pc:docMk/>
            <pc:sldMk cId="750782383" sldId="342"/>
            <ac:spMk id="2" creationId="{B995D59A-35E3-615F-7E94-97442378539D}"/>
          </ac:spMkLst>
        </pc:spChg>
        <pc:spChg chg="mod">
          <ac:chgData name="shilpi gupta" userId="5ce4f23861899b28" providerId="LiveId" clId="{7C71A5E1-59A8-4160-A00A-0B38FFE46761}" dt="2024-06-04T05:10:00.230" v="1701" actId="20577"/>
          <ac:spMkLst>
            <pc:docMk/>
            <pc:sldMk cId="750782383" sldId="342"/>
            <ac:spMk id="3" creationId="{969DE6C3-8A94-5290-8687-831FD744CA90}"/>
          </ac:spMkLst>
        </pc:spChg>
        <pc:picChg chg="add mod">
          <ac:chgData name="shilpi gupta" userId="5ce4f23861899b28" providerId="LiveId" clId="{7C71A5E1-59A8-4160-A00A-0B38FFE46761}" dt="2024-06-04T07:02:23.081" v="4074" actId="14100"/>
          <ac:picMkLst>
            <pc:docMk/>
            <pc:sldMk cId="750782383" sldId="342"/>
            <ac:picMk id="18434" creationId="{E05626A3-5B99-2AD5-422F-C7CA5C52388C}"/>
          </ac:picMkLst>
        </pc:picChg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  <pc:spChg chg="mod">
          <ac:chgData name="shilpi gupta" userId="5ce4f23861899b28" providerId="LiveId" clId="{7C71A5E1-59A8-4160-A00A-0B38FFE46761}" dt="2024-06-04T10:33:11.931" v="4242" actId="20577"/>
          <ac:spMkLst>
            <pc:docMk/>
            <pc:sldMk cId="2435071444" sldId="343"/>
            <ac:spMk id="2" creationId="{C53E04F5-C1C7-3FC6-74C6-2B9D0E8D3D05}"/>
          </ac:spMkLst>
        </pc:spChg>
        <pc:spChg chg="mod">
          <ac:chgData name="shilpi gupta" userId="5ce4f23861899b28" providerId="LiveId" clId="{7C71A5E1-59A8-4160-A00A-0B38FFE46761}" dt="2024-06-04T05:10:40.215" v="1769" actId="20577"/>
          <ac:spMkLst>
            <pc:docMk/>
            <pc:sldMk cId="2435071444" sldId="343"/>
            <ac:spMk id="3" creationId="{598A6069-5653-D7DE-8174-4D714E6B8A3D}"/>
          </ac:spMkLst>
        </pc:spChg>
        <pc:picChg chg="add del mod">
          <ac:chgData name="shilpi gupta" userId="5ce4f23861899b28" providerId="LiveId" clId="{7C71A5E1-59A8-4160-A00A-0B38FFE46761}" dt="2024-06-04T07:03:05.498" v="4080" actId="478"/>
          <ac:picMkLst>
            <pc:docMk/>
            <pc:sldMk cId="2435071444" sldId="343"/>
            <ac:picMk id="19458" creationId="{33BD67CD-6348-A8E7-4363-E0F96765A9E5}"/>
          </ac:picMkLst>
        </pc:picChg>
        <pc:picChg chg="add mod">
          <ac:chgData name="shilpi gupta" userId="5ce4f23861899b28" providerId="LiveId" clId="{7C71A5E1-59A8-4160-A00A-0B38FFE46761}" dt="2024-06-04T07:03:08.595" v="4081" actId="1076"/>
          <ac:picMkLst>
            <pc:docMk/>
            <pc:sldMk cId="2435071444" sldId="343"/>
            <ac:picMk id="19460" creationId="{D75F9BCC-49CA-DB3A-2CBE-DF4226040B57}"/>
          </ac:picMkLst>
        </pc:picChg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  <pc:spChg chg="mod">
          <ac:chgData name="shilpi gupta" userId="5ce4f23861899b28" providerId="LiveId" clId="{7C71A5E1-59A8-4160-A00A-0B38FFE46761}" dt="2024-06-04T10:35:30.379" v="4412" actId="20577"/>
          <ac:spMkLst>
            <pc:docMk/>
            <pc:sldMk cId="2678338694" sldId="344"/>
            <ac:spMk id="2" creationId="{E7F8045F-3782-4945-0EB9-B0F816DBAB6D}"/>
          </ac:spMkLst>
        </pc:spChg>
        <pc:spChg chg="mod">
          <ac:chgData name="shilpi gupta" userId="5ce4f23861899b28" providerId="LiveId" clId="{7C71A5E1-59A8-4160-A00A-0B38FFE46761}" dt="2024-06-04T05:17:47.922" v="1959" actId="20577"/>
          <ac:spMkLst>
            <pc:docMk/>
            <pc:sldMk cId="2678338694" sldId="344"/>
            <ac:spMk id="3" creationId="{CAAC859F-F700-636E-3882-D76A826D8BA5}"/>
          </ac:spMkLst>
        </pc:spChg>
        <pc:picChg chg="add mod">
          <ac:chgData name="shilpi gupta" userId="5ce4f23861899b28" providerId="LiveId" clId="{7C71A5E1-59A8-4160-A00A-0B38FFE46761}" dt="2024-06-04T07:04:51.496" v="4092" actId="1076"/>
          <ac:picMkLst>
            <pc:docMk/>
            <pc:sldMk cId="2678338694" sldId="344"/>
            <ac:picMk id="21506" creationId="{F71AF602-4DF4-03A9-6C2C-C311C5DD7718}"/>
          </ac:picMkLst>
        </pc:picChg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  <pc:spChg chg="mod">
          <ac:chgData name="shilpi gupta" userId="5ce4f23861899b28" providerId="LiveId" clId="{7C71A5E1-59A8-4160-A00A-0B38FFE46761}" dt="2024-06-04T06:26:21.579" v="3780" actId="20577"/>
          <ac:spMkLst>
            <pc:docMk/>
            <pc:sldMk cId="2484143763" sldId="345"/>
            <ac:spMk id="2" creationId="{FC512197-0F03-9ABA-9C54-2F764E6ED542}"/>
          </ac:spMkLst>
        </pc:spChg>
        <pc:spChg chg="mod">
          <ac:chgData name="shilpi gupta" userId="5ce4f23861899b28" providerId="LiveId" clId="{7C71A5E1-59A8-4160-A00A-0B38FFE46761}" dt="2024-06-04T05:19:18.889" v="2018" actId="20577"/>
          <ac:spMkLst>
            <pc:docMk/>
            <pc:sldMk cId="2484143763" sldId="345"/>
            <ac:spMk id="3" creationId="{73EF61E1-F134-DCA1-8475-1631F9BAE65B}"/>
          </ac:spMkLst>
        </pc:spChg>
        <pc:picChg chg="add mod">
          <ac:chgData name="shilpi gupta" userId="5ce4f23861899b28" providerId="LiveId" clId="{7C71A5E1-59A8-4160-A00A-0B38FFE46761}" dt="2024-06-04T06:25:24.704" v="3737" actId="1076"/>
          <ac:picMkLst>
            <pc:docMk/>
            <pc:sldMk cId="2484143763" sldId="345"/>
            <ac:picMk id="10242" creationId="{86C00446-C568-B0B2-11EC-E21D282E6583}"/>
          </ac:picMkLst>
        </pc:picChg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  <pc:spChg chg="mod">
          <ac:chgData name="shilpi gupta" userId="5ce4f23861899b28" providerId="LiveId" clId="{7C71A5E1-59A8-4160-A00A-0B38FFE46761}" dt="2024-06-04T10:31:43.450" v="4151" actId="15"/>
          <ac:spMkLst>
            <pc:docMk/>
            <pc:sldMk cId="1501342414" sldId="346"/>
            <ac:spMk id="2" creationId="{63FAF45E-95AE-4BD7-FA3D-DA7975C41CA8}"/>
          </ac:spMkLst>
        </pc:spChg>
        <pc:spChg chg="mod">
          <ac:chgData name="shilpi gupta" userId="5ce4f23861899b28" providerId="LiveId" clId="{7C71A5E1-59A8-4160-A00A-0B38FFE46761}" dt="2024-06-04T05:20:03.837" v="2063" actId="20577"/>
          <ac:spMkLst>
            <pc:docMk/>
            <pc:sldMk cId="1501342414" sldId="346"/>
            <ac:spMk id="3" creationId="{35E9BCA0-DC52-3B90-E191-CAF2AA6C0CBB}"/>
          </ac:spMkLst>
        </pc:spChg>
        <pc:picChg chg="add mod">
          <ac:chgData name="shilpi gupta" userId="5ce4f23861899b28" providerId="LiveId" clId="{7C71A5E1-59A8-4160-A00A-0B38FFE46761}" dt="2024-06-04T05:53:36.120" v="3467" actId="1076"/>
          <ac:picMkLst>
            <pc:docMk/>
            <pc:sldMk cId="1501342414" sldId="346"/>
            <ac:picMk id="4098" creationId="{267FE674-1CD8-0894-B6B5-02D2144D95D2}"/>
          </ac:picMkLst>
        </pc:picChg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  <pc:spChg chg="mod">
          <ac:chgData name="shilpi gupta" userId="5ce4f23861899b28" providerId="LiveId" clId="{7C71A5E1-59A8-4160-A00A-0B38FFE46761}" dt="2024-06-04T10:35:49.335" v="4444" actId="20577"/>
          <ac:spMkLst>
            <pc:docMk/>
            <pc:sldMk cId="3834998318" sldId="347"/>
            <ac:spMk id="2" creationId="{926661EF-6F6D-640E-C675-ABE84C1CE5E0}"/>
          </ac:spMkLst>
        </pc:spChg>
        <pc:spChg chg="mod">
          <ac:chgData name="shilpi gupta" userId="5ce4f23861899b28" providerId="LiveId" clId="{7C71A5E1-59A8-4160-A00A-0B38FFE46761}" dt="2024-06-04T05:20:52.042" v="2132" actId="20577"/>
          <ac:spMkLst>
            <pc:docMk/>
            <pc:sldMk cId="3834998318" sldId="347"/>
            <ac:spMk id="3" creationId="{60619CFD-1B97-0C47-6E4E-68D2202418C2}"/>
          </ac:spMkLst>
        </pc:spChg>
        <pc:picChg chg="add mod">
          <ac:chgData name="shilpi gupta" userId="5ce4f23861899b28" providerId="LiveId" clId="{7C71A5E1-59A8-4160-A00A-0B38FFE46761}" dt="2024-06-04T10:30:09.039" v="4095" actId="14100"/>
          <ac:picMkLst>
            <pc:docMk/>
            <pc:sldMk cId="3834998318" sldId="347"/>
            <ac:picMk id="22530" creationId="{7E674AAD-89DE-81CB-9F3F-7874D7D41C92}"/>
          </ac:picMkLst>
        </pc:picChg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  <pc:spChg chg="mod">
          <ac:chgData name="shilpi gupta" userId="5ce4f23861899b28" providerId="LiveId" clId="{7C71A5E1-59A8-4160-A00A-0B38FFE46761}" dt="2024-06-04T05:27:11.171" v="2752" actId="20577"/>
          <ac:spMkLst>
            <pc:docMk/>
            <pc:sldMk cId="2877479272" sldId="348"/>
            <ac:spMk id="2" creationId="{3D7E50FE-A527-AAE6-A758-729C61E9B3A8}"/>
          </ac:spMkLst>
        </pc:spChg>
        <pc:spChg chg="mod">
          <ac:chgData name="shilpi gupta" userId="5ce4f23861899b28" providerId="LiveId" clId="{7C71A5E1-59A8-4160-A00A-0B38FFE46761}" dt="2024-06-04T05:26:25.705" v="2669" actId="20577"/>
          <ac:spMkLst>
            <pc:docMk/>
            <pc:sldMk cId="2877479272" sldId="348"/>
            <ac:spMk id="3" creationId="{CF862DD0-3EE2-0A9B-DA4A-0BF40372905E}"/>
          </ac:spMkLst>
        </pc:spChg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  <pc:spChg chg="mod">
          <ac:chgData name="shilpi gupta" userId="5ce4f23861899b28" providerId="LiveId" clId="{7C71A5E1-59A8-4160-A00A-0B38FFE46761}" dt="2024-06-04T05:45:24.869" v="2897" actId="20577"/>
          <ac:spMkLst>
            <pc:docMk/>
            <pc:sldMk cId="1115755604" sldId="349"/>
            <ac:spMk id="2" creationId="{7F6E13F0-0005-92A7-3B22-290D25A328EE}"/>
          </ac:spMkLst>
        </pc:spChg>
        <pc:spChg chg="mod">
          <ac:chgData name="shilpi gupta" userId="5ce4f23861899b28" providerId="LiveId" clId="{7C71A5E1-59A8-4160-A00A-0B38FFE46761}" dt="2024-06-04T05:27:53.950" v="2781" actId="20577"/>
          <ac:spMkLst>
            <pc:docMk/>
            <pc:sldMk cId="1115755604" sldId="349"/>
            <ac:spMk id="3" creationId="{AC83470F-6980-F88E-7730-B2D42B784210}"/>
          </ac:spMkLst>
        </pc:spChg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  <pc:spChg chg="mod">
          <ac:chgData name="shilpi gupta" userId="5ce4f23861899b28" providerId="LiveId" clId="{7C71A5E1-59A8-4160-A00A-0B38FFE46761}" dt="2024-06-04T05:47:51.311" v="3134" actId="20577"/>
          <ac:spMkLst>
            <pc:docMk/>
            <pc:sldMk cId="285496156" sldId="350"/>
            <ac:spMk id="2" creationId="{87A74EB0-20A0-4506-A145-47AEF415A8A9}"/>
          </ac:spMkLst>
        </pc:spChg>
        <pc:spChg chg="mod">
          <ac:chgData name="shilpi gupta" userId="5ce4f23861899b28" providerId="LiveId" clId="{7C71A5E1-59A8-4160-A00A-0B38FFE46761}" dt="2024-06-04T05:45:41.701" v="2926" actId="20577"/>
          <ac:spMkLst>
            <pc:docMk/>
            <pc:sldMk cId="285496156" sldId="350"/>
            <ac:spMk id="3" creationId="{0F404136-2313-DC51-EF39-8FABC4FCEA37}"/>
          </ac:spMkLst>
        </pc:spChg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  <pc:spChg chg="mod">
          <ac:chgData name="shilpi gupta" userId="5ce4f23861899b28" providerId="LiveId" clId="{7C71A5E1-59A8-4160-A00A-0B38FFE46761}" dt="2024-06-04T05:49:46.975" v="3256" actId="20577"/>
          <ac:spMkLst>
            <pc:docMk/>
            <pc:sldMk cId="2907807612" sldId="351"/>
            <ac:spMk id="2" creationId="{02D79CD0-BB1C-22F7-2434-325AB930ED48}"/>
          </ac:spMkLst>
        </pc:spChg>
        <pc:spChg chg="mod">
          <ac:chgData name="shilpi gupta" userId="5ce4f23861899b28" providerId="LiveId" clId="{7C71A5E1-59A8-4160-A00A-0B38FFE46761}" dt="2024-06-04T05:48:44.754" v="3183" actId="20577"/>
          <ac:spMkLst>
            <pc:docMk/>
            <pc:sldMk cId="2907807612" sldId="351"/>
            <ac:spMk id="3" creationId="{A3C10C61-1C75-1567-60B3-1879581E2EAF}"/>
          </ac:spMkLst>
        </pc:spChg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  <pc:docChgLst>
    <pc:chgData name="Dr Gaurav Sushant" userId="ea0695df9e5e2b13" providerId="LiveId" clId="{066E685E-EB84-4F9E-8B6D-FA1DABFF9822}"/>
    <pc:docChg chg="modSld">
      <pc:chgData name="Dr Gaurav Sushant" userId="ea0695df9e5e2b13" providerId="LiveId" clId="{066E685E-EB84-4F9E-8B6D-FA1DABFF9822}" dt="2024-09-24T08:52:34.468" v="18" actId="20577"/>
      <pc:docMkLst>
        <pc:docMk/>
      </pc:docMkLst>
      <pc:sldChg chg="modSp">
        <pc:chgData name="Dr Gaurav Sushant" userId="ea0695df9e5e2b13" providerId="LiveId" clId="{066E685E-EB84-4F9E-8B6D-FA1DABFF9822}" dt="2024-09-18T10:26:57.906" v="0" actId="1076"/>
        <pc:sldMkLst>
          <pc:docMk/>
          <pc:sldMk cId="3041917484" sldId="385"/>
        </pc:sldMkLst>
        <pc:spChg chg="mod">
          <ac:chgData name="Dr Gaurav Sushant" userId="ea0695df9e5e2b13" providerId="LiveId" clId="{066E685E-EB84-4F9E-8B6D-FA1DABFF9822}" dt="2024-09-18T10:26:57.906" v="0" actId="1076"/>
          <ac:spMkLst>
            <pc:docMk/>
            <pc:sldMk cId="3041917484" sldId="385"/>
            <ac:spMk id="23" creationId="{04E2D010-310C-2D7B-B8C3-FFABDF13040C}"/>
          </ac:spMkLst>
        </pc:spChg>
      </pc:sldChg>
      <pc:sldChg chg="modSp">
        <pc:chgData name="Dr Gaurav Sushant" userId="ea0695df9e5e2b13" providerId="LiveId" clId="{066E685E-EB84-4F9E-8B6D-FA1DABFF9822}" dt="2024-09-24T08:52:34.468" v="18" actId="20577"/>
        <pc:sldMkLst>
          <pc:docMk/>
          <pc:sldMk cId="4286117563" sldId="386"/>
        </pc:sldMkLst>
        <pc:spChg chg="mod">
          <ac:chgData name="Dr Gaurav Sushant" userId="ea0695df9e5e2b13" providerId="LiveId" clId="{066E685E-EB84-4F9E-8B6D-FA1DABFF9822}" dt="2024-09-24T08:52:34.468" v="18" actId="20577"/>
          <ac:spMkLst>
            <pc:docMk/>
            <pc:sldMk cId="4286117563" sldId="386"/>
            <ac:spMk id="11" creationId="{F25D12DD-4515-36C5-DA46-1412E6FB5732}"/>
          </ac:spMkLst>
        </pc:spChg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  <pc:spChg chg="mod">
          <ac:chgData name="shilpi gupta" userId="5ce4f23861899b28" providerId="LiveId" clId="{1825121B-4BFF-4AB0-95D4-6A02902E5A5C}" dt="2024-05-23T11:04:57.108" v="455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4:04.927" v="301" actId="20577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  <pc:spChg chg="mod">
          <ac:chgData name="shilpi gupta" userId="5ce4f23861899b28" providerId="LiveId" clId="{1825121B-4BFF-4AB0-95D4-6A02902E5A5C}" dt="2024-05-23T11:02:22.350" v="121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3:49.856" v="277" actId="20577"/>
          <ac:spMkLst>
            <pc:docMk/>
            <pc:sldMk cId="0" sldId="279"/>
            <ac:spMk id="1843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4T08:25:55.669" v="3332"/>
          <ac:picMkLst>
            <pc:docMk/>
            <pc:sldMk cId="0" sldId="279"/>
            <ac:picMk id="4" creationId="{6D11B0C2-758A-B3F9-E1F9-3F2BB40B6FA7}"/>
          </ac:picMkLst>
        </pc:picChg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  <pc:spChg chg="mod">
          <ac:chgData name="shilpi gupta" userId="5ce4f23861899b28" providerId="LiveId" clId="{1825121B-4BFF-4AB0-95D4-6A02902E5A5C}" dt="2024-05-24T08:24:33.808" v="3324" actId="6549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  <pc:spChg chg="mod">
          <ac:chgData name="shilpi gupta" userId="5ce4f23861899b28" providerId="LiveId" clId="{1825121B-4BFF-4AB0-95D4-6A02902E5A5C}" dt="2024-05-24T08:23:04.013" v="3227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1:29.745" v="35" actId="20577"/>
          <ac:spMkLst>
            <pc:docMk/>
            <pc:sldMk cId="0" sldId="303"/>
            <ac:spMk id="3" creationId="{00000000-0000-0000-0000-000000000000}"/>
          </ac:spMkLst>
        </pc:spChg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  <pc:spChg chg="mod">
          <ac:chgData name="shilpi gupta" userId="5ce4f23861899b28" providerId="LiveId" clId="{1825121B-4BFF-4AB0-95D4-6A02902E5A5C}" dt="2024-06-04T04:31:08.737" v="3364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3T15:18:00.160" v="2086" actId="14100"/>
          <ac:picMkLst>
            <pc:docMk/>
            <pc:sldMk cId="0" sldId="304"/>
            <ac:picMk id="1026" creationId="{7BA36D8F-A981-D598-3D75-0EE82880BA0F}"/>
          </ac:picMkLst>
        </pc:picChg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  <pc:spChg chg="mod">
          <ac:chgData name="shilpi gupta" userId="5ce4f23861899b28" providerId="LiveId" clId="{1825121B-4BFF-4AB0-95D4-6A02902E5A5C}" dt="2024-05-23T11:05:47" v="534" actId="20577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1825121B-4BFF-4AB0-95D4-6A02902E5A5C}" dt="2024-05-23T11:05:18.549" v="465" actId="122"/>
          <ac:spMkLst>
            <pc:docMk/>
            <pc:sldMk cId="708743409" sldId="307"/>
            <ac:spMk id="3" creationId="{F9EC34FE-9B94-628C-6382-6CFF5BDCD1CC}"/>
          </ac:spMkLst>
        </pc:spChg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  <pc:spChg chg="mod">
          <ac:chgData name="shilpi gupta" userId="5ce4f23861899b28" providerId="LiveId" clId="{1825121B-4BFF-4AB0-95D4-6A02902E5A5C}" dt="2024-05-23T11:06:52.441" v="629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1825121B-4BFF-4AB0-95D4-6A02902E5A5C}" dt="2024-05-23T11:06:05.770" v="551" actId="20577"/>
          <ac:spMkLst>
            <pc:docMk/>
            <pc:sldMk cId="87849002" sldId="308"/>
            <ac:spMk id="3" creationId="{FA0D1B9E-E50F-DCCC-43BD-4A11A6569274}"/>
          </ac:spMkLst>
        </pc:spChg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  <pc:spChg chg="mod">
          <ac:chgData name="shilpi gupta" userId="5ce4f23861899b28" providerId="LiveId" clId="{1825121B-4BFF-4AB0-95D4-6A02902E5A5C}" dt="2024-05-23T11:07:58.726" v="735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1825121B-4BFF-4AB0-95D4-6A02902E5A5C}" dt="2024-05-23T11:07:08.075" v="639" actId="20577"/>
          <ac:spMkLst>
            <pc:docMk/>
            <pc:sldMk cId="234866709" sldId="309"/>
            <ac:spMk id="3" creationId="{057F8ED8-3E6E-2556-FA11-4A615E4B6A51}"/>
          </ac:spMkLst>
        </pc:spChg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  <pc:spChg chg="mod">
          <ac:chgData name="shilpi gupta" userId="5ce4f23861899b28" providerId="LiveId" clId="{1825121B-4BFF-4AB0-95D4-6A02902E5A5C}" dt="2024-05-23T11:09:52.743" v="836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1825121B-4BFF-4AB0-95D4-6A02902E5A5C}" dt="2024-05-23T11:09:24.105" v="769" actId="20577"/>
          <ac:spMkLst>
            <pc:docMk/>
            <pc:sldMk cId="1348417969" sldId="310"/>
            <ac:spMk id="3" creationId="{69275696-C9CC-14F6-5A69-F5B777B5235E}"/>
          </ac:spMkLst>
        </pc:spChg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  <pc:spChg chg="mod">
          <ac:chgData name="shilpi gupta" userId="5ce4f23861899b28" providerId="LiveId" clId="{1825121B-4BFF-4AB0-95D4-6A02902E5A5C}" dt="2024-05-23T11:11:26.639" v="958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1825121B-4BFF-4AB0-95D4-6A02902E5A5C}" dt="2024-05-23T11:10:42.197" v="874" actId="20577"/>
          <ac:spMkLst>
            <pc:docMk/>
            <pc:sldMk cId="1901877650" sldId="311"/>
            <ac:spMk id="3" creationId="{16C3B71B-D392-F5C5-EC07-0CBA638B7C26}"/>
          </ac:spMkLst>
        </pc:spChg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  <pc:spChg chg="mod">
          <ac:chgData name="shilpi gupta" userId="5ce4f23861899b28" providerId="LiveId" clId="{1825121B-4BFF-4AB0-95D4-6A02902E5A5C}" dt="2024-05-23T11:12:29.560" v="1049" actId="5793"/>
          <ac:spMkLst>
            <pc:docMk/>
            <pc:sldMk cId="2624257296" sldId="312"/>
            <ac:spMk id="2" creationId="{395F24E0-1843-61F9-3EB8-B0399E6D2294}"/>
          </ac:spMkLst>
        </pc:spChg>
        <pc:spChg chg="mod">
          <ac:chgData name="shilpi gupta" userId="5ce4f23861899b28" providerId="LiveId" clId="{1825121B-4BFF-4AB0-95D4-6A02902E5A5C}" dt="2024-05-23T11:11:50.581" v="974" actId="20577"/>
          <ac:spMkLst>
            <pc:docMk/>
            <pc:sldMk cId="2624257296" sldId="312"/>
            <ac:spMk id="3" creationId="{2E4D50C6-782B-BD51-DC6A-F73612E90B02}"/>
          </ac:spMkLst>
        </pc:spChg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  <pc:spChg chg="mod">
          <ac:chgData name="shilpi gupta" userId="5ce4f23861899b28" providerId="LiveId" clId="{1825121B-4BFF-4AB0-95D4-6A02902E5A5C}" dt="2024-05-23T11:17:02.131" v="1172" actId="20577"/>
          <ac:spMkLst>
            <pc:docMk/>
            <pc:sldMk cId="2945510849" sldId="313"/>
            <ac:spMk id="2" creationId="{4A62B7AF-B2C1-30B5-4AE1-9C63330B627C}"/>
          </ac:spMkLst>
        </pc:spChg>
        <pc:spChg chg="mod">
          <ac:chgData name="shilpi gupta" userId="5ce4f23861899b28" providerId="LiveId" clId="{1825121B-4BFF-4AB0-95D4-6A02902E5A5C}" dt="2024-05-23T11:16:17.964" v="1081" actId="20577"/>
          <ac:spMkLst>
            <pc:docMk/>
            <pc:sldMk cId="2945510849" sldId="313"/>
            <ac:spMk id="3" creationId="{BF771934-CC31-D511-F74A-78630C067053}"/>
          </ac:spMkLst>
        </pc:spChg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  <pc:spChg chg="mod">
          <ac:chgData name="shilpi gupta" userId="5ce4f23861899b28" providerId="LiveId" clId="{1825121B-4BFF-4AB0-95D4-6A02902E5A5C}" dt="2024-05-23T11:18:03.356" v="1250" actId="5793"/>
          <ac:spMkLst>
            <pc:docMk/>
            <pc:sldMk cId="3227058457" sldId="314"/>
            <ac:spMk id="2" creationId="{FA21D101-1B95-C66E-2945-539FA992C29B}"/>
          </ac:spMkLst>
        </pc:spChg>
        <pc:spChg chg="mod">
          <ac:chgData name="shilpi gupta" userId="5ce4f23861899b28" providerId="LiveId" clId="{1825121B-4BFF-4AB0-95D4-6A02902E5A5C}" dt="2024-05-23T11:17:17.478" v="1199" actId="122"/>
          <ac:spMkLst>
            <pc:docMk/>
            <pc:sldMk cId="3227058457" sldId="314"/>
            <ac:spMk id="3" creationId="{F394127D-33D0-20AC-6EB4-19698DF131FE}"/>
          </ac:spMkLst>
        </pc:spChg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  <pc:spChg chg="mod">
          <ac:chgData name="shilpi gupta" userId="5ce4f23861899b28" providerId="LiveId" clId="{1825121B-4BFF-4AB0-95D4-6A02902E5A5C}" dt="2024-05-23T11:19:03.763" v="1337" actId="20577"/>
          <ac:spMkLst>
            <pc:docMk/>
            <pc:sldMk cId="657843468" sldId="315"/>
            <ac:spMk id="2" creationId="{7D2B1818-C362-9EBA-5EE9-05D90B7C08C8}"/>
          </ac:spMkLst>
        </pc:spChg>
        <pc:spChg chg="mod">
          <ac:chgData name="shilpi gupta" userId="5ce4f23861899b28" providerId="LiveId" clId="{1825121B-4BFF-4AB0-95D4-6A02902E5A5C}" dt="2024-05-23T11:18:31.236" v="1278" actId="20577"/>
          <ac:spMkLst>
            <pc:docMk/>
            <pc:sldMk cId="657843468" sldId="315"/>
            <ac:spMk id="3" creationId="{9CAA5C6B-4257-11EC-53A9-8A24F08CC65A}"/>
          </ac:spMkLst>
        </pc:spChg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  <pc:spChg chg="mod">
          <ac:chgData name="shilpi gupta" userId="5ce4f23861899b28" providerId="LiveId" clId="{1825121B-4BFF-4AB0-95D4-6A02902E5A5C}" dt="2024-05-23T11:19:58.798" v="1426" actId="20577"/>
          <ac:spMkLst>
            <pc:docMk/>
            <pc:sldMk cId="586535592" sldId="316"/>
            <ac:spMk id="2" creationId="{1F62F921-6457-DE20-CC1B-568D8ACDFCBB}"/>
          </ac:spMkLst>
        </pc:spChg>
        <pc:spChg chg="mod">
          <ac:chgData name="shilpi gupta" userId="5ce4f23861899b28" providerId="LiveId" clId="{1825121B-4BFF-4AB0-95D4-6A02902E5A5C}" dt="2024-05-23T11:19:31.284" v="1355" actId="122"/>
          <ac:spMkLst>
            <pc:docMk/>
            <pc:sldMk cId="586535592" sldId="316"/>
            <ac:spMk id="3" creationId="{9C01B88A-454C-8A54-31C2-3CD081125236}"/>
          </ac:spMkLst>
        </pc:spChg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  <pc:spChg chg="mod">
          <ac:chgData name="shilpi gupta" userId="5ce4f23861899b28" providerId="LiveId" clId="{1825121B-4BFF-4AB0-95D4-6A02902E5A5C}" dt="2024-05-23T11:28:22.358" v="1450" actId="20577"/>
          <ac:spMkLst>
            <pc:docMk/>
            <pc:sldMk cId="1854470539" sldId="317"/>
            <ac:spMk id="2" creationId="{E0CBBD26-8901-0243-F4DD-2018A12EC894}"/>
          </ac:spMkLst>
        </pc:spChg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  <pc:spChg chg="mod">
          <ac:chgData name="shilpi gupta" userId="5ce4f23861899b28" providerId="LiveId" clId="{1825121B-4BFF-4AB0-95D4-6A02902E5A5C}" dt="2024-05-23T15:19:11.985" v="2136" actId="20577"/>
          <ac:spMkLst>
            <pc:docMk/>
            <pc:sldMk cId="4081438048" sldId="318"/>
            <ac:spMk id="2" creationId="{D9433FCF-FEEA-2A99-5E01-058D58F5CA98}"/>
          </ac:spMkLst>
        </pc:spChg>
        <pc:spChg chg="mod">
          <ac:chgData name="shilpi gupta" userId="5ce4f23861899b28" providerId="LiveId" clId="{1825121B-4BFF-4AB0-95D4-6A02902E5A5C}" dt="2024-05-23T15:18:59.146" v="2114" actId="20577"/>
          <ac:spMkLst>
            <pc:docMk/>
            <pc:sldMk cId="4081438048" sldId="318"/>
            <ac:spMk id="3" creationId="{FEBB22BA-31CF-539E-E447-20CEB960E581}"/>
          </ac:spMkLst>
        </pc:spChg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  <pc:spChg chg="mod">
          <ac:chgData name="shilpi gupta" userId="5ce4f23861899b28" providerId="LiveId" clId="{1825121B-4BFF-4AB0-95D4-6A02902E5A5C}" dt="2024-05-24T08:23:45.722" v="3228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1825121B-4BFF-4AB0-95D4-6A02902E5A5C}" dt="2024-05-23T11:30:41.634" v="159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  <pc:spChg chg="mod">
          <ac:chgData name="shilpi gupta" userId="5ce4f23861899b28" providerId="LiveId" clId="{1825121B-4BFF-4AB0-95D4-6A02902E5A5C}" dt="2024-05-23T15:21:30.338" v="2182" actId="20577"/>
          <ac:spMkLst>
            <pc:docMk/>
            <pc:sldMk cId="1395430108" sldId="320"/>
            <ac:spMk id="2" creationId="{2520483D-FB86-7334-CC53-5837115CACC2}"/>
          </ac:spMkLst>
        </pc:spChg>
        <pc:spChg chg="mod">
          <ac:chgData name="shilpi gupta" userId="5ce4f23861899b28" providerId="LiveId" clId="{1825121B-4BFF-4AB0-95D4-6A02902E5A5C}" dt="2024-05-23T11:34:48.140" v="1781" actId="20577"/>
          <ac:spMkLst>
            <pc:docMk/>
            <pc:sldMk cId="1395430108" sldId="320"/>
            <ac:spMk id="3" creationId="{10495039-9BE2-04DD-FAB4-7782AAF993C7}"/>
          </ac:spMkLst>
        </pc:spChg>
        <pc:picChg chg="add mod">
          <ac:chgData name="shilpi gupta" userId="5ce4f23861899b28" providerId="LiveId" clId="{1825121B-4BFF-4AB0-95D4-6A02902E5A5C}" dt="2024-05-23T15:21:39.146" v="2185" actId="1076"/>
          <ac:picMkLst>
            <pc:docMk/>
            <pc:sldMk cId="1395430108" sldId="320"/>
            <ac:picMk id="2050" creationId="{9801EDE2-E2F1-66AD-EED4-1B9A555777A4}"/>
          </ac:picMkLst>
        </pc:picChg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  <pc:spChg chg="mod">
          <ac:chgData name="shilpi gupta" userId="5ce4f23861899b28" providerId="LiveId" clId="{1825121B-4BFF-4AB0-95D4-6A02902E5A5C}" dt="2024-05-23T11:36:02.335" v="1893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1825121B-4BFF-4AB0-95D4-6A02902E5A5C}" dt="2024-05-23T11:37:05.221" v="1944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  <pc:spChg chg="mod">
          <ac:chgData name="shilpi gupta" userId="5ce4f23861899b28" providerId="LiveId" clId="{1825121B-4BFF-4AB0-95D4-6A02902E5A5C}" dt="2024-05-23T11:36:52.300" v="1938" actId="20577"/>
          <ac:spMkLst>
            <pc:docMk/>
            <pc:sldMk cId="221513343" sldId="322"/>
            <ac:spMk id="2" creationId="{87E62548-71D8-7A8A-7585-969CB13A56AB}"/>
          </ac:spMkLst>
        </pc:spChg>
        <pc:spChg chg="mod">
          <ac:chgData name="shilpi gupta" userId="5ce4f23861899b28" providerId="LiveId" clId="{1825121B-4BFF-4AB0-95D4-6A02902E5A5C}" dt="2024-05-23T11:36:34.173" v="1922" actId="20577"/>
          <ac:spMkLst>
            <pc:docMk/>
            <pc:sldMk cId="221513343" sldId="322"/>
            <ac:spMk id="3" creationId="{CA9D4BF4-CE37-E31A-9B65-2A949FDC8FB2}"/>
          </ac:spMkLst>
        </pc:spChg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  <pc:spChg chg="mod">
          <ac:chgData name="shilpi gupta" userId="5ce4f23861899b28" providerId="LiveId" clId="{1825121B-4BFF-4AB0-95D4-6A02902E5A5C}" dt="2024-05-23T11:38:05.818" v="2042" actId="20577"/>
          <ac:spMkLst>
            <pc:docMk/>
            <pc:sldMk cId="3711207397" sldId="323"/>
            <ac:spMk id="2" creationId="{B5F220F6-B858-E847-938D-6D65A72AAF0B}"/>
          </ac:spMkLst>
        </pc:spChg>
        <pc:spChg chg="mod">
          <ac:chgData name="shilpi gupta" userId="5ce4f23861899b28" providerId="LiveId" clId="{1825121B-4BFF-4AB0-95D4-6A02902E5A5C}" dt="2024-05-23T11:37:31.369" v="1986" actId="20577"/>
          <ac:spMkLst>
            <pc:docMk/>
            <pc:sldMk cId="3711207397" sldId="323"/>
            <ac:spMk id="3" creationId="{19CEE922-D12D-48B8-314A-0CCB09B486DB}"/>
          </ac:spMkLst>
        </pc:spChg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  <pc:spChg chg="mod">
          <ac:chgData name="shilpi gupta" userId="5ce4f23861899b28" providerId="LiveId" clId="{1825121B-4BFF-4AB0-95D4-6A02902E5A5C}" dt="2024-05-23T11:38:31.339" v="2077" actId="20577"/>
          <ac:spMkLst>
            <pc:docMk/>
            <pc:sldMk cId="546927331" sldId="324"/>
            <ac:spMk id="2" creationId="{D797E1BE-2454-4665-6106-2C3082E690D2}"/>
          </ac:spMkLst>
        </pc:spChg>
        <pc:spChg chg="mod">
          <ac:chgData name="shilpi gupta" userId="5ce4f23861899b28" providerId="LiveId" clId="{1825121B-4BFF-4AB0-95D4-6A02902E5A5C}" dt="2024-05-23T11:38:23.610" v="2062" actId="20577"/>
          <ac:spMkLst>
            <pc:docMk/>
            <pc:sldMk cId="546927331" sldId="324"/>
            <ac:spMk id="3" creationId="{5A3F7B21-BFE5-963D-6EA3-A360B6358ED5}"/>
          </ac:spMkLst>
        </pc:spChg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  <pc:spChg chg="mod">
          <ac:chgData name="shilpi gupta" userId="5ce4f23861899b28" providerId="LiveId" clId="{1825121B-4BFF-4AB0-95D4-6A02902E5A5C}" dt="2024-05-23T15:41:29.186" v="2530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1825121B-4BFF-4AB0-95D4-6A02902E5A5C}" dt="2024-05-23T15:22:34.534" v="2224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  <pc:spChg chg="mod">
          <ac:chgData name="shilpi gupta" userId="5ce4f23861899b28" providerId="LiveId" clId="{1825121B-4BFF-4AB0-95D4-6A02902E5A5C}" dt="2024-05-24T08:09:21.352" v="2618" actId="20577"/>
          <ac:spMkLst>
            <pc:docMk/>
            <pc:sldMk cId="1666525737" sldId="326"/>
            <ac:spMk id="2" creationId="{44723B47-BD6C-6472-760C-A12D9DB7CD0A}"/>
          </ac:spMkLst>
        </pc:spChg>
        <pc:spChg chg="mod">
          <ac:chgData name="shilpi gupta" userId="5ce4f23861899b28" providerId="LiveId" clId="{1825121B-4BFF-4AB0-95D4-6A02902E5A5C}" dt="2024-05-23T15:45:40.756" v="2571" actId="5793"/>
          <ac:spMkLst>
            <pc:docMk/>
            <pc:sldMk cId="1666525737" sldId="326"/>
            <ac:spMk id="3" creationId="{BDEF4C0B-5FE9-9BEC-EBDE-2BB2BE6F4281}"/>
          </ac:spMkLst>
        </pc:spChg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  <pc:spChg chg="mod">
          <ac:chgData name="shilpi gupta" userId="5ce4f23861899b28" providerId="LiveId" clId="{1825121B-4BFF-4AB0-95D4-6A02902E5A5C}" dt="2024-05-24T08:10:14.644" v="2654" actId="20577"/>
          <ac:spMkLst>
            <pc:docMk/>
            <pc:sldMk cId="3045406790" sldId="327"/>
            <ac:spMk id="2" creationId="{56811FFC-A7D6-5EE2-CC90-8E7701BAC947}"/>
          </ac:spMkLst>
        </pc:spChg>
        <pc:spChg chg="mod">
          <ac:chgData name="shilpi gupta" userId="5ce4f23861899b28" providerId="LiveId" clId="{1825121B-4BFF-4AB0-95D4-6A02902E5A5C}" dt="2024-05-24T08:09:35.084" v="2636" actId="122"/>
          <ac:spMkLst>
            <pc:docMk/>
            <pc:sldMk cId="3045406790" sldId="327"/>
            <ac:spMk id="3" creationId="{2233D903-066E-BD26-14E8-B6F87373BAA2}"/>
          </ac:spMkLst>
        </pc:spChg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  <pc:spChg chg="del">
          <ac:chgData name="shilpi gupta" userId="5ce4f23861899b28" providerId="LiveId" clId="{1825121B-4BFF-4AB0-95D4-6A02902E5A5C}" dt="2024-05-24T08:12:02.724" v="2656"/>
          <ac:spMkLst>
            <pc:docMk/>
            <pc:sldMk cId="1089236490" sldId="328"/>
            <ac:spMk id="2" creationId="{2AD8D708-46AA-212F-6F13-FD19BC58821F}"/>
          </ac:spMkLst>
        </pc:spChg>
        <pc:spChg chg="mod">
          <ac:chgData name="shilpi gupta" userId="5ce4f23861899b28" providerId="LiveId" clId="{1825121B-4BFF-4AB0-95D4-6A02902E5A5C}" dt="2024-05-24T08:27:18.557" v="3333" actId="122"/>
          <ac:spMkLst>
            <pc:docMk/>
            <pc:sldMk cId="1089236490" sldId="328"/>
            <ac:spMk id="3" creationId="{A746591A-968C-FBA1-5939-B59268789F0C}"/>
          </ac:spMkLst>
        </pc:spChg>
        <pc:spChg chg="add del mod">
          <ac:chgData name="shilpi gupta" userId="5ce4f23861899b28" providerId="LiveId" clId="{1825121B-4BFF-4AB0-95D4-6A02902E5A5C}" dt="2024-05-24T08:12:05.923" v="2657"/>
          <ac:spMkLst>
            <pc:docMk/>
            <pc:sldMk cId="1089236490" sldId="328"/>
            <ac:spMk id="4" creationId="{3B5D013F-B9E9-9357-4765-5BA406511FE5}"/>
          </ac:spMkLst>
        </pc:spChg>
        <pc:spChg chg="add del mod">
          <ac:chgData name="shilpi gupta" userId="5ce4f23861899b28" providerId="LiveId" clId="{1825121B-4BFF-4AB0-95D4-6A02902E5A5C}" dt="2024-05-24T08:12:16.528" v="2658"/>
          <ac:spMkLst>
            <pc:docMk/>
            <pc:sldMk cId="1089236490" sldId="328"/>
            <ac:spMk id="5" creationId="{A6D152FB-12D8-6320-0540-F43E247BFD76}"/>
          </ac:spMkLst>
        </pc:spChg>
        <pc:spChg chg="add del mod">
          <ac:chgData name="shilpi gupta" userId="5ce4f23861899b28" providerId="LiveId" clId="{1825121B-4BFF-4AB0-95D4-6A02902E5A5C}" dt="2024-05-24T08:12:18.377" v="2659"/>
          <ac:spMkLst>
            <pc:docMk/>
            <pc:sldMk cId="1089236490" sldId="328"/>
            <ac:spMk id="6" creationId="{29E606B6-2C14-6D0C-56DD-592F17C6BB7E}"/>
          </ac:spMkLst>
        </pc:spChg>
        <pc:spChg chg="add del mod">
          <ac:chgData name="shilpi gupta" userId="5ce4f23861899b28" providerId="LiveId" clId="{1825121B-4BFF-4AB0-95D4-6A02902E5A5C}" dt="2024-05-24T08:12:37.552" v="2660"/>
          <ac:spMkLst>
            <pc:docMk/>
            <pc:sldMk cId="1089236490" sldId="328"/>
            <ac:spMk id="7" creationId="{CBF26D72-FF1F-99C3-69BC-394E02AF6D10}"/>
          </ac:spMkLst>
        </pc:spChg>
        <pc:spChg chg="add del mod">
          <ac:chgData name="shilpi gupta" userId="5ce4f23861899b28" providerId="LiveId" clId="{1825121B-4BFF-4AB0-95D4-6A02902E5A5C}" dt="2024-05-24T08:13:04.864" v="2661"/>
          <ac:spMkLst>
            <pc:docMk/>
            <pc:sldMk cId="1089236490" sldId="328"/>
            <ac:spMk id="8" creationId="{898DF8FC-CAEB-F0C9-8D08-B7F34DEDB48F}"/>
          </ac:spMkLst>
        </pc:spChg>
        <pc:spChg chg="add del mod">
          <ac:chgData name="shilpi gupta" userId="5ce4f23861899b28" providerId="LiveId" clId="{1825121B-4BFF-4AB0-95D4-6A02902E5A5C}" dt="2024-05-24T08:13:23.297" v="2662"/>
          <ac:spMkLst>
            <pc:docMk/>
            <pc:sldMk cId="1089236490" sldId="328"/>
            <ac:spMk id="9" creationId="{86E7481F-E4B0-5652-E151-A08F4168C3E0}"/>
          </ac:spMkLst>
        </pc:spChg>
        <pc:spChg chg="add del mod">
          <ac:chgData name="shilpi gupta" userId="5ce4f23861899b28" providerId="LiveId" clId="{1825121B-4BFF-4AB0-95D4-6A02902E5A5C}" dt="2024-05-24T08:14:02.364" v="2663"/>
          <ac:spMkLst>
            <pc:docMk/>
            <pc:sldMk cId="1089236490" sldId="328"/>
            <ac:spMk id="10" creationId="{7F3A0C28-11C5-8501-4D33-C9336E665B57}"/>
          </ac:spMkLst>
        </pc:spChg>
        <pc:picChg chg="add mod">
          <ac:chgData name="shilpi gupta" userId="5ce4f23861899b28" providerId="LiveId" clId="{1825121B-4BFF-4AB0-95D4-6A02902E5A5C}" dt="2024-05-24T08:27:23.419" v="3334" actId="1076"/>
          <ac:picMkLst>
            <pc:docMk/>
            <pc:sldMk cId="1089236490" sldId="328"/>
            <ac:picMk id="3088" creationId="{B00EC825-3772-F4AF-EF00-D5CE009F910E}"/>
          </ac:picMkLst>
        </pc:picChg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  <pc:spChg chg="del">
          <ac:chgData name="shilpi gupta" userId="5ce4f23861899b28" providerId="LiveId" clId="{1825121B-4BFF-4AB0-95D4-6A02902E5A5C}" dt="2024-05-24T08:15:55.324" v="2694"/>
          <ac:spMkLst>
            <pc:docMk/>
            <pc:sldMk cId="1375260716" sldId="329"/>
            <ac:spMk id="2" creationId="{8570737B-7AD4-5FBB-B161-16D31F58D203}"/>
          </ac:spMkLst>
        </pc:spChg>
        <pc:spChg chg="mod">
          <ac:chgData name="shilpi gupta" userId="5ce4f23861899b28" providerId="LiveId" clId="{1825121B-4BFF-4AB0-95D4-6A02902E5A5C}" dt="2024-05-24T08:16:23.472" v="2735" actId="20577"/>
          <ac:spMkLst>
            <pc:docMk/>
            <pc:sldMk cId="1375260716" sldId="329"/>
            <ac:spMk id="3" creationId="{DF071CCF-8800-E243-3126-99534CF5E3D5}"/>
          </ac:spMkLst>
        </pc:spChg>
        <pc:picChg chg="add mod">
          <ac:chgData name="shilpi gupta" userId="5ce4f23861899b28" providerId="LiveId" clId="{1825121B-4BFF-4AB0-95D4-6A02902E5A5C}" dt="2024-05-24T08:18:03.883" v="2830" actId="1076"/>
          <ac:picMkLst>
            <pc:docMk/>
            <pc:sldMk cId="1375260716" sldId="329"/>
            <ac:picMk id="5" creationId="{019FC472-9E8C-B871-5343-05C8A5C5565B}"/>
          </ac:picMkLst>
        </pc:picChg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  <pc:spChg chg="mod">
          <ac:chgData name="shilpi gupta" userId="5ce4f23861899b28" providerId="LiveId" clId="{1825121B-4BFF-4AB0-95D4-6A02902E5A5C}" dt="2024-05-24T08:17:34.827" v="2805" actId="20577"/>
          <ac:spMkLst>
            <pc:docMk/>
            <pc:sldMk cId="829989937" sldId="330"/>
            <ac:spMk id="2" creationId="{4D2C3EBF-427F-8B19-A391-72D42F7599EE}"/>
          </ac:spMkLst>
        </pc:spChg>
        <pc:spChg chg="mod">
          <ac:chgData name="shilpi gupta" userId="5ce4f23861899b28" providerId="LiveId" clId="{1825121B-4BFF-4AB0-95D4-6A02902E5A5C}" dt="2024-05-24T08:17:55.142" v="2829" actId="5793"/>
          <ac:spMkLst>
            <pc:docMk/>
            <pc:sldMk cId="829989937" sldId="330"/>
            <ac:spMk id="3" creationId="{B01680D3-E6BF-E437-232A-C43C864D0E9E}"/>
          </ac:spMkLst>
        </pc:spChg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  <pc:spChg chg="mod">
          <ac:chgData name="shilpi gupta" userId="5ce4f23861899b28" providerId="LiveId" clId="{1825121B-4BFF-4AB0-95D4-6A02902E5A5C}" dt="2024-05-24T08:20:30.272" v="3028" actId="20577"/>
          <ac:spMkLst>
            <pc:docMk/>
            <pc:sldMk cId="4201570771" sldId="331"/>
            <ac:spMk id="2" creationId="{19C790F4-6775-23A4-5915-A37149CCBCCF}"/>
          </ac:spMkLst>
        </pc:spChg>
        <pc:spChg chg="mod">
          <ac:chgData name="shilpi gupta" userId="5ce4f23861899b28" providerId="LiveId" clId="{1825121B-4BFF-4AB0-95D4-6A02902E5A5C}" dt="2024-05-24T08:18:16.967" v="2848" actId="122"/>
          <ac:spMkLst>
            <pc:docMk/>
            <pc:sldMk cId="4201570771" sldId="331"/>
            <ac:spMk id="3" creationId="{AC6FBB7E-F409-E3ED-CA08-3BB80FDE3A90}"/>
          </ac:spMkLst>
        </pc:spChg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  <pc:spChg chg="mod">
          <ac:chgData name="shilpi gupta" userId="5ce4f23861899b28" providerId="LiveId" clId="{1825121B-4BFF-4AB0-95D4-6A02902E5A5C}" dt="2024-05-24T08:21:20.334" v="3114" actId="20577"/>
          <ac:spMkLst>
            <pc:docMk/>
            <pc:sldMk cId="2142973947" sldId="332"/>
            <ac:spMk id="2" creationId="{CB4CB417-2B16-CB22-A5DF-99AEEEF93417}"/>
          </ac:spMkLst>
        </pc:spChg>
        <pc:spChg chg="mod">
          <ac:chgData name="shilpi gupta" userId="5ce4f23861899b28" providerId="LiveId" clId="{1825121B-4BFF-4AB0-95D4-6A02902E5A5C}" dt="2024-05-24T08:20:57.102" v="3069" actId="20577"/>
          <ac:spMkLst>
            <pc:docMk/>
            <pc:sldMk cId="2142973947" sldId="332"/>
            <ac:spMk id="3" creationId="{6CB22A13-91D5-D063-C49F-B831491EDC76}"/>
          </ac:spMkLst>
        </pc:spChg>
      </pc:sldChg>
    </pc:docChg>
  </pc:docChgLst>
  <pc:docChgLst>
    <pc:chgData name="shilpi gupta" userId="5ce4f23861899b28" providerId="LiveId" clId="{E23F248B-BACD-4A05-A6CF-C777B57D5F30}"/>
    <pc:docChg chg="undo custSel addSld delSld modSld sldOrd">
      <pc:chgData name="shilpi gupta" userId="5ce4f23861899b28" providerId="LiveId" clId="{E23F248B-BACD-4A05-A6CF-C777B57D5F30}" dt="2024-06-27T15:10:37.389" v="1638" actId="20577"/>
      <pc:docMkLst>
        <pc:docMk/>
      </pc:docMkLst>
      <pc:sldChg chg="modSp add del modAnim">
        <pc:chgData name="shilpi gupta" userId="5ce4f23861899b28" providerId="LiveId" clId="{E23F248B-BACD-4A05-A6CF-C777B57D5F30}" dt="2024-06-27T14:56:04.017" v="1073"/>
        <pc:sldMkLst>
          <pc:docMk/>
          <pc:sldMk cId="0" sldId="302"/>
        </pc:sldMkLst>
        <pc:spChg chg="mod">
          <ac:chgData name="shilpi gupta" userId="5ce4f23861899b28" providerId="LiveId" clId="{E23F248B-BACD-4A05-A6CF-C777B57D5F30}" dt="2024-06-27T14:56:04.017" v="1073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E23F248B-BACD-4A05-A6CF-C777B57D5F30}" dt="2024-06-27T14:56:28.573" v="1077" actId="20577"/>
        <pc:sldMkLst>
          <pc:docMk/>
          <pc:sldMk cId="0" sldId="303"/>
        </pc:sldMkLst>
        <pc:spChg chg="mod">
          <ac:chgData name="shilpi gupta" userId="5ce4f23861899b28" providerId="LiveId" clId="{E23F248B-BACD-4A05-A6CF-C777B57D5F30}" dt="2024-06-27T14:53:51.888" v="97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E23F248B-BACD-4A05-A6CF-C777B57D5F30}" dt="2024-06-27T14:56:28.573" v="1077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E23F248B-BACD-4A05-A6CF-C777B57D5F30}" dt="2024-06-27T14:56:24.186" v="1076" actId="20577"/>
        <pc:sldMkLst>
          <pc:docMk/>
          <pc:sldMk cId="0" sldId="304"/>
        </pc:sldMkLst>
        <pc:spChg chg="mod">
          <ac:chgData name="shilpi gupta" userId="5ce4f23861899b28" providerId="LiveId" clId="{E23F248B-BACD-4A05-A6CF-C777B57D5F30}" dt="2024-06-27T14:56:24.186" v="1076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E23F248B-BACD-4A05-A6CF-C777B57D5F30}" dt="2024-06-27T14:55:06.489" v="1020" actId="47"/>
        <pc:sldMkLst>
          <pc:docMk/>
          <pc:sldMk cId="1281329723" sldId="352"/>
        </pc:sldMkLst>
      </pc:sldChg>
      <pc:sldChg chg="del">
        <pc:chgData name="shilpi gupta" userId="5ce4f23861899b28" providerId="LiveId" clId="{E23F248B-BACD-4A05-A6CF-C777B57D5F30}" dt="2024-06-27T14:55:06.772" v="1021" actId="47"/>
        <pc:sldMkLst>
          <pc:docMk/>
          <pc:sldMk cId="1922358814" sldId="353"/>
        </pc:sldMkLst>
      </pc:sldChg>
      <pc:sldChg chg="modSp mod">
        <pc:chgData name="shilpi gupta" userId="5ce4f23861899b28" providerId="LiveId" clId="{E23F248B-BACD-4A05-A6CF-C777B57D5F30}" dt="2024-06-27T14:47:39.856" v="690" actId="20577"/>
        <pc:sldMkLst>
          <pc:docMk/>
          <pc:sldMk cId="282132447" sldId="354"/>
        </pc:sldMkLst>
        <pc:spChg chg="mod">
          <ac:chgData name="shilpi gupta" userId="5ce4f23861899b28" providerId="LiveId" clId="{E23F248B-BACD-4A05-A6CF-C777B57D5F30}" dt="2024-06-27T14:47:39.856" v="690" actId="20577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E23F248B-BACD-4A05-A6CF-C777B57D5F30}" dt="2024-06-27T13:56:07.250" v="89" actId="20577"/>
          <ac:spMkLst>
            <pc:docMk/>
            <pc:sldMk cId="282132447" sldId="354"/>
            <ac:spMk id="3" creationId="{B2CE57A0-B366-D0EC-BA42-E72673D9B694}"/>
          </ac:spMkLst>
        </pc:spChg>
      </pc:sldChg>
      <pc:sldChg chg="del">
        <pc:chgData name="shilpi gupta" userId="5ce4f23861899b28" providerId="LiveId" clId="{E23F248B-BACD-4A05-A6CF-C777B57D5F30}" dt="2024-06-27T14:55:07.465" v="1022" actId="47"/>
        <pc:sldMkLst>
          <pc:docMk/>
          <pc:sldMk cId="3426757888" sldId="355"/>
        </pc:sldMkLst>
      </pc:sldChg>
      <pc:sldChg chg="del">
        <pc:chgData name="shilpi gupta" userId="5ce4f23861899b28" providerId="LiveId" clId="{E23F248B-BACD-4A05-A6CF-C777B57D5F30}" dt="2024-06-27T14:55:07.718" v="1023" actId="47"/>
        <pc:sldMkLst>
          <pc:docMk/>
          <pc:sldMk cId="2560031399" sldId="357"/>
        </pc:sldMkLst>
      </pc:sldChg>
      <pc:sldChg chg="del">
        <pc:chgData name="shilpi gupta" userId="5ce4f23861899b28" providerId="LiveId" clId="{E23F248B-BACD-4A05-A6CF-C777B57D5F30}" dt="2024-06-27T14:55:07.893" v="1024" actId="47"/>
        <pc:sldMkLst>
          <pc:docMk/>
          <pc:sldMk cId="766052730" sldId="358"/>
        </pc:sldMkLst>
      </pc:sldChg>
      <pc:sldChg chg="del">
        <pc:chgData name="shilpi gupta" userId="5ce4f23861899b28" providerId="LiveId" clId="{E23F248B-BACD-4A05-A6CF-C777B57D5F30}" dt="2024-06-27T14:55:08.146" v="1025" actId="47"/>
        <pc:sldMkLst>
          <pc:docMk/>
          <pc:sldMk cId="1265315627" sldId="359"/>
        </pc:sldMkLst>
      </pc:sldChg>
      <pc:sldChg chg="del">
        <pc:chgData name="shilpi gupta" userId="5ce4f23861899b28" providerId="LiveId" clId="{E23F248B-BACD-4A05-A6CF-C777B57D5F30}" dt="2024-06-27T14:55:08.304" v="1026" actId="47"/>
        <pc:sldMkLst>
          <pc:docMk/>
          <pc:sldMk cId="3708495088" sldId="360"/>
        </pc:sldMkLst>
      </pc:sldChg>
      <pc:sldChg chg="del">
        <pc:chgData name="shilpi gupta" userId="5ce4f23861899b28" providerId="LiveId" clId="{E23F248B-BACD-4A05-A6CF-C777B57D5F30}" dt="2024-06-27T14:55:08.526" v="1027" actId="47"/>
        <pc:sldMkLst>
          <pc:docMk/>
          <pc:sldMk cId="4054398762" sldId="361"/>
        </pc:sldMkLst>
      </pc:sldChg>
      <pc:sldChg chg="del">
        <pc:chgData name="shilpi gupta" userId="5ce4f23861899b28" providerId="LiveId" clId="{E23F248B-BACD-4A05-A6CF-C777B57D5F30}" dt="2024-06-27T14:55:08.936" v="1029" actId="47"/>
        <pc:sldMkLst>
          <pc:docMk/>
          <pc:sldMk cId="3106306440" sldId="362"/>
        </pc:sldMkLst>
      </pc:sldChg>
      <pc:sldChg chg="del">
        <pc:chgData name="shilpi gupta" userId="5ce4f23861899b28" providerId="LiveId" clId="{E23F248B-BACD-4A05-A6CF-C777B57D5F30}" dt="2024-06-27T14:55:09.614" v="1030" actId="47"/>
        <pc:sldMkLst>
          <pc:docMk/>
          <pc:sldMk cId="1130626973" sldId="363"/>
        </pc:sldMkLst>
      </pc:sldChg>
      <pc:sldChg chg="del">
        <pc:chgData name="shilpi gupta" userId="5ce4f23861899b28" providerId="LiveId" clId="{E23F248B-BACD-4A05-A6CF-C777B57D5F30}" dt="2024-06-27T14:55:09.747" v="1031" actId="47"/>
        <pc:sldMkLst>
          <pc:docMk/>
          <pc:sldMk cId="1812263512" sldId="364"/>
        </pc:sldMkLst>
      </pc:sldChg>
      <pc:sldChg chg="del">
        <pc:chgData name="shilpi gupta" userId="5ce4f23861899b28" providerId="LiveId" clId="{E23F248B-BACD-4A05-A6CF-C777B57D5F30}" dt="2024-06-27T14:55:08.718" v="1028" actId="47"/>
        <pc:sldMkLst>
          <pc:docMk/>
          <pc:sldMk cId="2523046400" sldId="365"/>
        </pc:sldMkLst>
      </pc:sldChg>
      <pc:sldChg chg="modSp new mod">
        <pc:chgData name="shilpi gupta" userId="5ce4f23861899b28" providerId="LiveId" clId="{E23F248B-BACD-4A05-A6CF-C777B57D5F30}" dt="2024-06-27T14:00:29.151" v="332" actId="20577"/>
        <pc:sldMkLst>
          <pc:docMk/>
          <pc:sldMk cId="1021873558" sldId="366"/>
        </pc:sldMkLst>
        <pc:spChg chg="mod">
          <ac:chgData name="shilpi gupta" userId="5ce4f23861899b28" providerId="LiveId" clId="{E23F248B-BACD-4A05-A6CF-C777B57D5F30}" dt="2024-06-27T14:00:29.151" v="332" actId="20577"/>
          <ac:spMkLst>
            <pc:docMk/>
            <pc:sldMk cId="1021873558" sldId="366"/>
            <ac:spMk id="2" creationId="{E38590E0-EADB-AF93-4029-2D95B3DBB13C}"/>
          </ac:spMkLst>
        </pc:spChg>
        <pc:spChg chg="mod">
          <ac:chgData name="shilpi gupta" userId="5ce4f23861899b28" providerId="LiveId" clId="{E23F248B-BACD-4A05-A6CF-C777B57D5F30}" dt="2024-06-27T13:59:36.713" v="245" actId="20577"/>
          <ac:spMkLst>
            <pc:docMk/>
            <pc:sldMk cId="1021873558" sldId="366"/>
            <ac:spMk id="3" creationId="{51045FB1-F5CB-A933-750F-A5F5E05DDFD9}"/>
          </ac:spMkLst>
        </pc:spChg>
      </pc:sldChg>
      <pc:sldChg chg="modSp new mod">
        <pc:chgData name="shilpi gupta" userId="5ce4f23861899b28" providerId="LiveId" clId="{E23F248B-BACD-4A05-A6CF-C777B57D5F30}" dt="2024-06-27T14:42:56.047" v="430" actId="5793"/>
        <pc:sldMkLst>
          <pc:docMk/>
          <pc:sldMk cId="1170904624" sldId="367"/>
        </pc:sldMkLst>
        <pc:spChg chg="mod">
          <ac:chgData name="shilpi gupta" userId="5ce4f23861899b28" providerId="LiveId" clId="{E23F248B-BACD-4A05-A6CF-C777B57D5F30}" dt="2024-06-27T14:42:56.047" v="430" actId="5793"/>
          <ac:spMkLst>
            <pc:docMk/>
            <pc:sldMk cId="1170904624" sldId="367"/>
            <ac:spMk id="2" creationId="{FF81002E-3EA5-B0A1-E369-5F488724AD9E}"/>
          </ac:spMkLst>
        </pc:spChg>
        <pc:spChg chg="mod">
          <ac:chgData name="shilpi gupta" userId="5ce4f23861899b28" providerId="LiveId" clId="{E23F248B-BACD-4A05-A6CF-C777B57D5F30}" dt="2024-06-27T14:00:49.571" v="355" actId="20577"/>
          <ac:spMkLst>
            <pc:docMk/>
            <pc:sldMk cId="1170904624" sldId="367"/>
            <ac:spMk id="3" creationId="{50534D12-33AF-3949-C2B5-BB749E53D6A7}"/>
          </ac:spMkLst>
        </pc:spChg>
      </pc:sldChg>
      <pc:sldChg chg="modSp new mod">
        <pc:chgData name="shilpi gupta" userId="5ce4f23861899b28" providerId="LiveId" clId="{E23F248B-BACD-4A05-A6CF-C777B57D5F30}" dt="2024-06-27T14:43:14.445" v="468" actId="20577"/>
        <pc:sldMkLst>
          <pc:docMk/>
          <pc:sldMk cId="3110117687" sldId="368"/>
        </pc:sldMkLst>
        <pc:spChg chg="mod">
          <ac:chgData name="shilpi gupta" userId="5ce4f23861899b28" providerId="LiveId" clId="{E23F248B-BACD-4A05-A6CF-C777B57D5F30}" dt="2024-06-27T14:43:14.445" v="468" actId="20577"/>
          <ac:spMkLst>
            <pc:docMk/>
            <pc:sldMk cId="3110117687" sldId="368"/>
            <ac:spMk id="2" creationId="{EE685D78-C7AE-9C04-03E3-71498EE0AF2A}"/>
          </ac:spMkLst>
        </pc:spChg>
        <pc:spChg chg="mod">
          <ac:chgData name="shilpi gupta" userId="5ce4f23861899b28" providerId="LiveId" clId="{E23F248B-BACD-4A05-A6CF-C777B57D5F30}" dt="2024-06-27T14:01:11.419" v="387" actId="20577"/>
          <ac:spMkLst>
            <pc:docMk/>
            <pc:sldMk cId="3110117687" sldId="368"/>
            <ac:spMk id="3" creationId="{75B14F85-6EA5-DBCD-7417-1B6F6817836C}"/>
          </ac:spMkLst>
        </pc:spChg>
      </pc:sldChg>
      <pc:sldChg chg="modSp new mod">
        <pc:chgData name="shilpi gupta" userId="5ce4f23861899b28" providerId="LiveId" clId="{E23F248B-BACD-4A05-A6CF-C777B57D5F30}" dt="2024-06-27T14:45:02.841" v="551" actId="20577"/>
        <pc:sldMkLst>
          <pc:docMk/>
          <pc:sldMk cId="2932615907" sldId="369"/>
        </pc:sldMkLst>
        <pc:spChg chg="mod">
          <ac:chgData name="shilpi gupta" userId="5ce4f23861899b28" providerId="LiveId" clId="{E23F248B-BACD-4A05-A6CF-C777B57D5F30}" dt="2024-06-27T14:45:02.841" v="551" actId="20577"/>
          <ac:spMkLst>
            <pc:docMk/>
            <pc:sldMk cId="2932615907" sldId="369"/>
            <ac:spMk id="2" creationId="{9BD19784-C27D-8592-104F-7AE34D776F75}"/>
          </ac:spMkLst>
        </pc:spChg>
        <pc:spChg chg="mod">
          <ac:chgData name="shilpi gupta" userId="5ce4f23861899b28" providerId="LiveId" clId="{E23F248B-BACD-4A05-A6CF-C777B57D5F30}" dt="2024-06-27T14:01:31.462" v="405" actId="20577"/>
          <ac:spMkLst>
            <pc:docMk/>
            <pc:sldMk cId="2932615907" sldId="369"/>
            <ac:spMk id="3" creationId="{FDBBEBBB-FF5F-D574-E78C-21DD5CDCC592}"/>
          </ac:spMkLst>
        </pc:spChg>
      </pc:sldChg>
      <pc:sldChg chg="modSp new mod">
        <pc:chgData name="shilpi gupta" userId="5ce4f23861899b28" providerId="LiveId" clId="{E23F248B-BACD-4A05-A6CF-C777B57D5F30}" dt="2024-06-27T14:45:42.520" v="608"/>
        <pc:sldMkLst>
          <pc:docMk/>
          <pc:sldMk cId="3290212126" sldId="370"/>
        </pc:sldMkLst>
        <pc:spChg chg="mod">
          <ac:chgData name="shilpi gupta" userId="5ce4f23861899b28" providerId="LiveId" clId="{E23F248B-BACD-4A05-A6CF-C777B57D5F30}" dt="2024-06-27T14:45:33.345" v="607" actId="20577"/>
          <ac:spMkLst>
            <pc:docMk/>
            <pc:sldMk cId="3290212126" sldId="370"/>
            <ac:spMk id="2" creationId="{77E4387D-D69C-8155-9BB9-66E4A90D071C}"/>
          </ac:spMkLst>
        </pc:spChg>
        <pc:spChg chg="mod">
          <ac:chgData name="shilpi gupta" userId="5ce4f23861899b28" providerId="LiveId" clId="{E23F248B-BACD-4A05-A6CF-C777B57D5F30}" dt="2024-06-27T14:45:42.520" v="608"/>
          <ac:spMkLst>
            <pc:docMk/>
            <pc:sldMk cId="3290212126" sldId="370"/>
            <ac:spMk id="3" creationId="{D80CFA62-C4F5-7CAB-3745-B3B827AC3286}"/>
          </ac:spMkLst>
        </pc:spChg>
      </pc:sldChg>
      <pc:sldChg chg="modSp new mod">
        <pc:chgData name="shilpi gupta" userId="5ce4f23861899b28" providerId="LiveId" clId="{E23F248B-BACD-4A05-A6CF-C777B57D5F30}" dt="2024-06-27T14:49:04.818" v="757" actId="20577"/>
        <pc:sldMkLst>
          <pc:docMk/>
          <pc:sldMk cId="2558399498" sldId="371"/>
        </pc:sldMkLst>
        <pc:spChg chg="mod">
          <ac:chgData name="shilpi gupta" userId="5ce4f23861899b28" providerId="LiveId" clId="{E23F248B-BACD-4A05-A6CF-C777B57D5F30}" dt="2024-06-27T14:49:04.818" v="757" actId="20577"/>
          <ac:spMkLst>
            <pc:docMk/>
            <pc:sldMk cId="2558399498" sldId="371"/>
            <ac:spMk id="2" creationId="{AA161DB5-445A-7CA5-1002-EA4F2A2B1501}"/>
          </ac:spMkLst>
        </pc:spChg>
        <pc:spChg chg="mod">
          <ac:chgData name="shilpi gupta" userId="5ce4f23861899b28" providerId="LiveId" clId="{E23F248B-BACD-4A05-A6CF-C777B57D5F30}" dt="2024-06-27T14:46:13.200" v="633" actId="20577"/>
          <ac:spMkLst>
            <pc:docMk/>
            <pc:sldMk cId="2558399498" sldId="371"/>
            <ac:spMk id="3" creationId="{E06E0B9D-5ABF-737F-6839-AA4CEAE715A3}"/>
          </ac:spMkLst>
        </pc:spChg>
      </pc:sldChg>
      <pc:sldChg chg="modSp new mod ord">
        <pc:chgData name="shilpi gupta" userId="5ce4f23861899b28" providerId="LiveId" clId="{E23F248B-BACD-4A05-A6CF-C777B57D5F30}" dt="2024-06-27T15:10:37.389" v="1638" actId="20577"/>
        <pc:sldMkLst>
          <pc:docMk/>
          <pc:sldMk cId="2298155946" sldId="372"/>
        </pc:sldMkLst>
        <pc:spChg chg="mod">
          <ac:chgData name="shilpi gupta" userId="5ce4f23861899b28" providerId="LiveId" clId="{E23F248B-BACD-4A05-A6CF-C777B57D5F30}" dt="2024-06-27T15:10:37.389" v="1638" actId="20577"/>
          <ac:spMkLst>
            <pc:docMk/>
            <pc:sldMk cId="2298155946" sldId="372"/>
            <ac:spMk id="2" creationId="{CD21CEE7-250E-6483-7E43-995D59D49BF1}"/>
          </ac:spMkLst>
        </pc:spChg>
        <pc:spChg chg="mod">
          <ac:chgData name="shilpi gupta" userId="5ce4f23861899b28" providerId="LiveId" clId="{E23F248B-BACD-4A05-A6CF-C777B57D5F30}" dt="2024-06-27T15:09:42.955" v="1554" actId="20577"/>
          <ac:spMkLst>
            <pc:docMk/>
            <pc:sldMk cId="2298155946" sldId="372"/>
            <ac:spMk id="3" creationId="{62CB7037-93BB-92CE-DDCD-A2BF3AED04C9}"/>
          </ac:spMkLst>
        </pc:spChg>
      </pc:sldChg>
      <pc:sldChg chg="addSp delSp modSp new mod">
        <pc:chgData name="shilpi gupta" userId="5ce4f23861899b28" providerId="LiveId" clId="{E23F248B-BACD-4A05-A6CF-C777B57D5F30}" dt="2024-06-27T15:02:35.077" v="1426" actId="14100"/>
        <pc:sldMkLst>
          <pc:docMk/>
          <pc:sldMk cId="1018967275" sldId="373"/>
        </pc:sldMkLst>
        <pc:spChg chg="del mod">
          <ac:chgData name="shilpi gupta" userId="5ce4f23861899b28" providerId="LiveId" clId="{E23F248B-BACD-4A05-A6CF-C777B57D5F30}" dt="2024-06-27T14:58:32.083" v="1110" actId="3680"/>
          <ac:spMkLst>
            <pc:docMk/>
            <pc:sldMk cId="1018967275" sldId="373"/>
            <ac:spMk id="2" creationId="{C9F263E8-AC62-24F2-5D95-A98CDA392199}"/>
          </ac:spMkLst>
        </pc:spChg>
        <pc:spChg chg="mod">
          <ac:chgData name="shilpi gupta" userId="5ce4f23861899b28" providerId="LiveId" clId="{E23F248B-BACD-4A05-A6CF-C777B57D5F30}" dt="2024-06-27T15:00:54.428" v="1261" actId="20577"/>
          <ac:spMkLst>
            <pc:docMk/>
            <pc:sldMk cId="1018967275" sldId="373"/>
            <ac:spMk id="3" creationId="{E3ED034E-7EF4-87DE-9479-2470AE6D95A1}"/>
          </ac:spMkLst>
        </pc:spChg>
        <pc:graphicFrameChg chg="add mod ord modGraphic">
          <ac:chgData name="shilpi gupta" userId="5ce4f23861899b28" providerId="LiveId" clId="{E23F248B-BACD-4A05-A6CF-C777B57D5F30}" dt="2024-06-27T15:02:35.077" v="1426" actId="14100"/>
          <ac:graphicFrameMkLst>
            <pc:docMk/>
            <pc:sldMk cId="1018967275" sldId="373"/>
            <ac:graphicFrameMk id="4" creationId="{7A52C76F-719C-0C42-B42F-CCB0A117D54B}"/>
          </ac:graphicFrameMkLst>
        </pc:graphicFrameChg>
      </pc:sldChg>
      <pc:sldChg chg="modSp new del mod">
        <pc:chgData name="shilpi gupta" userId="5ce4f23861899b28" providerId="LiveId" clId="{E23F248B-BACD-4A05-A6CF-C777B57D5F30}" dt="2024-06-27T14:57:30.939" v="1087" actId="47"/>
        <pc:sldMkLst>
          <pc:docMk/>
          <pc:sldMk cId="1489289668" sldId="373"/>
        </pc:sldMkLst>
        <pc:spChg chg="mod">
          <ac:chgData name="shilpi gupta" userId="5ce4f23861899b28" providerId="LiveId" clId="{E23F248B-BACD-4A05-A6CF-C777B57D5F30}" dt="2024-06-27T14:57:26.068" v="1086" actId="20577"/>
          <ac:spMkLst>
            <pc:docMk/>
            <pc:sldMk cId="1489289668" sldId="373"/>
            <ac:spMk id="3" creationId="{2049E451-76FF-4D25-4BE9-0141A8200CEB}"/>
          </ac:spMkLst>
        </pc:spChg>
      </pc:sldChg>
      <pc:sldChg chg="addSp modSp new mod">
        <pc:chgData name="shilpi gupta" userId="5ce4f23861899b28" providerId="LiveId" clId="{E23F248B-BACD-4A05-A6CF-C777B57D5F30}" dt="2024-06-27T15:06:05.538" v="1532" actId="122"/>
        <pc:sldMkLst>
          <pc:docMk/>
          <pc:sldMk cId="1886611279" sldId="374"/>
        </pc:sldMkLst>
        <pc:spChg chg="mod">
          <ac:chgData name="shilpi gupta" userId="5ce4f23861899b28" providerId="LiveId" clId="{E23F248B-BACD-4A05-A6CF-C777B57D5F30}" dt="2024-06-27T15:03:41.528" v="1432" actId="14100"/>
          <ac:spMkLst>
            <pc:docMk/>
            <pc:sldMk cId="1886611279" sldId="374"/>
            <ac:spMk id="2" creationId="{E985F637-B96C-E6AA-1E79-7D40B026096D}"/>
          </ac:spMkLst>
        </pc:spChg>
        <pc:spChg chg="mod">
          <ac:chgData name="shilpi gupta" userId="5ce4f23861899b28" providerId="LiveId" clId="{E23F248B-BACD-4A05-A6CF-C777B57D5F30}" dt="2024-06-27T15:06:05.538" v="1532" actId="122"/>
          <ac:spMkLst>
            <pc:docMk/>
            <pc:sldMk cId="1886611279" sldId="374"/>
            <ac:spMk id="3" creationId="{D0E67C9F-9B2A-AF45-7D0F-E0094D1C51AF}"/>
          </ac:spMkLst>
        </pc:spChg>
        <pc:graphicFrameChg chg="add mod modGraphic">
          <ac:chgData name="shilpi gupta" userId="5ce4f23861899b28" providerId="LiveId" clId="{E23F248B-BACD-4A05-A6CF-C777B57D5F30}" dt="2024-06-27T15:05:51.567" v="1521" actId="20577"/>
          <ac:graphicFrameMkLst>
            <pc:docMk/>
            <pc:sldMk cId="1886611279" sldId="374"/>
            <ac:graphicFrameMk id="4" creationId="{462940BA-F000-09F4-98EA-36715A10F752}"/>
          </ac:graphicFrameMkLst>
        </pc:graphicFrameChg>
      </pc:sldChg>
    </pc:docChg>
  </pc:docChgLst>
  <pc:docChgLst>
    <pc:chgData name="shilpi gupta" userId="5ce4f23861899b28" providerId="LiveId" clId="{08B83CF0-1C50-4F7F-BD84-182DDABFAF70}"/>
    <pc:docChg chg="undo custSel addSld delSld modSld">
      <pc:chgData name="shilpi gupta" userId="5ce4f23861899b28" providerId="LiveId" clId="{08B83CF0-1C50-4F7F-BD84-182DDABFAF70}" dt="2024-07-02T05:40:21.203" v="701" actId="20577"/>
      <pc:docMkLst>
        <pc:docMk/>
      </pc:docMkLst>
      <pc:sldChg chg="modSp">
        <pc:chgData name="shilpi gupta" userId="5ce4f23861899b28" providerId="LiveId" clId="{08B83CF0-1C50-4F7F-BD84-182DDABFAF70}" dt="2024-07-02T05:39:36.147" v="648" actId="20577"/>
        <pc:sldMkLst>
          <pc:docMk/>
          <pc:sldMk cId="0" sldId="302"/>
        </pc:sldMkLst>
        <pc:spChg chg="mod">
          <ac:chgData name="shilpi gupta" userId="5ce4f23861899b28" providerId="LiveId" clId="{08B83CF0-1C50-4F7F-BD84-182DDABFAF70}" dt="2024-07-02T05:39:36.147" v="648" actId="20577"/>
          <ac:spMkLst>
            <pc:docMk/>
            <pc:sldMk cId="0" sldId="302"/>
            <ac:spMk id="2" creationId="{00000000-0000-0000-0000-000000000000}"/>
          </ac:spMkLst>
        </pc:spChg>
      </pc:sldChg>
      <pc:sldChg chg="del">
        <pc:chgData name="shilpi gupta" userId="5ce4f23861899b28" providerId="LiveId" clId="{08B83CF0-1C50-4F7F-BD84-182DDABFAF70}" dt="2024-07-02T05:12:08.908" v="361" actId="47"/>
        <pc:sldMkLst>
          <pc:docMk/>
          <pc:sldMk cId="0" sldId="303"/>
        </pc:sldMkLst>
      </pc:sldChg>
      <pc:sldChg chg="addSp modSp mod">
        <pc:chgData name="shilpi gupta" userId="5ce4f23861899b28" providerId="LiveId" clId="{08B83CF0-1C50-4F7F-BD84-182DDABFAF70}" dt="2024-07-02T05:21:59.901" v="450" actId="20577"/>
        <pc:sldMkLst>
          <pc:docMk/>
          <pc:sldMk cId="0" sldId="304"/>
        </pc:sldMkLst>
        <pc:spChg chg="mod">
          <ac:chgData name="shilpi gupta" userId="5ce4f23861899b28" providerId="LiveId" clId="{08B83CF0-1C50-4F7F-BD84-182DDABFAF70}" dt="2024-07-02T05:21:59.901" v="450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08B83CF0-1C50-4F7F-BD84-182DDABFAF70}" dt="2024-07-01T11:26:40.581" v="146" actId="1076"/>
          <ac:picMkLst>
            <pc:docMk/>
            <pc:sldMk cId="0" sldId="304"/>
            <ac:picMk id="2" creationId="{FC095832-28E8-A112-7952-D2361A6A2FFD}"/>
          </ac:picMkLst>
        </pc:picChg>
      </pc:sldChg>
      <pc:sldChg chg="del">
        <pc:chgData name="shilpi gupta" userId="5ce4f23861899b28" providerId="LiveId" clId="{08B83CF0-1C50-4F7F-BD84-182DDABFAF70}" dt="2024-07-02T05:12:12.460" v="371" actId="47"/>
        <pc:sldMkLst>
          <pc:docMk/>
          <pc:sldMk cId="282132447" sldId="354"/>
        </pc:sldMkLst>
      </pc:sldChg>
      <pc:sldChg chg="del">
        <pc:chgData name="shilpi gupta" userId="5ce4f23861899b28" providerId="LiveId" clId="{08B83CF0-1C50-4F7F-BD84-182DDABFAF70}" dt="2024-07-02T05:12:09.303" v="362" actId="47"/>
        <pc:sldMkLst>
          <pc:docMk/>
          <pc:sldMk cId="1021873558" sldId="366"/>
        </pc:sldMkLst>
      </pc:sldChg>
      <pc:sldChg chg="del">
        <pc:chgData name="shilpi gupta" userId="5ce4f23861899b28" providerId="LiveId" clId="{08B83CF0-1C50-4F7F-BD84-182DDABFAF70}" dt="2024-07-02T05:12:10.094" v="365" actId="47"/>
        <pc:sldMkLst>
          <pc:docMk/>
          <pc:sldMk cId="1170904624" sldId="367"/>
        </pc:sldMkLst>
      </pc:sldChg>
      <pc:sldChg chg="del">
        <pc:chgData name="shilpi gupta" userId="5ce4f23861899b28" providerId="LiveId" clId="{08B83CF0-1C50-4F7F-BD84-182DDABFAF70}" dt="2024-07-02T05:12:10.443" v="366" actId="47"/>
        <pc:sldMkLst>
          <pc:docMk/>
          <pc:sldMk cId="3110117687" sldId="368"/>
        </pc:sldMkLst>
      </pc:sldChg>
      <pc:sldChg chg="del">
        <pc:chgData name="shilpi gupta" userId="5ce4f23861899b28" providerId="LiveId" clId="{08B83CF0-1C50-4F7F-BD84-182DDABFAF70}" dt="2024-07-02T05:12:10.791" v="367" actId="47"/>
        <pc:sldMkLst>
          <pc:docMk/>
          <pc:sldMk cId="2932615907" sldId="369"/>
        </pc:sldMkLst>
      </pc:sldChg>
      <pc:sldChg chg="del">
        <pc:chgData name="shilpi gupta" userId="5ce4f23861899b28" providerId="LiveId" clId="{08B83CF0-1C50-4F7F-BD84-182DDABFAF70}" dt="2024-07-02T05:12:11.130" v="368" actId="47"/>
        <pc:sldMkLst>
          <pc:docMk/>
          <pc:sldMk cId="3290212126" sldId="370"/>
        </pc:sldMkLst>
      </pc:sldChg>
      <pc:sldChg chg="del">
        <pc:chgData name="shilpi gupta" userId="5ce4f23861899b28" providerId="LiveId" clId="{08B83CF0-1C50-4F7F-BD84-182DDABFAF70}" dt="2024-07-02T05:12:11.468" v="369" actId="47"/>
        <pc:sldMkLst>
          <pc:docMk/>
          <pc:sldMk cId="2558399498" sldId="371"/>
        </pc:sldMkLst>
      </pc:sldChg>
      <pc:sldChg chg="del">
        <pc:chgData name="shilpi gupta" userId="5ce4f23861899b28" providerId="LiveId" clId="{08B83CF0-1C50-4F7F-BD84-182DDABFAF70}" dt="2024-07-02T05:12:11.767" v="370" actId="47"/>
        <pc:sldMkLst>
          <pc:docMk/>
          <pc:sldMk cId="2298155946" sldId="372"/>
        </pc:sldMkLst>
      </pc:sldChg>
      <pc:sldChg chg="del">
        <pc:chgData name="shilpi gupta" userId="5ce4f23861899b28" providerId="LiveId" clId="{08B83CF0-1C50-4F7F-BD84-182DDABFAF70}" dt="2024-07-02T05:12:09.692" v="363" actId="47"/>
        <pc:sldMkLst>
          <pc:docMk/>
          <pc:sldMk cId="1018967275" sldId="373"/>
        </pc:sldMkLst>
      </pc:sldChg>
      <pc:sldChg chg="del">
        <pc:chgData name="shilpi gupta" userId="5ce4f23861899b28" providerId="LiveId" clId="{08B83CF0-1C50-4F7F-BD84-182DDABFAF70}" dt="2024-07-02T05:12:09.858" v="364" actId="47"/>
        <pc:sldMkLst>
          <pc:docMk/>
          <pc:sldMk cId="1886611279" sldId="374"/>
        </pc:sldMkLst>
      </pc:sldChg>
      <pc:sldChg chg="addSp delSp modSp new mod modAnim">
        <pc:chgData name="shilpi gupta" userId="5ce4f23861899b28" providerId="LiveId" clId="{08B83CF0-1C50-4F7F-BD84-182DDABFAF70}" dt="2024-07-02T05:16:24.190" v="386" actId="2711"/>
        <pc:sldMkLst>
          <pc:docMk/>
          <pc:sldMk cId="14762255" sldId="375"/>
        </pc:sldMkLst>
        <pc:spChg chg="del">
          <ac:chgData name="shilpi gupta" userId="5ce4f23861899b28" providerId="LiveId" clId="{08B83CF0-1C50-4F7F-BD84-182DDABFAF70}" dt="2024-07-01T11:27:03.307" v="148"/>
          <ac:spMkLst>
            <pc:docMk/>
            <pc:sldMk cId="14762255" sldId="375"/>
            <ac:spMk id="2" creationId="{F7A9A6A9-7E83-A733-38DC-2274CB81FF55}"/>
          </ac:spMkLst>
        </pc:spChg>
        <pc:spChg chg="del">
          <ac:chgData name="shilpi gupta" userId="5ce4f23861899b28" providerId="LiveId" clId="{08B83CF0-1C50-4F7F-BD84-182DDABFAF70}" dt="2024-07-01T11:27:41.339" v="151" actId="478"/>
          <ac:spMkLst>
            <pc:docMk/>
            <pc:sldMk cId="14762255" sldId="375"/>
            <ac:spMk id="3" creationId="{D03A6D4C-96E7-2C21-1A70-7D860CF50003}"/>
          </ac:spMkLst>
        </pc:spChg>
        <pc:spChg chg="add mod">
          <ac:chgData name="shilpi gupta" userId="5ce4f23861899b28" providerId="LiveId" clId="{08B83CF0-1C50-4F7F-BD84-182DDABFAF70}" dt="2024-07-02T05:16:14.820" v="385" actId="2711"/>
          <ac:spMkLst>
            <pc:docMk/>
            <pc:sldMk cId="14762255" sldId="375"/>
            <ac:spMk id="7" creationId="{C9003A92-87BF-7699-E1A2-71EE53C93FF8}"/>
          </ac:spMkLst>
        </pc:spChg>
        <pc:spChg chg="add mod">
          <ac:chgData name="shilpi gupta" userId="5ce4f23861899b28" providerId="LiveId" clId="{08B83CF0-1C50-4F7F-BD84-182DDABFAF70}" dt="2024-07-02T05:16:24.190" v="386" actId="2711"/>
          <ac:spMkLst>
            <pc:docMk/>
            <pc:sldMk cId="14762255" sldId="375"/>
            <ac:spMk id="8" creationId="{0D94597E-71D4-42DD-19E8-93229A4C62F6}"/>
          </ac:spMkLst>
        </pc:spChg>
        <pc:picChg chg="add mod">
          <ac:chgData name="shilpi gupta" userId="5ce4f23861899b28" providerId="LiveId" clId="{08B83CF0-1C50-4F7F-BD84-182DDABFAF70}" dt="2024-07-01T11:29:20.736" v="164" actId="1076"/>
          <ac:picMkLst>
            <pc:docMk/>
            <pc:sldMk cId="14762255" sldId="375"/>
            <ac:picMk id="4" creationId="{4BBE55F7-D1B2-1FB2-52E2-CD02EC21F1A4}"/>
          </ac:picMkLst>
        </pc:picChg>
        <pc:picChg chg="add mod">
          <ac:chgData name="shilpi gupta" userId="5ce4f23861899b28" providerId="LiveId" clId="{08B83CF0-1C50-4F7F-BD84-182DDABFAF70}" dt="2024-07-01T11:27:50.516" v="153"/>
          <ac:picMkLst>
            <pc:docMk/>
            <pc:sldMk cId="14762255" sldId="375"/>
            <ac:picMk id="5" creationId="{F08D7B0D-637B-294A-CB12-A819577F32D7}"/>
          </ac:picMkLst>
        </pc:picChg>
        <pc:picChg chg="add">
          <ac:chgData name="shilpi gupta" userId="5ce4f23861899b28" providerId="LiveId" clId="{08B83CF0-1C50-4F7F-BD84-182DDABFAF70}" dt="2024-07-01T11:27:55.281" v="154"/>
          <ac:picMkLst>
            <pc:docMk/>
            <pc:sldMk cId="14762255" sldId="375"/>
            <ac:picMk id="6" creationId="{72378998-06ED-A35C-1352-91FD72A22E15}"/>
          </ac:picMkLst>
        </pc:picChg>
      </pc:sldChg>
      <pc:sldChg chg="addSp delSp modSp new mod delAnim modAnim">
        <pc:chgData name="shilpi gupta" userId="5ce4f23861899b28" providerId="LiveId" clId="{08B83CF0-1C50-4F7F-BD84-182DDABFAF70}" dt="2024-07-02T05:17:40.739" v="392" actId="2711"/>
        <pc:sldMkLst>
          <pc:docMk/>
          <pc:sldMk cId="3174069007" sldId="376"/>
        </pc:sldMkLst>
        <pc:spChg chg="del">
          <ac:chgData name="shilpi gupta" userId="5ce4f23861899b28" providerId="LiveId" clId="{08B83CF0-1C50-4F7F-BD84-182DDABFAF70}" dt="2024-07-01T11:30:35.893" v="172" actId="478"/>
          <ac:spMkLst>
            <pc:docMk/>
            <pc:sldMk cId="3174069007" sldId="376"/>
            <ac:spMk id="2" creationId="{B30DF68E-9AC5-8C0A-DB6E-E543286C2902}"/>
          </ac:spMkLst>
        </pc:spChg>
        <pc:spChg chg="mod">
          <ac:chgData name="shilpi gupta" userId="5ce4f23861899b28" providerId="LiveId" clId="{08B83CF0-1C50-4F7F-BD84-182DDABFAF70}" dt="2024-07-01T11:31:46.326" v="181" actId="207"/>
          <ac:spMkLst>
            <pc:docMk/>
            <pc:sldMk cId="3174069007" sldId="376"/>
            <ac:spMk id="3" creationId="{7527847D-ED09-DB6F-A02C-AB3F82216B8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5" creationId="{6AABC72B-C3DE-F8BD-C442-5488CDFF75E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7" creationId="{D47F9A5C-9C1F-F853-C699-5C9556D6B64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8" creationId="{ABB185CA-D360-5D69-42ED-756765E062A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9" creationId="{72C45068-46D1-1CD6-03B6-3C7F283A8C59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0" creationId="{A0E1B42A-F8CA-C85A-5DC8-C14B8B848F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1" creationId="{BA1C4544-2696-775C-373A-3DA4C8A1F64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2" creationId="{7196D160-9B22-F9D6-EF16-E9CD7850196C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3" creationId="{ED489E50-D09F-9198-F897-3C0CF52F1F57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4" creationId="{ED175E56-57B2-F6BA-CA92-E8B0B63E30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5" creationId="{AB37323B-3D09-CCCE-4BC2-D42A50A77690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6" creationId="{60DCF8A6-B6A6-75DF-004C-1443FC81036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7" creationId="{447F4CC7-12B5-788D-FA7D-5DCAAF6C459D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8" creationId="{9FE168E9-D231-A804-E08C-C041A6F2D0D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9" creationId="{2C22271D-275D-81F3-DB52-4379E3DB6FC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0" creationId="{EB6C7B5D-D337-CEB1-70E4-004E1A85965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1" creationId="{58896B9D-2C36-F730-9750-52BE59BE0E8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2" creationId="{572B080E-D07E-B325-7A13-09997C894F09}"/>
          </ac:spMkLst>
        </pc:spChg>
        <pc:spChg chg="add mod">
          <ac:chgData name="shilpi gupta" userId="5ce4f23861899b28" providerId="LiveId" clId="{08B83CF0-1C50-4F7F-BD84-182DDABFAF70}" dt="2024-07-02T05:17:08.280" v="387" actId="2711"/>
          <ac:spMkLst>
            <pc:docMk/>
            <pc:sldMk cId="3174069007" sldId="376"/>
            <ac:spMk id="23" creationId="{3D31BD72-12FD-1100-665D-4602C06833B7}"/>
          </ac:spMkLst>
        </pc:spChg>
        <pc:spChg chg="add mod">
          <ac:chgData name="shilpi gupta" userId="5ce4f23861899b28" providerId="LiveId" clId="{08B83CF0-1C50-4F7F-BD84-182DDABFAF70}" dt="2024-07-02T05:17:15.876" v="388" actId="2711"/>
          <ac:spMkLst>
            <pc:docMk/>
            <pc:sldMk cId="3174069007" sldId="376"/>
            <ac:spMk id="24" creationId="{369DA086-7C25-F0E1-AB3A-B219FDE0D6D8}"/>
          </ac:spMkLst>
        </pc:spChg>
        <pc:spChg chg="add mod">
          <ac:chgData name="shilpi gupta" userId="5ce4f23861899b28" providerId="LiveId" clId="{08B83CF0-1C50-4F7F-BD84-182DDABFAF70}" dt="2024-07-01T11:31:02.428" v="175"/>
          <ac:spMkLst>
            <pc:docMk/>
            <pc:sldMk cId="3174069007" sldId="376"/>
            <ac:spMk id="25" creationId="{41BBB5E6-9BE2-02AC-0B45-0DA01E87D9BF}"/>
          </ac:spMkLst>
        </pc:spChg>
        <pc:spChg chg="add mod">
          <ac:chgData name="shilpi gupta" userId="5ce4f23861899b28" providerId="LiveId" clId="{08B83CF0-1C50-4F7F-BD84-182DDABFAF70}" dt="2024-07-02T05:17:22.350" v="389" actId="2711"/>
          <ac:spMkLst>
            <pc:docMk/>
            <pc:sldMk cId="3174069007" sldId="376"/>
            <ac:spMk id="26" creationId="{2EA56EFE-AF53-9EAE-0AAF-40097BF40E00}"/>
          </ac:spMkLst>
        </pc:spChg>
        <pc:spChg chg="add mod">
          <ac:chgData name="shilpi gupta" userId="5ce4f23861899b28" providerId="LiveId" clId="{08B83CF0-1C50-4F7F-BD84-182DDABFAF70}" dt="2024-07-02T05:17:40.739" v="392" actId="2711"/>
          <ac:spMkLst>
            <pc:docMk/>
            <pc:sldMk cId="3174069007" sldId="376"/>
            <ac:spMk id="27" creationId="{2DB61502-9A3A-864D-F782-A84EAB1F4D97}"/>
          </ac:spMkLst>
        </pc:spChg>
        <pc:spChg chg="add del mod">
          <ac:chgData name="shilpi gupta" userId="5ce4f23861899b28" providerId="LiveId" clId="{08B83CF0-1C50-4F7F-BD84-182DDABFAF70}" dt="2024-07-01T11:33:05.114" v="189" actId="478"/>
          <ac:spMkLst>
            <pc:docMk/>
            <pc:sldMk cId="3174069007" sldId="376"/>
            <ac:spMk id="28" creationId="{6255FA8A-8A44-5C8E-AE0F-5F8DEBC2070C}"/>
          </ac:spMkLst>
        </pc:spChg>
        <pc:grpChg chg="add mod">
          <ac:chgData name="shilpi gupta" userId="5ce4f23861899b28" providerId="LiveId" clId="{08B83CF0-1C50-4F7F-BD84-182DDABFAF70}" dt="2024-07-01T11:31:46.326" v="181" actId="207"/>
          <ac:grpSpMkLst>
            <pc:docMk/>
            <pc:sldMk cId="3174069007" sldId="376"/>
            <ac:grpSpMk id="4" creationId="{D87D2048-6015-5801-37A3-3433DA0BD3F7}"/>
          </ac:grpSpMkLst>
        </pc:grpChg>
        <pc:grpChg chg="mod">
          <ac:chgData name="shilpi gupta" userId="5ce4f23861899b28" providerId="LiveId" clId="{08B83CF0-1C50-4F7F-BD84-182DDABFAF70}" dt="2024-07-01T11:30:10.706" v="169" actId="1076"/>
          <ac:grpSpMkLst>
            <pc:docMk/>
            <pc:sldMk cId="3174069007" sldId="376"/>
            <ac:grpSpMk id="6" creationId="{1850946C-3076-84E6-1910-CEBD9672BE97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07.161" v="395" actId="2711"/>
        <pc:sldMkLst>
          <pc:docMk/>
          <pc:sldMk cId="2046551470" sldId="377"/>
        </pc:sldMkLst>
        <pc:spChg chg="del">
          <ac:chgData name="shilpi gupta" userId="5ce4f23861899b28" providerId="LiveId" clId="{08B83CF0-1C50-4F7F-BD84-182DDABFAF70}" dt="2024-07-01T11:34:44.649" v="193" actId="478"/>
          <ac:spMkLst>
            <pc:docMk/>
            <pc:sldMk cId="2046551470" sldId="377"/>
            <ac:spMk id="2" creationId="{9E69A3A7-5FAF-AF27-282C-EB8F546AB7ED}"/>
          </ac:spMkLst>
        </pc:spChg>
        <pc:spChg chg="mod">
          <ac:chgData name="shilpi gupta" userId="5ce4f23861899b28" providerId="LiveId" clId="{08B83CF0-1C50-4F7F-BD84-182DDABFAF70}" dt="2024-07-01T11:34:34.041" v="192" actId="27636"/>
          <ac:spMkLst>
            <pc:docMk/>
            <pc:sldMk cId="2046551470" sldId="377"/>
            <ac:spMk id="3" creationId="{48F8B038-406B-AE74-EF55-0E30042C76A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5" creationId="{C78BCF2E-B617-7930-2770-DFA0B3845A2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6" creationId="{BDD91D8F-0860-AEA4-85F1-BC1244C439E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7" creationId="{B1C2C8F5-A695-2EA1-C335-6E38D12FFF4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8" creationId="{B255A65F-63E3-C46B-560E-E2C6C8A1AFD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9" creationId="{72D8797B-8E8C-09B6-CE96-F91B62AA636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0" creationId="{7B09025D-87A2-5378-73EA-C6F0009DF9F5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1" creationId="{42301578-D6E7-B515-E416-7CD1629DA68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2" creationId="{9EBECE83-5158-7F79-B598-509103CCC15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3" creationId="{96E17999-AE0C-4740-050E-8195266108C9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4" creationId="{5B06C304-4311-D8D3-D02D-A4186325E10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5" creationId="{679FECED-41D0-DA96-D3E7-3D61A924AFD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6" creationId="{7889CD61-E9A5-1538-168D-6AD21952F2C4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7" creationId="{B085B731-E16E-163C-7A35-2C4F7CBFF3C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8" creationId="{0AB743F3-9AB2-7908-AE0F-3AE1B30AF21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9" creationId="{DE781481-BE10-4B75-D4F5-98AB2C84EB06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0" creationId="{830957A5-D60F-D686-911C-56FC122DB3C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1" creationId="{1FA8738D-0EAD-2F66-46A2-3D2E98F2F62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3" creationId="{E366F9FA-0C7C-55CA-1B38-184A4CBEB1C3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4" creationId="{59BFC6B9-7170-33CF-0A57-626AE6BE0440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5" creationId="{11A02D0A-21B3-5F46-E9D3-0665F8D252E6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6" creationId="{F1C92AAF-3B32-114A-EB37-BB9AA52BE67E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7" creationId="{18B53BBD-EE0C-AB52-8903-337E1FBAA03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8" creationId="{41785DF6-1E39-F7FC-0BA7-EE093123ABB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9" creationId="{E0A34173-D7FD-DDE5-D335-1BF1F447EBF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0" creationId="{4C688CC0-E9E2-D40D-C041-D4ADED1DFF7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1" creationId="{7C010798-4FB7-C007-C871-66FE02064B32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2" creationId="{2DA7EB18-6F37-CAAB-0B0D-87C2C2EDAA8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3" creationId="{B49183E5-75A2-2386-1ECB-47B158B77E5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4" creationId="{3BDA6043-4B90-879B-7741-1C3D76B4A3D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5" creationId="{B3AD60EF-4D02-41E8-9E13-8F604F67383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6" creationId="{0EDA7AEA-1BD2-218B-913B-70162A69984F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7" creationId="{9092C060-C781-47FB-BAAD-F5D27634F25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8" creationId="{B5FAD1C0-1F67-4500-E7B7-E17BFE7F272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9" creationId="{873AFE6E-7412-6F86-A800-663384D58BB2}"/>
          </ac:spMkLst>
        </pc:spChg>
        <pc:spChg chg="add mod">
          <ac:chgData name="shilpi gupta" userId="5ce4f23861899b28" providerId="LiveId" clId="{08B83CF0-1C50-4F7F-BD84-182DDABFAF70}" dt="2024-07-02T05:17:52.357" v="393" actId="2711"/>
          <ac:spMkLst>
            <pc:docMk/>
            <pc:sldMk cId="2046551470" sldId="377"/>
            <ac:spMk id="40" creationId="{96213FDB-126F-398F-AD03-D725CD8199AB}"/>
          </ac:spMkLst>
        </pc:spChg>
        <pc:spChg chg="add mod">
          <ac:chgData name="shilpi gupta" userId="5ce4f23861899b28" providerId="LiveId" clId="{08B83CF0-1C50-4F7F-BD84-182DDABFAF70}" dt="2024-07-02T05:17:59.618" v="394" actId="2711"/>
          <ac:spMkLst>
            <pc:docMk/>
            <pc:sldMk cId="2046551470" sldId="377"/>
            <ac:spMk id="41" creationId="{7724E174-611B-4B26-913F-2DA4A5247F2A}"/>
          </ac:spMkLst>
        </pc:spChg>
        <pc:spChg chg="add mod">
          <ac:chgData name="shilpi gupta" userId="5ce4f23861899b28" providerId="LiveId" clId="{08B83CF0-1C50-4F7F-BD84-182DDABFAF70}" dt="2024-07-02T05:18:07.161" v="395" actId="2711"/>
          <ac:spMkLst>
            <pc:docMk/>
            <pc:sldMk cId="2046551470" sldId="377"/>
            <ac:spMk id="42" creationId="{7D06E841-25E5-20BE-7F9C-2524ACE8D383}"/>
          </ac:spMkLst>
        </pc:spChg>
        <pc:grpChg chg="add mod">
          <ac:chgData name="shilpi gupta" userId="5ce4f23861899b28" providerId="LiveId" clId="{08B83CF0-1C50-4F7F-BD84-182DDABFAF70}" dt="2024-07-01T11:35:55.339" v="203" actId="1076"/>
          <ac:grpSpMkLst>
            <pc:docMk/>
            <pc:sldMk cId="2046551470" sldId="377"/>
            <ac:grpSpMk id="4" creationId="{B34E4210-B2E9-A3AE-5ADF-7842E554E707}"/>
          </ac:grpSpMkLst>
        </pc:grpChg>
        <pc:grpChg chg="add del mod">
          <ac:chgData name="shilpi gupta" userId="5ce4f23861899b28" providerId="LiveId" clId="{08B83CF0-1C50-4F7F-BD84-182DDABFAF70}" dt="2024-07-01T11:35:01.560" v="196" actId="478"/>
          <ac:grpSpMkLst>
            <pc:docMk/>
            <pc:sldMk cId="2046551470" sldId="377"/>
            <ac:grpSpMk id="22" creationId="{E9C6EAB5-DD0D-687B-55A5-9CAD52D25176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33.043" v="397" actId="2711"/>
        <pc:sldMkLst>
          <pc:docMk/>
          <pc:sldMk cId="3186914900" sldId="378"/>
        </pc:sldMkLst>
        <pc:spChg chg="del">
          <ac:chgData name="shilpi gupta" userId="5ce4f23861899b28" providerId="LiveId" clId="{08B83CF0-1C50-4F7F-BD84-182DDABFAF70}" dt="2024-07-01T15:50:49.788" v="229" actId="478"/>
          <ac:spMkLst>
            <pc:docMk/>
            <pc:sldMk cId="3186914900" sldId="378"/>
            <ac:spMk id="2" creationId="{51CCC6E4-20C8-24E8-2003-2787F49142E8}"/>
          </ac:spMkLst>
        </pc:spChg>
        <pc:spChg chg="mod">
          <ac:chgData name="shilpi gupta" userId="5ce4f23861899b28" providerId="LiveId" clId="{08B83CF0-1C50-4F7F-BD84-182DDABFAF70}" dt="2024-07-01T15:50:33.302" v="228" actId="20577"/>
          <ac:spMkLst>
            <pc:docMk/>
            <pc:sldMk cId="3186914900" sldId="378"/>
            <ac:spMk id="3" creationId="{34A2D400-E43C-DD0E-3C9C-83528AED51A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5" creationId="{25D26972-3C91-08A2-B365-19C69DDEEE2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6" creationId="{80DDC5C1-04BE-7360-7336-B69789BDD528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7" creationId="{648643F8-23D6-65F9-4825-72740179118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8" creationId="{46097173-B8C7-ABA8-AB01-69D529B1E63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9" creationId="{6982010A-09C8-029C-F6C7-EAEE1B9567C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0" creationId="{E569717A-E6CF-1624-03E8-F5B8D1E9045C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1" creationId="{9A9EADFD-E33E-C873-132A-27ECFC65392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2" creationId="{485EAB1A-87D3-4146-CB12-8E18189AF347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3" creationId="{9B3A21D1-6ED7-5A94-EEE2-75168E4D8ACA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4" creationId="{DAD5DF82-AEED-C3F7-DD25-967D986D4A8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5" creationId="{328520FD-9AAA-6A0F-FE2E-513A5A1CAFAD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6" creationId="{A5E9A930-1911-3707-ACC3-343EFCCF4589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7" creationId="{3A976801-FA66-C5E0-90E7-D089C0F7693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8" creationId="{D1F7E8D1-9378-FFD6-EBAD-F94778F7F1F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9" creationId="{D1006B31-B8AD-DD20-8C83-BEAB89729D6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0" creationId="{E873510A-02EF-C7D0-EAC4-B6A9E86CB4FE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1" creationId="{A554F652-2106-1F16-FD2E-8C60702F994B}"/>
          </ac:spMkLst>
        </pc:spChg>
        <pc:spChg chg="add mod">
          <ac:chgData name="shilpi gupta" userId="5ce4f23861899b28" providerId="LiveId" clId="{08B83CF0-1C50-4F7F-BD84-182DDABFAF70}" dt="2024-07-02T05:18:26.580" v="396" actId="2711"/>
          <ac:spMkLst>
            <pc:docMk/>
            <pc:sldMk cId="3186914900" sldId="378"/>
            <ac:spMk id="22" creationId="{B4C89928-C9E5-C2B3-7A2C-FA99B44FBA35}"/>
          </ac:spMkLst>
        </pc:spChg>
        <pc:spChg chg="add mod">
          <ac:chgData name="shilpi gupta" userId="5ce4f23861899b28" providerId="LiveId" clId="{08B83CF0-1C50-4F7F-BD84-182DDABFAF70}" dt="2024-07-02T05:18:33.043" v="397" actId="2711"/>
          <ac:spMkLst>
            <pc:docMk/>
            <pc:sldMk cId="3186914900" sldId="378"/>
            <ac:spMk id="23" creationId="{49E7D443-F638-87CA-CC3F-90101A0AEBC3}"/>
          </ac:spMkLst>
        </pc:spChg>
        <pc:grpChg chg="add mod">
          <ac:chgData name="shilpi gupta" userId="5ce4f23861899b28" providerId="LiveId" clId="{08B83CF0-1C50-4F7F-BD84-182DDABFAF70}" dt="2024-07-01T15:51:34.113" v="231" actId="1076"/>
          <ac:grpSpMkLst>
            <pc:docMk/>
            <pc:sldMk cId="3186914900" sldId="378"/>
            <ac:grpSpMk id="4" creationId="{011FC6A7-AEEA-C637-59BE-692FD1F206E9}"/>
          </ac:grpSpMkLst>
        </pc:grpChg>
      </pc:sldChg>
      <pc:sldChg chg="addSp delSp modSp new modAnim">
        <pc:chgData name="shilpi gupta" userId="5ce4f23861899b28" providerId="LiveId" clId="{08B83CF0-1C50-4F7F-BD84-182DDABFAF70}" dt="2024-07-02T05:18:53.713" v="399" actId="2711"/>
        <pc:sldMkLst>
          <pc:docMk/>
          <pc:sldMk cId="332781160" sldId="379"/>
        </pc:sldMkLst>
        <pc:spChg chg="del">
          <ac:chgData name="shilpi gupta" userId="5ce4f23861899b28" providerId="LiveId" clId="{08B83CF0-1C50-4F7F-BD84-182DDABFAF70}" dt="2024-07-01T15:53:29.078" v="247" actId="478"/>
          <ac:spMkLst>
            <pc:docMk/>
            <pc:sldMk cId="332781160" sldId="379"/>
            <ac:spMk id="2" creationId="{663408AD-76E2-45BF-599A-E6A7AA4E4CE6}"/>
          </ac:spMkLst>
        </pc:spChg>
        <pc:spChg chg="del">
          <ac:chgData name="shilpi gupta" userId="5ce4f23861899b28" providerId="LiveId" clId="{08B83CF0-1C50-4F7F-BD84-182DDABFAF70}" dt="2024-07-01T15:53:04.008" v="245"/>
          <ac:spMkLst>
            <pc:docMk/>
            <pc:sldMk cId="332781160" sldId="379"/>
            <ac:spMk id="3" creationId="{238AC540-90C9-0D20-DF61-4742C427A512}"/>
          </ac:spMkLst>
        </pc:spChg>
        <pc:spChg chg="add mod">
          <ac:chgData name="shilpi gupta" userId="5ce4f23861899b28" providerId="LiveId" clId="{08B83CF0-1C50-4F7F-BD84-182DDABFAF70}" dt="2024-07-01T15:55:46.247" v="267" actId="2711"/>
          <ac:spMkLst>
            <pc:docMk/>
            <pc:sldMk cId="332781160" sldId="379"/>
            <ac:spMk id="4" creationId="{42AB1A74-2A90-CF6C-AF3A-D34C8FA3F098}"/>
          </ac:spMkLst>
        </pc:spChg>
        <pc:spChg chg="add mod">
          <ac:chgData name="shilpi gupta" userId="5ce4f23861899b28" providerId="LiveId" clId="{08B83CF0-1C50-4F7F-BD84-182DDABFAF70}" dt="2024-07-02T05:18:46.493" v="398" actId="2711"/>
          <ac:spMkLst>
            <pc:docMk/>
            <pc:sldMk cId="332781160" sldId="379"/>
            <ac:spMk id="5" creationId="{61A2C771-BC49-18A3-5065-EEE2D9176B7F}"/>
          </ac:spMkLst>
        </pc:spChg>
        <pc:spChg chg="add mod">
          <ac:chgData name="shilpi gupta" userId="5ce4f23861899b28" providerId="LiveId" clId="{08B83CF0-1C50-4F7F-BD84-182DDABFAF70}" dt="2024-07-02T05:18:53.713" v="399" actId="2711"/>
          <ac:spMkLst>
            <pc:docMk/>
            <pc:sldMk cId="332781160" sldId="379"/>
            <ac:spMk id="6" creationId="{0F78925E-BBA0-4588-5943-BBD58663797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8" creationId="{8A846272-060B-3D60-5BE1-201430C0537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9" creationId="{82493005-D556-5B89-605E-DF40A6A14B7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0" creationId="{FE0B4534-164A-D8B9-0017-B53B8DAF574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1" creationId="{A2202700-57CF-F98D-307D-2C030F2CB89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2" creationId="{54CAF7CA-4646-8BCF-1EC7-7DBD83FF9FB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3" creationId="{2BA1FFA1-599C-4A4B-1954-E23EDA9F17B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4" creationId="{60684334-C568-196C-4A9A-EDC27E53E315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5" creationId="{D51C8B8A-E743-5439-366F-F8B68753CB0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6" creationId="{57B4F1B1-9815-1DD2-6ED4-DEC2E69F3F2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7" creationId="{749A750D-8DB5-C2B6-435F-2DD5EA2C6D70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8" creationId="{31EA829F-52C1-95F2-AEFD-C5931820B053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9" creationId="{D1D4E592-64B2-8470-7C37-730AD9C55E1E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0" creationId="{D2256AA7-4FD8-522C-C51F-FDAB307755B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1" creationId="{27009192-F087-8060-CADD-1BD4AE4E2F5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2" creationId="{99EA91D6-6BF2-AACE-0DC5-6C985CAD20BC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3" creationId="{671E9E81-985B-6C8F-579E-971AF7DA821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4" creationId="{845DB264-7A44-C644-47F4-3164DCF54827}"/>
          </ac:spMkLst>
        </pc:spChg>
        <pc:grpChg chg="add mod">
          <ac:chgData name="shilpi gupta" userId="5ce4f23861899b28" providerId="LiveId" clId="{08B83CF0-1C50-4F7F-BD84-182DDABFAF70}" dt="2024-07-01T15:53:49.799" v="251" actId="1076"/>
          <ac:grpSpMkLst>
            <pc:docMk/>
            <pc:sldMk cId="332781160" sldId="379"/>
            <ac:grpSpMk id="7" creationId="{0CE9C11C-D82C-A181-3AB1-3BB00DF1C4F9}"/>
          </ac:grpSpMkLst>
        </pc:grpChg>
      </pc:sldChg>
      <pc:sldChg chg="addSp delSp modSp new del mod modAnim">
        <pc:chgData name="shilpi gupta" userId="5ce4f23861899b28" providerId="LiveId" clId="{08B83CF0-1C50-4F7F-BD84-182DDABFAF70}" dt="2024-07-01T15:59:10.043" v="287" actId="47"/>
        <pc:sldMkLst>
          <pc:docMk/>
          <pc:sldMk cId="660595343" sldId="380"/>
        </pc:sldMkLst>
        <pc:spChg chg="del">
          <ac:chgData name="shilpi gupta" userId="5ce4f23861899b28" providerId="LiveId" clId="{08B83CF0-1C50-4F7F-BD84-182DDABFAF70}" dt="2024-07-01T15:54:14.056" v="254" actId="478"/>
          <ac:spMkLst>
            <pc:docMk/>
            <pc:sldMk cId="660595343" sldId="380"/>
            <ac:spMk id="2" creationId="{E8F4C4E4-1561-EE83-E828-F3AD6D51399E}"/>
          </ac:spMkLst>
        </pc:spChg>
        <pc:spChg chg="del">
          <ac:chgData name="shilpi gupta" userId="5ce4f23861899b28" providerId="LiveId" clId="{08B83CF0-1C50-4F7F-BD84-182DDABFAF70}" dt="2024-07-01T15:54:08.106" v="253"/>
          <ac:spMkLst>
            <pc:docMk/>
            <pc:sldMk cId="660595343" sldId="380"/>
            <ac:spMk id="3" creationId="{5AEDA064-EFC0-98CE-BAB4-ECC06059D5B0}"/>
          </ac:spMkLst>
        </pc:spChg>
        <pc:spChg chg="add mod">
          <ac:chgData name="shilpi gupta" userId="5ce4f23861899b28" providerId="LiveId" clId="{08B83CF0-1C50-4F7F-BD84-182DDABFAF70}" dt="2024-07-01T15:54:57.630" v="262" actId="207"/>
          <ac:spMkLst>
            <pc:docMk/>
            <pc:sldMk cId="660595343" sldId="380"/>
            <ac:spMk id="4" creationId="{5316BD53-1392-5E7B-802F-D2E12EE38362}"/>
          </ac:spMkLst>
        </pc:spChg>
        <pc:spChg chg="add mod">
          <ac:chgData name="shilpi gupta" userId="5ce4f23861899b28" providerId="LiveId" clId="{08B83CF0-1C50-4F7F-BD84-182DDABFAF70}" dt="2024-07-01T15:54:19.546" v="255"/>
          <ac:spMkLst>
            <pc:docMk/>
            <pc:sldMk cId="660595343" sldId="380"/>
            <ac:spMk id="5" creationId="{A915B28F-D6BC-F99C-84A6-B0A15D66AD8C}"/>
          </ac:spMkLst>
        </pc:spChg>
        <pc:spChg chg="add del mod">
          <ac:chgData name="shilpi gupta" userId="5ce4f23861899b28" providerId="LiveId" clId="{08B83CF0-1C50-4F7F-BD84-182DDABFAF70}" dt="2024-07-01T15:54:32.405" v="258" actId="478"/>
          <ac:spMkLst>
            <pc:docMk/>
            <pc:sldMk cId="660595343" sldId="380"/>
            <ac:spMk id="6" creationId="{5EF18415-EB8D-52CB-829D-C17D9860BB0C}"/>
          </ac:spMkLst>
        </pc:spChg>
        <pc:spChg chg="add del mod">
          <ac:chgData name="shilpi gupta" userId="5ce4f23861899b28" providerId="LiveId" clId="{08B83CF0-1C50-4F7F-BD84-182DDABFAF70}" dt="2024-07-01T15:54:44.013" v="260" actId="478"/>
          <ac:spMkLst>
            <pc:docMk/>
            <pc:sldMk cId="660595343" sldId="380"/>
            <ac:spMk id="7" creationId="{01ED1578-BE75-F938-5C85-86BF0E99C5C5}"/>
          </ac:spMkLst>
        </pc:spChg>
      </pc:sldChg>
      <pc:sldChg chg="addSp delSp modSp new mod modAnim">
        <pc:chgData name="shilpi gupta" userId="5ce4f23861899b28" providerId="LiveId" clId="{08B83CF0-1C50-4F7F-BD84-182DDABFAF70}" dt="2024-07-02T05:19:05.210" v="400" actId="2711"/>
        <pc:sldMkLst>
          <pc:docMk/>
          <pc:sldMk cId="963191304" sldId="381"/>
        </pc:sldMkLst>
        <pc:spChg chg="del">
          <ac:chgData name="shilpi gupta" userId="5ce4f23861899b28" providerId="LiveId" clId="{08B83CF0-1C50-4F7F-BD84-182DDABFAF70}" dt="2024-07-01T15:56:47.783" v="274" actId="478"/>
          <ac:spMkLst>
            <pc:docMk/>
            <pc:sldMk cId="963191304" sldId="381"/>
            <ac:spMk id="2" creationId="{D57ADAC9-FBF9-F5C6-3995-339C4F1AE232}"/>
          </ac:spMkLst>
        </pc:spChg>
        <pc:spChg chg="mod">
          <ac:chgData name="shilpi gupta" userId="5ce4f23861899b28" providerId="LiveId" clId="{08B83CF0-1C50-4F7F-BD84-182DDABFAF70}" dt="2024-07-01T15:56:34.184" v="273" actId="27636"/>
          <ac:spMkLst>
            <pc:docMk/>
            <pc:sldMk cId="963191304" sldId="381"/>
            <ac:spMk id="3" creationId="{F52FBD77-48DA-DF1A-5B10-85C96813D76D}"/>
          </ac:spMkLst>
        </pc:spChg>
        <pc:spChg chg="add del">
          <ac:chgData name="shilpi gupta" userId="5ce4f23861899b28" providerId="LiveId" clId="{08B83CF0-1C50-4F7F-BD84-182DDABFAF70}" dt="2024-07-01T15:56:51.616" v="276" actId="22"/>
          <ac:spMkLst>
            <pc:docMk/>
            <pc:sldMk cId="963191304" sldId="381"/>
            <ac:spMk id="5" creationId="{B7A7CD28-46E0-8EC9-A2C2-6A4433614DBC}"/>
          </ac:spMkLst>
        </pc:spChg>
        <pc:spChg chg="add mod">
          <ac:chgData name="shilpi gupta" userId="5ce4f23861899b28" providerId="LiveId" clId="{08B83CF0-1C50-4F7F-BD84-182DDABFAF70}" dt="2024-07-02T05:19:05.210" v="400" actId="2711"/>
          <ac:spMkLst>
            <pc:docMk/>
            <pc:sldMk cId="963191304" sldId="381"/>
            <ac:spMk id="6" creationId="{8D3C56A1-BD4D-E7FD-2F67-CFB0DF00F2EC}"/>
          </ac:spMkLst>
        </pc:spChg>
        <pc:spChg chg="add mod">
          <ac:chgData name="shilpi gupta" userId="5ce4f23861899b28" providerId="LiveId" clId="{08B83CF0-1C50-4F7F-BD84-182DDABFAF70}" dt="2024-07-01T15:57:23.614" v="278"/>
          <ac:spMkLst>
            <pc:docMk/>
            <pc:sldMk cId="963191304" sldId="381"/>
            <ac:spMk id="7" creationId="{A225EB2E-8E64-BB34-D42C-A06F76E7F396}"/>
          </ac:spMkLst>
        </pc:spChg>
        <pc:spChg chg="add mod">
          <ac:chgData name="shilpi gupta" userId="5ce4f23861899b28" providerId="LiveId" clId="{08B83CF0-1C50-4F7F-BD84-182DDABFAF70}" dt="2024-07-01T15:57:45.003" v="279"/>
          <ac:spMkLst>
            <pc:docMk/>
            <pc:sldMk cId="963191304" sldId="381"/>
            <ac:spMk id="8" creationId="{F6FCC340-EFBC-1E0A-6141-AC719234083D}"/>
          </ac:spMkLst>
        </pc:spChg>
        <pc:spChg chg="add mod">
          <ac:chgData name="shilpi gupta" userId="5ce4f23861899b28" providerId="LiveId" clId="{08B83CF0-1C50-4F7F-BD84-182DDABFAF70}" dt="2024-07-01T15:57:59.964" v="280"/>
          <ac:spMkLst>
            <pc:docMk/>
            <pc:sldMk cId="963191304" sldId="381"/>
            <ac:spMk id="9" creationId="{904B8239-8BC2-B4B9-46DC-62220F663601}"/>
          </ac:spMkLst>
        </pc:spChg>
        <pc:spChg chg="add mod">
          <ac:chgData name="shilpi gupta" userId="5ce4f23861899b28" providerId="LiveId" clId="{08B83CF0-1C50-4F7F-BD84-182DDABFAF70}" dt="2024-07-01T15:58:11.739" v="281"/>
          <ac:spMkLst>
            <pc:docMk/>
            <pc:sldMk cId="963191304" sldId="381"/>
            <ac:spMk id="10" creationId="{3310CAB4-6547-B8E1-5CF5-F147ECAB3E9B}"/>
          </ac:spMkLst>
        </pc:spChg>
        <pc:spChg chg="add mod">
          <ac:chgData name="shilpi gupta" userId="5ce4f23861899b28" providerId="LiveId" clId="{08B83CF0-1C50-4F7F-BD84-182DDABFAF70}" dt="2024-07-01T15:58:30.353" v="282"/>
          <ac:spMkLst>
            <pc:docMk/>
            <pc:sldMk cId="963191304" sldId="381"/>
            <ac:spMk id="11" creationId="{EF6A6759-9EC1-DEB5-0E09-F8364A89AA90}"/>
          </ac:spMkLst>
        </pc:spChg>
        <pc:spChg chg="add del">
          <ac:chgData name="shilpi gupta" userId="5ce4f23861899b28" providerId="LiveId" clId="{08B83CF0-1C50-4F7F-BD84-182DDABFAF70}" dt="2024-07-01T15:58:48.503" v="284" actId="22"/>
          <ac:spMkLst>
            <pc:docMk/>
            <pc:sldMk cId="963191304" sldId="381"/>
            <ac:spMk id="13" creationId="{0ECCF5C5-823F-E75F-8B39-1C6E257D7508}"/>
          </ac:spMkLst>
        </pc:spChg>
        <pc:spChg chg="add mod">
          <ac:chgData name="shilpi gupta" userId="5ce4f23861899b28" providerId="LiveId" clId="{08B83CF0-1C50-4F7F-BD84-182DDABFAF70}" dt="2024-07-01T15:59:35.127" v="291" actId="403"/>
          <ac:spMkLst>
            <pc:docMk/>
            <pc:sldMk cId="963191304" sldId="381"/>
            <ac:spMk id="15" creationId="{68FFAE77-739D-267D-6F8A-93089562FF43}"/>
          </ac:spMkLst>
        </pc:spChg>
        <pc:spChg chg="add del mod">
          <ac:chgData name="shilpi gupta" userId="5ce4f23861899b28" providerId="LiveId" clId="{08B83CF0-1C50-4F7F-BD84-182DDABFAF70}" dt="2024-07-01T15:59:55.081" v="294" actId="478"/>
          <ac:spMkLst>
            <pc:docMk/>
            <pc:sldMk cId="963191304" sldId="381"/>
            <ac:spMk id="16" creationId="{14222229-06C3-8523-22B1-D468A7CE91F2}"/>
          </ac:spMkLst>
        </pc:spChg>
        <pc:spChg chg="add mod">
          <ac:chgData name="shilpi gupta" userId="5ce4f23861899b28" providerId="LiveId" clId="{08B83CF0-1C50-4F7F-BD84-182DDABFAF70}" dt="2024-07-01T16:01:02.117" v="301" actId="1076"/>
          <ac:spMkLst>
            <pc:docMk/>
            <pc:sldMk cId="963191304" sldId="381"/>
            <ac:spMk id="17" creationId="{3E78392F-DDB5-3C7F-2FF6-91835E46B938}"/>
          </ac:spMkLst>
        </pc:spChg>
        <pc:spChg chg="add mod">
          <ac:chgData name="shilpi gupta" userId="5ce4f23861899b28" providerId="LiveId" clId="{08B83CF0-1C50-4F7F-BD84-182DDABFAF70}" dt="2024-07-01T16:00:58.303" v="300"/>
          <ac:spMkLst>
            <pc:docMk/>
            <pc:sldMk cId="963191304" sldId="381"/>
            <ac:spMk id="18" creationId="{D28F4A39-6F3A-65E0-0AFA-1CD92400A276}"/>
          </ac:spMkLst>
        </pc:spChg>
        <pc:spChg chg="add del mod">
          <ac:chgData name="shilpi gupta" userId="5ce4f23861899b28" providerId="LiveId" clId="{08B83CF0-1C50-4F7F-BD84-182DDABFAF70}" dt="2024-07-02T05:12:40.326" v="373" actId="478"/>
          <ac:spMkLst>
            <pc:docMk/>
            <pc:sldMk cId="963191304" sldId="381"/>
            <ac:spMk id="19" creationId="{90C8498D-0B7B-83A6-FD35-06673751FE6D}"/>
          </ac:spMkLst>
        </pc:spChg>
        <pc:spChg chg="add mod">
          <ac:chgData name="shilpi gupta" userId="5ce4f23861899b28" providerId="LiveId" clId="{08B83CF0-1C50-4F7F-BD84-182DDABFAF70}" dt="2024-07-02T05:12:57.179" v="374"/>
          <ac:spMkLst>
            <pc:docMk/>
            <pc:sldMk cId="963191304" sldId="381"/>
            <ac:spMk id="20" creationId="{A88474AA-7CE4-A3F7-0906-BAB9DB81607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2" creationId="{D06DA4F7-3879-C623-20F7-67187F25DFF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3" creationId="{B1DB5829-12B6-6FB7-1436-169494F9F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4" creationId="{990C17EB-FC2B-CA4F-1B42-1CD17045C50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5" creationId="{52D381BC-3F4B-6FBD-02A2-92A62B79A087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6" creationId="{C5799D7A-E0A1-E4AD-83BF-F50B3359640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7" creationId="{3E180980-CDA9-BC58-743A-0C403C1AC2F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8" creationId="{B630FE91-1717-E876-9767-3A26CB2373D0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9" creationId="{839A2638-53AF-FAD7-68C1-5D192A3BB713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0" creationId="{DAA3E872-480E-16F1-6FA3-7B191081B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1" creationId="{A484F8F5-CC9B-CB42-C81D-FE21EB9D80D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2" creationId="{A269AFB6-8803-05A2-D391-F8EAD0F9481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3" creationId="{E3FDD896-3710-BBB8-03EA-D72E35D3286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4" creationId="{399D527E-8E2E-4A88-98BF-CDD161C8BA6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5" creationId="{BCCBA38D-CD5B-BF20-3530-3C780E2DF479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6" creationId="{F03310DF-1D21-5E9B-8790-574476153A73}"/>
          </ac:spMkLst>
        </pc:spChg>
        <pc:spChg chg="mod">
          <ac:chgData name="shilpi gupta" userId="5ce4f23861899b28" providerId="LiveId" clId="{08B83CF0-1C50-4F7F-BD84-182DDABFAF70}" dt="2024-07-02T05:14:07.373" v="380" actId="14100"/>
          <ac:spMkLst>
            <pc:docMk/>
            <pc:sldMk cId="963191304" sldId="381"/>
            <ac:spMk id="37" creationId="{30613734-4BB9-ECAA-965C-D6E9F7286C9B}"/>
          </ac:spMkLst>
        </pc:spChg>
        <pc:spChg chg="mod">
          <ac:chgData name="shilpi gupta" userId="5ce4f23861899b28" providerId="LiveId" clId="{08B83CF0-1C50-4F7F-BD84-182DDABFAF70}" dt="2024-07-02T05:14:19.127" v="381" actId="14100"/>
          <ac:spMkLst>
            <pc:docMk/>
            <pc:sldMk cId="963191304" sldId="381"/>
            <ac:spMk id="38" creationId="{C470E530-7605-0D48-D7BE-80E02FDB6691}"/>
          </ac:spMkLst>
        </pc:spChg>
        <pc:grpChg chg="add mod">
          <ac:chgData name="shilpi gupta" userId="5ce4f23861899b28" providerId="LiveId" clId="{08B83CF0-1C50-4F7F-BD84-182DDABFAF70}" dt="2024-07-02T05:13:24.536" v="376" actId="1076"/>
          <ac:grpSpMkLst>
            <pc:docMk/>
            <pc:sldMk cId="963191304" sldId="381"/>
            <ac:grpSpMk id="21" creationId="{4EA6E23F-89EA-8E3F-D795-3FFF0361D72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20.307" v="402" actId="2711"/>
        <pc:sldMkLst>
          <pc:docMk/>
          <pc:sldMk cId="458537460" sldId="382"/>
        </pc:sldMkLst>
        <pc:spChg chg="del">
          <ac:chgData name="shilpi gupta" userId="5ce4f23861899b28" providerId="LiveId" clId="{08B83CF0-1C50-4F7F-BD84-182DDABFAF70}" dt="2024-07-01T16:00:15.319" v="296" actId="478"/>
          <ac:spMkLst>
            <pc:docMk/>
            <pc:sldMk cId="458537460" sldId="382"/>
            <ac:spMk id="2" creationId="{9EF6123C-7D16-C96C-B325-AC240CF7105D}"/>
          </ac:spMkLst>
        </pc:spChg>
        <pc:spChg chg="mod">
          <ac:chgData name="shilpi gupta" userId="5ce4f23861899b28" providerId="LiveId" clId="{08B83CF0-1C50-4F7F-BD84-182DDABFAF70}" dt="2024-07-01T16:02:20.606" v="309"/>
          <ac:spMkLst>
            <pc:docMk/>
            <pc:sldMk cId="458537460" sldId="382"/>
            <ac:spMk id="3" creationId="{32440F9E-342C-F25C-934D-9C5DB7023F3A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5" creationId="{5038DD7B-AEBF-D407-44A5-4A405FC63A74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6" creationId="{5BDFCFDD-61F8-EB48-910D-5B68FD2793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7" creationId="{9C3182F2-1416-E1A3-5494-BB7126BDEC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8" creationId="{37183780-3A5E-5520-4494-AD225E45801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9" creationId="{A1DAEBAE-3770-41DF-0AE4-9DE5A2AB638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0" creationId="{7D29C86D-36EE-D352-BD44-4A44C58B5C98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1" creationId="{600EFD58-A229-CB2D-54F8-0A34227A798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2" creationId="{D72E5C64-961F-494F-4309-6A89621CDF45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3" creationId="{4E1079BA-30DE-C8AF-DF91-072F2B01F98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4" creationId="{7C68FF8B-603C-47DB-DB07-EA5CDAFA185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5" creationId="{0CE79946-465B-5A7C-6236-E65B62598F52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6" creationId="{90AEE9A9-D1F5-D979-C6E7-3188469E92E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7" creationId="{4FE29C6F-6D75-B899-F0E6-CD92293CFD3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8" creationId="{5A009DEF-AB27-CD92-DA0B-492AA912F6B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9" creationId="{5648204E-AF97-F6F6-1600-A7E2CDCAECA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0" creationId="{95718434-FDFC-09BC-AFBE-8A6F61C7F67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1" creationId="{B9C4A6F8-FFBF-475B-4E63-885AB1B78D6B}"/>
          </ac:spMkLst>
        </pc:spChg>
        <pc:spChg chg="add del">
          <ac:chgData name="shilpi gupta" userId="5ce4f23861899b28" providerId="LiveId" clId="{08B83CF0-1C50-4F7F-BD84-182DDABFAF70}" dt="2024-07-01T16:01:19.874" v="303" actId="22"/>
          <ac:spMkLst>
            <pc:docMk/>
            <pc:sldMk cId="458537460" sldId="382"/>
            <ac:spMk id="23" creationId="{C3B95C92-B3A0-279A-4C23-12DF5C2F1F2E}"/>
          </ac:spMkLst>
        </pc:spChg>
        <pc:spChg chg="add mod">
          <ac:chgData name="shilpi gupta" userId="5ce4f23861899b28" providerId="LiveId" clId="{08B83CF0-1C50-4F7F-BD84-182DDABFAF70}" dt="2024-07-02T05:19:14.760" v="401" actId="2711"/>
          <ac:spMkLst>
            <pc:docMk/>
            <pc:sldMk cId="458537460" sldId="382"/>
            <ac:spMk id="24" creationId="{5269BE51-9CEF-7CA1-B28C-A8ACE04A4600}"/>
          </ac:spMkLst>
        </pc:spChg>
        <pc:spChg chg="add mod">
          <ac:chgData name="shilpi gupta" userId="5ce4f23861899b28" providerId="LiveId" clId="{08B83CF0-1C50-4F7F-BD84-182DDABFAF70}" dt="2024-07-02T05:19:20.307" v="402" actId="2711"/>
          <ac:spMkLst>
            <pc:docMk/>
            <pc:sldMk cId="458537460" sldId="382"/>
            <ac:spMk id="25" creationId="{F2D9066E-5AE3-2AD4-6773-D6995D650B5B}"/>
          </ac:spMkLst>
        </pc:spChg>
        <pc:grpChg chg="add mod">
          <ac:chgData name="shilpi gupta" userId="5ce4f23861899b28" providerId="LiveId" clId="{08B83CF0-1C50-4F7F-BD84-182DDABFAF70}" dt="2024-07-01T16:01:22.643" v="304" actId="1076"/>
          <ac:grpSpMkLst>
            <pc:docMk/>
            <pc:sldMk cId="458537460" sldId="382"/>
            <ac:grpSpMk id="4" creationId="{0CCB4E93-86B6-0FEE-816C-93A40E64D94D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52.729" v="406" actId="1076"/>
        <pc:sldMkLst>
          <pc:docMk/>
          <pc:sldMk cId="2021548638" sldId="383"/>
        </pc:sldMkLst>
        <pc:spChg chg="del">
          <ac:chgData name="shilpi gupta" userId="5ce4f23861899b28" providerId="LiveId" clId="{08B83CF0-1C50-4F7F-BD84-182DDABFAF70}" dt="2024-07-01T16:02:45.073" v="314" actId="478"/>
          <ac:spMkLst>
            <pc:docMk/>
            <pc:sldMk cId="2021548638" sldId="383"/>
            <ac:spMk id="2" creationId="{10E02E6F-C4B0-4E67-8ED6-7154CBFE2D7C}"/>
          </ac:spMkLst>
        </pc:spChg>
        <pc:spChg chg="mod">
          <ac:chgData name="shilpi gupta" userId="5ce4f23861899b28" providerId="LiveId" clId="{08B83CF0-1C50-4F7F-BD84-182DDABFAF70}" dt="2024-07-01T16:02:26.347" v="311"/>
          <ac:spMkLst>
            <pc:docMk/>
            <pc:sldMk cId="2021548638" sldId="383"/>
            <ac:spMk id="3" creationId="{8F528FBC-8FF8-0E64-C579-FE5D0C80DBA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5" creationId="{F8486D83-85F3-16C9-37DE-1843F5F3797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6" creationId="{4003E049-B6EC-C97E-4DC1-63653C9E1B7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7" creationId="{2231F74A-BD8A-AAB9-D142-633779D5BDF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8" creationId="{C0ED9A6D-CB64-A045-250B-BED2BAB6A2E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9" creationId="{B5F83BBD-AA65-C471-9C5D-F8887ED0642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0" creationId="{A49CEF41-E761-A31D-6E51-8F673FCEF385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1" creationId="{825BDEC9-8C12-F7AA-8CA1-35C16CAD9AE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2" creationId="{BA31B8B4-0635-487E-A1B1-45926B6E7950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3" creationId="{8687111D-9D7D-D2E2-30D7-39E73E9A159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4" creationId="{AE00BAF8-CE96-9D5F-40D0-792A6DD73C5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5" creationId="{205367BB-D4FE-134C-5D7B-4C074FB30A3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6" creationId="{193B41BC-A8CB-4D21-4D6D-7EC6FE3509E1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7" creationId="{6A29CDDF-0C9E-9307-3370-EC130A15DF9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8" creationId="{8DD83F17-DB53-8D83-D431-DB2C5DD8ABD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9" creationId="{E5BBB48C-811D-A673-A964-FF6CA4F3454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0" creationId="{91CEDA84-3148-3D0A-4F43-DA48D8DF263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1" creationId="{8258E4E7-8E43-3A90-4685-964402A445CB}"/>
          </ac:spMkLst>
        </pc:spChg>
        <pc:spChg chg="add mod">
          <ac:chgData name="shilpi gupta" userId="5ce4f23861899b28" providerId="LiveId" clId="{08B83CF0-1C50-4F7F-BD84-182DDABFAF70}" dt="2024-07-02T05:19:35.607" v="403" actId="2711"/>
          <ac:spMkLst>
            <pc:docMk/>
            <pc:sldMk cId="2021548638" sldId="383"/>
            <ac:spMk id="22" creationId="{8406C75B-2263-5A74-01BE-5864041856A9}"/>
          </ac:spMkLst>
        </pc:spChg>
        <pc:spChg chg="add mod">
          <ac:chgData name="shilpi gupta" userId="5ce4f23861899b28" providerId="LiveId" clId="{08B83CF0-1C50-4F7F-BD84-182DDABFAF70}" dt="2024-07-02T05:19:52.729" v="406" actId="1076"/>
          <ac:spMkLst>
            <pc:docMk/>
            <pc:sldMk cId="2021548638" sldId="383"/>
            <ac:spMk id="23" creationId="{A8D744C6-7F41-4121-2768-250BD34459D2}"/>
          </ac:spMkLst>
        </pc:spChg>
        <pc:grpChg chg="add mod">
          <ac:chgData name="shilpi gupta" userId="5ce4f23861899b28" providerId="LiveId" clId="{08B83CF0-1C50-4F7F-BD84-182DDABFAF70}" dt="2024-07-01T16:02:38.642" v="313" actId="1076"/>
          <ac:grpSpMkLst>
            <pc:docMk/>
            <pc:sldMk cId="2021548638" sldId="383"/>
            <ac:grpSpMk id="4" creationId="{DC64352C-C2A6-98C6-A8BB-D309EFA0178A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02.053" v="407" actId="2711"/>
        <pc:sldMkLst>
          <pc:docMk/>
          <pc:sldMk cId="2080422240" sldId="384"/>
        </pc:sldMkLst>
        <pc:spChg chg="del">
          <ac:chgData name="shilpi gupta" userId="5ce4f23861899b28" providerId="LiveId" clId="{08B83CF0-1C50-4F7F-BD84-182DDABFAF70}" dt="2024-07-01T16:05:48.678" v="322" actId="478"/>
          <ac:spMkLst>
            <pc:docMk/>
            <pc:sldMk cId="2080422240" sldId="384"/>
            <ac:spMk id="2" creationId="{61AAEA8C-6467-1AD9-422C-0EAE67259D48}"/>
          </ac:spMkLst>
        </pc:spChg>
        <pc:spChg chg="mod">
          <ac:chgData name="shilpi gupta" userId="5ce4f23861899b28" providerId="LiveId" clId="{08B83CF0-1C50-4F7F-BD84-182DDABFAF70}" dt="2024-07-01T16:06:19.182" v="327"/>
          <ac:spMkLst>
            <pc:docMk/>
            <pc:sldMk cId="2080422240" sldId="384"/>
            <ac:spMk id="3" creationId="{8677CFC6-B80E-1179-F053-6D14BFAB625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5" creationId="{A83429EF-EC0A-1332-37E9-E1E55B5E197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6" creationId="{21AB8F51-B58F-A778-F1CA-8F25DDB01EDE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7" creationId="{45476CFB-F531-A7D5-AFDF-2D69D149A2EA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8" creationId="{D29C9812-9531-2BEA-0259-08BB5A00B12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9" creationId="{61E24E42-258E-BAA0-3A7D-A81A2948230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0" creationId="{79F52FC1-83DA-1385-F9F3-2BD2C4F53AB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1" creationId="{C4D30E8F-2219-F8FD-DF5D-3A4E654C5D1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2" creationId="{B73AA8E8-1713-A9F3-79B2-D1038F8D6C8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3" creationId="{A2DB243B-76CD-FE45-5C3A-3653AE3F7F05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4" creationId="{CDD6D6A7-D217-AD01-A149-85FAE0B0D947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5" creationId="{74B4078E-BEE1-529B-C66A-6B7C1EC923B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6" creationId="{F0F9F33D-9FFE-C700-C800-4C292821DD4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7" creationId="{A235260C-2B52-9928-F208-64DA5ECCE7F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8" creationId="{C915748A-EED9-3FE8-B054-0AC60BB9A00C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9" creationId="{5DA2634D-663A-3094-97ED-860B5FD53D2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0" creationId="{D4E81B63-3E42-6D22-65A2-738882C42551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1" creationId="{3A529D89-2B20-47CD-6105-F007F7E22BDB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3" creationId="{1954F7D3-7D97-5352-86E5-EA939920A92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4" creationId="{113D6101-48B0-5317-63E3-AC9D6B783306}"/>
          </ac:spMkLst>
        </pc:spChg>
        <pc:spChg chg="mod">
          <ac:chgData name="shilpi gupta" userId="5ce4f23861899b28" providerId="LiveId" clId="{08B83CF0-1C50-4F7F-BD84-182DDABFAF70}" dt="2024-07-01T16:06:07.760" v="325" actId="6549"/>
          <ac:spMkLst>
            <pc:docMk/>
            <pc:sldMk cId="2080422240" sldId="384"/>
            <ac:spMk id="25" creationId="{3E962133-E8C1-8C0A-2E74-5F8B994CEB13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6" creationId="{7C860C80-E48F-1E30-0C64-310AC80DFFC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7" creationId="{1B15A8AD-223B-1C5D-EF38-D9454211B80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8" creationId="{0F34C3C7-9A62-B234-9790-630EED7793D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9" creationId="{4D1139A6-621F-5452-9404-617B0883AA94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0" creationId="{101B15FE-E50B-135D-8DB4-C84B76F293D7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1" creationId="{6858C93E-E03A-6D34-D3C9-D7C83FA3464A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2" creationId="{4A4AB1C7-D699-CDF6-AC4E-16020C2468D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3" creationId="{CB6A32B2-4FEE-945F-0D10-952504C3AC4F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4" creationId="{66EAB8AE-AF47-B520-DBB1-2C845DBCD006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5" creationId="{01578B99-DAD4-31A6-AE17-035D24B43838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6" creationId="{66AF9A15-A92A-9CCF-D337-FB808C1E866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7" creationId="{CA683A65-F357-60A2-BA2D-9244108A9D7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8" creationId="{F9A6EAB6-06C7-B708-2EFB-D13F11C0F00E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9" creationId="{6CCD2DE7-11C1-E7E8-BFCD-47AE6D4F7F4C}"/>
          </ac:spMkLst>
        </pc:spChg>
        <pc:spChg chg="add mod">
          <ac:chgData name="shilpi gupta" userId="5ce4f23861899b28" providerId="LiveId" clId="{08B83CF0-1C50-4F7F-BD84-182DDABFAF70}" dt="2024-07-02T05:20:02.053" v="407" actId="2711"/>
          <ac:spMkLst>
            <pc:docMk/>
            <pc:sldMk cId="2080422240" sldId="384"/>
            <ac:spMk id="40" creationId="{B149A1C8-FCF7-63AD-479C-9F220DF8F04D}"/>
          </ac:spMkLst>
        </pc:spChg>
        <pc:grpChg chg="add mod">
          <ac:chgData name="shilpi gupta" userId="5ce4f23861899b28" providerId="LiveId" clId="{08B83CF0-1C50-4F7F-BD84-182DDABFAF70}" dt="2024-07-01T16:05:52.109" v="323" actId="1076"/>
          <ac:grpSpMkLst>
            <pc:docMk/>
            <pc:sldMk cId="2080422240" sldId="384"/>
            <ac:grpSpMk id="4" creationId="{09107649-3B2F-3A0F-8927-D0DE849BC1D8}"/>
          </ac:grpSpMkLst>
        </pc:grpChg>
        <pc:grpChg chg="add del mod">
          <ac:chgData name="shilpi gupta" userId="5ce4f23861899b28" providerId="LiveId" clId="{08B83CF0-1C50-4F7F-BD84-182DDABFAF70}" dt="2024-07-01T16:06:10.045" v="326" actId="478"/>
          <ac:grpSpMkLst>
            <pc:docMk/>
            <pc:sldMk cId="2080422240" sldId="384"/>
            <ac:grpSpMk id="22" creationId="{723B4531-F665-9DFF-EFA7-C0DFEADCD16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16.405" v="409" actId="2711"/>
        <pc:sldMkLst>
          <pc:docMk/>
          <pc:sldMk cId="3041917484" sldId="385"/>
        </pc:sldMkLst>
        <pc:spChg chg="del">
          <ac:chgData name="shilpi gupta" userId="5ce4f23861899b28" providerId="LiveId" clId="{08B83CF0-1C50-4F7F-BD84-182DDABFAF70}" dt="2024-07-01T16:07:04.261" v="333" actId="478"/>
          <ac:spMkLst>
            <pc:docMk/>
            <pc:sldMk cId="3041917484" sldId="385"/>
            <ac:spMk id="2" creationId="{D1F1AA8C-81C9-2AF6-5A08-192994390F64}"/>
          </ac:spMkLst>
        </pc:spChg>
        <pc:spChg chg="mod">
          <ac:chgData name="shilpi gupta" userId="5ce4f23861899b28" providerId="LiveId" clId="{08B83CF0-1C50-4F7F-BD84-182DDABFAF70}" dt="2024-07-01T16:07:52.165" v="336"/>
          <ac:spMkLst>
            <pc:docMk/>
            <pc:sldMk cId="3041917484" sldId="385"/>
            <ac:spMk id="3" creationId="{5F04B4C2-A398-0934-55CD-15BBEE3690B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5" creationId="{C18CC328-7E34-FE63-B503-1736C9AE7ED2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6" creationId="{7BE446C0-CF01-7243-835A-3FD77AF288AE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7" creationId="{5319D486-F5B7-054C-AD28-1A096AE7EC4A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8" creationId="{0BA3A579-280D-9962-A018-E8DEC4ECFD0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9" creationId="{F1B76367-09ED-0788-EE90-128B979F28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0" creationId="{6DF8C301-7569-0F9D-2157-CE297905956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1" creationId="{8DA9C36A-F1A0-80F8-B24F-A58C5977C2C9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2" creationId="{F02DE8D1-B803-5F99-23CF-09B78652B9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3" creationId="{FD612C89-333F-7D9B-EF41-63878BC4118D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4" creationId="{78A5C79C-DB80-CD54-179F-59475D06C921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5" creationId="{B90F9ED6-8C49-B958-DFBB-0C5319574E9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6" creationId="{E23FEE63-D3FD-6077-C875-30163718727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7" creationId="{E2C41BCD-6A33-5A7E-2612-5FC9D05220B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8" creationId="{E9A7EDF4-6F52-E791-F66D-B40128E7B8B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9" creationId="{2C8E8077-8E34-8B00-EC41-B91D9DD1DED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0" creationId="{4211ECFD-60E2-DB2E-9E5E-867B25626E2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1" creationId="{7434F809-2DE5-8BBE-F39D-D683E2AAE1BE}"/>
          </ac:spMkLst>
        </pc:spChg>
        <pc:spChg chg="add mod">
          <ac:chgData name="shilpi gupta" userId="5ce4f23861899b28" providerId="LiveId" clId="{08B83CF0-1C50-4F7F-BD84-182DDABFAF70}" dt="2024-07-02T05:20:10.825" v="408" actId="2711"/>
          <ac:spMkLst>
            <pc:docMk/>
            <pc:sldMk cId="3041917484" sldId="385"/>
            <ac:spMk id="22" creationId="{8F7D66A7-DFF0-0271-16E8-AC7D540D318D}"/>
          </ac:spMkLst>
        </pc:spChg>
        <pc:spChg chg="add mod">
          <ac:chgData name="shilpi gupta" userId="5ce4f23861899b28" providerId="LiveId" clId="{08B83CF0-1C50-4F7F-BD84-182DDABFAF70}" dt="2024-07-02T05:20:16.405" v="409" actId="2711"/>
          <ac:spMkLst>
            <pc:docMk/>
            <pc:sldMk cId="3041917484" sldId="385"/>
            <ac:spMk id="23" creationId="{04E2D010-310C-2D7B-B8C3-FFABDF13040C}"/>
          </ac:spMkLst>
        </pc:spChg>
        <pc:grpChg chg="add mod">
          <ac:chgData name="shilpi gupta" userId="5ce4f23861899b28" providerId="LiveId" clId="{08B83CF0-1C50-4F7F-BD84-182DDABFAF70}" dt="2024-07-01T16:06:56.229" v="332" actId="1076"/>
          <ac:grpSpMkLst>
            <pc:docMk/>
            <pc:sldMk cId="3041917484" sldId="385"/>
            <ac:grpSpMk id="4" creationId="{65DDAA4A-2317-89E7-9DE2-DB3AD7753954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39.624" v="418" actId="2711"/>
        <pc:sldMkLst>
          <pc:docMk/>
          <pc:sldMk cId="4286117563" sldId="386"/>
        </pc:sldMkLst>
        <pc:spChg chg="del">
          <ac:chgData name="shilpi gupta" userId="5ce4f23861899b28" providerId="LiveId" clId="{08B83CF0-1C50-4F7F-BD84-182DDABFAF70}" dt="2024-07-02T05:09:56.098" v="345" actId="478"/>
          <ac:spMkLst>
            <pc:docMk/>
            <pc:sldMk cId="4286117563" sldId="386"/>
            <ac:spMk id="2" creationId="{44F0A682-31FB-A9A8-8989-91EE74E53433}"/>
          </ac:spMkLst>
        </pc:spChg>
        <pc:spChg chg="add del mod">
          <ac:chgData name="shilpi gupta" userId="5ce4f23861899b28" providerId="LiveId" clId="{08B83CF0-1C50-4F7F-BD84-182DDABFAF70}" dt="2024-07-02T05:09:43.425" v="344"/>
          <ac:spMkLst>
            <pc:docMk/>
            <pc:sldMk cId="4286117563" sldId="386"/>
            <ac:spMk id="3" creationId="{228856F9-F53B-D41D-8408-F4585DCE10F2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6" creationId="{70CFD72D-FC34-BD5C-D529-4411CCDA4C5D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7" creationId="{7214BFF7-CBCB-E65B-2782-2F4A474001D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8" creationId="{575F14A0-71F5-9832-7C08-5AD568DAEA4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9" creationId="{EE29FE05-E8A1-7BDE-D7D0-320A835A0AF8}"/>
          </ac:spMkLst>
        </pc:spChg>
        <pc:spChg chg="add mod">
          <ac:chgData name="shilpi gupta" userId="5ce4f23861899b28" providerId="LiveId" clId="{08B83CF0-1C50-4F7F-BD84-182DDABFAF70}" dt="2024-07-02T05:09:33.564" v="343"/>
          <ac:spMkLst>
            <pc:docMk/>
            <pc:sldMk cId="4286117563" sldId="386"/>
            <ac:spMk id="10" creationId="{EE101E2F-8EBB-4B51-78B5-1CD110E2E767}"/>
          </ac:spMkLst>
        </pc:spChg>
        <pc:spChg chg="add mod">
          <ac:chgData name="shilpi gupta" userId="5ce4f23861899b28" providerId="LiveId" clId="{08B83CF0-1C50-4F7F-BD84-182DDABFAF70}" dt="2024-07-02T05:20:24.370" v="410" actId="2711"/>
          <ac:spMkLst>
            <pc:docMk/>
            <pc:sldMk cId="4286117563" sldId="386"/>
            <ac:spMk id="11" creationId="{F25D12DD-4515-36C5-DA46-1412E6FB5732}"/>
          </ac:spMkLst>
        </pc:spChg>
        <pc:spChg chg="add mod">
          <ac:chgData name="shilpi gupta" userId="5ce4f23861899b28" providerId="LiveId" clId="{08B83CF0-1C50-4F7F-BD84-182DDABFAF70}" dt="2024-07-02T05:20:39.624" v="418" actId="2711"/>
          <ac:spMkLst>
            <pc:docMk/>
            <pc:sldMk cId="4286117563" sldId="386"/>
            <ac:spMk id="12" creationId="{59959780-4CB0-C0D4-FB41-C9D0665FBBD6}"/>
          </ac:spMkLst>
        </pc:spChg>
        <pc:grpChg chg="add mod">
          <ac:chgData name="shilpi gupta" userId="5ce4f23861899b28" providerId="LiveId" clId="{08B83CF0-1C50-4F7F-BD84-182DDABFAF70}" dt="2024-07-01T16:08:36.898" v="341" actId="1076"/>
          <ac:grpSpMkLst>
            <pc:docMk/>
            <pc:sldMk cId="4286117563" sldId="386"/>
            <ac:grpSpMk id="4" creationId="{58D5A6F4-E187-809E-E01B-6F87EB6D0015}"/>
          </ac:grpSpMkLst>
        </pc:grpChg>
        <pc:picChg chg="mod">
          <ac:chgData name="shilpi gupta" userId="5ce4f23861899b28" providerId="LiveId" clId="{08B83CF0-1C50-4F7F-BD84-182DDABFAF70}" dt="2024-07-01T16:08:36.898" v="341" actId="1076"/>
          <ac:picMkLst>
            <pc:docMk/>
            <pc:sldMk cId="4286117563" sldId="386"/>
            <ac:picMk id="5" creationId="{7DA925EF-4364-5A3E-572E-CECF1067DE16}"/>
          </ac:picMkLst>
        </pc:picChg>
      </pc:sldChg>
      <pc:sldChg chg="addSp delSp modSp new mod modAnim">
        <pc:chgData name="shilpi gupta" userId="5ce4f23861899b28" providerId="LiveId" clId="{08B83CF0-1C50-4F7F-BD84-182DDABFAF70}" dt="2024-07-02T05:21:06.879" v="422" actId="2711"/>
        <pc:sldMkLst>
          <pc:docMk/>
          <pc:sldMk cId="3343426385" sldId="387"/>
        </pc:sldMkLst>
        <pc:spChg chg="del">
          <ac:chgData name="shilpi gupta" userId="5ce4f23861899b28" providerId="LiveId" clId="{08B83CF0-1C50-4F7F-BD84-182DDABFAF70}" dt="2024-07-02T05:11:17.948" v="352" actId="478"/>
          <ac:spMkLst>
            <pc:docMk/>
            <pc:sldMk cId="3343426385" sldId="387"/>
            <ac:spMk id="2" creationId="{1B81AE41-6C0F-C07A-BA4A-AF0FE09290A1}"/>
          </ac:spMkLst>
        </pc:spChg>
        <pc:spChg chg="mod">
          <ac:chgData name="shilpi gupta" userId="5ce4f23861899b28" providerId="LiveId" clId="{08B83CF0-1C50-4F7F-BD84-182DDABFAF70}" dt="2024-07-02T05:11:11.284" v="351"/>
          <ac:spMkLst>
            <pc:docMk/>
            <pc:sldMk cId="3343426385" sldId="387"/>
            <ac:spMk id="3" creationId="{BA293A5C-ABD1-7AC2-568A-D0A7A1333EDD}"/>
          </ac:spMkLst>
        </pc:spChg>
        <pc:spChg chg="add mod">
          <ac:chgData name="shilpi gupta" userId="5ce4f23861899b28" providerId="LiveId" clId="{08B83CF0-1C50-4F7F-BD84-182DDABFAF70}" dt="2024-07-02T05:20:49.678" v="419" actId="2711"/>
          <ac:spMkLst>
            <pc:docMk/>
            <pc:sldMk cId="3343426385" sldId="387"/>
            <ac:spMk id="5" creationId="{3A32BF43-3D28-745A-EDD8-C8BEAEFC0973}"/>
          </ac:spMkLst>
        </pc:spChg>
        <pc:spChg chg="add mod">
          <ac:chgData name="shilpi gupta" userId="5ce4f23861899b28" providerId="LiveId" clId="{08B83CF0-1C50-4F7F-BD84-182DDABFAF70}" dt="2024-07-02T05:20:54.610" v="420" actId="2711"/>
          <ac:spMkLst>
            <pc:docMk/>
            <pc:sldMk cId="3343426385" sldId="387"/>
            <ac:spMk id="6" creationId="{D9A9E75B-1668-0F84-8108-D500F69A9CA2}"/>
          </ac:spMkLst>
        </pc:spChg>
        <pc:spChg chg="add mod">
          <ac:chgData name="shilpi gupta" userId="5ce4f23861899b28" providerId="LiveId" clId="{08B83CF0-1C50-4F7F-BD84-182DDABFAF70}" dt="2024-07-02T05:21:06.879" v="422" actId="2711"/>
          <ac:spMkLst>
            <pc:docMk/>
            <pc:sldMk cId="3343426385" sldId="387"/>
            <ac:spMk id="7" creationId="{51B2C3F2-6AE5-02E3-39AE-37C08533F9DA}"/>
          </ac:spMkLst>
        </pc:spChg>
        <pc:picChg chg="add mod">
          <ac:chgData name="shilpi gupta" userId="5ce4f23861899b28" providerId="LiveId" clId="{08B83CF0-1C50-4F7F-BD84-182DDABFAF70}" dt="2024-07-02T05:11:23.189" v="354" actId="1076"/>
          <ac:picMkLst>
            <pc:docMk/>
            <pc:sldMk cId="3343426385" sldId="387"/>
            <ac:picMk id="4" creationId="{AA0BE736-9B0A-2D4B-4813-F0B17ED02488}"/>
          </ac:picMkLst>
        </pc:picChg>
      </pc:sldChg>
      <pc:sldChg chg="modSp new mod">
        <pc:chgData name="shilpi gupta" userId="5ce4f23861899b28" providerId="LiveId" clId="{08B83CF0-1C50-4F7F-BD84-182DDABFAF70}" dt="2024-07-02T05:40:21.203" v="701" actId="20577"/>
        <pc:sldMkLst>
          <pc:docMk/>
          <pc:sldMk cId="167419589" sldId="388"/>
        </pc:sldMkLst>
        <pc:spChg chg="mod">
          <ac:chgData name="shilpi gupta" userId="5ce4f23861899b28" providerId="LiveId" clId="{08B83CF0-1C50-4F7F-BD84-182DDABFAF70}" dt="2024-07-02T05:40:21.203" v="701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08B83CF0-1C50-4F7F-BD84-182DDABFAF70}" dt="2024-07-02T05:21:48.883" v="446" actId="20577"/>
          <ac:spMkLst>
            <pc:docMk/>
            <pc:sldMk cId="167419589" sldId="388"/>
            <ac:spMk id="3" creationId="{4F8FADB6-DA2D-0D2E-9764-B5634A029C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9/24/2024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9/24/2024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9/24/2024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9/24/2024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9/24/2024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9/24/2024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9/24/2024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9/24/2024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9/24/2024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9/24/2024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9/24/2024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La Hora I: ¿</a:t>
            </a:r>
            <a:r>
              <a:rPr lang="en-IN" altLang="en-US" sz="3200" dirty="0" err="1"/>
              <a:t>Qué</a:t>
            </a:r>
            <a:r>
              <a:rPr lang="en-IN" altLang="en-US" sz="3200" dirty="0"/>
              <a:t> hora es?</a:t>
            </a:r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r>
              <a:rPr lang="en-IN" altLang="en-US" sz="3200" dirty="0"/>
              <a:t>(Time I: What time is it?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095832-28E8-A112-7952-D2361A6A2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2336483"/>
            <a:ext cx="2865368" cy="3877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D87E3-35B0-415F-343B-678486D3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¿</a:t>
            </a:r>
            <a:r>
              <a:rPr lang="en-US" dirty="0" err="1"/>
              <a:t>Qué</a:t>
            </a:r>
            <a:r>
              <a:rPr lang="en-US" dirty="0"/>
              <a:t> hora es?</a:t>
            </a:r>
          </a:p>
          <a:p>
            <a:pPr lvl="1"/>
            <a:r>
              <a:rPr lang="en-US" dirty="0"/>
              <a:t>Hour hand</a:t>
            </a:r>
          </a:p>
          <a:p>
            <a:pPr lvl="1"/>
            <a:r>
              <a:rPr lang="en-US" dirty="0"/>
              <a:t>Minute hand</a:t>
            </a:r>
          </a:p>
          <a:p>
            <a:pPr lvl="1"/>
            <a:r>
              <a:rPr lang="en-US" dirty="0"/>
              <a:t>Quarter</a:t>
            </a:r>
          </a:p>
          <a:p>
            <a:pPr lvl="1"/>
            <a:r>
              <a:rPr lang="en-US"/>
              <a:t>30 mins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8FADB6-DA2D-0D2E-9764-B5634A02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			La hora I(Time I)</a:t>
            </a:r>
          </a:p>
        </p:txBody>
      </p:sp>
    </p:spTree>
    <p:extLst>
      <p:ext uri="{BB962C8B-B14F-4D97-AF65-F5344CB8AC3E}">
        <p14:creationId xmlns:p14="http://schemas.microsoft.com/office/powerpoint/2010/main" val="167419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BE55F7-D1B2-1FB2-52E2-CD02EC21F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183643"/>
            <a:ext cx="4876800" cy="6500474"/>
          </a:xfrm>
          <a:prstGeom prst="rect">
            <a:avLst/>
          </a:prstGeom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C9003A92-87BF-7699-E1A2-71EE53C93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054100"/>
            <a:ext cx="3581400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36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we ask what time, it is in Spanish, we say “¿</a:t>
            </a:r>
            <a:r>
              <a:rPr lang="en-US" altLang="en-US" sz="3600" b="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</a:t>
            </a:r>
            <a:r>
              <a:rPr lang="en-US" altLang="en-US" sz="36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hora es?”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0D94597E-71D4-42DD-19E8-93229A4C6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886200"/>
            <a:ext cx="35052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people also say “¿</a:t>
            </a:r>
            <a:r>
              <a:rPr lang="en-US" altLang="en-US" sz="2800" b="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</a:t>
            </a:r>
            <a:r>
              <a:rPr lang="en-US" altLang="en-US" sz="2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horas son?”</a:t>
            </a:r>
          </a:p>
        </p:txBody>
      </p:sp>
    </p:spTree>
    <p:extLst>
      <p:ext uri="{BB962C8B-B14F-4D97-AF65-F5344CB8AC3E}">
        <p14:creationId xmlns:p14="http://schemas.microsoft.com/office/powerpoint/2010/main" val="147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27847D-ED09-DB6F-A02C-AB3F82216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0" dirty="0"/>
              <a:t>¿</a:t>
            </a:r>
            <a:r>
              <a:rPr lang="en-US" altLang="en-US" sz="4400" b="0" dirty="0" err="1"/>
              <a:t>Qué</a:t>
            </a:r>
            <a:r>
              <a:rPr lang="en-US" altLang="en-US" sz="4400" b="0" dirty="0"/>
              <a:t> hora es?</a:t>
            </a:r>
            <a:br>
              <a:rPr lang="en-US" altLang="en-US" sz="4400" b="0" dirty="0"/>
            </a:br>
            <a:endParaRPr lang="en-US" dirty="0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D87D2048-6015-5801-37A3-3433DA0BD3F7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2057400"/>
            <a:ext cx="2895600" cy="2743200"/>
            <a:chOff x="3120" y="1536"/>
            <a:chExt cx="1824" cy="1728"/>
          </a:xfrm>
        </p:grpSpPr>
        <p:sp>
          <p:nvSpPr>
            <p:cNvPr id="5" name="Oval 22">
              <a:extLst>
                <a:ext uri="{FF2B5EF4-FFF2-40B4-BE49-F238E27FC236}">
                  <a16:creationId xmlns:a16="http://schemas.microsoft.com/office/drawing/2014/main" id="{6AABC72B-C3DE-F8BD-C442-5488CDFF7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850946C-3076-84E6-1910-CEBD9672BE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635"/>
              <a:ext cx="1632" cy="1536"/>
              <a:chOff x="3024" y="1632"/>
              <a:chExt cx="1632" cy="153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47F9A5C-9C1F-F853-C699-5C9556D6B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632"/>
                <a:ext cx="1632" cy="1536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8" name="Text Box 7">
                <a:extLst>
                  <a:ext uri="{FF2B5EF4-FFF2-40B4-BE49-F238E27FC236}">
                    <a16:creationId xmlns:a16="http://schemas.microsoft.com/office/drawing/2014/main" id="{ABB185CA-D360-5D69-42ED-756765E062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63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12</a:t>
                </a:r>
              </a:p>
            </p:txBody>
          </p:sp>
          <p:sp>
            <p:nvSpPr>
              <p:cNvPr id="9" name="Text Box 8">
                <a:extLst>
                  <a:ext uri="{FF2B5EF4-FFF2-40B4-BE49-F238E27FC236}">
                    <a16:creationId xmlns:a16="http://schemas.microsoft.com/office/drawing/2014/main" id="{72C45068-46D1-1CD6-03B6-3C7F283A8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72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1</a:t>
                </a:r>
              </a:p>
            </p:txBody>
          </p:sp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A0E1B42A-F8CA-C85A-5DC8-C14B8B848F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196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2</a:t>
                </a:r>
              </a:p>
            </p:txBody>
          </p:sp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BA1C4544-2696-775C-373A-3DA4C8A1F6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25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3</a:t>
                </a:r>
              </a:p>
            </p:txBody>
          </p:sp>
          <p:sp>
            <p:nvSpPr>
              <p:cNvPr id="12" name="Text Box 11">
                <a:extLst>
                  <a:ext uri="{FF2B5EF4-FFF2-40B4-BE49-F238E27FC236}">
                    <a16:creationId xmlns:a16="http://schemas.microsoft.com/office/drawing/2014/main" id="{7196D160-9B22-F9D6-EF16-E9CD78501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78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5</a:t>
                </a:r>
              </a:p>
            </p:txBody>
          </p:sp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ED489E50-D09F-9198-F897-3C0CF52F1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88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6</a:t>
                </a:r>
              </a:p>
            </p:txBody>
          </p:sp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ED175E56-57B2-F6BA-CA92-E8B0B63E3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278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7</a:t>
                </a:r>
              </a:p>
            </p:txBody>
          </p:sp>
          <p:sp>
            <p:nvSpPr>
              <p:cNvPr id="15" name="Text Box 14">
                <a:extLst>
                  <a:ext uri="{FF2B5EF4-FFF2-40B4-BE49-F238E27FC236}">
                    <a16:creationId xmlns:a16="http://schemas.microsoft.com/office/drawing/2014/main" id="{AB37323B-3D09-CCCE-4BC2-D42A50A776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259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8</a:t>
                </a:r>
              </a:p>
            </p:txBody>
          </p:sp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60DCF8A6-B6A6-75DF-004C-1443FC8103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5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9</a:t>
                </a:r>
              </a:p>
            </p:txBody>
          </p:sp>
          <p:sp>
            <p:nvSpPr>
              <p:cNvPr id="17" name="Text Box 16">
                <a:extLst>
                  <a:ext uri="{FF2B5EF4-FFF2-40B4-BE49-F238E27FC236}">
                    <a16:creationId xmlns:a16="http://schemas.microsoft.com/office/drawing/2014/main" id="{447F4CC7-12B5-788D-FA7D-5DCAAF6C45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192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10</a:t>
                </a:r>
              </a:p>
            </p:txBody>
          </p:sp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9FE168E9-D231-A804-E08C-C041A6F2D0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72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11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C22271D-275D-81F3-DB52-4379E3DB6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2352"/>
                <a:ext cx="96" cy="9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0" name="Line 19">
                <a:extLst>
                  <a:ext uri="{FF2B5EF4-FFF2-40B4-BE49-F238E27FC236}">
                    <a16:creationId xmlns:a16="http://schemas.microsoft.com/office/drawing/2014/main" id="{EB6C7B5D-D337-CEB1-70E4-004E1A8596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0" y="1824"/>
                <a:ext cx="0" cy="52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58896B9D-2C36-F730-9750-52BE59BE0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2016"/>
                <a:ext cx="288" cy="38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Text Box 21">
                <a:extLst>
                  <a:ext uri="{FF2B5EF4-FFF2-40B4-BE49-F238E27FC236}">
                    <a16:creationId xmlns:a16="http://schemas.microsoft.com/office/drawing/2014/main" id="{572B080E-D07E-B325-7A13-09997C894F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59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 noProof="1"/>
                  <a:t>4</a:t>
                </a:r>
              </a:p>
            </p:txBody>
          </p:sp>
        </p:grpSp>
      </p:grpSp>
      <p:sp>
        <p:nvSpPr>
          <p:cNvPr id="23" name="Text Box 28">
            <a:extLst>
              <a:ext uri="{FF2B5EF4-FFF2-40B4-BE49-F238E27FC236}">
                <a16:creationId xmlns:a16="http://schemas.microsoft.com/office/drawing/2014/main" id="{3D31BD72-12FD-1100-665D-4602C0683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78286"/>
            <a:ext cx="39624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third-person singular of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is used with one o’clock since it is just one hour (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hora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369DA086-7C25-F0E1-AB3A-B219FDE0D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128963"/>
            <a:ext cx="3048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la una.</a:t>
            </a: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2EA56EFE-AF53-9EAE-0AAF-40097BF40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314825"/>
            <a:ext cx="3962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singular definite article is used for the same reason. </a:t>
            </a:r>
          </a:p>
        </p:txBody>
      </p:sp>
      <p:sp>
        <p:nvSpPr>
          <p:cNvPr id="27" name="Text Box 32">
            <a:extLst>
              <a:ext uri="{FF2B5EF4-FFF2-40B4-BE49-F238E27FC236}">
                <a16:creationId xmlns:a16="http://schemas.microsoft.com/office/drawing/2014/main" id="{2DB61502-9A3A-864D-F782-A84EAB1F4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286148"/>
            <a:ext cx="335280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hours of the day are feminine in Spanish. </a:t>
            </a:r>
          </a:p>
        </p:txBody>
      </p:sp>
    </p:spTree>
    <p:extLst>
      <p:ext uri="{BB962C8B-B14F-4D97-AF65-F5344CB8AC3E}">
        <p14:creationId xmlns:p14="http://schemas.microsoft.com/office/powerpoint/2010/main" val="317406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utoUpdateAnimBg="0"/>
      <p:bldP spid="24" grpId="1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F8B038-406B-AE74-EF55-0E30042C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0" dirty="0"/>
              <a:t>¿</a:t>
            </a:r>
            <a:r>
              <a:rPr lang="en-US" altLang="en-US" sz="4400" b="0" dirty="0" err="1"/>
              <a:t>Qué</a:t>
            </a:r>
            <a:r>
              <a:rPr lang="en-US" altLang="en-US" sz="4400" b="0" dirty="0"/>
              <a:t> hora es?</a:t>
            </a:r>
            <a:br>
              <a:rPr lang="en-US" altLang="en-US" sz="4400" b="0" dirty="0"/>
            </a:br>
            <a:endParaRPr lang="en-US" dirty="0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B34E4210-B2E9-A3AE-5ADF-7842E554E707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938699"/>
            <a:ext cx="2895600" cy="2743200"/>
            <a:chOff x="3120" y="1536"/>
            <a:chExt cx="1824" cy="1728"/>
          </a:xfrm>
        </p:grpSpPr>
        <p:sp>
          <p:nvSpPr>
            <p:cNvPr id="5" name="Oval 22">
              <a:extLst>
                <a:ext uri="{FF2B5EF4-FFF2-40B4-BE49-F238E27FC236}">
                  <a16:creationId xmlns:a16="http://schemas.microsoft.com/office/drawing/2014/main" id="{C78BCF2E-B617-7930-2770-DFA0B3845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BDD91D8F-0860-AEA4-85F1-BC1244C43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B1C2C8F5-A695-2EA1-C335-6E38D12FF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B255A65F-63E3-C46B-560E-E2C6C8A1A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72D8797B-8E8C-09B6-CE96-F91B62AA6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7B09025D-87A2-5378-73EA-C6F0009DF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42301578-D6E7-B515-E416-7CD1629DA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9EBECE83-5158-7F79-B598-509103CCC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96E17999-AE0C-4740-050E-819526610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5B06C304-4311-D8D3-D02D-A4186325E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679FECED-41D0-DA96-D3E7-3D61A924A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7889CD61-E9A5-1538-168D-6AD21952F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B085B731-E16E-163C-7A35-2C4F7CBFF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0AB743F3-9AB2-7908-AE0F-3AE1B30AF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DE781481-BE10-4B75-D4F5-98AB2C84E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830957A5-D60F-D686-911C-56FC122DB3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2" y="1824"/>
              <a:ext cx="0" cy="52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1FA8738D-0EAD-2F66-46A2-3D2E98F2F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208"/>
              <a:ext cx="432" cy="19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Text Box 27">
            <a:extLst>
              <a:ext uri="{FF2B5EF4-FFF2-40B4-BE49-F238E27FC236}">
                <a16:creationId xmlns:a16="http://schemas.microsoft.com/office/drawing/2014/main" id="{96213FDB-126F-398F-AD03-D725CD81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2074" y="1787761"/>
            <a:ext cx="3962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third-person plural of </a:t>
            </a:r>
            <a:r>
              <a:rPr lang="en-US" altLang="en-US" sz="2400" b="0" i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used with all hours after one o’clock. </a:t>
            </a: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7724E174-611B-4B26-913F-2DA4A5247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65612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</a:t>
            </a:r>
            <a:r>
              <a:rPr lang="en-US" altLang="en-US" sz="40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dos.</a:t>
            </a:r>
          </a:p>
        </p:txBody>
      </p:sp>
      <p:sp>
        <p:nvSpPr>
          <p:cNvPr id="42" name="Text Box 29">
            <a:extLst>
              <a:ext uri="{FF2B5EF4-FFF2-40B4-BE49-F238E27FC236}">
                <a16:creationId xmlns:a16="http://schemas.microsoft.com/office/drawing/2014/main" id="{7D06E841-25E5-20BE-7F9C-2524ACE8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293" y="3919899"/>
            <a:ext cx="3962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Likewise, the plural definite article is used for all hours after one o’clock. </a:t>
            </a:r>
          </a:p>
        </p:txBody>
      </p:sp>
    </p:spTree>
    <p:extLst>
      <p:ext uri="{BB962C8B-B14F-4D97-AF65-F5344CB8AC3E}">
        <p14:creationId xmlns:p14="http://schemas.microsoft.com/office/powerpoint/2010/main" val="204655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5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 autoUpdateAnimBg="0"/>
      <p:bldP spid="41" grpId="1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A2D400-E43C-DD0E-3C9C-83528AED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0" dirty="0"/>
              <a:t>			¿</a:t>
            </a:r>
            <a:r>
              <a:rPr lang="en-US" altLang="en-US" sz="4400" b="0" dirty="0" err="1"/>
              <a:t>Qué</a:t>
            </a:r>
            <a:r>
              <a:rPr lang="en-US" altLang="en-US" sz="4400" b="0" dirty="0"/>
              <a:t> hora es?</a:t>
            </a:r>
            <a:br>
              <a:rPr lang="en-US" altLang="en-US" sz="4400" b="0" dirty="0"/>
            </a:br>
            <a:endParaRPr lang="en-US" dirty="0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011FC6A7-AEEA-C637-59BE-692FD1F206E9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2057400"/>
            <a:ext cx="2895600" cy="2743200"/>
            <a:chOff x="3120" y="1536"/>
            <a:chExt cx="1824" cy="1728"/>
          </a:xfrm>
        </p:grpSpPr>
        <p:sp>
          <p:nvSpPr>
            <p:cNvPr id="5" name="Oval 22">
              <a:extLst>
                <a:ext uri="{FF2B5EF4-FFF2-40B4-BE49-F238E27FC236}">
                  <a16:creationId xmlns:a16="http://schemas.microsoft.com/office/drawing/2014/main" id="{25D26972-3C91-08A2-B365-19C69DDEE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0DDC5C1-04BE-7360-7336-B69789BDD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648643F8-23D6-65F9-4825-727401791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46097173-B8C7-ABA8-AB01-69D529B1E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6982010A-09C8-029C-F6C7-EAEE1B956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E569717A-E6CF-1624-03E8-F5B8D1E90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9A9EADFD-E33E-C873-132A-27ECFC653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485EAB1A-87D3-4146-CB12-8E18189AF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9B3A21D1-6ED7-5A94-EEE2-75168E4D8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DAD5DF82-AEED-C3F7-DD25-967D986D4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328520FD-9AAA-6A0F-FE2E-513A5A1CA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A5E9A930-1911-3707-ACC3-343EFCCF4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3A976801-FA66-C5E0-90E7-D089C0F76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D1F7E8D1-9378-FFD6-EBAD-F94778F7F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1006B31-B8AD-DD20-8C83-BEAB89729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E873510A-02EF-C7D0-EAC4-B6A9E86CB4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2" y="1824"/>
              <a:ext cx="0" cy="52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A554F652-2106-1F16-FD2E-8C60702F9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400"/>
              <a:ext cx="52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4">
            <a:extLst>
              <a:ext uri="{FF2B5EF4-FFF2-40B4-BE49-F238E27FC236}">
                <a16:creationId xmlns:a16="http://schemas.microsoft.com/office/drawing/2014/main" id="{B4C89928-C9E5-C2B3-7A2C-FA99B44FB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514600"/>
            <a:ext cx="36576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tres.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00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(etc.)</a:t>
            </a:r>
            <a:endParaRPr lang="en-US" altLang="en-US" sz="4000" b="0" noProof="1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Box 27">
            <a:extLst>
              <a:ext uri="{FF2B5EF4-FFF2-40B4-BE49-F238E27FC236}">
                <a16:creationId xmlns:a16="http://schemas.microsoft.com/office/drawing/2014/main" id="{49E7D443-F638-87CA-CC3F-90101A0AE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060825"/>
            <a:ext cx="3962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formula for all hours after one is </a:t>
            </a:r>
            <a:r>
              <a:rPr lang="en-US" altLang="en-US" sz="2400" b="0" i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</a:t>
            </a: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the hour. </a:t>
            </a:r>
          </a:p>
        </p:txBody>
      </p:sp>
    </p:spTree>
    <p:extLst>
      <p:ext uri="{BB962C8B-B14F-4D97-AF65-F5344CB8AC3E}">
        <p14:creationId xmlns:p14="http://schemas.microsoft.com/office/powerpoint/2010/main" val="318691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0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2" grpId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5">
            <a:extLst>
              <a:ext uri="{FF2B5EF4-FFF2-40B4-BE49-F238E27FC236}">
                <a16:creationId xmlns:a16="http://schemas.microsoft.com/office/drawing/2014/main" id="{42AB1A74-2A90-CF6C-AF3A-D34C8FA3F09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09600" y="430639"/>
            <a:ext cx="10972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48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n-US" altLang="en-US" sz="4800" b="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Qué</a:t>
            </a:r>
            <a:r>
              <a:rPr lang="en-US" altLang="en-US" sz="48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hora es?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1A2C771-BC49-18A3-5065-EEE2D9176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438400"/>
            <a:ext cx="3429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la una </a:t>
            </a:r>
            <a:r>
              <a:rPr lang="en-US" altLang="en-US" sz="4000" b="0" i="1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diez.</a:t>
            </a:r>
          </a:p>
        </p:txBody>
      </p:sp>
      <p:sp>
        <p:nvSpPr>
          <p:cNvPr id="6" name="Text Box 26">
            <a:extLst>
              <a:ext uri="{FF2B5EF4-FFF2-40B4-BE49-F238E27FC236}">
                <a16:creationId xmlns:a16="http://schemas.microsoft.com/office/drawing/2014/main" id="{0F78925E-BBA0-4588-5943-BBD586637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56025"/>
            <a:ext cx="3962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express minutes after the hour, we simply add </a:t>
            </a:r>
            <a:r>
              <a:rPr lang="en-US" altLang="en-US" sz="2400" b="0" i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number of minutes. </a:t>
            </a:r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0CE9C11C-D82C-A181-3AB1-3BB00DF1C4F9}"/>
              </a:ext>
            </a:extLst>
          </p:cNvPr>
          <p:cNvGrpSpPr>
            <a:grpSpLocks/>
          </p:cNvGrpSpPr>
          <p:nvPr/>
        </p:nvGrpSpPr>
        <p:grpSpPr bwMode="auto">
          <a:xfrm>
            <a:off x="7833360" y="2133600"/>
            <a:ext cx="2895600" cy="2743200"/>
            <a:chOff x="3072" y="1536"/>
            <a:chExt cx="1824" cy="1728"/>
          </a:xfrm>
        </p:grpSpPr>
        <p:sp>
          <p:nvSpPr>
            <p:cNvPr id="8" name="Oval 21">
              <a:extLst>
                <a:ext uri="{FF2B5EF4-FFF2-40B4-BE49-F238E27FC236}">
                  <a16:creationId xmlns:a16="http://schemas.microsoft.com/office/drawing/2014/main" id="{8A846272-060B-3D60-5BE1-201430C05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82493005-D556-5B89-605E-DF40A6A14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FE0B4534-164A-D8B9-0017-B53B8DAF5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A2202700-57CF-F98D-307D-2C030F2CB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54CAF7CA-4646-8BCF-1EC7-7DBD83FF9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2BA1FFA1-599C-4A4B-1954-E23EDA9F1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60684334-C568-196C-4A9A-EDC27E53E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D51C8B8A-E743-5439-366F-F8B68753C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57B4F1B1-9815-1DD2-6ED4-DEC2E69F3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749A750D-8DB5-C2B6-435F-2DD5EA2C6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31EA829F-52C1-95F2-AEFD-C5931820B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D1D4E592-64B2-8470-7C37-730AD9C55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D2256AA7-4FD8-522C-C51F-FDAB30775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27009192-F087-8060-CADD-1BD4AE4E2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22" name="Oval 18">
              <a:extLst>
                <a:ext uri="{FF2B5EF4-FFF2-40B4-BE49-F238E27FC236}">
                  <a16:creationId xmlns:a16="http://schemas.microsoft.com/office/drawing/2014/main" id="{99EA91D6-6BF2-AACE-0DC5-6C985CAD2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671E9E81-985B-6C8F-579E-971AF7DA8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160"/>
              <a:ext cx="528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845DB264-7A44-C644-47F4-3164DCF54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064"/>
              <a:ext cx="336" cy="3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78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5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5" grpId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2FBD77-48DA-DF1A-5B10-85C96813D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0" dirty="0"/>
              <a:t>¿</a:t>
            </a:r>
            <a:r>
              <a:rPr lang="en-US" altLang="en-US" sz="4400" b="0" dirty="0" err="1"/>
              <a:t>Qué</a:t>
            </a:r>
            <a:r>
              <a:rPr lang="en-US" altLang="en-US" sz="4400" b="0" dirty="0"/>
              <a:t> hora es?</a:t>
            </a:r>
            <a:br>
              <a:rPr lang="en-US" altLang="en-US" sz="4400" b="0" dirty="0"/>
            </a:br>
            <a:endParaRPr lang="en-US" dirty="0"/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8D3C56A1-BD4D-E7FD-2F67-CFB0DF00F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1873250"/>
            <a:ext cx="3886200" cy="96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tres y </a:t>
            </a:r>
            <a:r>
              <a:rPr lang="en-US" altLang="en-US" sz="4000" b="0" i="1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cuarto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FFAE77-739D-267D-6F8A-93089562FF43}"/>
              </a:ext>
            </a:extLst>
          </p:cNvPr>
          <p:cNvSpPr txBox="1"/>
          <p:nvPr/>
        </p:nvSpPr>
        <p:spPr>
          <a:xfrm>
            <a:off x="990600" y="3770835"/>
            <a:ext cx="609350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i="1" dirty="0">
                <a:solidFill>
                  <a:schemeClr val="bg2"/>
                </a:solidFill>
              </a:rPr>
              <a:t>Cuarto</a:t>
            </a:r>
            <a:r>
              <a:rPr lang="en-US" altLang="en-US" sz="2400" b="0" dirty="0">
                <a:solidFill>
                  <a:schemeClr val="bg2"/>
                </a:solidFill>
              </a:rPr>
              <a:t> is a masculine noun that means a quarter (of an hour). </a:t>
            </a:r>
          </a:p>
        </p:txBody>
      </p:sp>
      <p:grpSp>
        <p:nvGrpSpPr>
          <p:cNvPr id="21" name="Group 22">
            <a:extLst>
              <a:ext uri="{FF2B5EF4-FFF2-40B4-BE49-F238E27FC236}">
                <a16:creationId xmlns:a16="http://schemas.microsoft.com/office/drawing/2014/main" id="{4EA6E23F-89EA-8E3F-D795-3FFF0361D72C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2057400"/>
            <a:ext cx="2895600" cy="2743200"/>
            <a:chOff x="3072" y="1536"/>
            <a:chExt cx="1824" cy="17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06DA4F7-3879-C623-20F7-67187F25D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B1DB5829-12B6-6FB7-1436-169494F9F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990C17EB-FC2B-CA4F-1B42-1CD17045C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id="{52D381BC-3F4B-6FBD-02A2-92A62B79A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26" name="Text Box 8">
              <a:extLst>
                <a:ext uri="{FF2B5EF4-FFF2-40B4-BE49-F238E27FC236}">
                  <a16:creationId xmlns:a16="http://schemas.microsoft.com/office/drawing/2014/main" id="{C5799D7A-E0A1-E4AD-83BF-F50B33596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3E180980-CDA9-BC58-743A-0C403C1AC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B630FE91-1717-E876-9767-3A26CB237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29" name="Text Box 11">
              <a:extLst>
                <a:ext uri="{FF2B5EF4-FFF2-40B4-BE49-F238E27FC236}">
                  <a16:creationId xmlns:a16="http://schemas.microsoft.com/office/drawing/2014/main" id="{839A2638-53AF-FAD7-68C1-5D192A3BB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30" name="Text Box 12">
              <a:extLst>
                <a:ext uri="{FF2B5EF4-FFF2-40B4-BE49-F238E27FC236}">
                  <a16:creationId xmlns:a16="http://schemas.microsoft.com/office/drawing/2014/main" id="{DAA3E872-480E-16F1-6FA3-7B191081B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A484F8F5-CC9B-CB42-C81D-FE21EB9D8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A269AFB6-8803-05A2-D391-F8EAD0F94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33" name="Text Box 15">
              <a:extLst>
                <a:ext uri="{FF2B5EF4-FFF2-40B4-BE49-F238E27FC236}">
                  <a16:creationId xmlns:a16="http://schemas.microsoft.com/office/drawing/2014/main" id="{E3FDD896-3710-BBB8-03EA-D72E35D32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399D527E-8E2E-4A88-98BF-CDD161C8B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35" name="Text Box 17">
              <a:extLst>
                <a:ext uri="{FF2B5EF4-FFF2-40B4-BE49-F238E27FC236}">
                  <a16:creationId xmlns:a16="http://schemas.microsoft.com/office/drawing/2014/main" id="{BCCBA38D-CD5B-BF20-3530-3C780E2DF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36" name="Oval 18">
              <a:extLst>
                <a:ext uri="{FF2B5EF4-FFF2-40B4-BE49-F238E27FC236}">
                  <a16:creationId xmlns:a16="http://schemas.microsoft.com/office/drawing/2014/main" id="{F03310DF-1D21-5E9B-8790-574476153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37" name="Line 19">
              <a:extLst>
                <a:ext uri="{FF2B5EF4-FFF2-40B4-BE49-F238E27FC236}">
                  <a16:creationId xmlns:a16="http://schemas.microsoft.com/office/drawing/2014/main" id="{30613734-4BB9-ECAA-965C-D6E9F7286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2391"/>
              <a:ext cx="577" cy="2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20">
              <a:extLst>
                <a:ext uri="{FF2B5EF4-FFF2-40B4-BE49-F238E27FC236}">
                  <a16:creationId xmlns:a16="http://schemas.microsoft.com/office/drawing/2014/main" id="{C470E530-7605-0D48-D7BE-80E02FDB6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400"/>
              <a:ext cx="480" cy="8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319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0" dur="2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6" grpI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40F9E-342C-F25C-934D-9C5DB702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n-US" altLang="en-US" sz="4400" b="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Qué</a:t>
            </a:r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hora es?</a:t>
            </a:r>
            <a:endParaRPr lang="en-US" dirty="0"/>
          </a:p>
        </p:txBody>
      </p:sp>
      <p:grpSp>
        <p:nvGrpSpPr>
          <p:cNvPr id="4" name="Group 26">
            <a:extLst>
              <a:ext uri="{FF2B5EF4-FFF2-40B4-BE49-F238E27FC236}">
                <a16:creationId xmlns:a16="http://schemas.microsoft.com/office/drawing/2014/main" id="{0CCB4E93-86B6-0FEE-816C-93A40E64D94D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2438400"/>
            <a:ext cx="2895600" cy="2743200"/>
            <a:chOff x="3072" y="1536"/>
            <a:chExt cx="1824" cy="1728"/>
          </a:xfrm>
        </p:grpSpPr>
        <p:sp>
          <p:nvSpPr>
            <p:cNvPr id="5" name="Oval 25">
              <a:extLst>
                <a:ext uri="{FF2B5EF4-FFF2-40B4-BE49-F238E27FC236}">
                  <a16:creationId xmlns:a16="http://schemas.microsoft.com/office/drawing/2014/main" id="{5038DD7B-AEBF-D407-44A5-4A405FC63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BDFCFDD-61F8-EB48-910D-5B68FD279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9C3182F2-1416-E1A3-5494-BB7126BDE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37183780-3A5E-5520-4494-AD225E458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A1DAEBAE-3770-41DF-0AE4-9DE5A2AB6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7D29C86D-36EE-D352-BD44-4A44C58B5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600EFD58-A229-CB2D-54F8-0A34227A7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D72E5C64-961F-494F-4309-6A89621CD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4E1079BA-30DE-C8AF-DF91-072F2B01F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7C68FF8B-603C-47DB-DB07-EA5CDAFA1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83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0CE79946-465B-5A7C-6236-E65B62598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90AEE9A9-D1F5-D979-C6E7-3188469E9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4FE29C6F-6D75-B899-F0E6-CD92293CF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5A009DEF-AB27-CD92-DA0B-492AA912F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648204E-AF97-F6F6-1600-A7E2CDCAE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95718434-FDFC-09BC-AFBE-8A6F61C7F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352"/>
              <a:ext cx="0" cy="62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B9C4A6F8-FFBF-475B-4E63-885AB1B78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400"/>
              <a:ext cx="384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Text Box 30">
            <a:extLst>
              <a:ext uri="{FF2B5EF4-FFF2-40B4-BE49-F238E27FC236}">
                <a16:creationId xmlns:a16="http://schemas.microsoft.com/office/drawing/2014/main" id="{5269BE51-9CEF-7CA1-B28C-A8ACE04A4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60525"/>
            <a:ext cx="4648200" cy="96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cuatro y </a:t>
            </a:r>
            <a:r>
              <a:rPr lang="en-US" altLang="en-US" sz="4000" b="0" i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F2D9066E-5AE3-2AD4-6773-D6995D65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67025"/>
            <a:ext cx="411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i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Medio</a:t>
            </a: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adjective that means half.  It is used in the feminine singular when telling time, since it modifies the unexpressed noun </a:t>
            </a:r>
            <a:r>
              <a:rPr lang="en-US" altLang="en-US" sz="2400" b="0" i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hora</a:t>
            </a: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853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0" dur="2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autoUpdateAnimBg="0"/>
      <p:bldP spid="24" grpId="1" build="allAtOnce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528FBC-8FF8-0E64-C579-FE5D0C80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n-US" altLang="en-US" sz="4400" b="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Qué</a:t>
            </a:r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hora es?</a:t>
            </a:r>
            <a:endParaRPr lang="en-US" dirty="0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DC64352C-C2A6-98C6-A8BB-D309EFA0178A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2209800"/>
            <a:ext cx="2895600" cy="2743200"/>
            <a:chOff x="3072" y="1536"/>
            <a:chExt cx="1824" cy="1728"/>
          </a:xfrm>
        </p:grpSpPr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F8486D83-85F3-16C9-37DE-1843F5F37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003E049-B6EC-C97E-4DC1-63653C9E1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2231F74A-BD8A-AAB9-D142-633779D5B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C0ED9A6D-CB64-A045-250B-BED2BAB6A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B5F83BBD-AA65-C471-9C5D-F8887ED06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A49CEF41-E761-A31D-6E51-8F673FCEF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825BDEC9-8C12-F7AA-8CA1-35C16CAD9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BA31B8B4-0635-487E-A1B1-45926B6E7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8687111D-9D7D-D2E2-30D7-39E73E9A1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AE00BAF8-CE96-9D5F-40D0-792A6DD73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83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205367BB-D4FE-134C-5D7B-4C074FB30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193B41BC-A8CB-4D21-4D6D-7EC6FE350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6A29CDDF-0C9E-9307-3370-EC130A15D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8DD83F17-DB53-8D83-D431-DB2C5DD8A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BBB48C-811D-A673-A964-FF6CA4F34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91CEDA84-3148-3D0A-4F43-DA48D8DF2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400"/>
              <a:ext cx="528" cy="3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8258E4E7-8E43-3A90-4685-964402A44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400"/>
              <a:ext cx="144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26">
            <a:extLst>
              <a:ext uri="{FF2B5EF4-FFF2-40B4-BE49-F238E27FC236}">
                <a16:creationId xmlns:a16="http://schemas.microsoft.com/office/drawing/2014/main" id="{8406C75B-2263-5A74-01BE-586404185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1568450"/>
            <a:ext cx="3962400" cy="96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</a:t>
            </a:r>
            <a:r>
              <a:rPr lang="en-US" altLang="en-US" sz="40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seis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b="0" i="1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b="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veinte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Text Box 28">
            <a:extLst>
              <a:ext uri="{FF2B5EF4-FFF2-40B4-BE49-F238E27FC236}">
                <a16:creationId xmlns:a16="http://schemas.microsoft.com/office/drawing/2014/main" id="{A8D744C6-7F41-4121-2768-250BD3445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507" y="3415259"/>
            <a:ext cx="411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the halfway point of a given hour, Spanish gives us the option of stating the next hour minus (</a:t>
            </a:r>
            <a:r>
              <a:rPr lang="en-US" altLang="en-US" sz="2400" b="0" i="1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 number of minutes.</a:t>
            </a:r>
          </a:p>
        </p:txBody>
      </p:sp>
    </p:spTree>
    <p:extLst>
      <p:ext uri="{BB962C8B-B14F-4D97-AF65-F5344CB8AC3E}">
        <p14:creationId xmlns:p14="http://schemas.microsoft.com/office/powerpoint/2010/main" val="202154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0" dur="2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/>
      <p:bldP spid="22" grpId="1" build="allAtOnce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77CFC6-B80E-1179-F053-6D14BFAB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n-US" altLang="en-US" sz="4400" b="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Qué</a:t>
            </a:r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hora es?</a:t>
            </a:r>
            <a:endParaRPr lang="en-US" dirty="0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09107649-3B2F-3A0F-8927-D0DE849BC1D8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2362200"/>
            <a:ext cx="2895600" cy="2743200"/>
            <a:chOff x="3072" y="1536"/>
            <a:chExt cx="1824" cy="1728"/>
          </a:xfrm>
        </p:grpSpPr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A83429EF-EC0A-1332-37E9-E1E55B5E1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1AB8F51-B58F-A778-F1CA-8F25DDB0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5476CFB-F531-A7D5-AFDF-2D69D149A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D29C9812-9531-2BEA-0259-08BB5A00B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61E24E42-258E-BAA0-3A7D-A81A29482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79F52FC1-83DA-1385-F9F3-2BD2C4F53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C4D30E8F-2219-F8FD-DF5D-3A4E654C5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B73AA8E8-1713-A9F3-79B2-D1038F8D6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A2DB243B-76CD-FE45-5C3A-3653AE3F7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CDD6D6A7-D217-AD01-A149-85FAE0B0D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83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74B4078E-BEE1-529B-C66A-6B7C1EC92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F0F9F33D-9FFE-C700-C800-4C292821D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A235260C-2B52-9928-F208-64DA5ECCE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C915748A-EED9-3FE8-B054-0AC60BB9A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DA2634D-663A-3094-97ED-860B5FD53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D4E81B63-3E42-6D22-65A2-738882C42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48" y="1920"/>
              <a:ext cx="336" cy="4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3A529D89-2B20-47CD-6105-F007F7E22B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400"/>
              <a:ext cx="480" cy="4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Text Box 26">
            <a:extLst>
              <a:ext uri="{FF2B5EF4-FFF2-40B4-BE49-F238E27FC236}">
                <a16:creationId xmlns:a16="http://schemas.microsoft.com/office/drawing/2014/main" id="{B149A1C8-FCF7-63AD-479C-9F220DF8F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057400"/>
            <a:ext cx="3810000" cy="96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</a:t>
            </a:r>
            <a:r>
              <a:rPr lang="en-US" altLang="en-US" sz="4000" b="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nueve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b="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cinco.</a:t>
            </a:r>
          </a:p>
        </p:txBody>
      </p:sp>
    </p:spTree>
    <p:extLst>
      <p:ext uri="{BB962C8B-B14F-4D97-AF65-F5344CB8AC3E}">
        <p14:creationId xmlns:p14="http://schemas.microsoft.com/office/powerpoint/2010/main" val="208042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0" dur="2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 autoUpdateAnimBg="0"/>
      <p:bldP spid="40" grpId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04B4C2-A398-0934-55CD-15BBEE36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n-US" altLang="en-US" sz="4400" b="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Qué</a:t>
            </a:r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hora es?</a:t>
            </a:r>
            <a:endParaRPr lang="en-US" dirty="0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65DDAA4A-2317-89E7-9DE2-DB3AD7753954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2372519"/>
            <a:ext cx="2895600" cy="2743200"/>
            <a:chOff x="3072" y="1536"/>
            <a:chExt cx="1824" cy="1728"/>
          </a:xfrm>
        </p:grpSpPr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C18CC328-7E34-FE63-B503-1736C9AE7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36"/>
              <a:ext cx="1824" cy="1728"/>
            </a:xfrm>
            <a:prstGeom prst="ellipse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BE446C0-CF01-7243-835A-3FD77AF28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632"/>
              <a:ext cx="1632" cy="153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5319D486-F5B7-054C-AD28-1A096AE7E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12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0BA3A579-280D-9962-A018-E8DEC4EC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F1B76367-09ED-0788-EE90-128B979F2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2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6DF8C301-7569-0F9D-2157-CE2979059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3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8DA9C36A-F1A0-80F8-B24F-A58C5977C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4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F02DE8D1-B803-5F99-23CF-09B78652B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5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FD612C89-333F-7D9B-EF41-63878BC41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6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78A5C79C-DB80-CD54-179F-59475D06C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83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7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B90F9ED6-8C49-B958-DFBB-0C5319574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8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E23FEE63-D3FD-6077-C875-301637187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9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E2C41BCD-6A33-5A7E-2612-5FC9D0522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E9A7EDF4-6F52-E791-F66D-B40128E7B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0" noProof="1"/>
                <a:t>11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C8E8077-8E34-8B00-EC41-B91D9DD1D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4211ECFD-60E2-DB2E-9E5E-867B25626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84" y="1824"/>
              <a:ext cx="0" cy="57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7434F809-2DE5-8BBE-F39D-D683E2AAE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400"/>
              <a:ext cx="192" cy="38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4">
            <a:extLst>
              <a:ext uri="{FF2B5EF4-FFF2-40B4-BE49-F238E27FC236}">
                <a16:creationId xmlns:a16="http://schemas.microsoft.com/office/drawing/2014/main" id="{8F7D66A7-DFF0-0271-16E8-AC7D540D3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2254250"/>
            <a:ext cx="3276600" cy="96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siete </a:t>
            </a:r>
            <a:r>
              <a:rPr lang="en-US" altLang="en-US" sz="4000" b="0" i="1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punto</a:t>
            </a:r>
            <a:r>
              <a:rPr lang="en-US" altLang="en-US" sz="40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04E2D010-310C-2D7B-B8C3-FFABDF130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873689"/>
            <a:ext cx="411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 i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punto</a:t>
            </a:r>
            <a:r>
              <a:rPr lang="en-US" altLang="en-US" sz="2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literally means “on the dot,” and is used to stress that an exact hour is being expressed, with no minutes before or after.</a:t>
            </a:r>
          </a:p>
        </p:txBody>
      </p:sp>
    </p:spTree>
    <p:extLst>
      <p:ext uri="{BB962C8B-B14F-4D97-AF65-F5344CB8AC3E}">
        <p14:creationId xmlns:p14="http://schemas.microsoft.com/office/powerpoint/2010/main" val="304191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0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2" grpId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8856F9-F53B-D41D-8408-F4585DCE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n-US" altLang="en-US" sz="4400" b="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Qué</a:t>
            </a:r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hora es?</a:t>
            </a:r>
            <a:endParaRPr lang="en-US" dirty="0"/>
          </a:p>
        </p:txBody>
      </p:sp>
      <p:grpSp>
        <p:nvGrpSpPr>
          <p:cNvPr id="4" name="Group 50">
            <a:extLst>
              <a:ext uri="{FF2B5EF4-FFF2-40B4-BE49-F238E27FC236}">
                <a16:creationId xmlns:a16="http://schemas.microsoft.com/office/drawing/2014/main" id="{58D5A6F4-E187-809E-E01B-6F87EB6D0015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1762919"/>
            <a:ext cx="3657600" cy="3962400"/>
            <a:chOff x="192" y="240"/>
            <a:chExt cx="3312" cy="3360"/>
          </a:xfrm>
        </p:grpSpPr>
        <p:pic>
          <p:nvPicPr>
            <p:cNvPr id="5" name="Picture 51">
              <a:extLst>
                <a:ext uri="{FF2B5EF4-FFF2-40B4-BE49-F238E27FC236}">
                  <a16:creationId xmlns:a16="http://schemas.microsoft.com/office/drawing/2014/main" id="{7DA925EF-4364-5A3E-572E-CECF1067D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240"/>
              <a:ext cx="3312" cy="3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Line 52">
              <a:extLst>
                <a:ext uri="{FF2B5EF4-FFF2-40B4-BE49-F238E27FC236}">
                  <a16:creationId xmlns:a16="http://schemas.microsoft.com/office/drawing/2014/main" id="{70CFD72D-FC34-BD5C-D529-4411CCDA4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0" y="992"/>
              <a:ext cx="95" cy="68"/>
            </a:xfrm>
            <a:prstGeom prst="line">
              <a:avLst/>
            </a:prstGeom>
            <a:noFill/>
            <a:ln w="3746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53">
              <a:extLst>
                <a:ext uri="{FF2B5EF4-FFF2-40B4-BE49-F238E27FC236}">
                  <a16:creationId xmlns:a16="http://schemas.microsoft.com/office/drawing/2014/main" id="{7214BFF7-CBCB-E65B-2782-2F4A47400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1310"/>
              <a:ext cx="107" cy="95"/>
            </a:xfrm>
            <a:prstGeom prst="ellipse">
              <a:avLst/>
            </a:prstGeom>
            <a:solidFill>
              <a:srgbClr val="4D4D4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" name="Line 54">
              <a:extLst>
                <a:ext uri="{FF2B5EF4-FFF2-40B4-BE49-F238E27FC236}">
                  <a16:creationId xmlns:a16="http://schemas.microsoft.com/office/drawing/2014/main" id="{575F14A0-71F5-9832-7C08-5AD568DAE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3" y="864"/>
              <a:ext cx="6" cy="487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55">
              <a:extLst>
                <a:ext uri="{FF2B5EF4-FFF2-40B4-BE49-F238E27FC236}">
                  <a16:creationId xmlns:a16="http://schemas.microsoft.com/office/drawing/2014/main" id="{EE29FE05-E8A1-7BDE-D7D0-320A835A0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3" y="1033"/>
              <a:ext cx="6" cy="318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 Box 4">
            <a:extLst>
              <a:ext uri="{FF2B5EF4-FFF2-40B4-BE49-F238E27FC236}">
                <a16:creationId xmlns:a16="http://schemas.microsoft.com/office/drawing/2014/main" id="{F25D12DD-4515-36C5-DA46-1412E6FB5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00200"/>
            <a:ext cx="4800600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4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doce (la) medianoche.</a:t>
            </a:r>
          </a:p>
        </p:txBody>
      </p:sp>
      <p:sp>
        <p:nvSpPr>
          <p:cNvPr id="12" name="Text Box 59">
            <a:extLst>
              <a:ext uri="{FF2B5EF4-FFF2-40B4-BE49-F238E27FC236}">
                <a16:creationId xmlns:a16="http://schemas.microsoft.com/office/drawing/2014/main" id="{59959780-4CB0-C0D4-FB41-C9D0665FB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562350"/>
            <a:ext cx="48006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la medianoche</a:t>
            </a:r>
            <a:r>
              <a:rPr lang="en-US" altLang="en-US" sz="44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611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5" dur="2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"/>
                            </p:stCondLst>
                            <p:childTnLst>
                              <p:par>
                                <p:cTn id="22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23" dur="2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1" grpId="1" build="allAtOnce"/>
      <p:bldP spid="12" grpId="0" build="p" autoUpdateAnimBg="0"/>
      <p:bldP spid="12" grpId="1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293A5C-ABD1-7AC2-568A-D0A7A133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n-US" altLang="en-US" sz="4400" b="0" dirty="0" err="1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Qué</a:t>
            </a:r>
            <a:r>
              <a:rPr lang="en-US" altLang="en-US" sz="4400" b="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 hora es?</a:t>
            </a:r>
            <a:endParaRPr lang="en-US" dirty="0"/>
          </a:p>
        </p:txBody>
      </p:sp>
      <p:pic>
        <p:nvPicPr>
          <p:cNvPr id="4" name="Picture 29">
            <a:extLst>
              <a:ext uri="{FF2B5EF4-FFF2-40B4-BE49-F238E27FC236}">
                <a16:creationId xmlns:a16="http://schemas.microsoft.com/office/drawing/2014/main" id="{AA0BE736-9B0A-2D4B-4813-F0B17ED02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995487"/>
            <a:ext cx="43434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3A32BF43-3D28-745A-EDD8-C8BEAEFC0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01775"/>
            <a:ext cx="495300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4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las doce, (el) mediodía.</a:t>
            </a: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D9A9E75B-1668-0F84-8108-D500F69A9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895600"/>
            <a:ext cx="1600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40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altLang="en-US" sz="4000" b="0" dirty="0">
                <a:solidFill>
                  <a:schemeClr val="bg2"/>
                </a:solidFill>
              </a:rPr>
              <a:t> . . .</a:t>
            </a:r>
          </a:p>
        </p:txBody>
      </p:sp>
      <p:sp>
        <p:nvSpPr>
          <p:cNvPr id="7" name="Text Box 33">
            <a:extLst>
              <a:ext uri="{FF2B5EF4-FFF2-40B4-BE49-F238E27FC236}">
                <a16:creationId xmlns:a16="http://schemas.microsoft.com/office/drawing/2014/main" id="{51B2C3F2-6AE5-02E3-39AE-37C08533F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62400"/>
            <a:ext cx="4953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4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lang="en-US" altLang="en-US" sz="4400" b="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altLang="en-US" sz="44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b="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mediodía</a:t>
            </a:r>
            <a:r>
              <a:rPr lang="en-US" altLang="en-US" sz="4400" b="0" noProof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342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15" dur="2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ID="4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1.2" calcmode="lin" valueType="num">
                                      <p:cBhvr override="childStyle">
                                        <p:cTn id="29" dur="2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5" grpId="1" build="allAtOnce"/>
      <p:bldP spid="6" grpId="0"/>
      <p:bldP spid="7" grpId="0" build="p" autoUpdateAnimBg="0"/>
      <p:bldP spid="7" grpId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sz="3200" dirty="0">
                <a:sym typeface="+mn-ea"/>
              </a:rPr>
              <a:t>¿</a:t>
            </a:r>
            <a:r>
              <a:rPr lang="en-IN" altLang="en-US" sz="3200" dirty="0" err="1">
                <a:sym typeface="+mn-ea"/>
              </a:rPr>
              <a:t>Qué</a:t>
            </a:r>
            <a:r>
              <a:rPr lang="en-IN" altLang="en-US" sz="3200" dirty="0">
                <a:sym typeface="+mn-ea"/>
              </a:rPr>
              <a:t> hora es?</a:t>
            </a:r>
          </a:p>
          <a:p>
            <a:pPr lvl="1" algn="just"/>
            <a:r>
              <a:rPr lang="en-IN" altLang="en-US" sz="3200" dirty="0"/>
              <a:t>Hour hand</a:t>
            </a:r>
          </a:p>
          <a:p>
            <a:pPr lvl="1" algn="just"/>
            <a:r>
              <a:rPr lang="en-IN" altLang="en-US" sz="3200" dirty="0"/>
              <a:t>Minute hand</a:t>
            </a:r>
          </a:p>
          <a:p>
            <a:pPr lvl="1" algn="just"/>
            <a:r>
              <a:rPr lang="en-IN" altLang="en-US" sz="3200" dirty="0"/>
              <a:t>Quarter</a:t>
            </a:r>
          </a:p>
          <a:p>
            <a:pPr lvl="1" algn="just"/>
            <a:r>
              <a:rPr lang="en-IN" altLang="en-US" sz="3200" dirty="0"/>
              <a:t>30 mins </a:t>
            </a:r>
          </a:p>
          <a:p>
            <a:pPr marL="109220" indent="0" algn="just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21542</TotalTime>
  <Words>533</Words>
  <Application>Microsoft Office PowerPoint</Application>
  <PresentationFormat>Widescreen</PresentationFormat>
  <Paragraphs>163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    La hora I(Time I)</vt:lpstr>
      <vt:lpstr>PowerPoint Presentation</vt:lpstr>
      <vt:lpstr>¿Qué hora es? </vt:lpstr>
      <vt:lpstr>¿Qué hora es? </vt:lpstr>
      <vt:lpstr>   ¿Qué hora es? </vt:lpstr>
      <vt:lpstr>¿Qué hora es?</vt:lpstr>
      <vt:lpstr>¿Qué hora es? </vt:lpstr>
      <vt:lpstr>¿Qué hora es?</vt:lpstr>
      <vt:lpstr>¿Qué hora es?</vt:lpstr>
      <vt:lpstr>¿Qué hora es?</vt:lpstr>
      <vt:lpstr>¿Qué hora es?</vt:lpstr>
      <vt:lpstr>¿Qué hora es?</vt:lpstr>
      <vt:lpstr>¿Qué hora es?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Dr Gaurav Sushant</cp:lastModifiedBy>
  <cp:revision>150</cp:revision>
  <dcterms:created xsi:type="dcterms:W3CDTF">2007-10-19T05:42:00Z</dcterms:created>
  <dcterms:modified xsi:type="dcterms:W3CDTF">2024-09-24T08:52:35Z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