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4" r:id="rId2"/>
    <p:sldId id="303" r:id="rId3"/>
    <p:sldId id="366" r:id="rId4"/>
    <p:sldId id="373" r:id="rId5"/>
    <p:sldId id="374" r:id="rId6"/>
    <p:sldId id="367" r:id="rId7"/>
    <p:sldId id="368" r:id="rId8"/>
    <p:sldId id="369" r:id="rId9"/>
    <p:sldId id="370" r:id="rId10"/>
    <p:sldId id="371" r:id="rId11"/>
    <p:sldId id="372" r:id="rId12"/>
    <p:sldId id="354" r:id="rId13"/>
    <p:sldId id="302" r:id="rId14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18" autoAdjust="0"/>
    <p:restoredTop sz="94694"/>
  </p:normalViewPr>
  <p:slideViewPr>
    <p:cSldViewPr showGuides="1">
      <p:cViewPr varScale="1">
        <p:scale>
          <a:sx n="65" d="100"/>
          <a:sy n="65" d="100"/>
        </p:scale>
        <p:origin x="224" y="1408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BDE5A095-82B3-4DE9-97A0-E6E8282F80E4}"/>
    <pc:docChg chg="undo custSel addSld delSld modSld sldOrd">
      <pc:chgData name="shilpi gupta" userId="5ce4f23861899b28" providerId="LiveId" clId="{BDE5A095-82B3-4DE9-97A0-E6E8282F80E4}" dt="2024-06-26T17:39:22.317" v="1265" actId="20577"/>
      <pc:docMkLst>
        <pc:docMk/>
      </pc:docMkLst>
      <pc:sldChg chg="del">
        <pc:chgData name="shilpi gupta" userId="5ce4f23861899b28" providerId="LiveId" clId="{BDE5A095-82B3-4DE9-97A0-E6E8282F80E4}" dt="2024-06-26T15:37:40.451" v="965" actId="47"/>
        <pc:sldMkLst>
          <pc:docMk/>
          <pc:sldMk cId="0" sldId="275"/>
        </pc:sldMkLst>
      </pc:sldChg>
      <pc:sldChg chg="del">
        <pc:chgData name="shilpi gupta" userId="5ce4f23861899b28" providerId="LiveId" clId="{BDE5A095-82B3-4DE9-97A0-E6E8282F80E4}" dt="2024-06-26T15:37:40.123" v="964" actId="47"/>
        <pc:sldMkLst>
          <pc:docMk/>
          <pc:sldMk cId="0" sldId="279"/>
        </pc:sldMkLst>
      </pc:sldChg>
      <pc:sldChg chg="modSp add del modAnim">
        <pc:chgData name="shilpi gupta" userId="5ce4f23861899b28" providerId="LiveId" clId="{BDE5A095-82B3-4DE9-97A0-E6E8282F80E4}" dt="2024-06-26T17:39:22.317" v="1265" actId="20577"/>
        <pc:sldMkLst>
          <pc:docMk/>
          <pc:sldMk cId="0" sldId="302"/>
        </pc:sldMkLst>
      </pc:sldChg>
      <pc:sldChg chg="modSp modAnim">
        <pc:chgData name="shilpi gupta" userId="5ce4f23861899b28" providerId="LiveId" clId="{BDE5A095-82B3-4DE9-97A0-E6E8282F80E4}" dt="2024-06-26T17:32:51.652" v="1216" actId="20577"/>
        <pc:sldMkLst>
          <pc:docMk/>
          <pc:sldMk cId="0" sldId="303"/>
        </pc:sldMkLst>
      </pc:sldChg>
      <pc:sldChg chg="modSp">
        <pc:chgData name="shilpi gupta" userId="5ce4f23861899b28" providerId="LiveId" clId="{BDE5A095-82B3-4DE9-97A0-E6E8282F80E4}" dt="2024-06-26T15:36:19.508" v="852" actId="20577"/>
        <pc:sldMkLst>
          <pc:docMk/>
          <pc:sldMk cId="0" sldId="304"/>
        </pc:sldMkLst>
      </pc:sldChg>
      <pc:sldChg chg="del">
        <pc:chgData name="shilpi gupta" userId="5ce4f23861899b28" providerId="LiveId" clId="{BDE5A095-82B3-4DE9-97A0-E6E8282F80E4}" dt="2024-06-26T15:37:38.591" v="963" actId="47"/>
        <pc:sldMkLst>
          <pc:docMk/>
          <pc:sldMk cId="708743409" sldId="307"/>
        </pc:sldMkLst>
      </pc:sldChg>
      <pc:sldChg chg="del">
        <pc:chgData name="shilpi gupta" userId="5ce4f23861899b28" providerId="LiveId" clId="{BDE5A095-82B3-4DE9-97A0-E6E8282F80E4}" dt="2024-06-26T15:37:40.905" v="967" actId="47"/>
        <pc:sldMkLst>
          <pc:docMk/>
          <pc:sldMk cId="87849002" sldId="308"/>
        </pc:sldMkLst>
      </pc:sldChg>
      <pc:sldChg chg="del">
        <pc:chgData name="shilpi gupta" userId="5ce4f23861899b28" providerId="LiveId" clId="{BDE5A095-82B3-4DE9-97A0-E6E8282F80E4}" dt="2024-06-26T15:37:41.248" v="969" actId="47"/>
        <pc:sldMkLst>
          <pc:docMk/>
          <pc:sldMk cId="234866709" sldId="309"/>
        </pc:sldMkLst>
      </pc:sldChg>
      <pc:sldChg chg="del">
        <pc:chgData name="shilpi gupta" userId="5ce4f23861899b28" providerId="LiveId" clId="{BDE5A095-82B3-4DE9-97A0-E6E8282F80E4}" dt="2024-06-26T15:37:42.389" v="976" actId="47"/>
        <pc:sldMkLst>
          <pc:docMk/>
          <pc:sldMk cId="1348417969" sldId="310"/>
        </pc:sldMkLst>
      </pc:sldChg>
      <pc:sldChg chg="del">
        <pc:chgData name="shilpi gupta" userId="5ce4f23861899b28" providerId="LiveId" clId="{BDE5A095-82B3-4DE9-97A0-E6E8282F80E4}" dt="2024-06-26T15:37:43.545" v="982" actId="47"/>
        <pc:sldMkLst>
          <pc:docMk/>
          <pc:sldMk cId="1901877650" sldId="311"/>
        </pc:sldMkLst>
      </pc:sldChg>
      <pc:sldChg chg="del">
        <pc:chgData name="shilpi gupta" userId="5ce4f23861899b28" providerId="LiveId" clId="{BDE5A095-82B3-4DE9-97A0-E6E8282F80E4}" dt="2024-06-26T15:37:44.717" v="985" actId="47"/>
        <pc:sldMkLst>
          <pc:docMk/>
          <pc:sldMk cId="1505337766" sldId="319"/>
        </pc:sldMkLst>
      </pc:sldChg>
      <pc:sldChg chg="del">
        <pc:chgData name="shilpi gupta" userId="5ce4f23861899b28" providerId="LiveId" clId="{BDE5A095-82B3-4DE9-97A0-E6E8282F80E4}" dt="2024-06-26T15:37:46.373" v="991" actId="47"/>
        <pc:sldMkLst>
          <pc:docMk/>
          <pc:sldMk cId="1395430108" sldId="320"/>
        </pc:sldMkLst>
      </pc:sldChg>
      <pc:sldChg chg="del">
        <pc:chgData name="shilpi gupta" userId="5ce4f23861899b28" providerId="LiveId" clId="{BDE5A095-82B3-4DE9-97A0-E6E8282F80E4}" dt="2024-06-26T15:37:48.139" v="992" actId="47"/>
        <pc:sldMkLst>
          <pc:docMk/>
          <pc:sldMk cId="2548785845" sldId="321"/>
        </pc:sldMkLst>
      </pc:sldChg>
      <pc:sldChg chg="del">
        <pc:chgData name="shilpi gupta" userId="5ce4f23861899b28" providerId="LiveId" clId="{BDE5A095-82B3-4DE9-97A0-E6E8282F80E4}" dt="2024-06-26T15:37:48.858" v="993" actId="47"/>
        <pc:sldMkLst>
          <pc:docMk/>
          <pc:sldMk cId="221513343" sldId="322"/>
        </pc:sldMkLst>
      </pc:sldChg>
      <pc:sldChg chg="del">
        <pc:chgData name="shilpi gupta" userId="5ce4f23861899b28" providerId="LiveId" clId="{BDE5A095-82B3-4DE9-97A0-E6E8282F80E4}" dt="2024-06-26T15:37:45.451" v="986" actId="47"/>
        <pc:sldMkLst>
          <pc:docMk/>
          <pc:sldMk cId="1669534364" sldId="325"/>
        </pc:sldMkLst>
      </pc:sldChg>
      <pc:sldChg chg="del">
        <pc:chgData name="shilpi gupta" userId="5ce4f23861899b28" providerId="LiveId" clId="{BDE5A095-82B3-4DE9-97A0-E6E8282F80E4}" dt="2024-06-26T15:37:41.076" v="968" actId="47"/>
        <pc:sldMkLst>
          <pc:docMk/>
          <pc:sldMk cId="1712939539" sldId="333"/>
        </pc:sldMkLst>
      </pc:sldChg>
      <pc:sldChg chg="del">
        <pc:chgData name="shilpi gupta" userId="5ce4f23861899b28" providerId="LiveId" clId="{BDE5A095-82B3-4DE9-97A0-E6E8282F80E4}" dt="2024-06-26T15:37:41.576" v="971" actId="47"/>
        <pc:sldMkLst>
          <pc:docMk/>
          <pc:sldMk cId="4037977067" sldId="334"/>
        </pc:sldMkLst>
      </pc:sldChg>
      <pc:sldChg chg="del">
        <pc:chgData name="shilpi gupta" userId="5ce4f23861899b28" providerId="LiveId" clId="{BDE5A095-82B3-4DE9-97A0-E6E8282F80E4}" dt="2024-06-26T15:37:41.905" v="973" actId="47"/>
        <pc:sldMkLst>
          <pc:docMk/>
          <pc:sldMk cId="606556862" sldId="335"/>
        </pc:sldMkLst>
      </pc:sldChg>
      <pc:sldChg chg="del">
        <pc:chgData name="shilpi gupta" userId="5ce4f23861899b28" providerId="LiveId" clId="{BDE5A095-82B3-4DE9-97A0-E6E8282F80E4}" dt="2024-06-26T15:37:42.061" v="974" actId="47"/>
        <pc:sldMkLst>
          <pc:docMk/>
          <pc:sldMk cId="22792181" sldId="336"/>
        </pc:sldMkLst>
      </pc:sldChg>
      <pc:sldChg chg="del">
        <pc:chgData name="shilpi gupta" userId="5ce4f23861899b28" providerId="LiveId" clId="{BDE5A095-82B3-4DE9-97A0-E6E8282F80E4}" dt="2024-06-26T15:37:41.420" v="970" actId="47"/>
        <pc:sldMkLst>
          <pc:docMk/>
          <pc:sldMk cId="135979500" sldId="337"/>
        </pc:sldMkLst>
      </pc:sldChg>
      <pc:sldChg chg="del">
        <pc:chgData name="shilpi gupta" userId="5ce4f23861899b28" providerId="LiveId" clId="{BDE5A095-82B3-4DE9-97A0-E6E8282F80E4}" dt="2024-06-26T15:37:42.592" v="977" actId="47"/>
        <pc:sldMkLst>
          <pc:docMk/>
          <pc:sldMk cId="3497618042" sldId="338"/>
        </pc:sldMkLst>
      </pc:sldChg>
      <pc:sldChg chg="del">
        <pc:chgData name="shilpi gupta" userId="5ce4f23861899b28" providerId="LiveId" clId="{BDE5A095-82B3-4DE9-97A0-E6E8282F80E4}" dt="2024-06-26T15:37:42.264" v="975" actId="47"/>
        <pc:sldMkLst>
          <pc:docMk/>
          <pc:sldMk cId="2641425170" sldId="339"/>
        </pc:sldMkLst>
      </pc:sldChg>
      <pc:sldChg chg="del">
        <pc:chgData name="shilpi gupta" userId="5ce4f23861899b28" providerId="LiveId" clId="{BDE5A095-82B3-4DE9-97A0-E6E8282F80E4}" dt="2024-06-26T15:37:42.795" v="978" actId="47"/>
        <pc:sldMkLst>
          <pc:docMk/>
          <pc:sldMk cId="1215620177" sldId="340"/>
        </pc:sldMkLst>
      </pc:sldChg>
      <pc:sldChg chg="del">
        <pc:chgData name="shilpi gupta" userId="5ce4f23861899b28" providerId="LiveId" clId="{BDE5A095-82B3-4DE9-97A0-E6E8282F80E4}" dt="2024-06-26T15:37:42.998" v="979" actId="47"/>
        <pc:sldMkLst>
          <pc:docMk/>
          <pc:sldMk cId="1176877588" sldId="341"/>
        </pc:sldMkLst>
      </pc:sldChg>
      <pc:sldChg chg="del">
        <pc:chgData name="shilpi gupta" userId="5ce4f23861899b28" providerId="LiveId" clId="{BDE5A095-82B3-4DE9-97A0-E6E8282F80E4}" dt="2024-06-26T15:37:43.186" v="980" actId="47"/>
        <pc:sldMkLst>
          <pc:docMk/>
          <pc:sldMk cId="750782383" sldId="342"/>
        </pc:sldMkLst>
      </pc:sldChg>
      <pc:sldChg chg="del">
        <pc:chgData name="shilpi gupta" userId="5ce4f23861899b28" providerId="LiveId" clId="{BDE5A095-82B3-4DE9-97A0-E6E8282F80E4}" dt="2024-06-26T15:37:43.358" v="981" actId="47"/>
        <pc:sldMkLst>
          <pc:docMk/>
          <pc:sldMk cId="2435071444" sldId="343"/>
        </pc:sldMkLst>
      </pc:sldChg>
      <pc:sldChg chg="del">
        <pc:chgData name="shilpi gupta" userId="5ce4f23861899b28" providerId="LiveId" clId="{BDE5A095-82B3-4DE9-97A0-E6E8282F80E4}" dt="2024-06-26T15:37:44.030" v="983" actId="47"/>
        <pc:sldMkLst>
          <pc:docMk/>
          <pc:sldMk cId="2678338694" sldId="344"/>
        </pc:sldMkLst>
      </pc:sldChg>
      <pc:sldChg chg="del">
        <pc:chgData name="shilpi gupta" userId="5ce4f23861899b28" providerId="LiveId" clId="{BDE5A095-82B3-4DE9-97A0-E6E8282F80E4}" dt="2024-06-26T15:37:41.748" v="972" actId="47"/>
        <pc:sldMkLst>
          <pc:docMk/>
          <pc:sldMk cId="2484143763" sldId="345"/>
        </pc:sldMkLst>
      </pc:sldChg>
      <pc:sldChg chg="del">
        <pc:chgData name="shilpi gupta" userId="5ce4f23861899b28" providerId="LiveId" clId="{BDE5A095-82B3-4DE9-97A0-E6E8282F80E4}" dt="2024-06-26T15:37:40.701" v="966" actId="47"/>
        <pc:sldMkLst>
          <pc:docMk/>
          <pc:sldMk cId="1501342414" sldId="346"/>
        </pc:sldMkLst>
      </pc:sldChg>
      <pc:sldChg chg="del">
        <pc:chgData name="shilpi gupta" userId="5ce4f23861899b28" providerId="LiveId" clId="{BDE5A095-82B3-4DE9-97A0-E6E8282F80E4}" dt="2024-06-26T15:37:44.280" v="984" actId="47"/>
        <pc:sldMkLst>
          <pc:docMk/>
          <pc:sldMk cId="3834998318" sldId="347"/>
        </pc:sldMkLst>
      </pc:sldChg>
      <pc:sldChg chg="del">
        <pc:chgData name="shilpi gupta" userId="5ce4f23861899b28" providerId="LiveId" clId="{BDE5A095-82B3-4DE9-97A0-E6E8282F80E4}" dt="2024-06-26T15:37:45.655" v="987" actId="47"/>
        <pc:sldMkLst>
          <pc:docMk/>
          <pc:sldMk cId="2877479272" sldId="348"/>
        </pc:sldMkLst>
      </pc:sldChg>
      <pc:sldChg chg="del">
        <pc:chgData name="shilpi gupta" userId="5ce4f23861899b28" providerId="LiveId" clId="{BDE5A095-82B3-4DE9-97A0-E6E8282F80E4}" dt="2024-06-26T15:37:45.826" v="988" actId="47"/>
        <pc:sldMkLst>
          <pc:docMk/>
          <pc:sldMk cId="1115755604" sldId="349"/>
        </pc:sldMkLst>
      </pc:sldChg>
      <pc:sldChg chg="del">
        <pc:chgData name="shilpi gupta" userId="5ce4f23861899b28" providerId="LiveId" clId="{BDE5A095-82B3-4DE9-97A0-E6E8282F80E4}" dt="2024-06-26T15:37:46.045" v="989" actId="47"/>
        <pc:sldMkLst>
          <pc:docMk/>
          <pc:sldMk cId="285496156" sldId="350"/>
        </pc:sldMkLst>
      </pc:sldChg>
      <pc:sldChg chg="del">
        <pc:chgData name="shilpi gupta" userId="5ce4f23861899b28" providerId="LiveId" clId="{BDE5A095-82B3-4DE9-97A0-E6E8282F80E4}" dt="2024-06-26T15:37:46.217" v="990" actId="47"/>
        <pc:sldMkLst>
          <pc:docMk/>
          <pc:sldMk cId="2907807612" sldId="351"/>
        </pc:sldMkLst>
      </pc:sldChg>
      <pc:sldChg chg="addSp delSp modSp new mod">
        <pc:chgData name="shilpi gupta" userId="5ce4f23861899b28" providerId="LiveId" clId="{BDE5A095-82B3-4DE9-97A0-E6E8282F80E4}" dt="2024-06-26T14:35:32.866" v="146" actId="20577"/>
        <pc:sldMkLst>
          <pc:docMk/>
          <pc:sldMk cId="1281329723" sldId="352"/>
        </pc:sldMkLst>
      </pc:sldChg>
      <pc:sldChg chg="modSp new mod ord">
        <pc:chgData name="shilpi gupta" userId="5ce4f23861899b28" providerId="LiveId" clId="{BDE5A095-82B3-4DE9-97A0-E6E8282F80E4}" dt="2024-06-26T17:27:50.071" v="1199" actId="20577"/>
        <pc:sldMkLst>
          <pc:docMk/>
          <pc:sldMk cId="1922358814" sldId="353"/>
        </pc:sldMkLst>
      </pc:sldChg>
      <pc:sldChg chg="modSp new mod">
        <pc:chgData name="shilpi gupta" userId="5ce4f23861899b28" providerId="LiveId" clId="{BDE5A095-82B3-4DE9-97A0-E6E8282F80E4}" dt="2024-06-26T14:37:51.351" v="191" actId="255"/>
        <pc:sldMkLst>
          <pc:docMk/>
          <pc:sldMk cId="282132447" sldId="354"/>
        </pc:sldMkLst>
      </pc:sldChg>
      <pc:sldChg chg="addSp delSp modSp new mod">
        <pc:chgData name="shilpi gupta" userId="5ce4f23861899b28" providerId="LiveId" clId="{BDE5A095-82B3-4DE9-97A0-E6E8282F80E4}" dt="2024-06-26T17:27:58.710" v="1201" actId="20577"/>
        <pc:sldMkLst>
          <pc:docMk/>
          <pc:sldMk cId="3426757888" sldId="355"/>
        </pc:sldMkLst>
      </pc:sldChg>
      <pc:sldChg chg="new del">
        <pc:chgData name="shilpi gupta" userId="5ce4f23861899b28" providerId="LiveId" clId="{BDE5A095-82B3-4DE9-97A0-E6E8282F80E4}" dt="2024-06-26T15:19:12.234" v="484" actId="47"/>
        <pc:sldMkLst>
          <pc:docMk/>
          <pc:sldMk cId="2037201424" sldId="356"/>
        </pc:sldMkLst>
      </pc:sldChg>
      <pc:sldChg chg="addSp delSp modSp new mod">
        <pc:chgData name="shilpi gupta" userId="5ce4f23861899b28" providerId="LiveId" clId="{BDE5A095-82B3-4DE9-97A0-E6E8282F80E4}" dt="2024-06-26T15:16:07.071" v="407" actId="20577"/>
        <pc:sldMkLst>
          <pc:docMk/>
          <pc:sldMk cId="2560031399" sldId="357"/>
        </pc:sldMkLst>
      </pc:sldChg>
      <pc:sldChg chg="addSp delSp modSp new mod">
        <pc:chgData name="shilpi gupta" userId="5ce4f23861899b28" providerId="LiveId" clId="{BDE5A095-82B3-4DE9-97A0-E6E8282F80E4}" dt="2024-06-26T15:18:51.971" v="481" actId="20577"/>
        <pc:sldMkLst>
          <pc:docMk/>
          <pc:sldMk cId="766052730" sldId="358"/>
        </pc:sldMkLst>
      </pc:sldChg>
      <pc:sldChg chg="addSp delSp modSp new mod">
        <pc:chgData name="shilpi gupta" userId="5ce4f23861899b28" providerId="LiveId" clId="{BDE5A095-82B3-4DE9-97A0-E6E8282F80E4}" dt="2024-06-26T15:29:05.364" v="576" actId="6549"/>
        <pc:sldMkLst>
          <pc:docMk/>
          <pc:sldMk cId="1265315627" sldId="359"/>
        </pc:sldMkLst>
      </pc:sldChg>
      <pc:sldChg chg="addSp delSp modSp new mod">
        <pc:chgData name="shilpi gupta" userId="5ce4f23861899b28" providerId="LiveId" clId="{BDE5A095-82B3-4DE9-97A0-E6E8282F80E4}" dt="2024-06-26T15:33:07.871" v="653" actId="20577"/>
        <pc:sldMkLst>
          <pc:docMk/>
          <pc:sldMk cId="3708495088" sldId="360"/>
        </pc:sldMkLst>
      </pc:sldChg>
      <pc:sldChg chg="addSp delSp modSp new mod">
        <pc:chgData name="shilpi gupta" userId="5ce4f23861899b28" providerId="LiveId" clId="{BDE5A095-82B3-4DE9-97A0-E6E8282F80E4}" dt="2024-06-26T15:34:49.397" v="709" actId="20577"/>
        <pc:sldMkLst>
          <pc:docMk/>
          <pc:sldMk cId="4054398762" sldId="361"/>
        </pc:sldMkLst>
      </pc:sldChg>
      <pc:sldChg chg="modSp new mod">
        <pc:chgData name="shilpi gupta" userId="5ce4f23861899b28" providerId="LiveId" clId="{BDE5A095-82B3-4DE9-97A0-E6E8282F80E4}" dt="2024-06-26T17:21:36.504" v="1145" actId="115"/>
        <pc:sldMkLst>
          <pc:docMk/>
          <pc:sldMk cId="3106306440" sldId="362"/>
        </pc:sldMkLst>
      </pc:sldChg>
      <pc:sldChg chg="modSp new mod">
        <pc:chgData name="shilpi gupta" userId="5ce4f23861899b28" providerId="LiveId" clId="{BDE5A095-82B3-4DE9-97A0-E6E8282F80E4}" dt="2024-06-26T17:22:17.861" v="1149" actId="20577"/>
        <pc:sldMkLst>
          <pc:docMk/>
          <pc:sldMk cId="1130626973" sldId="363"/>
        </pc:sldMkLst>
      </pc:sldChg>
      <pc:sldChg chg="modSp new mod">
        <pc:chgData name="shilpi gupta" userId="5ce4f23861899b28" providerId="LiveId" clId="{BDE5A095-82B3-4DE9-97A0-E6E8282F80E4}" dt="2024-06-26T17:27:28.270" v="1198" actId="404"/>
        <pc:sldMkLst>
          <pc:docMk/>
          <pc:sldMk cId="1812263512" sldId="364"/>
        </pc:sldMkLst>
      </pc:sldChg>
      <pc:sldChg chg="modSp new mod">
        <pc:chgData name="shilpi gupta" userId="5ce4f23861899b28" providerId="LiveId" clId="{BDE5A095-82B3-4DE9-97A0-E6E8282F80E4}" dt="2024-06-26T17:33:49.266" v="1260" actId="20577"/>
        <pc:sldMkLst>
          <pc:docMk/>
          <pc:sldMk cId="2523046400" sldId="365"/>
        </pc:sldMkLst>
      </pc:sldChg>
    </pc:docChg>
  </pc:docChgLst>
  <pc:docChgLst>
    <pc:chgData name="shilpi gupta" userId="5ce4f23861899b28" providerId="LiveId" clId="{E23F248B-BACD-4A05-A6CF-C777B57D5F30}"/>
    <pc:docChg chg="undo custSel addSld delSld modSld sldOrd">
      <pc:chgData name="shilpi gupta" userId="5ce4f23861899b28" providerId="LiveId" clId="{E23F248B-BACD-4A05-A6CF-C777B57D5F30}" dt="2024-06-27T15:10:37.389" v="1638" actId="20577"/>
      <pc:docMkLst>
        <pc:docMk/>
      </pc:docMkLst>
      <pc:sldChg chg="modSp add del modAnim">
        <pc:chgData name="shilpi gupta" userId="5ce4f23861899b28" providerId="LiveId" clId="{E23F248B-BACD-4A05-A6CF-C777B57D5F30}" dt="2024-06-27T14:56:04.017" v="1073"/>
        <pc:sldMkLst>
          <pc:docMk/>
          <pc:sldMk cId="0" sldId="302"/>
        </pc:sldMkLst>
      </pc:sldChg>
      <pc:sldChg chg="modSp modAnim">
        <pc:chgData name="shilpi gupta" userId="5ce4f23861899b28" providerId="LiveId" clId="{E23F248B-BACD-4A05-A6CF-C777B57D5F30}" dt="2024-06-27T14:56:28.573" v="1077" actId="20577"/>
        <pc:sldMkLst>
          <pc:docMk/>
          <pc:sldMk cId="0" sldId="303"/>
        </pc:sldMkLst>
      </pc:sldChg>
      <pc:sldChg chg="modSp">
        <pc:chgData name="shilpi gupta" userId="5ce4f23861899b28" providerId="LiveId" clId="{E23F248B-BACD-4A05-A6CF-C777B57D5F30}" dt="2024-06-27T14:56:24.186" v="1076" actId="20577"/>
        <pc:sldMkLst>
          <pc:docMk/>
          <pc:sldMk cId="0" sldId="304"/>
        </pc:sldMkLst>
      </pc:sldChg>
      <pc:sldChg chg="del">
        <pc:chgData name="shilpi gupta" userId="5ce4f23861899b28" providerId="LiveId" clId="{E23F248B-BACD-4A05-A6CF-C777B57D5F30}" dt="2024-06-27T14:55:06.489" v="1020" actId="47"/>
        <pc:sldMkLst>
          <pc:docMk/>
          <pc:sldMk cId="1281329723" sldId="352"/>
        </pc:sldMkLst>
      </pc:sldChg>
      <pc:sldChg chg="del">
        <pc:chgData name="shilpi gupta" userId="5ce4f23861899b28" providerId="LiveId" clId="{E23F248B-BACD-4A05-A6CF-C777B57D5F30}" dt="2024-06-27T14:55:06.772" v="1021" actId="47"/>
        <pc:sldMkLst>
          <pc:docMk/>
          <pc:sldMk cId="1922358814" sldId="353"/>
        </pc:sldMkLst>
      </pc:sldChg>
      <pc:sldChg chg="modSp mod">
        <pc:chgData name="shilpi gupta" userId="5ce4f23861899b28" providerId="LiveId" clId="{E23F248B-BACD-4A05-A6CF-C777B57D5F30}" dt="2024-06-27T14:47:39.856" v="690" actId="20577"/>
        <pc:sldMkLst>
          <pc:docMk/>
          <pc:sldMk cId="282132447" sldId="354"/>
        </pc:sldMkLst>
      </pc:sldChg>
      <pc:sldChg chg="del">
        <pc:chgData name="shilpi gupta" userId="5ce4f23861899b28" providerId="LiveId" clId="{E23F248B-BACD-4A05-A6CF-C777B57D5F30}" dt="2024-06-27T14:55:07.465" v="1022" actId="47"/>
        <pc:sldMkLst>
          <pc:docMk/>
          <pc:sldMk cId="3426757888" sldId="355"/>
        </pc:sldMkLst>
      </pc:sldChg>
      <pc:sldChg chg="del">
        <pc:chgData name="shilpi gupta" userId="5ce4f23861899b28" providerId="LiveId" clId="{E23F248B-BACD-4A05-A6CF-C777B57D5F30}" dt="2024-06-27T14:55:07.718" v="1023" actId="47"/>
        <pc:sldMkLst>
          <pc:docMk/>
          <pc:sldMk cId="2560031399" sldId="357"/>
        </pc:sldMkLst>
      </pc:sldChg>
      <pc:sldChg chg="del">
        <pc:chgData name="shilpi gupta" userId="5ce4f23861899b28" providerId="LiveId" clId="{E23F248B-BACD-4A05-A6CF-C777B57D5F30}" dt="2024-06-27T14:55:07.893" v="1024" actId="47"/>
        <pc:sldMkLst>
          <pc:docMk/>
          <pc:sldMk cId="766052730" sldId="358"/>
        </pc:sldMkLst>
      </pc:sldChg>
      <pc:sldChg chg="del">
        <pc:chgData name="shilpi gupta" userId="5ce4f23861899b28" providerId="LiveId" clId="{E23F248B-BACD-4A05-A6CF-C777B57D5F30}" dt="2024-06-27T14:55:08.146" v="1025" actId="47"/>
        <pc:sldMkLst>
          <pc:docMk/>
          <pc:sldMk cId="1265315627" sldId="359"/>
        </pc:sldMkLst>
      </pc:sldChg>
      <pc:sldChg chg="del">
        <pc:chgData name="shilpi gupta" userId="5ce4f23861899b28" providerId="LiveId" clId="{E23F248B-BACD-4A05-A6CF-C777B57D5F30}" dt="2024-06-27T14:55:08.304" v="1026" actId="47"/>
        <pc:sldMkLst>
          <pc:docMk/>
          <pc:sldMk cId="3708495088" sldId="360"/>
        </pc:sldMkLst>
      </pc:sldChg>
      <pc:sldChg chg="del">
        <pc:chgData name="shilpi gupta" userId="5ce4f23861899b28" providerId="LiveId" clId="{E23F248B-BACD-4A05-A6CF-C777B57D5F30}" dt="2024-06-27T14:55:08.526" v="1027" actId="47"/>
        <pc:sldMkLst>
          <pc:docMk/>
          <pc:sldMk cId="4054398762" sldId="361"/>
        </pc:sldMkLst>
      </pc:sldChg>
      <pc:sldChg chg="del">
        <pc:chgData name="shilpi gupta" userId="5ce4f23861899b28" providerId="LiveId" clId="{E23F248B-BACD-4A05-A6CF-C777B57D5F30}" dt="2024-06-27T14:55:08.936" v="1029" actId="47"/>
        <pc:sldMkLst>
          <pc:docMk/>
          <pc:sldMk cId="3106306440" sldId="362"/>
        </pc:sldMkLst>
      </pc:sldChg>
      <pc:sldChg chg="del">
        <pc:chgData name="shilpi gupta" userId="5ce4f23861899b28" providerId="LiveId" clId="{E23F248B-BACD-4A05-A6CF-C777B57D5F30}" dt="2024-06-27T14:55:09.614" v="1030" actId="47"/>
        <pc:sldMkLst>
          <pc:docMk/>
          <pc:sldMk cId="1130626973" sldId="363"/>
        </pc:sldMkLst>
      </pc:sldChg>
      <pc:sldChg chg="del">
        <pc:chgData name="shilpi gupta" userId="5ce4f23861899b28" providerId="LiveId" clId="{E23F248B-BACD-4A05-A6CF-C777B57D5F30}" dt="2024-06-27T14:55:09.747" v="1031" actId="47"/>
        <pc:sldMkLst>
          <pc:docMk/>
          <pc:sldMk cId="1812263512" sldId="364"/>
        </pc:sldMkLst>
      </pc:sldChg>
      <pc:sldChg chg="del">
        <pc:chgData name="shilpi gupta" userId="5ce4f23861899b28" providerId="LiveId" clId="{E23F248B-BACD-4A05-A6CF-C777B57D5F30}" dt="2024-06-27T14:55:08.718" v="1028" actId="47"/>
        <pc:sldMkLst>
          <pc:docMk/>
          <pc:sldMk cId="2523046400" sldId="365"/>
        </pc:sldMkLst>
      </pc:sldChg>
      <pc:sldChg chg="modSp new mod">
        <pc:chgData name="shilpi gupta" userId="5ce4f23861899b28" providerId="LiveId" clId="{E23F248B-BACD-4A05-A6CF-C777B57D5F30}" dt="2024-06-27T14:00:29.151" v="332" actId="20577"/>
        <pc:sldMkLst>
          <pc:docMk/>
          <pc:sldMk cId="1021873558" sldId="366"/>
        </pc:sldMkLst>
      </pc:sldChg>
      <pc:sldChg chg="modSp new mod">
        <pc:chgData name="shilpi gupta" userId="5ce4f23861899b28" providerId="LiveId" clId="{E23F248B-BACD-4A05-A6CF-C777B57D5F30}" dt="2024-06-27T14:42:56.047" v="430" actId="5793"/>
        <pc:sldMkLst>
          <pc:docMk/>
          <pc:sldMk cId="1170904624" sldId="367"/>
        </pc:sldMkLst>
      </pc:sldChg>
      <pc:sldChg chg="modSp new mod">
        <pc:chgData name="shilpi gupta" userId="5ce4f23861899b28" providerId="LiveId" clId="{E23F248B-BACD-4A05-A6CF-C777B57D5F30}" dt="2024-06-27T14:43:14.445" v="468" actId="20577"/>
        <pc:sldMkLst>
          <pc:docMk/>
          <pc:sldMk cId="3110117687" sldId="368"/>
        </pc:sldMkLst>
      </pc:sldChg>
      <pc:sldChg chg="modSp new mod">
        <pc:chgData name="shilpi gupta" userId="5ce4f23861899b28" providerId="LiveId" clId="{E23F248B-BACD-4A05-A6CF-C777B57D5F30}" dt="2024-06-27T14:45:02.841" v="551" actId="20577"/>
        <pc:sldMkLst>
          <pc:docMk/>
          <pc:sldMk cId="2932615907" sldId="369"/>
        </pc:sldMkLst>
      </pc:sldChg>
      <pc:sldChg chg="modSp new mod">
        <pc:chgData name="shilpi gupta" userId="5ce4f23861899b28" providerId="LiveId" clId="{E23F248B-BACD-4A05-A6CF-C777B57D5F30}" dt="2024-06-27T14:45:42.520" v="608"/>
        <pc:sldMkLst>
          <pc:docMk/>
          <pc:sldMk cId="3290212126" sldId="370"/>
        </pc:sldMkLst>
      </pc:sldChg>
      <pc:sldChg chg="modSp new mod">
        <pc:chgData name="shilpi gupta" userId="5ce4f23861899b28" providerId="LiveId" clId="{E23F248B-BACD-4A05-A6CF-C777B57D5F30}" dt="2024-06-27T14:49:04.818" v="757" actId="20577"/>
        <pc:sldMkLst>
          <pc:docMk/>
          <pc:sldMk cId="2558399498" sldId="371"/>
        </pc:sldMkLst>
      </pc:sldChg>
      <pc:sldChg chg="modSp new mod ord">
        <pc:chgData name="shilpi gupta" userId="5ce4f23861899b28" providerId="LiveId" clId="{E23F248B-BACD-4A05-A6CF-C777B57D5F30}" dt="2024-06-27T15:10:37.389" v="1638" actId="20577"/>
        <pc:sldMkLst>
          <pc:docMk/>
          <pc:sldMk cId="2298155946" sldId="372"/>
        </pc:sldMkLst>
      </pc:sldChg>
      <pc:sldChg chg="addSp delSp modSp new mod">
        <pc:chgData name="shilpi gupta" userId="5ce4f23861899b28" providerId="LiveId" clId="{E23F248B-BACD-4A05-A6CF-C777B57D5F30}" dt="2024-06-27T15:02:35.077" v="1426" actId="14100"/>
        <pc:sldMkLst>
          <pc:docMk/>
          <pc:sldMk cId="1018967275" sldId="373"/>
        </pc:sldMkLst>
      </pc:sldChg>
      <pc:sldChg chg="modSp new del mod">
        <pc:chgData name="shilpi gupta" userId="5ce4f23861899b28" providerId="LiveId" clId="{E23F248B-BACD-4A05-A6CF-C777B57D5F30}" dt="2024-06-27T14:57:30.939" v="1087" actId="47"/>
        <pc:sldMkLst>
          <pc:docMk/>
          <pc:sldMk cId="1489289668" sldId="373"/>
        </pc:sldMkLst>
      </pc:sldChg>
      <pc:sldChg chg="addSp modSp new mod">
        <pc:chgData name="shilpi gupta" userId="5ce4f23861899b28" providerId="LiveId" clId="{E23F248B-BACD-4A05-A6CF-C777B57D5F30}" dt="2024-06-27T15:06:05.538" v="1532" actId="122"/>
        <pc:sldMkLst>
          <pc:docMk/>
          <pc:sldMk cId="1886611279" sldId="374"/>
        </pc:sldMkLst>
      </pc:sldChg>
    </pc:docChg>
  </pc:docChgLst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Dr Gaurav Sushant" userId="ea0695df9e5e2b13" providerId="LiveId" clId="{E9617FC8-1F10-48EE-AAD2-5AD33DBA3FA7}"/>
    <pc:docChg chg="modSld">
      <pc:chgData name="Dr Gaurav Sushant" userId="ea0695df9e5e2b13" providerId="LiveId" clId="{E9617FC8-1F10-48EE-AAD2-5AD33DBA3FA7}" dt="2025-02-25T11:18:46.707" v="30" actId="20577"/>
      <pc:docMkLst>
        <pc:docMk/>
      </pc:docMkLst>
      <pc:sldChg chg="modSp mod">
        <pc:chgData name="Dr Gaurav Sushant" userId="ea0695df9e5e2b13" providerId="LiveId" clId="{E9617FC8-1F10-48EE-AAD2-5AD33DBA3FA7}" dt="2025-02-25T11:18:09.436" v="19" actId="20577"/>
        <pc:sldMkLst>
          <pc:docMk/>
          <pc:sldMk cId="1018967275" sldId="373"/>
        </pc:sldMkLst>
        <pc:graphicFrameChg chg="modGraphic">
          <ac:chgData name="Dr Gaurav Sushant" userId="ea0695df9e5e2b13" providerId="LiveId" clId="{E9617FC8-1F10-48EE-AAD2-5AD33DBA3FA7}" dt="2025-02-25T11:18:09.436" v="19" actId="20577"/>
          <ac:graphicFrameMkLst>
            <pc:docMk/>
            <pc:sldMk cId="1018967275" sldId="373"/>
            <ac:graphicFrameMk id="4" creationId="{7A52C76F-719C-0C42-B42F-CCB0A117D54B}"/>
          </ac:graphicFrameMkLst>
        </pc:graphicFrameChg>
      </pc:sldChg>
      <pc:sldChg chg="modSp mod">
        <pc:chgData name="Dr Gaurav Sushant" userId="ea0695df9e5e2b13" providerId="LiveId" clId="{E9617FC8-1F10-48EE-AAD2-5AD33DBA3FA7}" dt="2025-02-25T11:18:46.707" v="30" actId="20577"/>
        <pc:sldMkLst>
          <pc:docMk/>
          <pc:sldMk cId="1886611279" sldId="374"/>
        </pc:sldMkLst>
        <pc:graphicFrameChg chg="modGraphic">
          <ac:chgData name="Dr Gaurav Sushant" userId="ea0695df9e5e2b13" providerId="LiveId" clId="{E9617FC8-1F10-48EE-AAD2-5AD33DBA3FA7}" dt="2025-02-25T11:18:46.707" v="30" actId="20577"/>
          <ac:graphicFrameMkLst>
            <pc:docMk/>
            <pc:sldMk cId="1886611279" sldId="374"/>
            <ac:graphicFrameMk id="4" creationId="{462940BA-F000-09F4-98EA-36715A10F752}"/>
          </ac:graphicFrameMkLst>
        </pc:graphicFrameChg>
      </pc:sldChg>
    </pc:docChg>
  </pc:docChgLst>
  <pc:docChgLst>
    <pc:chgData name="shilpi gupta" userId="5ce4f23861899b28" providerId="LiveId" clId="{1825121B-4BFF-4AB0-95D4-6A02902E5A5C}"/>
    <pc:docChg chg="custSel addSld delSld modSld">
      <pc:chgData name="shilpi gupta" userId="5ce4f23861899b28" providerId="LiveId" clId="{1825121B-4BFF-4AB0-95D4-6A02902E5A5C}" dt="2024-06-04T04:31:08.737" v="3364" actId="20577"/>
      <pc:docMkLst>
        <pc:docMk/>
      </pc:docMkLst>
      <pc:sldChg chg="del">
        <pc:chgData name="shilpi gupta" userId="5ce4f23861899b28" providerId="LiveId" clId="{1825121B-4BFF-4AB0-95D4-6A02902E5A5C}" dt="2024-05-23T15:18:09.243" v="2087" actId="47"/>
        <pc:sldMkLst>
          <pc:docMk/>
          <pc:sldMk cId="0" sldId="256"/>
        </pc:sldMkLst>
      </pc:sldChg>
      <pc:sldChg chg="del">
        <pc:chgData name="shilpi gupta" userId="5ce4f23861899b28" providerId="LiveId" clId="{1825121B-4BFF-4AB0-95D4-6A02902E5A5C}" dt="2024-05-23T15:18:10.924" v="2088" actId="47"/>
        <pc:sldMkLst>
          <pc:docMk/>
          <pc:sldMk cId="0" sldId="257"/>
        </pc:sldMkLst>
      </pc:sldChg>
      <pc:sldChg chg="del">
        <pc:chgData name="shilpi gupta" userId="5ce4f23861899b28" providerId="LiveId" clId="{1825121B-4BFF-4AB0-95D4-6A02902E5A5C}" dt="2024-05-23T15:18:12.667" v="2090" actId="47"/>
        <pc:sldMkLst>
          <pc:docMk/>
          <pc:sldMk cId="0" sldId="261"/>
        </pc:sldMkLst>
      </pc:sldChg>
      <pc:sldChg chg="del">
        <pc:chgData name="shilpi gupta" userId="5ce4f23861899b28" providerId="LiveId" clId="{1825121B-4BFF-4AB0-95D4-6A02902E5A5C}" dt="2024-05-23T15:18:13.371" v="2091" actId="47"/>
        <pc:sldMkLst>
          <pc:docMk/>
          <pc:sldMk cId="0" sldId="262"/>
        </pc:sldMkLst>
      </pc:sldChg>
      <pc:sldChg chg="del">
        <pc:chgData name="shilpi gupta" userId="5ce4f23861899b28" providerId="LiveId" clId="{1825121B-4BFF-4AB0-95D4-6A02902E5A5C}" dt="2024-05-23T15:40:54.991" v="2496" actId="47"/>
        <pc:sldMkLst>
          <pc:docMk/>
          <pc:sldMk cId="0" sldId="265"/>
        </pc:sldMkLst>
      </pc:sldChg>
      <pc:sldChg chg="del">
        <pc:chgData name="shilpi gupta" userId="5ce4f23861899b28" providerId="LiveId" clId="{1825121B-4BFF-4AB0-95D4-6A02902E5A5C}" dt="2024-05-23T15:40:56.851" v="2497" actId="47"/>
        <pc:sldMkLst>
          <pc:docMk/>
          <pc:sldMk cId="0" sldId="266"/>
        </pc:sldMkLst>
      </pc:sldChg>
      <pc:sldChg chg="del">
        <pc:chgData name="shilpi gupta" userId="5ce4f23861899b28" providerId="LiveId" clId="{1825121B-4BFF-4AB0-95D4-6A02902E5A5C}" dt="2024-05-23T15:40:58.625" v="2498" actId="47"/>
        <pc:sldMkLst>
          <pc:docMk/>
          <pc:sldMk cId="0" sldId="267"/>
        </pc:sldMkLst>
      </pc:sldChg>
      <pc:sldChg chg="del">
        <pc:chgData name="shilpi gupta" userId="5ce4f23861899b28" providerId="LiveId" clId="{1825121B-4BFF-4AB0-95D4-6A02902E5A5C}" dt="2024-05-23T15:40:59.368" v="2499" actId="47"/>
        <pc:sldMkLst>
          <pc:docMk/>
          <pc:sldMk cId="0" sldId="268"/>
        </pc:sldMkLst>
      </pc:sldChg>
      <pc:sldChg chg="del">
        <pc:chgData name="shilpi gupta" userId="5ce4f23861899b28" providerId="LiveId" clId="{1825121B-4BFF-4AB0-95D4-6A02902E5A5C}" dt="2024-05-23T15:41:00.326" v="2500" actId="47"/>
        <pc:sldMkLst>
          <pc:docMk/>
          <pc:sldMk cId="0" sldId="269"/>
        </pc:sldMkLst>
      </pc:sldChg>
      <pc:sldChg chg="del">
        <pc:chgData name="shilpi gupta" userId="5ce4f23861899b28" providerId="LiveId" clId="{1825121B-4BFF-4AB0-95D4-6A02902E5A5C}" dt="2024-05-23T15:41:01.207" v="2501" actId="47"/>
        <pc:sldMkLst>
          <pc:docMk/>
          <pc:sldMk cId="0" sldId="270"/>
        </pc:sldMkLst>
      </pc:sldChg>
      <pc:sldChg chg="del">
        <pc:chgData name="shilpi gupta" userId="5ce4f23861899b28" providerId="LiveId" clId="{1825121B-4BFF-4AB0-95D4-6A02902E5A5C}" dt="2024-05-23T15:41:03.472" v="2504" actId="47"/>
        <pc:sldMkLst>
          <pc:docMk/>
          <pc:sldMk cId="0" sldId="271"/>
        </pc:sldMkLst>
      </pc:sldChg>
      <pc:sldChg chg="del">
        <pc:chgData name="shilpi gupta" userId="5ce4f23861899b28" providerId="LiveId" clId="{1825121B-4BFF-4AB0-95D4-6A02902E5A5C}" dt="2024-05-23T15:41:02.764" v="2503" actId="47"/>
        <pc:sldMkLst>
          <pc:docMk/>
          <pc:sldMk cId="0" sldId="272"/>
        </pc:sldMkLst>
      </pc:sldChg>
      <pc:sldChg chg="del">
        <pc:chgData name="shilpi gupta" userId="5ce4f23861899b28" providerId="LiveId" clId="{1825121B-4BFF-4AB0-95D4-6A02902E5A5C}" dt="2024-05-23T15:41:04.260" v="2505" actId="47"/>
        <pc:sldMkLst>
          <pc:docMk/>
          <pc:sldMk cId="0" sldId="273"/>
        </pc:sldMkLst>
      </pc:sldChg>
      <pc:sldChg chg="modSp modAnim">
        <pc:chgData name="shilpi gupta" userId="5ce4f23861899b28" providerId="LiveId" clId="{1825121B-4BFF-4AB0-95D4-6A02902E5A5C}" dt="2024-05-23T11:04:57.108" v="455" actId="20577"/>
        <pc:sldMkLst>
          <pc:docMk/>
          <pc:sldMk cId="0" sldId="275"/>
        </pc:sldMkLst>
      </pc:sldChg>
      <pc:sldChg chg="del">
        <pc:chgData name="shilpi gupta" userId="5ce4f23861899b28" providerId="LiveId" clId="{1825121B-4BFF-4AB0-95D4-6A02902E5A5C}" dt="2024-05-23T15:41:02.043" v="2502" actId="47"/>
        <pc:sldMkLst>
          <pc:docMk/>
          <pc:sldMk cId="0" sldId="278"/>
        </pc:sldMkLst>
      </pc:sldChg>
      <pc:sldChg chg="addSp modSp mod modAnim">
        <pc:chgData name="shilpi gupta" userId="5ce4f23861899b28" providerId="LiveId" clId="{1825121B-4BFF-4AB0-95D4-6A02902E5A5C}" dt="2024-05-24T08:25:55.669" v="3332"/>
        <pc:sldMkLst>
          <pc:docMk/>
          <pc:sldMk cId="0" sldId="279"/>
        </pc:sldMkLst>
      </pc:sldChg>
      <pc:sldChg chg="del">
        <pc:chgData name="shilpi gupta" userId="5ce4f23861899b28" providerId="LiveId" clId="{1825121B-4BFF-4AB0-95D4-6A02902E5A5C}" dt="2024-05-23T15:18:11.789" v="2089" actId="47"/>
        <pc:sldMkLst>
          <pc:docMk/>
          <pc:sldMk cId="0" sldId="283"/>
        </pc:sldMkLst>
      </pc:sldChg>
      <pc:sldChg chg="modSp modAnim">
        <pc:chgData name="shilpi gupta" userId="5ce4f23861899b28" providerId="LiveId" clId="{1825121B-4BFF-4AB0-95D4-6A02902E5A5C}" dt="2024-05-24T08:24:33.808" v="3324" actId="6549"/>
        <pc:sldMkLst>
          <pc:docMk/>
          <pc:sldMk cId="0" sldId="302"/>
        </pc:sldMkLst>
      </pc:sldChg>
      <pc:sldChg chg="modSp modAnim">
        <pc:chgData name="shilpi gupta" userId="5ce4f23861899b28" providerId="LiveId" clId="{1825121B-4BFF-4AB0-95D4-6A02902E5A5C}" dt="2024-05-24T08:23:04.013" v="3227" actId="20577"/>
        <pc:sldMkLst>
          <pc:docMk/>
          <pc:sldMk cId="0" sldId="303"/>
        </pc:sldMkLst>
      </pc:sldChg>
      <pc:sldChg chg="addSp modSp">
        <pc:chgData name="shilpi gupta" userId="5ce4f23861899b28" providerId="LiveId" clId="{1825121B-4BFF-4AB0-95D4-6A02902E5A5C}" dt="2024-06-04T04:31:08.737" v="3364" actId="20577"/>
        <pc:sldMkLst>
          <pc:docMk/>
          <pc:sldMk cId="0" sldId="304"/>
        </pc:sldMkLst>
      </pc:sldChg>
      <pc:sldChg chg="del">
        <pc:chgData name="shilpi gupta" userId="5ce4f23861899b28" providerId="LiveId" clId="{1825121B-4BFF-4AB0-95D4-6A02902E5A5C}" dt="2024-05-23T15:41:04.936" v="2506" actId="47"/>
        <pc:sldMkLst>
          <pc:docMk/>
          <pc:sldMk cId="2873325748" sldId="305"/>
        </pc:sldMkLst>
      </pc:sldChg>
      <pc:sldChg chg="del">
        <pc:chgData name="shilpi gupta" userId="5ce4f23861899b28" providerId="LiveId" clId="{1825121B-4BFF-4AB0-95D4-6A02902E5A5C}" dt="2024-05-23T15:41:06.313" v="2507" actId="47"/>
        <pc:sldMkLst>
          <pc:docMk/>
          <pc:sldMk cId="3520298897" sldId="306"/>
        </pc:sldMkLst>
      </pc:sldChg>
      <pc:sldChg chg="modSp new mod">
        <pc:chgData name="shilpi gupta" userId="5ce4f23861899b28" providerId="LiveId" clId="{1825121B-4BFF-4AB0-95D4-6A02902E5A5C}" dt="2024-05-23T11:05:47" v="534" actId="20577"/>
        <pc:sldMkLst>
          <pc:docMk/>
          <pc:sldMk cId="708743409" sldId="307"/>
        </pc:sldMkLst>
      </pc:sldChg>
      <pc:sldChg chg="modSp new mod">
        <pc:chgData name="shilpi gupta" userId="5ce4f23861899b28" providerId="LiveId" clId="{1825121B-4BFF-4AB0-95D4-6A02902E5A5C}" dt="2024-05-23T11:06:52.441" v="629" actId="20577"/>
        <pc:sldMkLst>
          <pc:docMk/>
          <pc:sldMk cId="87849002" sldId="308"/>
        </pc:sldMkLst>
      </pc:sldChg>
      <pc:sldChg chg="modSp new mod">
        <pc:chgData name="shilpi gupta" userId="5ce4f23861899b28" providerId="LiveId" clId="{1825121B-4BFF-4AB0-95D4-6A02902E5A5C}" dt="2024-05-23T11:07:58.726" v="735" actId="20577"/>
        <pc:sldMkLst>
          <pc:docMk/>
          <pc:sldMk cId="234866709" sldId="309"/>
        </pc:sldMkLst>
      </pc:sldChg>
      <pc:sldChg chg="modSp new mod">
        <pc:chgData name="shilpi gupta" userId="5ce4f23861899b28" providerId="LiveId" clId="{1825121B-4BFF-4AB0-95D4-6A02902E5A5C}" dt="2024-05-23T11:09:52.743" v="836" actId="20577"/>
        <pc:sldMkLst>
          <pc:docMk/>
          <pc:sldMk cId="1348417969" sldId="310"/>
        </pc:sldMkLst>
      </pc:sldChg>
      <pc:sldChg chg="modSp new mod">
        <pc:chgData name="shilpi gupta" userId="5ce4f23861899b28" providerId="LiveId" clId="{1825121B-4BFF-4AB0-95D4-6A02902E5A5C}" dt="2024-05-23T11:11:26.639" v="958" actId="20577"/>
        <pc:sldMkLst>
          <pc:docMk/>
          <pc:sldMk cId="1901877650" sldId="311"/>
        </pc:sldMkLst>
      </pc:sldChg>
      <pc:sldChg chg="modSp new mod">
        <pc:chgData name="shilpi gupta" userId="5ce4f23861899b28" providerId="LiveId" clId="{1825121B-4BFF-4AB0-95D4-6A02902E5A5C}" dt="2024-05-23T11:12:29.560" v="1049" actId="5793"/>
        <pc:sldMkLst>
          <pc:docMk/>
          <pc:sldMk cId="2624257296" sldId="312"/>
        </pc:sldMkLst>
      </pc:sldChg>
      <pc:sldChg chg="modSp new mod">
        <pc:chgData name="shilpi gupta" userId="5ce4f23861899b28" providerId="LiveId" clId="{1825121B-4BFF-4AB0-95D4-6A02902E5A5C}" dt="2024-05-23T11:17:02.131" v="1172" actId="20577"/>
        <pc:sldMkLst>
          <pc:docMk/>
          <pc:sldMk cId="2945510849" sldId="313"/>
        </pc:sldMkLst>
      </pc:sldChg>
      <pc:sldChg chg="modSp new mod">
        <pc:chgData name="shilpi gupta" userId="5ce4f23861899b28" providerId="LiveId" clId="{1825121B-4BFF-4AB0-95D4-6A02902E5A5C}" dt="2024-05-23T11:18:03.356" v="1250" actId="5793"/>
        <pc:sldMkLst>
          <pc:docMk/>
          <pc:sldMk cId="3227058457" sldId="314"/>
        </pc:sldMkLst>
      </pc:sldChg>
      <pc:sldChg chg="modSp new mod">
        <pc:chgData name="shilpi gupta" userId="5ce4f23861899b28" providerId="LiveId" clId="{1825121B-4BFF-4AB0-95D4-6A02902E5A5C}" dt="2024-05-23T11:19:03.763" v="1337" actId="20577"/>
        <pc:sldMkLst>
          <pc:docMk/>
          <pc:sldMk cId="657843468" sldId="315"/>
        </pc:sldMkLst>
      </pc:sldChg>
      <pc:sldChg chg="modSp new mod">
        <pc:chgData name="shilpi gupta" userId="5ce4f23861899b28" providerId="LiveId" clId="{1825121B-4BFF-4AB0-95D4-6A02902E5A5C}" dt="2024-05-23T11:19:58.798" v="1426" actId="20577"/>
        <pc:sldMkLst>
          <pc:docMk/>
          <pc:sldMk cId="586535592" sldId="316"/>
        </pc:sldMkLst>
      </pc:sldChg>
      <pc:sldChg chg="modSp new mod">
        <pc:chgData name="shilpi gupta" userId="5ce4f23861899b28" providerId="LiveId" clId="{1825121B-4BFF-4AB0-95D4-6A02902E5A5C}" dt="2024-05-23T11:28:22.358" v="1450" actId="20577"/>
        <pc:sldMkLst>
          <pc:docMk/>
          <pc:sldMk cId="1854470539" sldId="317"/>
        </pc:sldMkLst>
      </pc:sldChg>
      <pc:sldChg chg="modSp new mod">
        <pc:chgData name="shilpi gupta" userId="5ce4f23861899b28" providerId="LiveId" clId="{1825121B-4BFF-4AB0-95D4-6A02902E5A5C}" dt="2024-05-23T15:19:11.985" v="2136" actId="20577"/>
        <pc:sldMkLst>
          <pc:docMk/>
          <pc:sldMk cId="4081438048" sldId="318"/>
        </pc:sldMkLst>
      </pc:sldChg>
      <pc:sldChg chg="modSp new mod">
        <pc:chgData name="shilpi gupta" userId="5ce4f23861899b28" providerId="LiveId" clId="{1825121B-4BFF-4AB0-95D4-6A02902E5A5C}" dt="2024-05-24T08:23:45.722" v="3228" actId="20577"/>
        <pc:sldMkLst>
          <pc:docMk/>
          <pc:sldMk cId="1505337766" sldId="319"/>
        </pc:sldMkLst>
      </pc:sldChg>
      <pc:sldChg chg="addSp modSp new mod">
        <pc:chgData name="shilpi gupta" userId="5ce4f23861899b28" providerId="LiveId" clId="{1825121B-4BFF-4AB0-95D4-6A02902E5A5C}" dt="2024-05-23T15:21:39.146" v="2185" actId="1076"/>
        <pc:sldMkLst>
          <pc:docMk/>
          <pc:sldMk cId="1395430108" sldId="320"/>
        </pc:sldMkLst>
      </pc:sldChg>
      <pc:sldChg chg="modSp new mod">
        <pc:chgData name="shilpi gupta" userId="5ce4f23861899b28" providerId="LiveId" clId="{1825121B-4BFF-4AB0-95D4-6A02902E5A5C}" dt="2024-05-23T11:37:05.221" v="1944" actId="20577"/>
        <pc:sldMkLst>
          <pc:docMk/>
          <pc:sldMk cId="2548785845" sldId="321"/>
        </pc:sldMkLst>
      </pc:sldChg>
      <pc:sldChg chg="modSp new mod">
        <pc:chgData name="shilpi gupta" userId="5ce4f23861899b28" providerId="LiveId" clId="{1825121B-4BFF-4AB0-95D4-6A02902E5A5C}" dt="2024-05-23T11:36:52.300" v="1938" actId="20577"/>
        <pc:sldMkLst>
          <pc:docMk/>
          <pc:sldMk cId="221513343" sldId="322"/>
        </pc:sldMkLst>
      </pc:sldChg>
      <pc:sldChg chg="modSp new mod">
        <pc:chgData name="shilpi gupta" userId="5ce4f23861899b28" providerId="LiveId" clId="{1825121B-4BFF-4AB0-95D4-6A02902E5A5C}" dt="2024-05-23T11:38:05.818" v="2042" actId="20577"/>
        <pc:sldMkLst>
          <pc:docMk/>
          <pc:sldMk cId="3711207397" sldId="323"/>
        </pc:sldMkLst>
      </pc:sldChg>
      <pc:sldChg chg="modSp new mod">
        <pc:chgData name="shilpi gupta" userId="5ce4f23861899b28" providerId="LiveId" clId="{1825121B-4BFF-4AB0-95D4-6A02902E5A5C}" dt="2024-05-23T11:38:31.339" v="2077" actId="20577"/>
        <pc:sldMkLst>
          <pc:docMk/>
          <pc:sldMk cId="546927331" sldId="324"/>
        </pc:sldMkLst>
      </pc:sldChg>
      <pc:sldChg chg="modSp new mod">
        <pc:chgData name="shilpi gupta" userId="5ce4f23861899b28" providerId="LiveId" clId="{1825121B-4BFF-4AB0-95D4-6A02902E5A5C}" dt="2024-05-23T15:41:29.186" v="2530" actId="20577"/>
        <pc:sldMkLst>
          <pc:docMk/>
          <pc:sldMk cId="1669534364" sldId="325"/>
        </pc:sldMkLst>
      </pc:sldChg>
      <pc:sldChg chg="modSp new mod">
        <pc:chgData name="shilpi gupta" userId="5ce4f23861899b28" providerId="LiveId" clId="{1825121B-4BFF-4AB0-95D4-6A02902E5A5C}" dt="2024-05-24T08:09:21.352" v="2618" actId="20577"/>
        <pc:sldMkLst>
          <pc:docMk/>
          <pc:sldMk cId="1666525737" sldId="326"/>
        </pc:sldMkLst>
      </pc:sldChg>
      <pc:sldChg chg="modSp new mod">
        <pc:chgData name="shilpi gupta" userId="5ce4f23861899b28" providerId="LiveId" clId="{1825121B-4BFF-4AB0-95D4-6A02902E5A5C}" dt="2024-05-24T08:10:14.644" v="2654" actId="20577"/>
        <pc:sldMkLst>
          <pc:docMk/>
          <pc:sldMk cId="3045406790" sldId="327"/>
        </pc:sldMkLst>
      </pc:sldChg>
      <pc:sldChg chg="addSp delSp modSp new mod">
        <pc:chgData name="shilpi gupta" userId="5ce4f23861899b28" providerId="LiveId" clId="{1825121B-4BFF-4AB0-95D4-6A02902E5A5C}" dt="2024-05-24T08:27:23.419" v="3334" actId="1076"/>
        <pc:sldMkLst>
          <pc:docMk/>
          <pc:sldMk cId="1089236490" sldId="328"/>
        </pc:sldMkLst>
      </pc:sldChg>
      <pc:sldChg chg="addSp delSp modSp new mod">
        <pc:chgData name="shilpi gupta" userId="5ce4f23861899b28" providerId="LiveId" clId="{1825121B-4BFF-4AB0-95D4-6A02902E5A5C}" dt="2024-05-24T08:18:03.883" v="2830" actId="1076"/>
        <pc:sldMkLst>
          <pc:docMk/>
          <pc:sldMk cId="1375260716" sldId="329"/>
        </pc:sldMkLst>
      </pc:sldChg>
      <pc:sldChg chg="modSp new mod">
        <pc:chgData name="shilpi gupta" userId="5ce4f23861899b28" providerId="LiveId" clId="{1825121B-4BFF-4AB0-95D4-6A02902E5A5C}" dt="2024-05-24T08:17:55.142" v="2829" actId="5793"/>
        <pc:sldMkLst>
          <pc:docMk/>
          <pc:sldMk cId="829989937" sldId="330"/>
        </pc:sldMkLst>
      </pc:sldChg>
      <pc:sldChg chg="modSp new mod">
        <pc:chgData name="shilpi gupta" userId="5ce4f23861899b28" providerId="LiveId" clId="{1825121B-4BFF-4AB0-95D4-6A02902E5A5C}" dt="2024-05-24T08:20:30.272" v="3028" actId="20577"/>
        <pc:sldMkLst>
          <pc:docMk/>
          <pc:sldMk cId="4201570771" sldId="331"/>
        </pc:sldMkLst>
      </pc:sldChg>
      <pc:sldChg chg="modSp new mod">
        <pc:chgData name="shilpi gupta" userId="5ce4f23861899b28" providerId="LiveId" clId="{1825121B-4BFF-4AB0-95D4-6A02902E5A5C}" dt="2024-05-24T08:21:20.334" v="3114" actId="20577"/>
        <pc:sldMkLst>
          <pc:docMk/>
          <pc:sldMk cId="2142973947" sldId="332"/>
        </pc:sldMkLst>
      </pc:sldChg>
    </pc:docChg>
  </pc:docChgLst>
  <pc:docChgLst>
    <pc:chgData name="shilpi gupta" userId="5ce4f23861899b28" providerId="LiveId" clId="{7C71A5E1-59A8-4160-A00A-0B38FFE46761}"/>
    <pc:docChg chg="undo custSel addSld delSld modSld sldOrd">
      <pc:chgData name="shilpi gupta" userId="5ce4f23861899b28" providerId="LiveId" clId="{7C71A5E1-59A8-4160-A00A-0B38FFE46761}" dt="2024-06-04T10:39:41.880" v="4504" actId="20577"/>
      <pc:docMkLst>
        <pc:docMk/>
      </pc:docMkLst>
      <pc:sldChg chg="addSp modSp ord modAnim">
        <pc:chgData name="shilpi gupta" userId="5ce4f23861899b28" providerId="LiveId" clId="{7C71A5E1-59A8-4160-A00A-0B38FFE46761}" dt="2024-06-04T10:31:27.026" v="4147" actId="20577"/>
        <pc:sldMkLst>
          <pc:docMk/>
          <pc:sldMk cId="0" sldId="275"/>
        </pc:sldMkLst>
      </pc:sldChg>
      <pc:sldChg chg="addSp delSp modSp ord modAnim">
        <pc:chgData name="shilpi gupta" userId="5ce4f23861899b28" providerId="LiveId" clId="{7C71A5E1-59A8-4160-A00A-0B38FFE46761}" dt="2024-06-04T04:57:04.517" v="763"/>
        <pc:sldMkLst>
          <pc:docMk/>
          <pc:sldMk cId="0" sldId="279"/>
        </pc:sldMkLst>
      </pc:sldChg>
      <pc:sldChg chg="modSp modAnim">
        <pc:chgData name="shilpi gupta" userId="5ce4f23861899b28" providerId="LiveId" clId="{7C71A5E1-59A8-4160-A00A-0B38FFE46761}" dt="2024-06-04T05:52:54.820" v="3463" actId="20577"/>
        <pc:sldMkLst>
          <pc:docMk/>
          <pc:sldMk cId="0" sldId="302"/>
        </pc:sldMkLst>
      </pc:sldChg>
      <pc:sldChg chg="modSp modAnim">
        <pc:chgData name="shilpi gupta" userId="5ce4f23861899b28" providerId="LiveId" clId="{7C71A5E1-59A8-4160-A00A-0B38FFE46761}" dt="2024-06-04T10:39:41.880" v="4504" actId="20577"/>
        <pc:sldMkLst>
          <pc:docMk/>
          <pc:sldMk cId="0" sldId="303"/>
        </pc:sldMkLst>
      </pc:sldChg>
      <pc:sldChg chg="delSp modSp">
        <pc:chgData name="shilpi gupta" userId="5ce4f23861899b28" providerId="LiveId" clId="{7C71A5E1-59A8-4160-A00A-0B38FFE46761}" dt="2024-06-04T10:39:30.712" v="4490" actId="6549"/>
        <pc:sldMkLst>
          <pc:docMk/>
          <pc:sldMk cId="0" sldId="304"/>
        </pc:sldMkLst>
      </pc:sldChg>
      <pc:sldChg chg="addSp delSp modSp mod setBg">
        <pc:chgData name="shilpi gupta" userId="5ce4f23861899b28" providerId="LiveId" clId="{7C71A5E1-59A8-4160-A00A-0B38FFE46761}" dt="2024-06-04T10:30:33.096" v="4098" actId="6549"/>
        <pc:sldMkLst>
          <pc:docMk/>
          <pc:sldMk cId="708743409" sldId="307"/>
        </pc:sldMkLst>
      </pc:sldChg>
      <pc:sldChg chg="addSp modSp mod">
        <pc:chgData name="shilpi gupta" userId="5ce4f23861899b28" providerId="LiveId" clId="{7C71A5E1-59A8-4160-A00A-0B38FFE46761}" dt="2024-06-04T06:09:47.375" v="3514" actId="14100"/>
        <pc:sldMkLst>
          <pc:docMk/>
          <pc:sldMk cId="87849002" sldId="308"/>
        </pc:sldMkLst>
      </pc:sldChg>
      <pc:sldChg chg="addSp delSp modSp mod">
        <pc:chgData name="shilpi gupta" userId="5ce4f23861899b28" providerId="LiveId" clId="{7C71A5E1-59A8-4160-A00A-0B38FFE46761}" dt="2024-06-04T06:15:22.782" v="3602" actId="14100"/>
        <pc:sldMkLst>
          <pc:docMk/>
          <pc:sldMk cId="234866709" sldId="309"/>
        </pc:sldMkLst>
      </pc:sldChg>
      <pc:sldChg chg="addSp modSp mod">
        <pc:chgData name="shilpi gupta" userId="5ce4f23861899b28" providerId="LiveId" clId="{7C71A5E1-59A8-4160-A00A-0B38FFE46761}" dt="2024-06-04T06:48:25.129" v="3977" actId="14100"/>
        <pc:sldMkLst>
          <pc:docMk/>
          <pc:sldMk cId="1348417969" sldId="310"/>
        </pc:sldMkLst>
      </pc:sldChg>
      <pc:sldChg chg="addSp modSp mod">
        <pc:chgData name="shilpi gupta" userId="5ce4f23861899b28" providerId="LiveId" clId="{7C71A5E1-59A8-4160-A00A-0B38FFE46761}" dt="2024-06-04T10:34:58.051" v="4369" actId="20577"/>
        <pc:sldMkLst>
          <pc:docMk/>
          <pc:sldMk cId="1901877650" sldId="311"/>
        </pc:sldMkLst>
      </pc:sldChg>
      <pc:sldChg chg="del">
        <pc:chgData name="shilpi gupta" userId="5ce4f23861899b28" providerId="LiveId" clId="{7C71A5E1-59A8-4160-A00A-0B38FFE46761}" dt="2024-06-04T05:21:39.006" v="2177" actId="47"/>
        <pc:sldMkLst>
          <pc:docMk/>
          <pc:sldMk cId="2624257296" sldId="312"/>
        </pc:sldMkLst>
      </pc:sldChg>
      <pc:sldChg chg="del">
        <pc:chgData name="shilpi gupta" userId="5ce4f23861899b28" providerId="LiveId" clId="{7C71A5E1-59A8-4160-A00A-0B38FFE46761}" dt="2024-06-04T05:21:39.506" v="2178" actId="47"/>
        <pc:sldMkLst>
          <pc:docMk/>
          <pc:sldMk cId="2945510849" sldId="313"/>
        </pc:sldMkLst>
      </pc:sldChg>
      <pc:sldChg chg="del">
        <pc:chgData name="shilpi gupta" userId="5ce4f23861899b28" providerId="LiveId" clId="{7C71A5E1-59A8-4160-A00A-0B38FFE46761}" dt="2024-06-04T05:21:39.913" v="2179" actId="47"/>
        <pc:sldMkLst>
          <pc:docMk/>
          <pc:sldMk cId="3227058457" sldId="314"/>
        </pc:sldMkLst>
      </pc:sldChg>
      <pc:sldChg chg="del">
        <pc:chgData name="shilpi gupta" userId="5ce4f23861899b28" providerId="LiveId" clId="{7C71A5E1-59A8-4160-A00A-0B38FFE46761}" dt="2024-06-04T05:21:40.241" v="2180" actId="47"/>
        <pc:sldMkLst>
          <pc:docMk/>
          <pc:sldMk cId="657843468" sldId="315"/>
        </pc:sldMkLst>
      </pc:sldChg>
      <pc:sldChg chg="del">
        <pc:chgData name="shilpi gupta" userId="5ce4f23861899b28" providerId="LiveId" clId="{7C71A5E1-59A8-4160-A00A-0B38FFE46761}" dt="2024-06-04T05:21:40.523" v="2181" actId="47"/>
        <pc:sldMkLst>
          <pc:docMk/>
          <pc:sldMk cId="586535592" sldId="316"/>
        </pc:sldMkLst>
      </pc:sldChg>
      <pc:sldChg chg="del">
        <pc:chgData name="shilpi gupta" userId="5ce4f23861899b28" providerId="LiveId" clId="{7C71A5E1-59A8-4160-A00A-0B38FFE46761}" dt="2024-06-04T05:21:40.773" v="2182" actId="47"/>
        <pc:sldMkLst>
          <pc:docMk/>
          <pc:sldMk cId="1854470539" sldId="317"/>
        </pc:sldMkLst>
      </pc:sldChg>
      <pc:sldChg chg="del">
        <pc:chgData name="shilpi gupta" userId="5ce4f23861899b28" providerId="LiveId" clId="{7C71A5E1-59A8-4160-A00A-0B38FFE46761}" dt="2024-06-04T05:21:41.788" v="2183" actId="47"/>
        <pc:sldMkLst>
          <pc:docMk/>
          <pc:sldMk cId="4081438048" sldId="318"/>
        </pc:sldMkLst>
      </pc:sldChg>
      <pc:sldChg chg="modSp mod">
        <pc:chgData name="shilpi gupta" userId="5ce4f23861899b28" providerId="LiveId" clId="{7C71A5E1-59A8-4160-A00A-0B38FFE46761}" dt="2024-06-04T05:26:12.173" v="2643" actId="20577"/>
        <pc:sldMkLst>
          <pc:docMk/>
          <pc:sldMk cId="1505337766" sldId="319"/>
        </pc:sldMkLst>
      </pc:sldChg>
      <pc:sldChg chg="modSp mod">
        <pc:chgData name="shilpi gupta" userId="5ce4f23861899b28" providerId="LiveId" clId="{7C71A5E1-59A8-4160-A00A-0B38FFE46761}" dt="2024-06-04T05:51:34.368" v="3410" actId="20577"/>
        <pc:sldMkLst>
          <pc:docMk/>
          <pc:sldMk cId="2548785845" sldId="321"/>
        </pc:sldMkLst>
      </pc:sldChg>
      <pc:sldChg chg="modSp mod">
        <pc:chgData name="shilpi gupta" userId="5ce4f23861899b28" providerId="LiveId" clId="{7C71A5E1-59A8-4160-A00A-0B38FFE46761}" dt="2024-06-04T05:51:47.889" v="3422" actId="20577"/>
        <pc:sldMkLst>
          <pc:docMk/>
          <pc:sldMk cId="221513343" sldId="322"/>
        </pc:sldMkLst>
      </pc:sldChg>
      <pc:sldChg chg="del">
        <pc:chgData name="shilpi gupta" userId="5ce4f23861899b28" providerId="LiveId" clId="{7C71A5E1-59A8-4160-A00A-0B38FFE46761}" dt="2024-06-04T05:51:54.385" v="3423" actId="47"/>
        <pc:sldMkLst>
          <pc:docMk/>
          <pc:sldMk cId="3711207397" sldId="323"/>
        </pc:sldMkLst>
      </pc:sldChg>
      <pc:sldChg chg="del">
        <pc:chgData name="shilpi gupta" userId="5ce4f23861899b28" providerId="LiveId" clId="{7C71A5E1-59A8-4160-A00A-0B38FFE46761}" dt="2024-06-04T05:51:55.682" v="3424" actId="47"/>
        <pc:sldMkLst>
          <pc:docMk/>
          <pc:sldMk cId="546927331" sldId="324"/>
        </pc:sldMkLst>
      </pc:sldChg>
      <pc:sldChg chg="modSp mod">
        <pc:chgData name="shilpi gupta" userId="5ce4f23861899b28" providerId="LiveId" clId="{7C71A5E1-59A8-4160-A00A-0B38FFE46761}" dt="2024-06-04T05:25:31.362" v="2625" actId="20577"/>
        <pc:sldMkLst>
          <pc:docMk/>
          <pc:sldMk cId="1669534364" sldId="325"/>
        </pc:sldMkLst>
      </pc:sldChg>
      <pc:sldChg chg="del">
        <pc:chgData name="shilpi gupta" userId="5ce4f23861899b28" providerId="LiveId" clId="{7C71A5E1-59A8-4160-A00A-0B38FFE46761}" dt="2024-06-04T05:51:56.402" v="3425" actId="47"/>
        <pc:sldMkLst>
          <pc:docMk/>
          <pc:sldMk cId="1666525737" sldId="326"/>
        </pc:sldMkLst>
      </pc:sldChg>
      <pc:sldChg chg="del">
        <pc:chgData name="shilpi gupta" userId="5ce4f23861899b28" providerId="LiveId" clId="{7C71A5E1-59A8-4160-A00A-0B38FFE46761}" dt="2024-06-04T05:51:57.136" v="3426" actId="47"/>
        <pc:sldMkLst>
          <pc:docMk/>
          <pc:sldMk cId="3045406790" sldId="327"/>
        </pc:sldMkLst>
      </pc:sldChg>
      <pc:sldChg chg="del">
        <pc:chgData name="shilpi gupta" userId="5ce4f23861899b28" providerId="LiveId" clId="{7C71A5E1-59A8-4160-A00A-0B38FFE46761}" dt="2024-06-04T05:51:57.497" v="3427" actId="47"/>
        <pc:sldMkLst>
          <pc:docMk/>
          <pc:sldMk cId="1089236490" sldId="328"/>
        </pc:sldMkLst>
      </pc:sldChg>
      <pc:sldChg chg="del">
        <pc:chgData name="shilpi gupta" userId="5ce4f23861899b28" providerId="LiveId" clId="{7C71A5E1-59A8-4160-A00A-0B38FFE46761}" dt="2024-06-04T05:51:58.342" v="3429" actId="47"/>
        <pc:sldMkLst>
          <pc:docMk/>
          <pc:sldMk cId="1375260716" sldId="329"/>
        </pc:sldMkLst>
      </pc:sldChg>
      <pc:sldChg chg="del">
        <pc:chgData name="shilpi gupta" userId="5ce4f23861899b28" providerId="LiveId" clId="{7C71A5E1-59A8-4160-A00A-0B38FFE46761}" dt="2024-06-04T05:51:57.982" v="3428" actId="47"/>
        <pc:sldMkLst>
          <pc:docMk/>
          <pc:sldMk cId="829989937" sldId="330"/>
        </pc:sldMkLst>
      </pc:sldChg>
      <pc:sldChg chg="del">
        <pc:chgData name="shilpi gupta" userId="5ce4f23861899b28" providerId="LiveId" clId="{7C71A5E1-59A8-4160-A00A-0B38FFE46761}" dt="2024-06-04T05:51:58.748" v="3430" actId="47"/>
        <pc:sldMkLst>
          <pc:docMk/>
          <pc:sldMk cId="4201570771" sldId="331"/>
        </pc:sldMkLst>
      </pc:sldChg>
      <pc:sldChg chg="del">
        <pc:chgData name="shilpi gupta" userId="5ce4f23861899b28" providerId="LiveId" clId="{7C71A5E1-59A8-4160-A00A-0B38FFE46761}" dt="2024-06-04T05:51:59.264" v="3431" actId="47"/>
        <pc:sldMkLst>
          <pc:docMk/>
          <pc:sldMk cId="2142973947" sldId="332"/>
        </pc:sldMkLst>
      </pc:sldChg>
      <pc:sldChg chg="addSp modSp new mod">
        <pc:chgData name="shilpi gupta" userId="5ce4f23861899b28" providerId="LiveId" clId="{7C71A5E1-59A8-4160-A00A-0B38FFE46761}" dt="2024-06-04T06:13:10.758" v="3588" actId="14100"/>
        <pc:sldMkLst>
          <pc:docMk/>
          <pc:sldMk cId="1712939539" sldId="333"/>
        </pc:sldMkLst>
      </pc:sldChg>
      <pc:sldChg chg="addSp modSp new mod">
        <pc:chgData name="shilpi gupta" userId="5ce4f23861899b28" providerId="LiveId" clId="{7C71A5E1-59A8-4160-A00A-0B38FFE46761}" dt="2024-06-04T06:21:28.659" v="3735" actId="14100"/>
        <pc:sldMkLst>
          <pc:docMk/>
          <pc:sldMk cId="4037977067" sldId="334"/>
        </pc:sldMkLst>
      </pc:sldChg>
      <pc:sldChg chg="addSp modSp new mod">
        <pc:chgData name="shilpi gupta" userId="5ce4f23861899b28" providerId="LiveId" clId="{7C71A5E1-59A8-4160-A00A-0B38FFE46761}" dt="2024-06-04T06:30:42.580" v="3848" actId="5793"/>
        <pc:sldMkLst>
          <pc:docMk/>
          <pc:sldMk cId="606556862" sldId="335"/>
        </pc:sldMkLst>
      </pc:sldChg>
      <pc:sldChg chg="addSp modSp new mod">
        <pc:chgData name="shilpi gupta" userId="5ce4f23861899b28" providerId="LiveId" clId="{7C71A5E1-59A8-4160-A00A-0B38FFE46761}" dt="2024-06-04T06:33:21.783" v="3910" actId="20577"/>
        <pc:sldMkLst>
          <pc:docMk/>
          <pc:sldMk cId="22792181" sldId="336"/>
        </pc:sldMkLst>
      </pc:sldChg>
      <pc:sldChg chg="addSp modSp new mod">
        <pc:chgData name="shilpi gupta" userId="5ce4f23861899b28" providerId="LiveId" clId="{7C71A5E1-59A8-4160-A00A-0B38FFE46761}" dt="2024-06-04T06:17:29.030" v="3675" actId="1076"/>
        <pc:sldMkLst>
          <pc:docMk/>
          <pc:sldMk cId="135979500" sldId="337"/>
        </pc:sldMkLst>
      </pc:sldChg>
      <pc:sldChg chg="addSp modSp new mod">
        <pc:chgData name="shilpi gupta" userId="5ce4f23861899b28" providerId="LiveId" clId="{7C71A5E1-59A8-4160-A00A-0B38FFE46761}" dt="2024-06-04T07:00:15.380" v="4062" actId="1076"/>
        <pc:sldMkLst>
          <pc:docMk/>
          <pc:sldMk cId="3497618042" sldId="338"/>
        </pc:sldMkLst>
      </pc:sldChg>
      <pc:sldChg chg="addSp modSp new mod">
        <pc:chgData name="shilpi gupta" userId="5ce4f23861899b28" providerId="LiveId" clId="{7C71A5E1-59A8-4160-A00A-0B38FFE46761}" dt="2024-06-04T06:47:42.685" v="3974" actId="14100"/>
        <pc:sldMkLst>
          <pc:docMk/>
          <pc:sldMk cId="2641425170" sldId="339"/>
        </pc:sldMkLst>
      </pc:sldChg>
      <pc:sldChg chg="addSp modSp new mod">
        <pc:chgData name="shilpi gupta" userId="5ce4f23861899b28" providerId="LiveId" clId="{7C71A5E1-59A8-4160-A00A-0B38FFE46761}" dt="2024-06-04T10:33:43.811" v="4283" actId="20577"/>
        <pc:sldMkLst>
          <pc:docMk/>
          <pc:sldMk cId="1215620177" sldId="340"/>
        </pc:sldMkLst>
      </pc:sldChg>
      <pc:sldChg chg="addSp modSp new mod">
        <pc:chgData name="shilpi gupta" userId="5ce4f23861899b28" providerId="LiveId" clId="{7C71A5E1-59A8-4160-A00A-0B38FFE46761}" dt="2024-06-04T10:32:43.447" v="4198" actId="20577"/>
        <pc:sldMkLst>
          <pc:docMk/>
          <pc:sldMk cId="1176877588" sldId="341"/>
        </pc:sldMkLst>
      </pc:sldChg>
      <pc:sldChg chg="addSp modSp new mod">
        <pc:chgData name="shilpi gupta" userId="5ce4f23861899b28" providerId="LiveId" clId="{7C71A5E1-59A8-4160-A00A-0B38FFE46761}" dt="2024-06-04T10:34:31.862" v="4328" actId="20577"/>
        <pc:sldMkLst>
          <pc:docMk/>
          <pc:sldMk cId="750782383" sldId="342"/>
        </pc:sldMkLst>
      </pc:sldChg>
      <pc:sldChg chg="addSp delSp modSp new mod">
        <pc:chgData name="shilpi gupta" userId="5ce4f23861899b28" providerId="LiveId" clId="{7C71A5E1-59A8-4160-A00A-0B38FFE46761}" dt="2024-06-04T10:33:11.931" v="4242" actId="20577"/>
        <pc:sldMkLst>
          <pc:docMk/>
          <pc:sldMk cId="2435071444" sldId="343"/>
        </pc:sldMkLst>
      </pc:sldChg>
      <pc:sldChg chg="addSp modSp new mod">
        <pc:chgData name="shilpi gupta" userId="5ce4f23861899b28" providerId="LiveId" clId="{7C71A5E1-59A8-4160-A00A-0B38FFE46761}" dt="2024-06-04T10:35:30.379" v="4412" actId="20577"/>
        <pc:sldMkLst>
          <pc:docMk/>
          <pc:sldMk cId="2678338694" sldId="344"/>
        </pc:sldMkLst>
      </pc:sldChg>
      <pc:sldChg chg="addSp modSp new mod">
        <pc:chgData name="shilpi gupta" userId="5ce4f23861899b28" providerId="LiveId" clId="{7C71A5E1-59A8-4160-A00A-0B38FFE46761}" dt="2024-06-04T06:26:21.579" v="3780" actId="20577"/>
        <pc:sldMkLst>
          <pc:docMk/>
          <pc:sldMk cId="2484143763" sldId="345"/>
        </pc:sldMkLst>
      </pc:sldChg>
      <pc:sldChg chg="addSp modSp new mod">
        <pc:chgData name="shilpi gupta" userId="5ce4f23861899b28" providerId="LiveId" clId="{7C71A5E1-59A8-4160-A00A-0B38FFE46761}" dt="2024-06-04T10:31:43.450" v="4151" actId="15"/>
        <pc:sldMkLst>
          <pc:docMk/>
          <pc:sldMk cId="1501342414" sldId="346"/>
        </pc:sldMkLst>
      </pc:sldChg>
      <pc:sldChg chg="addSp modSp new mod">
        <pc:chgData name="shilpi gupta" userId="5ce4f23861899b28" providerId="LiveId" clId="{7C71A5E1-59A8-4160-A00A-0B38FFE46761}" dt="2024-06-04T10:35:49.335" v="4444" actId="20577"/>
        <pc:sldMkLst>
          <pc:docMk/>
          <pc:sldMk cId="3834998318" sldId="347"/>
        </pc:sldMkLst>
      </pc:sldChg>
      <pc:sldChg chg="modSp new mod">
        <pc:chgData name="shilpi gupta" userId="5ce4f23861899b28" providerId="LiveId" clId="{7C71A5E1-59A8-4160-A00A-0B38FFE46761}" dt="2024-06-04T05:27:11.171" v="2752" actId="20577"/>
        <pc:sldMkLst>
          <pc:docMk/>
          <pc:sldMk cId="2877479272" sldId="348"/>
        </pc:sldMkLst>
      </pc:sldChg>
      <pc:sldChg chg="modSp new mod">
        <pc:chgData name="shilpi gupta" userId="5ce4f23861899b28" providerId="LiveId" clId="{7C71A5E1-59A8-4160-A00A-0B38FFE46761}" dt="2024-06-04T05:45:24.869" v="2897" actId="20577"/>
        <pc:sldMkLst>
          <pc:docMk/>
          <pc:sldMk cId="1115755604" sldId="349"/>
        </pc:sldMkLst>
      </pc:sldChg>
      <pc:sldChg chg="modSp new mod">
        <pc:chgData name="shilpi gupta" userId="5ce4f23861899b28" providerId="LiveId" clId="{7C71A5E1-59A8-4160-A00A-0B38FFE46761}" dt="2024-06-04T05:47:51.311" v="3134" actId="20577"/>
        <pc:sldMkLst>
          <pc:docMk/>
          <pc:sldMk cId="285496156" sldId="350"/>
        </pc:sldMkLst>
      </pc:sldChg>
      <pc:sldChg chg="modSp new mod">
        <pc:chgData name="shilpi gupta" userId="5ce4f23861899b28" providerId="LiveId" clId="{7C71A5E1-59A8-4160-A00A-0B38FFE46761}" dt="2024-06-04T05:49:46.975" v="3256" actId="20577"/>
        <pc:sldMkLst>
          <pc:docMk/>
          <pc:sldMk cId="2907807612" sldId="351"/>
        </pc:sldMkLst>
      </pc:sldChg>
      <pc:sldChg chg="new del">
        <pc:chgData name="shilpi gupta" userId="5ce4f23861899b28" providerId="LiveId" clId="{7C71A5E1-59A8-4160-A00A-0B38FFE46761}" dt="2024-06-04T05:47:56.252" v="3136" actId="47"/>
        <pc:sldMkLst>
          <pc:docMk/>
          <pc:sldMk cId="3800529301" sldId="3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3/18/25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3/18/25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3/18/25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3/18/25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3/18/25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3/18/25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3/18/25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3/18/25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3/18/25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3/18/25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3/18/25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3/18/25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3/18/25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 err="1"/>
              <a:t>Fechas</a:t>
            </a:r>
            <a:r>
              <a:rPr lang="en-IN" altLang="en-US" sz="3200" dirty="0"/>
              <a:t>, Días, y Meses:</a:t>
            </a:r>
          </a:p>
          <a:p>
            <a:pPr marL="109220" indent="0">
              <a:buNone/>
            </a:pPr>
            <a:r>
              <a:rPr lang="en-IN" altLang="en-US" sz="3200" dirty="0"/>
              <a:t>		 ¿</a:t>
            </a:r>
            <a:r>
              <a:rPr lang="en-IN" altLang="en-US" sz="3200" dirty="0" err="1"/>
              <a:t>Cuándo</a:t>
            </a:r>
            <a:r>
              <a:rPr lang="en-IN" altLang="en-US" sz="3200" dirty="0"/>
              <a:t> es </a:t>
            </a:r>
            <a:r>
              <a:rPr lang="en-IN" altLang="en-US" sz="3200" dirty="0" err="1"/>
              <a:t>tu</a:t>
            </a:r>
            <a:r>
              <a:rPr lang="en-IN" altLang="en-US" sz="3200" dirty="0"/>
              <a:t> </a:t>
            </a:r>
            <a:r>
              <a:rPr lang="en-IN" altLang="en-US" sz="3200" dirty="0" err="1"/>
              <a:t>cumpleaños</a:t>
            </a:r>
            <a:r>
              <a:rPr lang="en-IN" altLang="en-US" sz="3200" dirty="0"/>
              <a:t>?</a:t>
            </a:r>
          </a:p>
          <a:p>
            <a:pPr marL="109220" indent="0">
              <a:buNone/>
            </a:pPr>
            <a:endParaRPr lang="en-IN" altLang="en-US" sz="3200" dirty="0"/>
          </a:p>
          <a:p>
            <a:pPr marL="109220" indent="0">
              <a:buNone/>
            </a:pPr>
            <a:r>
              <a:rPr lang="en-IN" altLang="en-US" sz="3200" dirty="0"/>
              <a:t>(Dates, days, and months)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dirty="0">
                <a:sym typeface="+mn-ea"/>
              </a:rPr>
              <a:t>Days of a week</a:t>
            </a:r>
          </a:p>
          <a:p>
            <a:pPr algn="just"/>
            <a:r>
              <a:rPr lang="en-IN" altLang="en-US" dirty="0">
                <a:sym typeface="+mn-ea"/>
              </a:rPr>
              <a:t>¿</a:t>
            </a:r>
            <a:r>
              <a:rPr lang="en-IN" altLang="en-US" dirty="0" err="1">
                <a:sym typeface="+mn-ea"/>
              </a:rPr>
              <a:t>Qué</a:t>
            </a:r>
            <a:r>
              <a:rPr lang="en-IN" altLang="en-US" dirty="0">
                <a:sym typeface="+mn-ea"/>
              </a:rPr>
              <a:t> día es hoy?</a:t>
            </a:r>
          </a:p>
          <a:p>
            <a:pPr algn="just"/>
            <a:r>
              <a:rPr lang="en-IN" altLang="en-US" dirty="0">
                <a:sym typeface="+mn-ea"/>
              </a:rPr>
              <a:t>Months</a:t>
            </a:r>
          </a:p>
          <a:p>
            <a:pPr algn="just"/>
            <a:r>
              <a:rPr lang="en-IN" altLang="en-US" dirty="0">
                <a:sym typeface="+mn-ea"/>
              </a:rPr>
              <a:t>¿</a:t>
            </a:r>
            <a:r>
              <a:rPr lang="en-IN" altLang="en-US" dirty="0" err="1">
                <a:sym typeface="+mn-ea"/>
              </a:rPr>
              <a:t>Qué</a:t>
            </a:r>
            <a:r>
              <a:rPr lang="en-IN" altLang="en-US" dirty="0">
                <a:sym typeface="+mn-ea"/>
              </a:rPr>
              <a:t> </a:t>
            </a:r>
            <a:r>
              <a:rPr lang="en-IN" altLang="en-US" dirty="0" err="1">
                <a:sym typeface="+mn-ea"/>
              </a:rPr>
              <a:t>fecha</a:t>
            </a:r>
            <a:r>
              <a:rPr lang="en-IN" altLang="en-US" dirty="0">
                <a:sym typeface="+mn-ea"/>
              </a:rPr>
              <a:t> es hoy?</a:t>
            </a:r>
          </a:p>
          <a:p>
            <a:pPr algn="just"/>
            <a:r>
              <a:rPr lang="es-ES" altLang="en-US" dirty="0">
                <a:sym typeface="+mn-ea"/>
              </a:rPr>
              <a:t>¿Cuándo es tu cumpleaños?</a:t>
            </a:r>
          </a:p>
          <a:p>
            <a:pPr algn="just"/>
            <a:endParaRPr lang="en-IN" altLang="en-US" dirty="0"/>
          </a:p>
          <a:p>
            <a:pPr algn="just"/>
            <a:endParaRPr lang="en-I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Dates, days, and months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8590E0-EADB-AF93-4029-2D95B3DBB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lunes</a:t>
            </a:r>
          </a:p>
          <a:p>
            <a:r>
              <a:rPr lang="es-ES" dirty="0"/>
              <a:t>El martes</a:t>
            </a:r>
          </a:p>
          <a:p>
            <a:r>
              <a:rPr lang="es-ES" dirty="0"/>
              <a:t>El miércoles</a:t>
            </a:r>
          </a:p>
          <a:p>
            <a:r>
              <a:rPr lang="es-ES" dirty="0"/>
              <a:t>El jueves</a:t>
            </a:r>
          </a:p>
          <a:p>
            <a:r>
              <a:rPr lang="es-ES" dirty="0"/>
              <a:t>El viernes</a:t>
            </a:r>
          </a:p>
          <a:p>
            <a:r>
              <a:rPr lang="es-ES" dirty="0"/>
              <a:t>El sábado</a:t>
            </a:r>
          </a:p>
          <a:p>
            <a:r>
              <a:rPr lang="es-ES" dirty="0"/>
              <a:t>El domingo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045FB1-F5CB-A933-750F-A5F5E05D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días de la semana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873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52C76F-719C-0C42-B42F-CCB0A117D5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0120058"/>
              </p:ext>
            </p:extLst>
          </p:nvPr>
        </p:nvGraphicFramePr>
        <p:xfrm>
          <a:off x="609600" y="1481138"/>
          <a:ext cx="10972800" cy="510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45545018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491490057"/>
                    </a:ext>
                  </a:extLst>
                </a:gridCol>
              </a:tblGrid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días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625156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Todas las semanas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081787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meses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762227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años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36238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domingos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13631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Monday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lunes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7422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Tuesday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martes 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796475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Every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Friday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Todos los viernes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30088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3ED034E-7EF4-87DE-9479-2470AE6D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 </a:t>
            </a:r>
            <a:r>
              <a:rPr lang="es-ES" dirty="0" err="1"/>
              <a:t>Everyday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96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85F637-B96C-E6AA-1E79-7D40B026096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609600" y="6007100"/>
            <a:ext cx="10972800" cy="6985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E67C9F-9B2A-AF45-7D0F-E0094D1C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 err="1"/>
              <a:t>Whole</a:t>
            </a:r>
            <a:r>
              <a:rPr lang="es-ES" dirty="0"/>
              <a:t> </a:t>
            </a:r>
            <a:r>
              <a:rPr lang="es-ES" dirty="0" err="1"/>
              <a:t>day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2940BA-F000-09F4-98EA-36715A10F7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4824954"/>
              </p:ext>
            </p:extLst>
          </p:nvPr>
        </p:nvGraphicFramePr>
        <p:xfrm>
          <a:off x="609600" y="1481138"/>
          <a:ext cx="10972800" cy="510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45545018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491490057"/>
                    </a:ext>
                  </a:extLst>
                </a:gridCol>
              </a:tblGrid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día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625156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Toda la semana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081787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mes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762227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año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36238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Sunday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domingo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13631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Monday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lunes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74223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Tuesday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</a:t>
                      </a:r>
                      <a:r>
                        <a:rPr lang="es-ES" sz="3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 martes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796475"/>
                  </a:ext>
                </a:extLst>
              </a:tr>
              <a:tr h="637778">
                <a:tc>
                  <a:txBody>
                    <a:bodyPr/>
                    <a:lstStyle/>
                    <a:p>
                      <a:r>
                        <a:rPr lang="es-ES" sz="3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Whole</a:t>
                      </a:r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Friday 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3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Todo el viernes</a:t>
                      </a:r>
                      <a:endParaRPr lang="en-US" sz="3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300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661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81002E-3EA5-B0A1-E369-5F488724A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Hoy es ______________</a:t>
            </a:r>
          </a:p>
          <a:p>
            <a:pPr marL="10922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534D12-33AF-3949-C2B5-BB749E53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día es hoy?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90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685D78-C7AE-9C04-03E3-71498EE0A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Mañana</a:t>
            </a:r>
            <a:r>
              <a:rPr lang="en-US" dirty="0"/>
              <a:t> es ________________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B14F85-6EA5-DBCD-7417-1B6F6817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¿Qué día es mañana?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117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D19784-C27D-8592-104F-7AE34D776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enero </a:t>
            </a:r>
          </a:p>
          <a:p>
            <a:r>
              <a:rPr lang="es-ES" dirty="0"/>
              <a:t>EL febrero </a:t>
            </a:r>
          </a:p>
          <a:p>
            <a:r>
              <a:rPr lang="es-ES" dirty="0"/>
              <a:t>El marzo </a:t>
            </a:r>
          </a:p>
          <a:p>
            <a:r>
              <a:rPr lang="es-ES" dirty="0"/>
              <a:t>El abril</a:t>
            </a:r>
          </a:p>
          <a:p>
            <a:r>
              <a:rPr lang="es-ES" dirty="0"/>
              <a:t>EL mayo</a:t>
            </a:r>
          </a:p>
          <a:p>
            <a:r>
              <a:rPr lang="es-ES" dirty="0"/>
              <a:t>EL junio</a:t>
            </a:r>
          </a:p>
          <a:p>
            <a:r>
              <a:rPr lang="es-ES" dirty="0"/>
              <a:t>El julio</a:t>
            </a:r>
          </a:p>
          <a:p>
            <a:r>
              <a:rPr lang="es-ES" dirty="0"/>
              <a:t>El agosto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BBEBBB-FF5F-D574-E78C-21DD5CDC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meses del año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615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E4387D-D69C-8155-9BB9-66E4A90D0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septiembre</a:t>
            </a:r>
          </a:p>
          <a:p>
            <a:r>
              <a:rPr lang="es-ES" dirty="0"/>
              <a:t>El octubre</a:t>
            </a:r>
          </a:p>
          <a:p>
            <a:r>
              <a:rPr lang="es-ES" dirty="0"/>
              <a:t>El noviembre</a:t>
            </a:r>
          </a:p>
          <a:p>
            <a:r>
              <a:rPr lang="es-ES" dirty="0"/>
              <a:t>El diciembre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0CFA62-C4F5-7CAB-3745-B3B827AC3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meses del año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12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161DB5-445A-7CA5-1002-EA4F2A2B1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Hoy es ___________ de__________. </a:t>
            </a:r>
          </a:p>
          <a:p>
            <a:endParaRPr lang="es-ES" dirty="0"/>
          </a:p>
          <a:p>
            <a:r>
              <a:rPr lang="es-ES" dirty="0"/>
              <a:t>Hoy es __________ de ___________.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6E0B9D-5ABF-737F-6839-AA4CEAE7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fecha es hoy?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399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21CEE7-250E-6483-7E43-995D59D49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28/6/2024</a:t>
            </a:r>
          </a:p>
          <a:p>
            <a:r>
              <a:rPr lang="es-ES" dirty="0"/>
              <a:t>Veintiocho de junio de dos mil veinticuatro</a:t>
            </a:r>
          </a:p>
          <a:p>
            <a:endParaRPr lang="es-ES" dirty="0"/>
          </a:p>
          <a:p>
            <a:r>
              <a:rPr lang="es-ES" dirty="0"/>
              <a:t>28/6/1999</a:t>
            </a:r>
          </a:p>
          <a:p>
            <a:r>
              <a:rPr lang="es-ES" dirty="0"/>
              <a:t>Veintiocho de junio de mil novecientos noventa </a:t>
            </a:r>
            <a:r>
              <a:rPr lang="es-ES"/>
              <a:t>y nueve</a:t>
            </a:r>
            <a:endParaRPr lang="es-ES" dirty="0"/>
          </a:p>
          <a:p>
            <a:pPr marL="109220" indent="0">
              <a:buNone/>
            </a:pPr>
            <a:r>
              <a:rPr lang="es-ES" dirty="0"/>
              <a:t>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CB7037-93BB-92CE-DDCD-A2BF3AED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			Writing dates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155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760D50-E339-3E6C-2341-3D2B176A4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Mi Cumpleaños es el _______________________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CE57A0-B366-D0EC-BA42-E72673D9B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¿</a:t>
            </a:r>
            <a:r>
              <a:rPr lang="en-US" dirty="0" err="1"/>
              <a:t>Cuándo</a:t>
            </a:r>
            <a:r>
              <a:rPr lang="en-US" dirty="0"/>
              <a:t> es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cumplea</a:t>
            </a:r>
            <a:r>
              <a:rPr lang="es-ES" dirty="0" err="1"/>
              <a:t>ños</a:t>
            </a:r>
            <a:r>
              <a:rPr lang="es-ES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32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sz="3200" dirty="0">
                <a:sym typeface="+mn-ea"/>
              </a:rPr>
              <a:t>Days of a week</a:t>
            </a:r>
          </a:p>
          <a:p>
            <a:pPr algn="just"/>
            <a:r>
              <a:rPr lang="en-IN" altLang="en-US" sz="3200" dirty="0">
                <a:sym typeface="+mn-ea"/>
              </a:rPr>
              <a:t>¿</a:t>
            </a:r>
            <a:r>
              <a:rPr lang="en-IN" altLang="en-US" sz="3200" dirty="0" err="1">
                <a:sym typeface="+mn-ea"/>
              </a:rPr>
              <a:t>Qué</a:t>
            </a:r>
            <a:r>
              <a:rPr lang="en-IN" altLang="en-US" sz="3200" dirty="0">
                <a:sym typeface="+mn-ea"/>
              </a:rPr>
              <a:t> día es hoy?</a:t>
            </a:r>
          </a:p>
          <a:p>
            <a:pPr algn="just"/>
            <a:r>
              <a:rPr lang="en-IN" altLang="en-US" sz="3200" dirty="0">
                <a:sym typeface="+mn-ea"/>
              </a:rPr>
              <a:t>Months</a:t>
            </a:r>
          </a:p>
          <a:p>
            <a:pPr algn="just"/>
            <a:r>
              <a:rPr lang="en-IN" altLang="en-US" sz="3200" dirty="0">
                <a:sym typeface="+mn-ea"/>
              </a:rPr>
              <a:t>¿</a:t>
            </a:r>
            <a:r>
              <a:rPr lang="en-IN" altLang="en-US" sz="3200" dirty="0" err="1">
                <a:sym typeface="+mn-ea"/>
              </a:rPr>
              <a:t>Qué</a:t>
            </a:r>
            <a:r>
              <a:rPr lang="en-IN" altLang="en-US" sz="3200" dirty="0">
                <a:sym typeface="+mn-ea"/>
              </a:rPr>
              <a:t> </a:t>
            </a:r>
            <a:r>
              <a:rPr lang="en-IN" altLang="en-US" sz="3200" dirty="0" err="1">
                <a:sym typeface="+mn-ea"/>
              </a:rPr>
              <a:t>fecha</a:t>
            </a:r>
            <a:r>
              <a:rPr lang="en-IN" altLang="en-US" sz="3200" dirty="0">
                <a:sym typeface="+mn-ea"/>
              </a:rPr>
              <a:t> es hoy?</a:t>
            </a:r>
          </a:p>
          <a:p>
            <a:pPr algn="just"/>
            <a:r>
              <a:rPr lang="es-ES" altLang="en-US" sz="3200" dirty="0">
                <a:sym typeface="+mn-ea"/>
              </a:rPr>
              <a:t>¿Cuándo es tu cumpleaños?</a:t>
            </a:r>
          </a:p>
          <a:p>
            <a:pPr algn="just"/>
            <a:endParaRPr lang="en-IN" altLang="en-US" sz="3200" dirty="0"/>
          </a:p>
          <a:p>
            <a:pPr algn="just"/>
            <a:endParaRPr lang="en-IN" altLang="en-US" sz="3200" dirty="0"/>
          </a:p>
          <a:p>
            <a:pPr marL="109220" indent="0" algn="just">
              <a:buNone/>
            </a:pPr>
            <a:endParaRPr lang="en-IN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4000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20184</TotalTime>
  <Words>286</Words>
  <Application>Microsoft Macintosh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Spanish I</vt:lpstr>
      <vt:lpstr>Dates, days, and months</vt:lpstr>
      <vt:lpstr>Los días de la semana</vt:lpstr>
      <vt:lpstr> Everyday</vt:lpstr>
      <vt:lpstr>Whole day</vt:lpstr>
      <vt:lpstr>¿Qué día es hoy?</vt:lpstr>
      <vt:lpstr> ¿Qué día es mañana?</vt:lpstr>
      <vt:lpstr>Los meses del año</vt:lpstr>
      <vt:lpstr>Los meses del año</vt:lpstr>
      <vt:lpstr>¿Qué fecha es hoy?</vt:lpstr>
      <vt:lpstr>    Writing dates </vt:lpstr>
      <vt:lpstr> ¿Cuándo es tu cumpleaños?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Apoorva Karnwal</cp:lastModifiedBy>
  <cp:revision>151</cp:revision>
  <dcterms:created xsi:type="dcterms:W3CDTF">2007-10-19T05:42:00Z</dcterms:created>
  <dcterms:modified xsi:type="dcterms:W3CDTF">2025-03-18T07:06:13Z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