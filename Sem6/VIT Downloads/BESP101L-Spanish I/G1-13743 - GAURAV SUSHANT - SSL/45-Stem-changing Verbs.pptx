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2"/>
  </p:notesMasterIdLst>
  <p:sldIdLst>
    <p:sldId id="344" r:id="rId2"/>
    <p:sldId id="380" r:id="rId3"/>
    <p:sldId id="381" r:id="rId4"/>
    <p:sldId id="382" r:id="rId5"/>
    <p:sldId id="385" r:id="rId6"/>
    <p:sldId id="384" r:id="rId7"/>
    <p:sldId id="386" r:id="rId8"/>
    <p:sldId id="387" r:id="rId9"/>
    <p:sldId id="388" r:id="rId10"/>
    <p:sldId id="363" r:id="rId1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08"/>
    <a:srgbClr val="1DE7FF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951" autoAdjust="0"/>
  </p:normalViewPr>
  <p:slideViewPr>
    <p:cSldViewPr showGuides="1">
      <p:cViewPr varScale="1">
        <p:scale>
          <a:sx n="82" d="100"/>
          <a:sy n="82" d="100"/>
        </p:scale>
        <p:origin x="210" y="90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Gaurav Sushant" userId="ea0695df9e5e2b13" providerId="LiveId" clId="{BD53D6FC-7A2A-461E-80C0-0200EB20A044}"/>
    <pc:docChg chg="undo custSel addSld delSld modSld">
      <pc:chgData name="Dr Gaurav Sushant" userId="ea0695df9e5e2b13" providerId="LiveId" clId="{BD53D6FC-7A2A-461E-80C0-0200EB20A044}" dt="2024-06-11T18:14:16.518" v="3600" actId="113"/>
      <pc:docMkLst>
        <pc:docMk/>
      </pc:docMkLst>
      <pc:sldChg chg="modSp mod">
        <pc:chgData name="Dr Gaurav Sushant" userId="ea0695df9e5e2b13" providerId="LiveId" clId="{BD53D6FC-7A2A-461E-80C0-0200EB20A044}" dt="2024-06-11T12:04:15.862" v="57" actId="20577"/>
        <pc:sldMkLst>
          <pc:docMk/>
          <pc:sldMk cId="0" sldId="344"/>
        </pc:sldMkLst>
      </pc:sldChg>
      <pc:sldChg chg="modSp modAnim">
        <pc:chgData name="Dr Gaurav Sushant" userId="ea0695df9e5e2b13" providerId="LiveId" clId="{BD53D6FC-7A2A-461E-80C0-0200EB20A044}" dt="2024-06-11T18:12:53.108" v="3593"/>
        <pc:sldMkLst>
          <pc:docMk/>
          <pc:sldMk cId="1621319633" sldId="363"/>
        </pc:sldMkLst>
      </pc:sldChg>
      <pc:sldChg chg="del">
        <pc:chgData name="Dr Gaurav Sushant" userId="ea0695df9e5e2b13" providerId="LiveId" clId="{BD53D6FC-7A2A-461E-80C0-0200EB20A044}" dt="2024-06-11T17:48:26.700" v="3117" actId="47"/>
        <pc:sldMkLst>
          <pc:docMk/>
          <pc:sldMk cId="3920330649" sldId="367"/>
        </pc:sldMkLst>
      </pc:sldChg>
      <pc:sldChg chg="del">
        <pc:chgData name="Dr Gaurav Sushant" userId="ea0695df9e5e2b13" providerId="LiveId" clId="{BD53D6FC-7A2A-461E-80C0-0200EB20A044}" dt="2024-06-11T17:48:23.533" v="3114" actId="47"/>
        <pc:sldMkLst>
          <pc:docMk/>
          <pc:sldMk cId="3300688616" sldId="373"/>
        </pc:sldMkLst>
      </pc:sldChg>
      <pc:sldChg chg="del">
        <pc:chgData name="Dr Gaurav Sushant" userId="ea0695df9e5e2b13" providerId="LiveId" clId="{BD53D6FC-7A2A-461E-80C0-0200EB20A044}" dt="2024-06-11T17:48:24.177" v="3115" actId="47"/>
        <pc:sldMkLst>
          <pc:docMk/>
          <pc:sldMk cId="3058642433" sldId="374"/>
        </pc:sldMkLst>
      </pc:sldChg>
      <pc:sldChg chg="del">
        <pc:chgData name="Dr Gaurav Sushant" userId="ea0695df9e5e2b13" providerId="LiveId" clId="{BD53D6FC-7A2A-461E-80C0-0200EB20A044}" dt="2024-06-11T17:48:25.025" v="3116" actId="47"/>
        <pc:sldMkLst>
          <pc:docMk/>
          <pc:sldMk cId="3037665232" sldId="375"/>
        </pc:sldMkLst>
      </pc:sldChg>
      <pc:sldChg chg="del">
        <pc:chgData name="Dr Gaurav Sushant" userId="ea0695df9e5e2b13" providerId="LiveId" clId="{BD53D6FC-7A2A-461E-80C0-0200EB20A044}" dt="2024-06-11T17:48:28.693" v="3118" actId="47"/>
        <pc:sldMkLst>
          <pc:docMk/>
          <pc:sldMk cId="3972475016" sldId="376"/>
        </pc:sldMkLst>
      </pc:sldChg>
      <pc:sldChg chg="del">
        <pc:chgData name="Dr Gaurav Sushant" userId="ea0695df9e5e2b13" providerId="LiveId" clId="{BD53D6FC-7A2A-461E-80C0-0200EB20A044}" dt="2024-06-11T17:48:30.166" v="3119" actId="47"/>
        <pc:sldMkLst>
          <pc:docMk/>
          <pc:sldMk cId="1576985541" sldId="377"/>
        </pc:sldMkLst>
      </pc:sldChg>
      <pc:sldChg chg="del">
        <pc:chgData name="Dr Gaurav Sushant" userId="ea0695df9e5e2b13" providerId="LiveId" clId="{BD53D6FC-7A2A-461E-80C0-0200EB20A044}" dt="2024-06-11T17:48:32.146" v="3120" actId="47"/>
        <pc:sldMkLst>
          <pc:docMk/>
          <pc:sldMk cId="3135614867" sldId="378"/>
        </pc:sldMkLst>
      </pc:sldChg>
      <pc:sldChg chg="del">
        <pc:chgData name="Dr Gaurav Sushant" userId="ea0695df9e5e2b13" providerId="LiveId" clId="{BD53D6FC-7A2A-461E-80C0-0200EB20A044}" dt="2024-06-11T17:48:34.289" v="3121" actId="47"/>
        <pc:sldMkLst>
          <pc:docMk/>
          <pc:sldMk cId="387390423" sldId="379"/>
        </pc:sldMkLst>
      </pc:sldChg>
      <pc:sldChg chg="addSp delSp modSp new mod modAnim">
        <pc:chgData name="Dr Gaurav Sushant" userId="ea0695df9e5e2b13" providerId="LiveId" clId="{BD53D6FC-7A2A-461E-80C0-0200EB20A044}" dt="2024-06-11T18:08:07.828" v="3562"/>
        <pc:sldMkLst>
          <pc:docMk/>
          <pc:sldMk cId="2422769705" sldId="380"/>
        </pc:sldMkLst>
      </pc:sldChg>
      <pc:sldChg chg="modSp new mod modAnim">
        <pc:chgData name="Dr Gaurav Sushant" userId="ea0695df9e5e2b13" providerId="LiveId" clId="{BD53D6FC-7A2A-461E-80C0-0200EB20A044}" dt="2024-06-11T18:14:16.518" v="3600" actId="113"/>
        <pc:sldMkLst>
          <pc:docMk/>
          <pc:sldMk cId="3034221297" sldId="381"/>
        </pc:sldMkLst>
      </pc:sldChg>
      <pc:sldChg chg="addSp delSp modSp new mod modAnim">
        <pc:chgData name="Dr Gaurav Sushant" userId="ea0695df9e5e2b13" providerId="LiveId" clId="{BD53D6FC-7A2A-461E-80C0-0200EB20A044}" dt="2024-06-11T18:10:14.117" v="3565"/>
        <pc:sldMkLst>
          <pc:docMk/>
          <pc:sldMk cId="2704366216" sldId="382"/>
        </pc:sldMkLst>
      </pc:sldChg>
      <pc:sldChg chg="delSp modSp new del mod">
        <pc:chgData name="Dr Gaurav Sushant" userId="ea0695df9e5e2b13" providerId="LiveId" clId="{BD53D6FC-7A2A-461E-80C0-0200EB20A044}" dt="2024-06-11T17:08:52.847" v="1816" actId="2696"/>
        <pc:sldMkLst>
          <pc:docMk/>
          <pc:sldMk cId="933678866" sldId="383"/>
        </pc:sldMkLst>
      </pc:sldChg>
      <pc:sldChg chg="addSp delSp modSp new mod modAnim">
        <pc:chgData name="Dr Gaurav Sushant" userId="ea0695df9e5e2b13" providerId="LiveId" clId="{BD53D6FC-7A2A-461E-80C0-0200EB20A044}" dt="2024-06-11T18:10:50.844" v="3569"/>
        <pc:sldMkLst>
          <pc:docMk/>
          <pc:sldMk cId="1292962916" sldId="384"/>
        </pc:sldMkLst>
      </pc:sldChg>
      <pc:sldChg chg="modSp new mod modAnim">
        <pc:chgData name="Dr Gaurav Sushant" userId="ea0695df9e5e2b13" providerId="LiveId" clId="{BD53D6FC-7A2A-461E-80C0-0200EB20A044}" dt="2024-06-11T18:10:44.167" v="3568"/>
        <pc:sldMkLst>
          <pc:docMk/>
          <pc:sldMk cId="1436752421" sldId="385"/>
        </pc:sldMkLst>
      </pc:sldChg>
      <pc:sldChg chg="modSp new mod modAnim">
        <pc:chgData name="Dr Gaurav Sushant" userId="ea0695df9e5e2b13" providerId="LiveId" clId="{BD53D6FC-7A2A-461E-80C0-0200EB20A044}" dt="2024-06-11T18:11:05.903" v="3571"/>
        <pc:sldMkLst>
          <pc:docMk/>
          <pc:sldMk cId="1091651471" sldId="386"/>
        </pc:sldMkLst>
      </pc:sldChg>
      <pc:sldChg chg="addSp modSp new mod modAnim">
        <pc:chgData name="Dr Gaurav Sushant" userId="ea0695df9e5e2b13" providerId="LiveId" clId="{BD53D6FC-7A2A-461E-80C0-0200EB20A044}" dt="2024-06-11T18:12:26.815" v="3590"/>
        <pc:sldMkLst>
          <pc:docMk/>
          <pc:sldMk cId="2106465838" sldId="387"/>
        </pc:sldMkLst>
      </pc:sldChg>
      <pc:sldChg chg="modSp new mod modAnim">
        <pc:chgData name="Dr Gaurav Sushant" userId="ea0695df9e5e2b13" providerId="LiveId" clId="{BD53D6FC-7A2A-461E-80C0-0200EB20A044}" dt="2024-06-11T18:12:43.204" v="3592"/>
        <pc:sldMkLst>
          <pc:docMk/>
          <pc:sldMk cId="1980965030" sldId="388"/>
        </pc:sldMkLst>
      </pc:sldChg>
    </pc:docChg>
  </pc:docChgLst>
  <pc:docChgLst>
    <pc:chgData name="Dr Gaurav Sushant" userId="ea0695df9e5e2b13" providerId="LiveId" clId="{1F5413AF-E3C6-4913-84C7-186F33A82D67}"/>
    <pc:docChg chg="undo custSel addSld delSld">
      <pc:chgData name="Dr Gaurav Sushant" userId="ea0695df9e5e2b13" providerId="LiveId" clId="{1F5413AF-E3C6-4913-84C7-186F33A82D67}" dt="2025-03-26T04:36:03.739" v="3" actId="680"/>
      <pc:docMkLst>
        <pc:docMk/>
      </pc:docMkLst>
      <pc:sldChg chg="new del">
        <pc:chgData name="Dr Gaurav Sushant" userId="ea0695df9e5e2b13" providerId="LiveId" clId="{1F5413AF-E3C6-4913-84C7-186F33A82D67}" dt="2025-03-26T04:36:03.739" v="3" actId="680"/>
        <pc:sldMkLst>
          <pc:docMk/>
          <pc:sldMk cId="3321000030" sldId="389"/>
        </pc:sldMkLst>
      </pc:sldChg>
      <pc:sldChg chg="new del">
        <pc:chgData name="Dr Gaurav Sushant" userId="ea0695df9e5e2b13" providerId="LiveId" clId="{1F5413AF-E3C6-4913-84C7-186F33A82D67}" dt="2025-03-26T04:35:48.665" v="1" actId="680"/>
        <pc:sldMkLst>
          <pc:docMk/>
          <pc:sldMk cId="4139804599" sldId="3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3/26/2025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3/26/2025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1382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3/26/2025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2274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3/26/2025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5637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3/26/2025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22270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3/26/2025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792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3/26/2025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8742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3/26/2025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073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097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3/26/2025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7234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3/26/2025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6614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3/26/2025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5569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3/26/2025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918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1905000"/>
            <a:ext cx="11201400" cy="2095500"/>
          </a:xfrm>
        </p:spPr>
        <p:txBody>
          <a:bodyPr>
            <a:normAutofit/>
          </a:bodyPr>
          <a:lstStyle/>
          <a:p>
            <a:pPr algn="ctr"/>
            <a:r>
              <a:rPr lang="es-ES" sz="4000" dirty="0"/>
              <a:t>Verbos irregulares (Querer, Poder)</a:t>
            </a:r>
            <a:br>
              <a:rPr lang="es-ES" sz="4000" dirty="0"/>
            </a:br>
            <a:r>
              <a:rPr lang="es-ES" sz="4000" dirty="0"/>
              <a:t>Stem-changing Verbs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FEF37F-E2C0-E85B-6119-8E924F31E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90600"/>
            <a:ext cx="11582400" cy="5562600"/>
          </a:xfrm>
        </p:spPr>
        <p:txBody>
          <a:bodyPr/>
          <a:lstStyle/>
          <a:p>
            <a:r>
              <a:rPr lang="en-US" sz="3000" dirty="0"/>
              <a:t>While learning about regular verbs, we have seen that any verb in its original form has two parts i.e., stem part and end part. </a:t>
            </a:r>
          </a:p>
          <a:p>
            <a:r>
              <a:rPr lang="en-US" sz="3000" dirty="0"/>
              <a:t>The end part will always be –AR or –ER or –IR for any verb in its infinitive or original form.  </a:t>
            </a:r>
          </a:p>
          <a:p>
            <a:pPr marL="109220" indent="0">
              <a:buNone/>
            </a:pPr>
            <a:r>
              <a:rPr lang="en-US" sz="3000" dirty="0"/>
              <a:t>E.g.		</a:t>
            </a:r>
            <a:r>
              <a:rPr lang="en-US" sz="3000" dirty="0">
                <a:solidFill>
                  <a:srgbClr val="FFFF00"/>
                </a:solidFill>
              </a:rPr>
              <a:t>Habl</a:t>
            </a:r>
            <a:r>
              <a:rPr lang="en-US" sz="3000" b="1" u="sng" dirty="0">
                <a:solidFill>
                  <a:srgbClr val="FFFF00"/>
                </a:solidFill>
              </a:rPr>
              <a:t>ar</a:t>
            </a:r>
            <a:r>
              <a:rPr lang="en-US" sz="3000" dirty="0">
                <a:solidFill>
                  <a:srgbClr val="FFFF00"/>
                </a:solidFill>
              </a:rPr>
              <a:t>		Com</a:t>
            </a:r>
            <a:r>
              <a:rPr lang="en-US" sz="3000" b="1" u="sng" dirty="0">
                <a:solidFill>
                  <a:srgbClr val="FFFF00"/>
                </a:solidFill>
              </a:rPr>
              <a:t>er</a:t>
            </a:r>
            <a:r>
              <a:rPr lang="en-US" sz="3000" dirty="0">
                <a:solidFill>
                  <a:srgbClr val="FFFF00"/>
                </a:solidFill>
              </a:rPr>
              <a:t>		</a:t>
            </a:r>
            <a:r>
              <a:rPr lang="en-US" sz="3000" dirty="0" err="1">
                <a:solidFill>
                  <a:srgbClr val="FFFF00"/>
                </a:solidFill>
              </a:rPr>
              <a:t>Viv</a:t>
            </a:r>
            <a:r>
              <a:rPr lang="en-US" sz="3000" b="1" u="sng" dirty="0" err="1">
                <a:solidFill>
                  <a:srgbClr val="FFFF00"/>
                </a:solidFill>
              </a:rPr>
              <a:t>ir</a:t>
            </a:r>
            <a:endParaRPr lang="en-US" sz="3000" b="1" u="sng" dirty="0">
              <a:solidFill>
                <a:srgbClr val="FFFF00"/>
              </a:solidFill>
            </a:endParaRPr>
          </a:p>
          <a:p>
            <a:pPr marL="109220" indent="0">
              <a:buNone/>
            </a:pPr>
            <a:endParaRPr lang="en-US" sz="3000" u="sng" dirty="0"/>
          </a:p>
          <a:p>
            <a:r>
              <a:rPr lang="en-US" sz="3000" dirty="0"/>
              <a:t>While conjugating any regular verb, the changes only happen in the end part of the verb. The stem part is unchanged. </a:t>
            </a:r>
          </a:p>
          <a:p>
            <a:r>
              <a:rPr lang="en-US" sz="3000" dirty="0" err="1">
                <a:solidFill>
                  <a:srgbClr val="FFFF00"/>
                </a:solidFill>
              </a:rPr>
              <a:t>Yo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habl</a:t>
            </a:r>
            <a:r>
              <a:rPr lang="en-US" sz="3000" b="1" u="sng" dirty="0" err="1">
                <a:solidFill>
                  <a:srgbClr val="FFFF00"/>
                </a:solidFill>
              </a:rPr>
              <a:t>o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espa</a:t>
            </a:r>
            <a:r>
              <a:rPr lang="es-ES" sz="3000" dirty="0" err="1">
                <a:solidFill>
                  <a:srgbClr val="FFFF00"/>
                </a:solidFill>
              </a:rPr>
              <a:t>ñol</a:t>
            </a:r>
            <a:r>
              <a:rPr lang="es-ES" sz="3000" dirty="0">
                <a:solidFill>
                  <a:srgbClr val="FFFF00"/>
                </a:solidFill>
              </a:rPr>
              <a:t>. </a:t>
            </a:r>
          </a:p>
          <a:p>
            <a:r>
              <a:rPr lang="es-ES" sz="3000" dirty="0">
                <a:solidFill>
                  <a:srgbClr val="FFFF00"/>
                </a:solidFill>
              </a:rPr>
              <a:t>Tú com</a:t>
            </a:r>
            <a:r>
              <a:rPr lang="es-ES" sz="3000" b="1" u="sng" dirty="0">
                <a:solidFill>
                  <a:srgbClr val="FFFF00"/>
                </a:solidFill>
              </a:rPr>
              <a:t>es</a:t>
            </a:r>
            <a:r>
              <a:rPr lang="es-ES" sz="3000" dirty="0">
                <a:solidFill>
                  <a:srgbClr val="FFFF00"/>
                </a:solidFill>
              </a:rPr>
              <a:t> pollo cada día. </a:t>
            </a:r>
          </a:p>
          <a:p>
            <a:r>
              <a:rPr lang="es-ES" sz="3000" dirty="0">
                <a:solidFill>
                  <a:srgbClr val="FFFF00"/>
                </a:solidFill>
              </a:rPr>
              <a:t>Nosotros viv</a:t>
            </a:r>
            <a:r>
              <a:rPr lang="es-ES" sz="3000" b="1" u="sng" dirty="0">
                <a:solidFill>
                  <a:srgbClr val="FFFF00"/>
                </a:solidFill>
              </a:rPr>
              <a:t>imos</a:t>
            </a:r>
            <a:r>
              <a:rPr lang="es-ES" sz="3000" dirty="0">
                <a:solidFill>
                  <a:srgbClr val="FFFF00"/>
                </a:solidFill>
              </a:rPr>
              <a:t> en la India. 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57F26D-EC81-D342-E059-E35A5564E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399"/>
            <a:ext cx="10972800" cy="1073727"/>
          </a:xfrm>
        </p:spPr>
        <p:txBody>
          <a:bodyPr>
            <a:noAutofit/>
          </a:bodyPr>
          <a:lstStyle/>
          <a:p>
            <a:pPr algn="ctr"/>
            <a:r>
              <a:rPr lang="es-ES" sz="4000" dirty="0"/>
              <a:t>Los verbos regulares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22769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BB6493-D04E-AB23-AC43-E388CAA84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26126"/>
            <a:ext cx="11582400" cy="5327074"/>
          </a:xfrm>
        </p:spPr>
        <p:txBody>
          <a:bodyPr/>
          <a:lstStyle/>
          <a:p>
            <a:r>
              <a:rPr lang="en-US" sz="3000" dirty="0"/>
              <a:t>There are mainly three types of stem-changing verbs in which the vowel used in the stem changes from</a:t>
            </a:r>
            <a:r>
              <a:rPr lang="en-US" sz="3000" b="1" dirty="0"/>
              <a:t> </a:t>
            </a:r>
            <a:r>
              <a:rPr lang="en-US" sz="3000" b="1" dirty="0">
                <a:solidFill>
                  <a:srgbClr val="FFFF00"/>
                </a:solidFill>
              </a:rPr>
              <a:t>e to ie, or o to ue.</a:t>
            </a:r>
          </a:p>
          <a:p>
            <a:r>
              <a:rPr lang="en-US" sz="3000" dirty="0"/>
              <a:t>Stem changes occur in all the present-tense forms of the verb except for the </a:t>
            </a:r>
            <a:r>
              <a:rPr lang="en-US" sz="3000" b="1" dirty="0" err="1">
                <a:solidFill>
                  <a:srgbClr val="FFFF00"/>
                </a:solidFill>
              </a:rPr>
              <a:t>nosotros</a:t>
            </a:r>
            <a:r>
              <a:rPr lang="en-US" sz="3000" dirty="0"/>
              <a:t> and the </a:t>
            </a:r>
            <a:r>
              <a:rPr lang="en-US" sz="3000" b="1" dirty="0" err="1">
                <a:solidFill>
                  <a:srgbClr val="FFFF00"/>
                </a:solidFill>
              </a:rPr>
              <a:t>vosotros</a:t>
            </a:r>
            <a:r>
              <a:rPr lang="en-US" sz="3000" dirty="0"/>
              <a:t> forms. </a:t>
            </a:r>
          </a:p>
          <a:p>
            <a:endParaRPr lang="en-US" sz="3000" dirty="0"/>
          </a:p>
          <a:p>
            <a:r>
              <a:rPr lang="en-US" sz="3000" dirty="0"/>
              <a:t>The conjugation format for stem-changing verbs is often called </a:t>
            </a:r>
            <a:r>
              <a:rPr lang="en-US" sz="3000" b="1" dirty="0">
                <a:solidFill>
                  <a:srgbClr val="FFFF00"/>
                </a:solidFill>
              </a:rPr>
              <a:t>"the boot" </a:t>
            </a:r>
            <a:r>
              <a:rPr lang="en-US" sz="3000" dirty="0"/>
              <a:t>due to the conjugated forms' resemblance to a boot's shape. When you draw a dark line around the forms that undergo a stem change, they take on a shape like a boot. This helps learners visualize and remember the pattern of stem-changing verbs in different tenses and moods.</a:t>
            </a:r>
          </a:p>
          <a:p>
            <a:endParaRPr lang="en-US" sz="3000" dirty="0"/>
          </a:p>
          <a:p>
            <a:endParaRPr lang="en-US" sz="3000" dirty="0"/>
          </a:p>
          <a:p>
            <a:endParaRPr lang="en-US" sz="3000" dirty="0"/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B1867F-7B90-338E-69BE-60F26D8C8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399"/>
            <a:ext cx="10972800" cy="1073727"/>
          </a:xfrm>
        </p:spPr>
        <p:txBody>
          <a:bodyPr>
            <a:noAutofit/>
          </a:bodyPr>
          <a:lstStyle/>
          <a:p>
            <a:pPr algn="ctr"/>
            <a:r>
              <a:rPr lang="es-ES" sz="4000" dirty="0"/>
              <a:t>Verbos irregulares </a:t>
            </a:r>
            <a:br>
              <a:rPr lang="es-ES" sz="4000" dirty="0"/>
            </a:br>
            <a:r>
              <a:rPr lang="es-ES" sz="4000" dirty="0"/>
              <a:t>(</a:t>
            </a:r>
            <a:r>
              <a:rPr lang="es-ES" sz="4000" dirty="0" err="1"/>
              <a:t>stem-changing</a:t>
            </a:r>
            <a:r>
              <a:rPr lang="es-ES" sz="4000" dirty="0"/>
              <a:t> </a:t>
            </a:r>
            <a:r>
              <a:rPr lang="es-ES" sz="4000" dirty="0" err="1"/>
              <a:t>verbs</a:t>
            </a:r>
            <a:r>
              <a:rPr lang="es-ES" sz="4000" dirty="0"/>
              <a:t>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03422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9B09CD-C801-36C0-2A66-14554E2F8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400"/>
            <a:ext cx="11582400" cy="6324600"/>
          </a:xfrm>
        </p:spPr>
        <p:txBody>
          <a:bodyPr/>
          <a:lstStyle/>
          <a:p>
            <a:pPr marL="623570" indent="-514350">
              <a:buFont typeface="+mj-lt"/>
              <a:buAutoNum type="arabicPeriod"/>
            </a:pPr>
            <a:r>
              <a:rPr lang="en-US" sz="3000" dirty="0" err="1">
                <a:solidFill>
                  <a:srgbClr val="FFD908"/>
                </a:solidFill>
              </a:rPr>
              <a:t>Qu</a:t>
            </a:r>
            <a:r>
              <a:rPr lang="en-US" sz="3000" b="1" u="sng" dirty="0" err="1">
                <a:solidFill>
                  <a:srgbClr val="FFD908"/>
                </a:solidFill>
              </a:rPr>
              <a:t>e</a:t>
            </a:r>
            <a:r>
              <a:rPr lang="en-US" sz="3000" dirty="0" err="1">
                <a:solidFill>
                  <a:srgbClr val="FFD908"/>
                </a:solidFill>
              </a:rPr>
              <a:t>r</a:t>
            </a:r>
            <a:r>
              <a:rPr lang="en-US" sz="3000" b="1" u="sng" dirty="0" err="1">
                <a:solidFill>
                  <a:srgbClr val="FFD908"/>
                </a:solidFill>
              </a:rPr>
              <a:t>er</a:t>
            </a:r>
            <a:r>
              <a:rPr lang="en-US" sz="3000" dirty="0">
                <a:solidFill>
                  <a:srgbClr val="FFD908"/>
                </a:solidFill>
              </a:rPr>
              <a:t> – To want (E will change to IE)</a:t>
            </a:r>
          </a:p>
          <a:p>
            <a:pPr marL="109220" indent="0">
              <a:buNone/>
            </a:pPr>
            <a:r>
              <a:rPr lang="en-US" sz="3000" dirty="0"/>
              <a:t>				</a:t>
            </a:r>
            <a:r>
              <a:rPr lang="en-US" sz="3000" dirty="0" err="1"/>
              <a:t>Quiero</a:t>
            </a:r>
            <a:r>
              <a:rPr lang="en-US" sz="3000" dirty="0"/>
              <a:t>		</a:t>
            </a:r>
            <a:r>
              <a:rPr lang="en-US" sz="3000" dirty="0" err="1"/>
              <a:t>Queremos</a:t>
            </a:r>
            <a:endParaRPr lang="en-US" sz="3000" dirty="0"/>
          </a:p>
          <a:p>
            <a:pPr marL="109220" indent="0">
              <a:buNone/>
            </a:pPr>
            <a:r>
              <a:rPr lang="en-US" sz="3000" dirty="0"/>
              <a:t>				</a:t>
            </a:r>
            <a:r>
              <a:rPr lang="en-US" sz="3000" dirty="0" err="1"/>
              <a:t>Quieres</a:t>
            </a:r>
            <a:r>
              <a:rPr lang="en-US" sz="3000" dirty="0"/>
              <a:t>		</a:t>
            </a:r>
            <a:r>
              <a:rPr lang="en-US" sz="3000" dirty="0" err="1"/>
              <a:t>Queréis</a:t>
            </a:r>
            <a:r>
              <a:rPr lang="en-US" sz="3000" dirty="0"/>
              <a:t> </a:t>
            </a:r>
          </a:p>
          <a:p>
            <a:pPr marL="109220" indent="0">
              <a:buNone/>
            </a:pPr>
            <a:r>
              <a:rPr lang="en-US" sz="3000" dirty="0"/>
              <a:t>				</a:t>
            </a:r>
            <a:r>
              <a:rPr lang="en-US" sz="3000" dirty="0" err="1"/>
              <a:t>Quiere</a:t>
            </a:r>
            <a:r>
              <a:rPr lang="en-US" sz="3000" dirty="0"/>
              <a:t>		</a:t>
            </a:r>
            <a:r>
              <a:rPr lang="en-US" sz="3000" dirty="0" err="1"/>
              <a:t>Quieren</a:t>
            </a:r>
            <a:endParaRPr lang="en-US" sz="3000" dirty="0"/>
          </a:p>
          <a:p>
            <a:pPr marL="109220" indent="0">
              <a:buNone/>
            </a:pPr>
            <a:endParaRPr lang="es-ES" sz="3200" dirty="0"/>
          </a:p>
          <a:p>
            <a:pPr marL="109220" indent="0">
              <a:buNone/>
            </a:pPr>
            <a:r>
              <a:rPr lang="es-ES" sz="3200" dirty="0" err="1"/>
              <a:t>Examples</a:t>
            </a:r>
            <a:r>
              <a:rPr lang="en-US" sz="3200" dirty="0"/>
              <a:t>: </a:t>
            </a:r>
          </a:p>
          <a:p>
            <a:pPr marL="109220" indent="0">
              <a:buNone/>
            </a:pPr>
            <a:r>
              <a:rPr lang="en-US" sz="3200" dirty="0"/>
              <a:t>I want a coffee. – </a:t>
            </a:r>
            <a:r>
              <a:rPr lang="en-US" sz="3200" dirty="0" err="1"/>
              <a:t>Yo</a:t>
            </a:r>
            <a:r>
              <a:rPr lang="en-US" sz="3200" dirty="0"/>
              <a:t> </a:t>
            </a:r>
            <a:r>
              <a:rPr lang="en-US" sz="3200" dirty="0" err="1"/>
              <a:t>quiero</a:t>
            </a:r>
            <a:r>
              <a:rPr lang="en-US" sz="3200" dirty="0"/>
              <a:t> un café. </a:t>
            </a:r>
          </a:p>
          <a:p>
            <a:pPr marL="109220" indent="0">
              <a:buNone/>
            </a:pPr>
            <a:r>
              <a:rPr lang="en-US" sz="3200" dirty="0"/>
              <a:t>You want a new car. – T</a:t>
            </a:r>
            <a:r>
              <a:rPr lang="es-ES" sz="3200" dirty="0"/>
              <a:t>ú quieres un coche nuevo. </a:t>
            </a:r>
          </a:p>
          <a:p>
            <a:pPr marL="109220" indent="0">
              <a:buNone/>
            </a:pPr>
            <a:r>
              <a:rPr lang="es-ES" sz="3200" dirty="0" err="1"/>
              <a:t>My</a:t>
            </a:r>
            <a:r>
              <a:rPr lang="es-ES" sz="3200" dirty="0"/>
              <a:t> </a:t>
            </a:r>
            <a:r>
              <a:rPr lang="es-ES" sz="3200" dirty="0" err="1"/>
              <a:t>friend</a:t>
            </a:r>
            <a:r>
              <a:rPr lang="es-ES" sz="3200" dirty="0"/>
              <a:t> </a:t>
            </a:r>
            <a:r>
              <a:rPr lang="es-ES" sz="3200" dirty="0" err="1"/>
              <a:t>want</a:t>
            </a:r>
            <a:r>
              <a:rPr lang="es-ES" sz="3200" dirty="0"/>
              <a:t> wáter. – Mi amigo quiere agua. </a:t>
            </a:r>
          </a:p>
          <a:p>
            <a:pPr marL="109220" indent="0">
              <a:buNone/>
            </a:pPr>
            <a:r>
              <a:rPr lang="es-ES" sz="3200" dirty="0"/>
              <a:t>I </a:t>
            </a:r>
            <a:r>
              <a:rPr lang="es-ES" sz="3200" dirty="0" err="1"/>
              <a:t>want</a:t>
            </a:r>
            <a:r>
              <a:rPr lang="es-ES" sz="3200" dirty="0"/>
              <a:t> </a:t>
            </a:r>
            <a:r>
              <a:rPr lang="es-ES" sz="3200" dirty="0" err="1"/>
              <a:t>to</a:t>
            </a:r>
            <a:r>
              <a:rPr lang="es-ES" sz="3200" dirty="0"/>
              <a:t> </a:t>
            </a:r>
            <a:r>
              <a:rPr lang="es-ES" sz="3200" dirty="0" err="1"/>
              <a:t>eat</a:t>
            </a:r>
            <a:r>
              <a:rPr lang="es-ES" sz="3200" dirty="0"/>
              <a:t> pizza. – Yo quiero comer pizza. </a:t>
            </a:r>
          </a:p>
          <a:p>
            <a:pPr marL="109220" indent="0">
              <a:buNone/>
            </a:pPr>
            <a:r>
              <a:rPr lang="es-ES" sz="3200" dirty="0" err="1"/>
              <a:t>They</a:t>
            </a:r>
            <a:r>
              <a:rPr lang="es-ES" sz="3200" dirty="0"/>
              <a:t> </a:t>
            </a:r>
            <a:r>
              <a:rPr lang="es-ES" sz="3200" dirty="0" err="1"/>
              <a:t>want</a:t>
            </a:r>
            <a:r>
              <a:rPr lang="es-ES" sz="3200" dirty="0"/>
              <a:t> </a:t>
            </a:r>
            <a:r>
              <a:rPr lang="es-ES" sz="3200" dirty="0" err="1"/>
              <a:t>to</a:t>
            </a:r>
            <a:r>
              <a:rPr lang="es-ES" sz="3200" dirty="0"/>
              <a:t> </a:t>
            </a:r>
            <a:r>
              <a:rPr lang="es-ES" sz="3200" dirty="0" err="1"/>
              <a:t>drink</a:t>
            </a:r>
            <a:r>
              <a:rPr lang="es-ES" sz="3200" dirty="0"/>
              <a:t> </a:t>
            </a:r>
            <a:r>
              <a:rPr lang="es-ES" sz="3200" dirty="0" err="1"/>
              <a:t>wine</a:t>
            </a:r>
            <a:r>
              <a:rPr lang="es-ES" sz="3200" dirty="0"/>
              <a:t>. – Ellos quieren beber vino. </a:t>
            </a:r>
          </a:p>
          <a:p>
            <a:pPr marL="109220" indent="0">
              <a:buNone/>
            </a:pPr>
            <a:endParaRPr lang="en-US" sz="30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E75107-C3E1-E5BE-6FBB-DC26917F03C1}"/>
              </a:ext>
            </a:extLst>
          </p:cNvPr>
          <p:cNvCxnSpPr>
            <a:cxnSpLocks/>
          </p:cNvCxnSpPr>
          <p:nvPr/>
        </p:nvCxnSpPr>
        <p:spPr>
          <a:xfrm>
            <a:off x="3754582" y="685800"/>
            <a:ext cx="18288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1BCA5F-BC06-2F22-C4FC-28EDE5AC3019}"/>
              </a:ext>
            </a:extLst>
          </p:cNvPr>
          <p:cNvCxnSpPr/>
          <p:nvPr/>
        </p:nvCxnSpPr>
        <p:spPr>
          <a:xfrm>
            <a:off x="3754582" y="685800"/>
            <a:ext cx="0" cy="17526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A84689-C8AF-D67D-E5BB-2D73A9A4253D}"/>
              </a:ext>
            </a:extLst>
          </p:cNvPr>
          <p:cNvCxnSpPr>
            <a:cxnSpLocks/>
          </p:cNvCxnSpPr>
          <p:nvPr/>
        </p:nvCxnSpPr>
        <p:spPr>
          <a:xfrm>
            <a:off x="3719946" y="2448791"/>
            <a:ext cx="4876800" cy="762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3D6B1B-59AA-B328-4B9E-4D93ADB6C7B6}"/>
              </a:ext>
            </a:extLst>
          </p:cNvPr>
          <p:cNvCxnSpPr/>
          <p:nvPr/>
        </p:nvCxnSpPr>
        <p:spPr>
          <a:xfrm>
            <a:off x="5562602" y="671945"/>
            <a:ext cx="304800" cy="11430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91C30A4-6B5E-7A0C-26B2-0F6B39048F1B}"/>
              </a:ext>
            </a:extLst>
          </p:cNvPr>
          <p:cNvCxnSpPr>
            <a:cxnSpLocks/>
          </p:cNvCxnSpPr>
          <p:nvPr/>
        </p:nvCxnSpPr>
        <p:spPr>
          <a:xfrm flipV="1">
            <a:off x="5867402" y="1788968"/>
            <a:ext cx="2570017" cy="25977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D4478B6-59A2-3F0B-97B5-E85F8FF5CC35}"/>
              </a:ext>
            </a:extLst>
          </p:cNvPr>
          <p:cNvCxnSpPr>
            <a:cxnSpLocks/>
          </p:cNvCxnSpPr>
          <p:nvPr/>
        </p:nvCxnSpPr>
        <p:spPr>
          <a:xfrm>
            <a:off x="8437419" y="1788968"/>
            <a:ext cx="131620" cy="72563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36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306B2B-D792-D643-652F-5F21F06CF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50900"/>
            <a:ext cx="11506200" cy="5702300"/>
          </a:xfrm>
        </p:spPr>
        <p:txBody>
          <a:bodyPr/>
          <a:lstStyle/>
          <a:p>
            <a:r>
              <a:rPr lang="en-US" sz="3000" dirty="0" err="1"/>
              <a:t>Cerrar</a:t>
            </a:r>
            <a:r>
              <a:rPr lang="en-US" sz="3000" dirty="0"/>
              <a:t> 				to close</a:t>
            </a:r>
          </a:p>
          <a:p>
            <a:r>
              <a:rPr lang="en-US" sz="3000" dirty="0" err="1"/>
              <a:t>comenzar</a:t>
            </a:r>
            <a:r>
              <a:rPr lang="en-US" sz="3000" dirty="0"/>
              <a:t> 			to begin</a:t>
            </a:r>
          </a:p>
          <a:p>
            <a:r>
              <a:rPr lang="en-US" sz="3000" dirty="0" err="1"/>
              <a:t>Despertar</a:t>
            </a:r>
            <a:r>
              <a:rPr lang="en-US" sz="3000" dirty="0"/>
              <a:t>-se   		to wake up (me </a:t>
            </a:r>
            <a:r>
              <a:rPr lang="en-US" sz="3000" dirty="0" err="1"/>
              <a:t>despierto</a:t>
            </a:r>
            <a:r>
              <a:rPr lang="en-US" sz="3000" dirty="0"/>
              <a:t>)</a:t>
            </a:r>
          </a:p>
          <a:p>
            <a:r>
              <a:rPr lang="en-US" sz="3000" dirty="0" err="1"/>
              <a:t>Gobernar</a:t>
            </a:r>
            <a:r>
              <a:rPr lang="en-US" sz="3000" dirty="0"/>
              <a:t> 			to Govern</a:t>
            </a:r>
          </a:p>
          <a:p>
            <a:r>
              <a:rPr lang="en-US" sz="3000" dirty="0" err="1"/>
              <a:t>Recomendar</a:t>
            </a:r>
            <a:r>
              <a:rPr lang="en-US" sz="3000" dirty="0"/>
              <a:t> 			to recommend</a:t>
            </a:r>
          </a:p>
          <a:p>
            <a:r>
              <a:rPr lang="en-US" sz="3000" dirty="0"/>
              <a:t>Defender 			to defend</a:t>
            </a:r>
          </a:p>
          <a:p>
            <a:r>
              <a:rPr lang="en-US" sz="3000" dirty="0"/>
              <a:t>Descender 			to descend</a:t>
            </a:r>
          </a:p>
          <a:p>
            <a:r>
              <a:rPr lang="en-US" sz="3000" dirty="0" err="1"/>
              <a:t>Entender</a:t>
            </a:r>
            <a:r>
              <a:rPr lang="en-US" sz="3000" dirty="0"/>
              <a:t> 			to understand</a:t>
            </a:r>
          </a:p>
          <a:p>
            <a:pPr marL="109220" indent="0">
              <a:buNone/>
            </a:pPr>
            <a:endParaRPr lang="en-US" sz="3000" dirty="0"/>
          </a:p>
          <a:p>
            <a:pPr marL="109220" indent="0">
              <a:buNone/>
            </a:pPr>
            <a:r>
              <a:rPr lang="en-US" sz="3000" dirty="0"/>
              <a:t>Note: In a stem-changing verb, it is the second last vowel which changes from E to IE or O to UE.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F26938-41F8-EAFA-615E-433C31F59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774700"/>
          </a:xfrm>
        </p:spPr>
        <p:txBody>
          <a:bodyPr>
            <a:normAutofit/>
          </a:bodyPr>
          <a:lstStyle/>
          <a:p>
            <a:r>
              <a:rPr lang="es-ES" sz="4000" dirty="0"/>
              <a:t>Other </a:t>
            </a:r>
            <a:r>
              <a:rPr lang="es-ES" sz="4000" dirty="0" err="1"/>
              <a:t>verbs</a:t>
            </a:r>
            <a:r>
              <a:rPr lang="es-ES" sz="4000" dirty="0"/>
              <a:t> </a:t>
            </a:r>
            <a:r>
              <a:rPr lang="es-ES" sz="4000" dirty="0" err="1"/>
              <a:t>like</a:t>
            </a:r>
            <a:r>
              <a:rPr lang="es-ES" sz="4000" dirty="0"/>
              <a:t> Querer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3675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FEE753-C8CE-88FE-967D-85D94383C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28600"/>
            <a:ext cx="11430000" cy="6248400"/>
          </a:xfrm>
        </p:spPr>
        <p:txBody>
          <a:bodyPr/>
          <a:lstStyle/>
          <a:p>
            <a:pPr marL="623570" indent="-514350">
              <a:buFont typeface="+mj-lt"/>
              <a:buAutoNum type="arabicPeriod" startAt="2"/>
            </a:pPr>
            <a:r>
              <a:rPr lang="es-ES" sz="3000" dirty="0">
                <a:solidFill>
                  <a:srgbClr val="FFD908"/>
                </a:solidFill>
              </a:rPr>
              <a:t>P</a:t>
            </a:r>
            <a:r>
              <a:rPr lang="es-ES" sz="3000" u="sng" dirty="0">
                <a:solidFill>
                  <a:srgbClr val="FFD908"/>
                </a:solidFill>
              </a:rPr>
              <a:t>o</a:t>
            </a:r>
            <a:r>
              <a:rPr lang="es-ES" sz="3000" dirty="0">
                <a:solidFill>
                  <a:srgbClr val="FFD908"/>
                </a:solidFill>
              </a:rPr>
              <a:t>der – Can (O </a:t>
            </a:r>
            <a:r>
              <a:rPr lang="es-ES" sz="3000" dirty="0" err="1">
                <a:solidFill>
                  <a:srgbClr val="FFD908"/>
                </a:solidFill>
              </a:rPr>
              <a:t>will</a:t>
            </a:r>
            <a:r>
              <a:rPr lang="es-ES" sz="3000" dirty="0">
                <a:solidFill>
                  <a:srgbClr val="FFD908"/>
                </a:solidFill>
              </a:rPr>
              <a:t> </a:t>
            </a:r>
            <a:r>
              <a:rPr lang="es-ES" sz="3000" dirty="0" err="1">
                <a:solidFill>
                  <a:srgbClr val="FFD908"/>
                </a:solidFill>
              </a:rPr>
              <a:t>change</a:t>
            </a:r>
            <a:r>
              <a:rPr lang="es-ES" sz="3000" dirty="0">
                <a:solidFill>
                  <a:srgbClr val="FFD908"/>
                </a:solidFill>
              </a:rPr>
              <a:t> </a:t>
            </a:r>
            <a:r>
              <a:rPr lang="es-ES" sz="3000" dirty="0" err="1">
                <a:solidFill>
                  <a:srgbClr val="FFD908"/>
                </a:solidFill>
              </a:rPr>
              <a:t>to</a:t>
            </a:r>
            <a:r>
              <a:rPr lang="es-ES" sz="3000" dirty="0">
                <a:solidFill>
                  <a:srgbClr val="FFD908"/>
                </a:solidFill>
              </a:rPr>
              <a:t> UE)</a:t>
            </a:r>
          </a:p>
          <a:p>
            <a:pPr marL="365125" lvl="1" indent="0">
              <a:buNone/>
            </a:pPr>
            <a:r>
              <a:rPr lang="es-ES" sz="3000" dirty="0">
                <a:solidFill>
                  <a:srgbClr val="FFD908"/>
                </a:solidFill>
              </a:rPr>
              <a:t>				</a:t>
            </a:r>
            <a:r>
              <a:rPr lang="es-ES" sz="3000" dirty="0"/>
              <a:t>P</a:t>
            </a:r>
            <a:r>
              <a:rPr lang="es-ES" sz="3000" u="sng" dirty="0"/>
              <a:t>ue</a:t>
            </a:r>
            <a:r>
              <a:rPr lang="es-ES" sz="3000" dirty="0"/>
              <a:t>do		Podemos</a:t>
            </a:r>
          </a:p>
          <a:p>
            <a:pPr marL="365125" lvl="1" indent="0">
              <a:buNone/>
            </a:pPr>
            <a:r>
              <a:rPr lang="es-ES" sz="3000" dirty="0"/>
              <a:t>				P</a:t>
            </a:r>
            <a:r>
              <a:rPr lang="es-ES" sz="3000" u="sng" dirty="0"/>
              <a:t>ue</a:t>
            </a:r>
            <a:r>
              <a:rPr lang="es-ES" sz="3000" dirty="0"/>
              <a:t>des		Podéis </a:t>
            </a:r>
          </a:p>
          <a:p>
            <a:pPr marL="365125" lvl="1" indent="0">
              <a:buNone/>
            </a:pPr>
            <a:r>
              <a:rPr lang="es-ES" sz="3000" dirty="0"/>
              <a:t>				P</a:t>
            </a:r>
            <a:r>
              <a:rPr lang="es-ES" sz="3000" u="sng" dirty="0"/>
              <a:t>ue</a:t>
            </a:r>
            <a:r>
              <a:rPr lang="es-ES" sz="3000" dirty="0"/>
              <a:t>de		P</a:t>
            </a:r>
            <a:r>
              <a:rPr lang="es-ES" sz="3000" u="sng" dirty="0"/>
              <a:t>ue</a:t>
            </a:r>
            <a:r>
              <a:rPr lang="es-ES" sz="3000" dirty="0"/>
              <a:t>den</a:t>
            </a:r>
          </a:p>
          <a:p>
            <a:pPr marL="109220" indent="0">
              <a:buNone/>
            </a:pPr>
            <a:endParaRPr lang="es-ES" sz="3000" dirty="0"/>
          </a:p>
          <a:p>
            <a:pPr marL="109220" indent="0">
              <a:buNone/>
            </a:pPr>
            <a:r>
              <a:rPr lang="es-ES" sz="3000" dirty="0" err="1"/>
              <a:t>Examples</a:t>
            </a:r>
            <a:r>
              <a:rPr lang="en-US" sz="3000" dirty="0"/>
              <a:t>:</a:t>
            </a:r>
          </a:p>
          <a:p>
            <a:pPr marL="109220" indent="0">
              <a:buNone/>
            </a:pPr>
            <a:r>
              <a:rPr lang="es-ES" sz="3000" dirty="0"/>
              <a:t>I can </a:t>
            </a:r>
            <a:r>
              <a:rPr lang="es-ES" sz="3000" dirty="0" err="1"/>
              <a:t>read</a:t>
            </a:r>
            <a:r>
              <a:rPr lang="es-ES" sz="3000" dirty="0"/>
              <a:t> </a:t>
            </a:r>
            <a:r>
              <a:rPr lang="es-ES" sz="3000" dirty="0" err="1"/>
              <a:t>Spanish</a:t>
            </a:r>
            <a:r>
              <a:rPr lang="es-ES" sz="3000" dirty="0"/>
              <a:t>. – Yo puedo leer español. </a:t>
            </a:r>
          </a:p>
          <a:p>
            <a:pPr marL="109220" indent="0">
              <a:buNone/>
            </a:pPr>
            <a:r>
              <a:rPr lang="es-ES" sz="3000" dirty="0" err="1"/>
              <a:t>We</a:t>
            </a:r>
            <a:r>
              <a:rPr lang="es-ES" sz="3000" dirty="0"/>
              <a:t> can dance </a:t>
            </a:r>
            <a:r>
              <a:rPr lang="es-ES" sz="3000" dirty="0" err="1"/>
              <a:t>today</a:t>
            </a:r>
            <a:r>
              <a:rPr lang="es-ES" sz="3000" dirty="0"/>
              <a:t>. – Nosotros podemos bailar hoy. </a:t>
            </a:r>
          </a:p>
          <a:p>
            <a:pPr marL="109220" indent="0">
              <a:buNone/>
            </a:pPr>
            <a:r>
              <a:rPr lang="es-ES" sz="3000" dirty="0" err="1"/>
              <a:t>My</a:t>
            </a:r>
            <a:r>
              <a:rPr lang="es-ES" sz="3000" dirty="0"/>
              <a:t> son can drive a car. – Mi hijo puede manejar un coche. </a:t>
            </a:r>
          </a:p>
          <a:p>
            <a:pPr marL="109220" indent="0">
              <a:buNone/>
            </a:pPr>
            <a:r>
              <a:rPr lang="es-ES" sz="3000" dirty="0" err="1"/>
              <a:t>Your</a:t>
            </a:r>
            <a:r>
              <a:rPr lang="es-ES" sz="3000" dirty="0"/>
              <a:t> </a:t>
            </a:r>
            <a:r>
              <a:rPr lang="es-ES" sz="3000" dirty="0" err="1"/>
              <a:t>parents</a:t>
            </a:r>
            <a:r>
              <a:rPr lang="es-ES" sz="3000" dirty="0"/>
              <a:t> can </a:t>
            </a:r>
            <a:r>
              <a:rPr lang="es-ES" sz="3000" dirty="0" err="1"/>
              <a:t>visit</a:t>
            </a:r>
            <a:r>
              <a:rPr lang="es-ES" sz="3000" dirty="0"/>
              <a:t> </a:t>
            </a:r>
            <a:r>
              <a:rPr lang="es-ES" sz="3000" dirty="0" err="1"/>
              <a:t>Spain</a:t>
            </a:r>
            <a:r>
              <a:rPr lang="es-ES" sz="3000" dirty="0"/>
              <a:t>. – Tus padres pueden visitar España. </a:t>
            </a:r>
          </a:p>
          <a:p>
            <a:pPr marL="109220" indent="0">
              <a:buNone/>
            </a:pPr>
            <a:r>
              <a:rPr lang="es-ES" sz="3000" dirty="0" err="1"/>
              <a:t>They</a:t>
            </a:r>
            <a:r>
              <a:rPr lang="es-ES" sz="3000" dirty="0"/>
              <a:t> can </a:t>
            </a:r>
            <a:r>
              <a:rPr lang="es-ES" sz="3000" dirty="0" err="1"/>
              <a:t>clean</a:t>
            </a:r>
            <a:r>
              <a:rPr lang="es-ES" sz="3000" dirty="0"/>
              <a:t> </a:t>
            </a:r>
            <a:r>
              <a:rPr lang="es-ES" sz="3000" dirty="0" err="1"/>
              <a:t>my</a:t>
            </a:r>
            <a:r>
              <a:rPr lang="es-ES" sz="3000" dirty="0"/>
              <a:t> </a:t>
            </a:r>
            <a:r>
              <a:rPr lang="es-ES" sz="3000" dirty="0" err="1"/>
              <a:t>house</a:t>
            </a:r>
            <a:r>
              <a:rPr lang="es-ES" sz="3000" dirty="0"/>
              <a:t>. – Ellos pueden limpiar mi casa. </a:t>
            </a:r>
          </a:p>
          <a:p>
            <a:pPr marL="109220" indent="0">
              <a:buNone/>
            </a:pPr>
            <a:endParaRPr lang="en-US" sz="3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04AD0A-09B7-F8B1-90CA-2D63E6489A04}"/>
              </a:ext>
            </a:extLst>
          </p:cNvPr>
          <p:cNvCxnSpPr/>
          <p:nvPr/>
        </p:nvCxnSpPr>
        <p:spPr>
          <a:xfrm>
            <a:off x="3886200" y="762000"/>
            <a:ext cx="19812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7967B6-070A-4F13-2E55-561D88E18264}"/>
              </a:ext>
            </a:extLst>
          </p:cNvPr>
          <p:cNvCxnSpPr/>
          <p:nvPr/>
        </p:nvCxnSpPr>
        <p:spPr>
          <a:xfrm>
            <a:off x="3886200" y="762000"/>
            <a:ext cx="0" cy="16002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0C1F52-F824-E470-6444-6E8C9FEC01D5}"/>
              </a:ext>
            </a:extLst>
          </p:cNvPr>
          <p:cNvCxnSpPr>
            <a:cxnSpLocks/>
          </p:cNvCxnSpPr>
          <p:nvPr/>
        </p:nvCxnSpPr>
        <p:spPr>
          <a:xfrm>
            <a:off x="3886200" y="2362200"/>
            <a:ext cx="48006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99BF21-26EF-4EC8-A9F0-72B802920E55}"/>
              </a:ext>
            </a:extLst>
          </p:cNvPr>
          <p:cNvCxnSpPr/>
          <p:nvPr/>
        </p:nvCxnSpPr>
        <p:spPr>
          <a:xfrm>
            <a:off x="5867400" y="762000"/>
            <a:ext cx="304800" cy="9906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354862-F6CB-14C6-89A1-C90978AA7FA2}"/>
              </a:ext>
            </a:extLst>
          </p:cNvPr>
          <p:cNvCxnSpPr/>
          <p:nvPr/>
        </p:nvCxnSpPr>
        <p:spPr>
          <a:xfrm>
            <a:off x="6172199" y="1752599"/>
            <a:ext cx="2438401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1BDBCE1-C799-FC3C-A8B6-96AE1BE7EA60}"/>
              </a:ext>
            </a:extLst>
          </p:cNvPr>
          <p:cNvCxnSpPr>
            <a:cxnSpLocks/>
          </p:cNvCxnSpPr>
          <p:nvPr/>
        </p:nvCxnSpPr>
        <p:spPr>
          <a:xfrm>
            <a:off x="8610600" y="1752599"/>
            <a:ext cx="76200" cy="609601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96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78A19B-2E49-9FFB-5C56-F5547E516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14400"/>
            <a:ext cx="10972800" cy="5562600"/>
          </a:xfrm>
        </p:spPr>
        <p:txBody>
          <a:bodyPr/>
          <a:lstStyle/>
          <a:p>
            <a:r>
              <a:rPr lang="en-US" sz="3000" dirty="0" err="1"/>
              <a:t>Almorzar</a:t>
            </a:r>
            <a:r>
              <a:rPr lang="en-US" sz="3000" dirty="0"/>
              <a:t> 			to eat lunch</a:t>
            </a:r>
          </a:p>
          <a:p>
            <a:r>
              <a:rPr lang="en-US" sz="3000" dirty="0" err="1"/>
              <a:t>Contar</a:t>
            </a:r>
            <a:r>
              <a:rPr lang="en-US" sz="3000" dirty="0"/>
              <a:t> 				to tell</a:t>
            </a:r>
          </a:p>
          <a:p>
            <a:r>
              <a:rPr lang="en-US" sz="3000" dirty="0"/>
              <a:t>Costar 				to cost</a:t>
            </a:r>
          </a:p>
          <a:p>
            <a:r>
              <a:rPr lang="en-US" sz="3000" dirty="0" err="1"/>
              <a:t>Encontrar</a:t>
            </a:r>
            <a:r>
              <a:rPr lang="en-US" sz="3000" dirty="0"/>
              <a:t> 			to meet/ find</a:t>
            </a:r>
          </a:p>
          <a:p>
            <a:r>
              <a:rPr lang="en-US" sz="3000" dirty="0" err="1"/>
              <a:t>Recordar</a:t>
            </a:r>
            <a:r>
              <a:rPr lang="en-US" sz="3000" dirty="0"/>
              <a:t> 			to remember</a:t>
            </a:r>
          </a:p>
          <a:p>
            <a:r>
              <a:rPr lang="en-US" sz="3000" dirty="0"/>
              <a:t>Resolver 			to resolve</a:t>
            </a:r>
          </a:p>
          <a:p>
            <a:r>
              <a:rPr lang="en-US" sz="3000" dirty="0"/>
              <a:t>Volver 				to return</a:t>
            </a:r>
          </a:p>
          <a:p>
            <a:r>
              <a:rPr lang="en-US" sz="3000" dirty="0" err="1"/>
              <a:t>Dormir</a:t>
            </a:r>
            <a:r>
              <a:rPr lang="en-US" sz="3000" dirty="0"/>
              <a:t>				to sleep</a:t>
            </a:r>
          </a:p>
          <a:p>
            <a:endParaRPr lang="en-US" sz="3000" dirty="0"/>
          </a:p>
          <a:p>
            <a:r>
              <a:rPr lang="en-US" sz="3000" dirty="0"/>
              <a:t>Note: In a stem-changing verb, it is the second last vowel which changes from E to IE or O to UE. </a:t>
            </a:r>
          </a:p>
          <a:p>
            <a:endParaRPr lang="en-US" sz="3000" dirty="0"/>
          </a:p>
          <a:p>
            <a:pPr marL="109220" indent="0">
              <a:buNone/>
            </a:pP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5A868A-DF9F-0700-398F-6F4008FB1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762000"/>
          </a:xfrm>
        </p:spPr>
        <p:txBody>
          <a:bodyPr/>
          <a:lstStyle/>
          <a:p>
            <a:r>
              <a:rPr lang="en-US" dirty="0"/>
              <a:t>Other verbs like </a:t>
            </a:r>
            <a:r>
              <a:rPr lang="en-US" dirty="0" err="1"/>
              <a:t>Poder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65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A8294F-5668-CBB3-BDD7-62FF8D695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62000"/>
            <a:ext cx="11734800" cy="5791200"/>
          </a:xfrm>
        </p:spPr>
        <p:txBody>
          <a:bodyPr/>
          <a:lstStyle/>
          <a:p>
            <a:r>
              <a:rPr lang="es-ES" sz="3000" dirty="0"/>
              <a:t>Christie ________ el helado de chocolate. (querer) </a:t>
            </a:r>
          </a:p>
          <a:p>
            <a:r>
              <a:rPr lang="es-ES" sz="3000" dirty="0"/>
              <a:t>Tú _________ que el examen es fácil. (pensar) </a:t>
            </a:r>
          </a:p>
          <a:p>
            <a:r>
              <a:rPr lang="es-ES" sz="3000" dirty="0"/>
              <a:t>Gloria y Marta_________ la lección. (entender)</a:t>
            </a:r>
          </a:p>
          <a:p>
            <a:r>
              <a:rPr lang="es-ES" sz="3000" dirty="0"/>
              <a:t>Yo _________ hablar con Walter y Josefina. (poder) </a:t>
            </a:r>
          </a:p>
          <a:p>
            <a:r>
              <a:rPr lang="es-ES" sz="3000" dirty="0"/>
              <a:t>Camila no ________ estudiar francés. (querer) </a:t>
            </a:r>
          </a:p>
          <a:p>
            <a:r>
              <a:rPr lang="es-ES" sz="3000" dirty="0"/>
              <a:t>Miguel y yo _____________ con Marcos. (almorzar) </a:t>
            </a:r>
          </a:p>
          <a:p>
            <a:r>
              <a:rPr lang="es-ES" sz="3000" dirty="0"/>
              <a:t>Yo no _________ en la clase. (dormir)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9154D3-64C4-6FD1-B84C-C446BA3C4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762000"/>
          </a:xfrm>
        </p:spPr>
        <p:txBody>
          <a:bodyPr>
            <a:normAutofit/>
          </a:bodyPr>
          <a:lstStyle/>
          <a:p>
            <a:r>
              <a:rPr lang="es-ES" sz="4000" dirty="0" err="1"/>
              <a:t>Practice</a:t>
            </a:r>
            <a:r>
              <a:rPr lang="es-ES" sz="4000" dirty="0"/>
              <a:t> </a:t>
            </a:r>
            <a:r>
              <a:rPr lang="es-ES" sz="4000" dirty="0" err="1"/>
              <a:t>exercise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171C5F-C305-BA45-1937-2E3F11759888}"/>
              </a:ext>
            </a:extLst>
          </p:cNvPr>
          <p:cNvSpPr txBox="1"/>
          <p:nvPr/>
        </p:nvSpPr>
        <p:spPr>
          <a:xfrm>
            <a:off x="1447800" y="1247001"/>
            <a:ext cx="15071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piensas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D40AD-3761-DACC-C113-A5C7C13287B3}"/>
              </a:ext>
            </a:extLst>
          </p:cNvPr>
          <p:cNvSpPr txBox="1"/>
          <p:nvPr/>
        </p:nvSpPr>
        <p:spPr>
          <a:xfrm>
            <a:off x="2135477" y="754075"/>
            <a:ext cx="12506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quiere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F71C0-2D0D-5977-B367-6BB27A4C31CC}"/>
              </a:ext>
            </a:extLst>
          </p:cNvPr>
          <p:cNvSpPr txBox="1"/>
          <p:nvPr/>
        </p:nvSpPr>
        <p:spPr>
          <a:xfrm>
            <a:off x="3124200" y="1738745"/>
            <a:ext cx="186942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entienden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AAE61-40A4-1BDC-EC7D-5398E1F17498}"/>
              </a:ext>
            </a:extLst>
          </p:cNvPr>
          <p:cNvSpPr txBox="1"/>
          <p:nvPr/>
        </p:nvSpPr>
        <p:spPr>
          <a:xfrm>
            <a:off x="1461655" y="2307103"/>
            <a:ext cx="12506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puedo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C303D3-6CFC-D187-2FEE-5197F8D1851E}"/>
              </a:ext>
            </a:extLst>
          </p:cNvPr>
          <p:cNvSpPr txBox="1"/>
          <p:nvPr/>
        </p:nvSpPr>
        <p:spPr>
          <a:xfrm>
            <a:off x="2694710" y="2777744"/>
            <a:ext cx="12506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quiere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EB8EF7-C9B2-F7B1-6E33-FB8A4E9ED3EC}"/>
              </a:ext>
            </a:extLst>
          </p:cNvPr>
          <p:cNvSpPr txBox="1"/>
          <p:nvPr/>
        </p:nvSpPr>
        <p:spPr>
          <a:xfrm>
            <a:off x="2828204" y="3273136"/>
            <a:ext cx="22765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almorzamos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57DC07-F88A-1ACF-0E4D-B8DC47690905}"/>
              </a:ext>
            </a:extLst>
          </p:cNvPr>
          <p:cNvSpPr txBox="1"/>
          <p:nvPr/>
        </p:nvSpPr>
        <p:spPr>
          <a:xfrm>
            <a:off x="1833737" y="3816743"/>
            <a:ext cx="148630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duermo</a:t>
            </a:r>
            <a:endParaRPr lang="en-US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46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963FEC-69BB-0B18-AEE9-5E5800CDE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38200"/>
            <a:ext cx="10972800" cy="5562600"/>
          </a:xfrm>
        </p:spPr>
        <p:txBody>
          <a:bodyPr/>
          <a:lstStyle/>
          <a:p>
            <a:r>
              <a:rPr lang="es-ES" sz="3000" dirty="0" err="1"/>
              <a:t>The</a:t>
            </a:r>
            <a:r>
              <a:rPr lang="es-ES" sz="3000" dirty="0"/>
              <a:t> pizza </a:t>
            </a:r>
            <a:r>
              <a:rPr lang="es-ES" sz="3000" dirty="0" err="1"/>
              <a:t>costs</a:t>
            </a:r>
            <a:r>
              <a:rPr lang="es-ES" sz="3000" dirty="0"/>
              <a:t> 5 euros. </a:t>
            </a:r>
            <a:r>
              <a:rPr lang="es-ES" dirty="0"/>
              <a:t> </a:t>
            </a:r>
          </a:p>
          <a:p>
            <a:r>
              <a:rPr lang="es-ES" sz="3000" dirty="0">
                <a:solidFill>
                  <a:srgbClr val="FFFF00"/>
                </a:solidFill>
              </a:rPr>
              <a:t>La pizza cuesta cinco dólares. </a:t>
            </a:r>
          </a:p>
          <a:p>
            <a:r>
              <a:rPr lang="es-ES" sz="3000" dirty="0" err="1"/>
              <a:t>We</a:t>
            </a:r>
            <a:r>
              <a:rPr lang="es-ES" sz="3000" dirty="0"/>
              <a:t> can </a:t>
            </a:r>
            <a:r>
              <a:rPr lang="es-ES" sz="3000" dirty="0" err="1"/>
              <a:t>eat</a:t>
            </a:r>
            <a:r>
              <a:rPr lang="es-ES" sz="3000" dirty="0"/>
              <a:t> </a:t>
            </a:r>
            <a:r>
              <a:rPr lang="es-ES" sz="3000" dirty="0" err="1"/>
              <a:t>dinner</a:t>
            </a:r>
            <a:r>
              <a:rPr lang="es-ES" sz="3000" dirty="0"/>
              <a:t> at 9 pm. </a:t>
            </a:r>
          </a:p>
          <a:p>
            <a:r>
              <a:rPr lang="es-ES" sz="3000" dirty="0">
                <a:solidFill>
                  <a:srgbClr val="FFFF00"/>
                </a:solidFill>
              </a:rPr>
              <a:t>Nosotros podemos comer la cena a las nueve de la noche. </a:t>
            </a:r>
          </a:p>
          <a:p>
            <a:r>
              <a:rPr lang="es-ES" sz="3000" dirty="0" err="1"/>
              <a:t>Maria</a:t>
            </a:r>
            <a:r>
              <a:rPr lang="es-ES" sz="3000" dirty="0"/>
              <a:t> </a:t>
            </a:r>
            <a:r>
              <a:rPr lang="es-ES" sz="3000" dirty="0" err="1"/>
              <a:t>wants</a:t>
            </a:r>
            <a:r>
              <a:rPr lang="es-ES" sz="3000" dirty="0"/>
              <a:t> </a:t>
            </a:r>
            <a:r>
              <a:rPr lang="es-ES" sz="3000" dirty="0" err="1"/>
              <a:t>to</a:t>
            </a:r>
            <a:r>
              <a:rPr lang="es-ES" sz="3000" dirty="0"/>
              <a:t> </a:t>
            </a:r>
            <a:r>
              <a:rPr lang="es-ES" sz="3000" dirty="0" err="1"/>
              <a:t>study</a:t>
            </a:r>
            <a:r>
              <a:rPr lang="es-ES" sz="3000" dirty="0"/>
              <a:t> </a:t>
            </a:r>
            <a:r>
              <a:rPr lang="es-ES" sz="3000" dirty="0" err="1"/>
              <a:t>french</a:t>
            </a:r>
            <a:r>
              <a:rPr lang="es-ES" sz="3000" dirty="0"/>
              <a:t>. </a:t>
            </a:r>
          </a:p>
          <a:p>
            <a:r>
              <a:rPr lang="es-ES" sz="3000" dirty="0">
                <a:solidFill>
                  <a:srgbClr val="FFFF00"/>
                </a:solidFill>
              </a:rPr>
              <a:t>María quiere estudiar francés. </a:t>
            </a:r>
          </a:p>
          <a:p>
            <a:r>
              <a:rPr lang="es-ES" sz="3000" dirty="0" err="1"/>
              <a:t>My</a:t>
            </a:r>
            <a:r>
              <a:rPr lang="es-ES" sz="3000" dirty="0"/>
              <a:t> </a:t>
            </a:r>
            <a:r>
              <a:rPr lang="es-ES" sz="3000" dirty="0" err="1"/>
              <a:t>parents</a:t>
            </a:r>
            <a:r>
              <a:rPr lang="es-ES" sz="3000" dirty="0"/>
              <a:t> </a:t>
            </a:r>
            <a:r>
              <a:rPr lang="es-ES" sz="3000" dirty="0" err="1"/>
              <a:t>sleep</a:t>
            </a:r>
            <a:r>
              <a:rPr lang="es-ES" sz="3000" dirty="0"/>
              <a:t> at 10 pm </a:t>
            </a:r>
            <a:r>
              <a:rPr lang="es-ES" sz="3000" dirty="0" err="1"/>
              <a:t>everyday</a:t>
            </a:r>
            <a:r>
              <a:rPr lang="es-ES" sz="3000" dirty="0"/>
              <a:t>. </a:t>
            </a:r>
          </a:p>
          <a:p>
            <a:r>
              <a:rPr lang="es-ES" sz="3000" dirty="0">
                <a:solidFill>
                  <a:srgbClr val="FFFF00"/>
                </a:solidFill>
              </a:rPr>
              <a:t>Mis padres duermen a las diez de la noche cada día. </a:t>
            </a:r>
          </a:p>
          <a:p>
            <a:r>
              <a:rPr lang="es-ES" sz="3000" dirty="0" err="1"/>
              <a:t>Students</a:t>
            </a:r>
            <a:r>
              <a:rPr lang="es-ES" sz="3000" dirty="0"/>
              <a:t> </a:t>
            </a:r>
            <a:r>
              <a:rPr lang="es-ES" sz="3000" dirty="0" err="1"/>
              <a:t>does</a:t>
            </a:r>
            <a:r>
              <a:rPr lang="es-ES" sz="3000" dirty="0"/>
              <a:t>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want</a:t>
            </a:r>
            <a:r>
              <a:rPr lang="es-ES" sz="3000" dirty="0"/>
              <a:t> </a:t>
            </a:r>
            <a:r>
              <a:rPr lang="es-ES" sz="3000" dirty="0" err="1"/>
              <a:t>to</a:t>
            </a:r>
            <a:r>
              <a:rPr lang="es-ES" sz="3000" dirty="0"/>
              <a:t> </a:t>
            </a:r>
            <a:r>
              <a:rPr lang="es-ES" sz="3000" dirty="0" err="1"/>
              <a:t>study</a:t>
            </a:r>
            <a:r>
              <a:rPr lang="es-ES" sz="3000" dirty="0"/>
              <a:t> </a:t>
            </a:r>
            <a:r>
              <a:rPr lang="es-ES" sz="3000" dirty="0" err="1"/>
              <a:t>now</a:t>
            </a:r>
            <a:r>
              <a:rPr lang="es-ES" sz="3000" dirty="0"/>
              <a:t>. </a:t>
            </a:r>
          </a:p>
          <a:p>
            <a:r>
              <a:rPr lang="es-ES" sz="3000" dirty="0">
                <a:solidFill>
                  <a:srgbClr val="FFFF00"/>
                </a:solidFill>
              </a:rPr>
              <a:t>Los estudiantes no quieren estudiar ahora. </a:t>
            </a:r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1B16B4-5412-A027-C680-499E8907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990600"/>
          </a:xfrm>
        </p:spPr>
        <p:txBody>
          <a:bodyPr>
            <a:normAutofit/>
          </a:bodyPr>
          <a:lstStyle/>
          <a:p>
            <a:r>
              <a:rPr lang="es-ES" sz="4000" dirty="0" err="1"/>
              <a:t>Translation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8096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411FC0-F049-0CC0-3346-25154EC18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 err="1"/>
              <a:t>Revision</a:t>
            </a:r>
            <a:r>
              <a:rPr lang="es-ES" sz="3000" dirty="0"/>
              <a:t> </a:t>
            </a:r>
            <a:r>
              <a:rPr lang="es-ES" sz="3000" dirty="0" err="1"/>
              <a:t>of</a:t>
            </a:r>
            <a:r>
              <a:rPr lang="es-ES" sz="3000" dirty="0"/>
              <a:t> </a:t>
            </a:r>
            <a:r>
              <a:rPr lang="es-ES" sz="3000" dirty="0" err="1"/>
              <a:t>the</a:t>
            </a:r>
            <a:r>
              <a:rPr lang="es-ES" sz="3000" dirty="0"/>
              <a:t> concept </a:t>
            </a:r>
            <a:r>
              <a:rPr lang="es-ES" sz="3000" dirty="0" err="1"/>
              <a:t>of</a:t>
            </a:r>
            <a:r>
              <a:rPr lang="es-ES" sz="3000" dirty="0"/>
              <a:t> Los verbos regulares. </a:t>
            </a:r>
          </a:p>
          <a:p>
            <a:r>
              <a:rPr lang="es-ES" sz="3000" dirty="0"/>
              <a:t>Basic concept </a:t>
            </a:r>
            <a:r>
              <a:rPr lang="es-ES" sz="3000" dirty="0" err="1"/>
              <a:t>related</a:t>
            </a:r>
            <a:r>
              <a:rPr lang="es-ES" sz="3000" dirty="0"/>
              <a:t> </a:t>
            </a:r>
            <a:r>
              <a:rPr lang="es-ES" sz="3000" dirty="0" err="1"/>
              <a:t>to</a:t>
            </a:r>
            <a:r>
              <a:rPr lang="es-ES" sz="3000" dirty="0"/>
              <a:t> </a:t>
            </a:r>
            <a:r>
              <a:rPr lang="es-ES" sz="3000" dirty="0" err="1"/>
              <a:t>any</a:t>
            </a:r>
            <a:r>
              <a:rPr lang="es-ES" sz="3000" dirty="0"/>
              <a:t> </a:t>
            </a:r>
            <a:r>
              <a:rPr lang="es-ES" sz="3000" dirty="0" err="1"/>
              <a:t>stem-changing</a:t>
            </a:r>
            <a:r>
              <a:rPr lang="es-ES" sz="3000" dirty="0"/>
              <a:t> </a:t>
            </a:r>
            <a:r>
              <a:rPr lang="es-ES" sz="3000" dirty="0" err="1"/>
              <a:t>verbs</a:t>
            </a:r>
            <a:r>
              <a:rPr lang="es-ES" sz="3000" dirty="0"/>
              <a:t>. </a:t>
            </a:r>
          </a:p>
          <a:p>
            <a:r>
              <a:rPr lang="es-ES" sz="3000" dirty="0" err="1"/>
              <a:t>Conjugation</a:t>
            </a:r>
            <a:r>
              <a:rPr lang="es-ES" sz="3000" dirty="0"/>
              <a:t> </a:t>
            </a:r>
            <a:r>
              <a:rPr lang="es-ES" sz="3000" dirty="0" err="1"/>
              <a:t>of</a:t>
            </a:r>
            <a:r>
              <a:rPr lang="es-ES" sz="3000" dirty="0"/>
              <a:t> </a:t>
            </a:r>
            <a:r>
              <a:rPr lang="es-ES" sz="3000" dirty="0" err="1"/>
              <a:t>the</a:t>
            </a:r>
            <a:r>
              <a:rPr lang="es-ES" sz="3000" dirty="0"/>
              <a:t> QUERER </a:t>
            </a:r>
            <a:r>
              <a:rPr lang="es-ES" sz="3000" dirty="0" err="1"/>
              <a:t>verb</a:t>
            </a:r>
            <a:r>
              <a:rPr lang="es-ES" sz="3000" dirty="0"/>
              <a:t> </a:t>
            </a:r>
            <a:r>
              <a:rPr lang="es-ES" sz="3000" dirty="0" err="1"/>
              <a:t>where</a:t>
            </a:r>
            <a:r>
              <a:rPr lang="es-ES" sz="3000" dirty="0"/>
              <a:t> E </a:t>
            </a:r>
            <a:r>
              <a:rPr lang="es-ES" sz="3000" dirty="0" err="1"/>
              <a:t>changes</a:t>
            </a:r>
            <a:r>
              <a:rPr lang="es-ES" sz="3000" dirty="0"/>
              <a:t> </a:t>
            </a:r>
            <a:r>
              <a:rPr lang="es-ES" sz="3000" dirty="0" err="1"/>
              <a:t>to</a:t>
            </a:r>
            <a:r>
              <a:rPr lang="es-ES" sz="3000" dirty="0"/>
              <a:t> IE. </a:t>
            </a:r>
          </a:p>
          <a:p>
            <a:r>
              <a:rPr lang="es-ES" sz="3000" dirty="0"/>
              <a:t>Other </a:t>
            </a:r>
            <a:r>
              <a:rPr lang="es-ES" sz="3000" dirty="0" err="1"/>
              <a:t>verbs</a:t>
            </a:r>
            <a:r>
              <a:rPr lang="es-ES" sz="3000" dirty="0"/>
              <a:t> </a:t>
            </a:r>
            <a:r>
              <a:rPr lang="es-ES" sz="3000" dirty="0" err="1"/>
              <a:t>like</a:t>
            </a:r>
            <a:r>
              <a:rPr lang="es-ES" sz="3000" dirty="0"/>
              <a:t> QUERER </a:t>
            </a:r>
            <a:r>
              <a:rPr lang="es-ES" sz="3000" dirty="0" err="1"/>
              <a:t>verb</a:t>
            </a:r>
            <a:r>
              <a:rPr lang="es-ES" sz="3000" dirty="0"/>
              <a:t>.</a:t>
            </a:r>
          </a:p>
          <a:p>
            <a:r>
              <a:rPr lang="es-ES" sz="3000" dirty="0" err="1"/>
              <a:t>Conjugation</a:t>
            </a:r>
            <a:r>
              <a:rPr lang="es-ES" sz="3000" dirty="0"/>
              <a:t> </a:t>
            </a:r>
            <a:r>
              <a:rPr lang="es-ES" sz="3000" dirty="0" err="1"/>
              <a:t>of</a:t>
            </a:r>
            <a:r>
              <a:rPr lang="es-ES" sz="3000" dirty="0"/>
              <a:t> </a:t>
            </a:r>
            <a:r>
              <a:rPr lang="es-ES" sz="3000" dirty="0" err="1"/>
              <a:t>the</a:t>
            </a:r>
            <a:r>
              <a:rPr lang="es-ES" sz="3000" dirty="0"/>
              <a:t> PODER </a:t>
            </a:r>
            <a:r>
              <a:rPr lang="es-ES" sz="3000" dirty="0" err="1"/>
              <a:t>verb</a:t>
            </a:r>
            <a:r>
              <a:rPr lang="es-ES" sz="3000" dirty="0"/>
              <a:t> </a:t>
            </a:r>
            <a:r>
              <a:rPr lang="es-ES" sz="3000" dirty="0" err="1"/>
              <a:t>where</a:t>
            </a:r>
            <a:r>
              <a:rPr lang="es-ES" sz="3000" dirty="0"/>
              <a:t> O </a:t>
            </a:r>
            <a:r>
              <a:rPr lang="es-ES" sz="3000" dirty="0" err="1"/>
              <a:t>changes</a:t>
            </a:r>
            <a:r>
              <a:rPr lang="es-ES" sz="3000" dirty="0"/>
              <a:t> </a:t>
            </a:r>
            <a:r>
              <a:rPr lang="es-ES" sz="3000" dirty="0" err="1"/>
              <a:t>to</a:t>
            </a:r>
            <a:r>
              <a:rPr lang="es-ES" sz="3000" dirty="0"/>
              <a:t> UE. </a:t>
            </a:r>
          </a:p>
          <a:p>
            <a:r>
              <a:rPr lang="es-ES" sz="3000" dirty="0"/>
              <a:t>Other </a:t>
            </a:r>
            <a:r>
              <a:rPr lang="es-ES" sz="3000" dirty="0" err="1"/>
              <a:t>verbs</a:t>
            </a:r>
            <a:r>
              <a:rPr lang="es-ES" sz="3000" dirty="0"/>
              <a:t> </a:t>
            </a:r>
            <a:r>
              <a:rPr lang="es-ES" sz="3000" dirty="0" err="1"/>
              <a:t>like</a:t>
            </a:r>
            <a:r>
              <a:rPr lang="es-ES" sz="3000" dirty="0"/>
              <a:t> PODER </a:t>
            </a:r>
            <a:r>
              <a:rPr lang="es-ES" sz="3000" dirty="0" err="1"/>
              <a:t>verb</a:t>
            </a:r>
            <a:r>
              <a:rPr lang="es-ES" sz="3000" dirty="0"/>
              <a:t>.</a:t>
            </a:r>
          </a:p>
          <a:p>
            <a:r>
              <a:rPr lang="en-US" sz="3000" dirty="0"/>
              <a:t>Exercises like fill in the blanks and translation related to Los </a:t>
            </a:r>
            <a:r>
              <a:rPr lang="en-US" sz="3000" dirty="0" err="1"/>
              <a:t>verbos</a:t>
            </a:r>
            <a:r>
              <a:rPr lang="en-US" sz="3000" dirty="0"/>
              <a:t> </a:t>
            </a:r>
            <a:r>
              <a:rPr lang="en-US" sz="3000" dirty="0" err="1"/>
              <a:t>irregulares</a:t>
            </a:r>
            <a:r>
              <a:rPr lang="en-US" sz="3000" dirty="0"/>
              <a:t> (Stem-changing verbs).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1328B9-1986-9561-EF8A-8D95E4D6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Summary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2131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1538</TotalTime>
  <Words>828</Words>
  <Application>Microsoft Office PowerPoint</Application>
  <PresentationFormat>Widescreen</PresentationFormat>
  <Paragraphs>95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Calibri</vt:lpstr>
      <vt:lpstr>Lucida Sans Unicode</vt:lpstr>
      <vt:lpstr>Verdana</vt:lpstr>
      <vt:lpstr>Wingdings 2</vt:lpstr>
      <vt:lpstr>Wingdings 3</vt:lpstr>
      <vt:lpstr>1_Concourse</vt:lpstr>
      <vt:lpstr>Verbos irregulares (Querer, Poder) Stem-changing Verbs</vt:lpstr>
      <vt:lpstr>Los verbos regulares </vt:lpstr>
      <vt:lpstr>Verbos irregulares  (stem-changing verbs)</vt:lpstr>
      <vt:lpstr>PowerPoint Presentation</vt:lpstr>
      <vt:lpstr>Other verbs like Querer</vt:lpstr>
      <vt:lpstr>PowerPoint Presentation</vt:lpstr>
      <vt:lpstr>Other verbs like Poder</vt:lpstr>
      <vt:lpstr>Practice exercise</vt:lpstr>
      <vt:lpstr>Translation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Gupta;Dr Gaurav Sushant</dc:creator>
  <cp:lastModifiedBy>Dr Gaurav Sushant</cp:lastModifiedBy>
  <cp:revision>193</cp:revision>
  <dcterms:created xsi:type="dcterms:W3CDTF">2007-10-19T05:42:00Z</dcterms:created>
  <dcterms:modified xsi:type="dcterms:W3CDTF">2025-03-26T04:36:12Z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02B0F00B93D947549FFEC1F253E6403C_12</vt:lpwstr>
  </property>
  <property fmtid="{D5CDD505-2E9C-101B-9397-08002B2CF9AE}" pid="3" name="KSOProductBuildVer">
    <vt:lpwstr>1033-12.2.0.13472</vt:lpwstr>
  </property>
</Properties>
</file>