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04" r:id="rId2"/>
    <p:sldId id="303" r:id="rId3"/>
    <p:sldId id="354" r:id="rId4"/>
    <p:sldId id="352" r:id="rId5"/>
    <p:sldId id="353" r:id="rId6"/>
    <p:sldId id="355" r:id="rId7"/>
    <p:sldId id="357" r:id="rId8"/>
    <p:sldId id="358" r:id="rId9"/>
    <p:sldId id="359" r:id="rId10"/>
    <p:sldId id="360" r:id="rId11"/>
    <p:sldId id="361" r:id="rId12"/>
    <p:sldId id="365" r:id="rId13"/>
    <p:sldId id="362" r:id="rId14"/>
    <p:sldId id="363" r:id="rId15"/>
    <p:sldId id="364" r:id="rId16"/>
    <p:sldId id="302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103B2-6299-451E-9191-FD9C5C9B9646}" v="6" dt="2025-02-26T04:42:43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 varScale="1">
        <p:scale>
          <a:sx n="79" d="100"/>
          <a:sy n="79" d="100"/>
        </p:scale>
        <p:origin x="390" y="54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</pc:sldChg>
    </pc:docChg>
  </pc:docChgLst>
  <pc:docChgLst>
    <pc:chgData name="shilpi gupta" userId="5ce4f23861899b28" providerId="LiveId" clId="{682103B2-6299-451E-9191-FD9C5C9B9646}"/>
    <pc:docChg chg="modSld">
      <pc:chgData name="shilpi gupta" userId="5ce4f23861899b28" providerId="LiveId" clId="{682103B2-6299-451E-9191-FD9C5C9B9646}" dt="2025-02-26T04:42:43.234" v="5" actId="20577"/>
      <pc:docMkLst>
        <pc:docMk/>
      </pc:docMkLst>
      <pc:sldChg chg="modSp">
        <pc:chgData name="shilpi gupta" userId="5ce4f23861899b28" providerId="LiveId" clId="{682103B2-6299-451E-9191-FD9C5C9B9646}" dt="2025-02-26T04:42:43.234" v="5" actId="20577"/>
        <pc:sldMkLst>
          <pc:docMk/>
          <pc:sldMk cId="0" sldId="304"/>
        </pc:sldMkLst>
        <pc:spChg chg="mod">
          <ac:chgData name="shilpi gupta" userId="5ce4f23861899b28" providerId="LiveId" clId="{682103B2-6299-451E-9191-FD9C5C9B9646}" dt="2025-02-26T04:42:43.234" v="5" actId="20577"/>
          <ac:spMkLst>
            <pc:docMk/>
            <pc:sldMk cId="0" sldId="304"/>
            <ac:spMk id="4" creationId="{00000000-0000-0000-0000-000000000000}"/>
          </ac:spMkLst>
        </pc:spChg>
      </pc:sldChg>
    </pc:docChg>
  </pc:docChgLst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</pc:sldChg>
    </pc:docChg>
  </pc:docChgLst>
  <pc:docChgLst>
    <pc:chgData name="Dr Gaurav Sushant" userId="ea0695df9e5e2b13" providerId="LiveId" clId="{6F149018-F462-4E5B-B56C-915BB8DAEA68}"/>
    <pc:docChg chg="undo custSel modSld">
      <pc:chgData name="Dr Gaurav Sushant" userId="ea0695df9e5e2b13" providerId="LiveId" clId="{6F149018-F462-4E5B-B56C-915BB8DAEA68}" dt="2024-09-16T10:32:49.914" v="49" actId="20577"/>
      <pc:docMkLst>
        <pc:docMk/>
      </pc:docMkLst>
      <pc:sldChg chg="modAnim">
        <pc:chgData name="Dr Gaurav Sushant" userId="ea0695df9e5e2b13" providerId="LiveId" clId="{6F149018-F462-4E5B-B56C-915BB8DAEA68}" dt="2024-09-16T10:31:01.346" v="1"/>
        <pc:sldMkLst>
          <pc:docMk/>
          <pc:sldMk cId="3106306440" sldId="362"/>
        </pc:sldMkLst>
      </pc:sldChg>
      <pc:sldChg chg="modAnim">
        <pc:chgData name="Dr Gaurav Sushant" userId="ea0695df9e5e2b13" providerId="LiveId" clId="{6F149018-F462-4E5B-B56C-915BB8DAEA68}" dt="2024-09-16T10:31:11.130" v="3"/>
        <pc:sldMkLst>
          <pc:docMk/>
          <pc:sldMk cId="1130626973" sldId="363"/>
        </pc:sldMkLst>
      </pc:sldChg>
      <pc:sldChg chg="modSp mod modAnim">
        <pc:chgData name="Dr Gaurav Sushant" userId="ea0695df9e5e2b13" providerId="LiveId" clId="{6F149018-F462-4E5B-B56C-915BB8DAEA68}" dt="2024-09-16T10:32:49.914" v="49" actId="20577"/>
        <pc:sldMkLst>
          <pc:docMk/>
          <pc:sldMk cId="1812263512" sldId="3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2/26/2025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2/26/2025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2/26/2025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2/26/2025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2/26/2025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2/26/2025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2/26/2025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2/26/2025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2/26/2025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2/26/2025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Los </a:t>
            </a:r>
            <a:r>
              <a:rPr lang="en-IN" altLang="en-US" sz="3200" dirty="0" err="1"/>
              <a:t>Adjetivos</a:t>
            </a:r>
            <a:r>
              <a:rPr lang="en-IN" altLang="en-US" sz="3200" dirty="0"/>
              <a:t> </a:t>
            </a:r>
            <a:r>
              <a:rPr lang="en-IN" altLang="en-US" sz="3200" dirty="0" err="1"/>
              <a:t>Posesivos</a:t>
            </a:r>
            <a:r>
              <a:rPr lang="en-IN" altLang="en-US" sz="3200" dirty="0"/>
              <a:t> (Possessive Adjective)</a:t>
            </a:r>
          </a:p>
          <a:p>
            <a:pPr marL="109220" indent="0">
              <a:buNone/>
            </a:pPr>
            <a:endParaRPr lang="en-I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Possessive adjective in English </a:t>
            </a:r>
          </a:p>
          <a:p>
            <a:pPr algn="just"/>
            <a:r>
              <a:rPr lang="en-IN" altLang="en-US" dirty="0">
                <a:sym typeface="+mn-ea"/>
              </a:rPr>
              <a:t>Possessive adjective in Spanish </a:t>
            </a:r>
          </a:p>
          <a:p>
            <a:pPr algn="just"/>
            <a:r>
              <a:rPr lang="en-IN" altLang="en-US" dirty="0">
                <a:sym typeface="+mn-ea"/>
              </a:rPr>
              <a:t>¿</a:t>
            </a:r>
            <a:r>
              <a:rPr lang="en-IN" altLang="en-US" dirty="0" err="1">
                <a:sym typeface="+mn-ea"/>
              </a:rPr>
              <a:t>Cuál</a:t>
            </a:r>
            <a:r>
              <a:rPr lang="en-IN" altLang="en-US" dirty="0">
                <a:sym typeface="+mn-ea"/>
              </a:rPr>
              <a:t> (Which) es </a:t>
            </a:r>
            <a:r>
              <a:rPr lang="en-IN" altLang="en-US" dirty="0" err="1">
                <a:sym typeface="+mn-ea"/>
              </a:rPr>
              <a:t>tu</a:t>
            </a:r>
            <a:r>
              <a:rPr lang="en-IN" altLang="en-US" dirty="0">
                <a:sym typeface="+mn-ea"/>
              </a:rPr>
              <a:t> actor </a:t>
            </a:r>
            <a:r>
              <a:rPr lang="en-IN" altLang="en-US" dirty="0" err="1">
                <a:sym typeface="+mn-ea"/>
              </a:rPr>
              <a:t>favorito</a:t>
            </a:r>
            <a:r>
              <a:rPr lang="es-ES" altLang="en-US" dirty="0">
                <a:sym typeface="+mn-ea"/>
              </a:rPr>
              <a:t>?</a:t>
            </a:r>
            <a:endParaRPr lang="en-IN" altLang="en-US" dirty="0">
              <a:sym typeface="+mn-ea"/>
            </a:endParaRPr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Possessive Adjectives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760D50-E339-3E6C-2341-3D2B176A4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000" dirty="0"/>
              <a:t>Possessive adjectives </a:t>
            </a:r>
            <a:r>
              <a:rPr lang="en-US" altLang="en-US" sz="3000" b="0" dirty="0"/>
              <a:t>show ownership or relationships between people. </a:t>
            </a:r>
          </a:p>
          <a:p>
            <a:r>
              <a:rPr lang="en-US" altLang="en-US" sz="3000" b="0" dirty="0"/>
              <a:t>They are placed before the noun.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CE57A0-B366-D0EC-BA42-E72673D9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4000" dirty="0"/>
              <a:t>Possessive</a:t>
            </a:r>
            <a:r>
              <a:rPr lang="en-US" dirty="0"/>
              <a:t> Adjective </a:t>
            </a:r>
          </a:p>
        </p:txBody>
      </p:sp>
    </p:spTree>
    <p:extLst>
      <p:ext uri="{BB962C8B-B14F-4D97-AF65-F5344CB8AC3E}">
        <p14:creationId xmlns:p14="http://schemas.microsoft.com/office/powerpoint/2010/main" val="28213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B9541D-1343-AD41-9EFB-E361B9F7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Possessive Adjectives in English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DD936-06E5-8872-9860-DB4E67876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22870"/>
              </p:ext>
            </p:extLst>
          </p:nvPr>
        </p:nvGraphicFramePr>
        <p:xfrm>
          <a:off x="1676400" y="2362200"/>
          <a:ext cx="8839200" cy="3565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29438523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56872893"/>
                    </a:ext>
                  </a:extLst>
                </a:gridCol>
              </a:tblGrid>
              <a:tr h="1177709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462089"/>
                  </a:ext>
                </a:extLst>
              </a:tr>
              <a:tr h="119406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(Plural)</a:t>
                      </a:r>
                    </a:p>
                    <a:p>
                      <a:pPr algn="ctr"/>
                      <a:endParaRPr lang="en-US" sz="3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98355"/>
                  </a:ext>
                </a:extLst>
              </a:tr>
              <a:tr h="119406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HIS/HER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95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32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FC78A5-E487-7EC7-AB12-D824BB2F8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b="1" dirty="0"/>
              <a:t>M</a:t>
            </a:r>
            <a:r>
              <a:rPr lang="en-US" altLang="en-US" sz="3600" b="1" dirty="0"/>
              <a:t>y dog</a:t>
            </a:r>
          </a:p>
          <a:p>
            <a:pPr lvl="1" eaLnBrk="1" hangingPunct="1"/>
            <a:r>
              <a:rPr lang="en-US" altLang="en-US" b="1" dirty="0"/>
              <a:t>Y</a:t>
            </a:r>
            <a:r>
              <a:rPr lang="en-US" altLang="en-US" sz="3600" b="1" dirty="0"/>
              <a:t>our house</a:t>
            </a:r>
          </a:p>
          <a:p>
            <a:pPr lvl="1" eaLnBrk="1" hangingPunct="1"/>
            <a:r>
              <a:rPr lang="en-US" altLang="en-US" sz="3600" b="1" dirty="0"/>
              <a:t>Her uncle</a:t>
            </a:r>
          </a:p>
          <a:p>
            <a:pPr lvl="1" eaLnBrk="1" hangingPunct="1"/>
            <a:r>
              <a:rPr lang="en-US" altLang="en-US" b="1" dirty="0"/>
              <a:t>O</a:t>
            </a:r>
            <a:r>
              <a:rPr lang="en-US" altLang="en-US" sz="3600" b="1" dirty="0"/>
              <a:t>ur Spanish class</a:t>
            </a:r>
          </a:p>
          <a:p>
            <a:pPr lvl="1" eaLnBrk="1" hangingPunct="1"/>
            <a:r>
              <a:rPr lang="en-US" altLang="en-US" sz="3600" b="1" dirty="0"/>
              <a:t>Their friend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675CB7-1901-6F05-1405-4D26EAC2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dirty="0"/>
              <a:t>English Examples of Possessive Adjectives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5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218CE1-B716-0579-6C30-1993CA908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153070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74CE7EB-E417-51FE-3BDD-0CF78430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Spanish Possessive Adjectives- My </a:t>
            </a:r>
          </a:p>
        </p:txBody>
      </p:sp>
    </p:spTree>
    <p:extLst>
      <p:ext uri="{BB962C8B-B14F-4D97-AF65-F5344CB8AC3E}">
        <p14:creationId xmlns:p14="http://schemas.microsoft.com/office/powerpoint/2010/main" val="342675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6A51FF-016A-A145-D13A-B2B57959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Possessive Adjectives- Your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557055-BE18-FA7B-6F12-29C0D9850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29180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Tus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Tus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03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8DD396-3EC3-384A-A98E-173F24A0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Possessive Adjectives- </a:t>
            </a:r>
            <a:r>
              <a:rPr lang="en-US" dirty="0" err="1"/>
              <a:t>His/Her</a:t>
            </a:r>
            <a:r>
              <a:rPr lang="en-US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C6F93B-E9FC-C14F-8B59-3CABCA7F2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401126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His/Her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His/Her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His/Her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His/Her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05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2B1F40-4CA2-46EE-DD99-C1E70580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Possessive Adjectives- Our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9FAE85-6796-E76C-B03E-204499E84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009184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Nuestro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Nuestra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Nuestros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Nuestras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31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E4A613-C46A-5086-5A98-2DBED04C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Possessive Adjectives- Your (Plural)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4957F8-EB10-FBC0-7E5F-8E28A3924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5186033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Vuestro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Vuestra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Vuestros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Vuestras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49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9AA1F9-CF91-9A43-F71A-41C7D35E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Possessive Adjectives- Their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FF4DFE-1BBC-4738-4E2C-34390B08C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127904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061242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3825029"/>
                    </a:ext>
                  </a:extLst>
                </a:gridCol>
              </a:tblGrid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Their Brother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 </a:t>
                      </a:r>
                      <a:r>
                        <a:rPr lang="en-US" sz="3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Hermano</a:t>
                      </a:r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14247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Their Sister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 Hermana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3016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Their Brothers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 Hermanos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788048"/>
                  </a:ext>
                </a:extLst>
              </a:tr>
              <a:tr h="127555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Their Sisters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 Hermanas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4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39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C53C14-9945-D93A-9514-864721071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Mi actor favorito es _____________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BBA52A-5F83-E748-9AF6-C61BF269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¿Cuál es tu actor favorito?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4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BCD28F-7169-2B29-6251-8D18D24C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Mi color favorito es </a:t>
            </a:r>
            <a:r>
              <a:rPr lang="es-ES" u="sng" dirty="0"/>
              <a:t>negro.</a:t>
            </a:r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6E310C-66AB-DE8B-F7AD-E2A171F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¿Cuál es tu color favorito?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3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DB431-C295-5AAC-ACD5-1601BA02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Mi comida favorita es ____________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80E42-57DA-7C20-A434-1A77171D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</a:t>
            </a:r>
            <a:r>
              <a:rPr lang="en-US" dirty="0" err="1"/>
              <a:t>tu</a:t>
            </a:r>
            <a:r>
              <a:rPr lang="en-US" dirty="0"/>
              <a:t> comida </a:t>
            </a:r>
            <a:r>
              <a:rPr lang="en-US" dirty="0" err="1"/>
              <a:t>favorita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3062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B39B45-ED2D-B94E-3CC1-F0A2096CB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3000" b="1" dirty="0">
                <a:effectLst/>
                <a:ea typeface="Calibri" panose="020F0502020204030204" pitchFamily="34" charset="0"/>
              </a:rPr>
              <a:t>Yo Tengo un gato.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000" b="1" dirty="0">
                <a:effectLst/>
                <a:ea typeface="Calibri" panose="020F0502020204030204" pitchFamily="34" charset="0"/>
              </a:rPr>
              <a:t>Es ________ </a:t>
            </a:r>
            <a:r>
              <a:rPr lang="es-ES" sz="3000" b="1">
                <a:effectLst/>
                <a:ea typeface="Calibri" panose="020F0502020204030204" pitchFamily="34" charset="0"/>
              </a:rPr>
              <a:t>gato.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3000" b="1" dirty="0">
                <a:effectLst/>
                <a:ea typeface="Calibri" panose="020F0502020204030204" pitchFamily="34" charset="0"/>
              </a:rPr>
              <a:t>Él tiene una bicicleta.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000" b="1" dirty="0">
                <a:effectLst/>
                <a:ea typeface="Calibri" panose="020F0502020204030204" pitchFamily="34" charset="0"/>
              </a:rPr>
              <a:t>Es ________ bicicleta.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3000" b="1" dirty="0">
                <a:effectLst/>
                <a:ea typeface="Calibri" panose="020F0502020204030204" pitchFamily="34" charset="0"/>
              </a:rPr>
              <a:t>Ella tiene una amiga en Nueva York.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000" b="1" dirty="0">
                <a:effectLst/>
                <a:ea typeface="Calibri" panose="020F0502020204030204" pitchFamily="34" charset="0"/>
              </a:rPr>
              <a:t>Es _________ amiga.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3000" b="1" dirty="0">
                <a:effectLst/>
                <a:ea typeface="Calibri" panose="020F0502020204030204" pitchFamily="34" charset="0"/>
              </a:rPr>
              <a:t>Tú tienes un perro.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000" b="1" dirty="0">
                <a:effectLst/>
                <a:ea typeface="Calibri" panose="020F0502020204030204" pitchFamily="34" charset="0"/>
              </a:rPr>
              <a:t>Es ________ perro.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3000" b="1" dirty="0">
                <a:effectLst/>
                <a:ea typeface="Calibri" panose="020F0502020204030204" pitchFamily="34" charset="0"/>
              </a:rPr>
              <a:t>Tú tienes unas hermanas.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S" sz="3000" b="1" dirty="0">
                <a:effectLst/>
                <a:ea typeface="Calibri" panose="020F0502020204030204" pitchFamily="34" charset="0"/>
              </a:rPr>
              <a:t>Son ________ hermanas. </a:t>
            </a:r>
            <a:endParaRPr lang="en-US" sz="3000" dirty="0">
              <a:effectLst/>
              <a:ea typeface="Calibri" panose="020F0502020204030204" pitchFamily="34" charset="0"/>
            </a:endParaRP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1FEA32-63DE-7815-77DC-A0564B76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Guess</a:t>
            </a:r>
            <a:r>
              <a:rPr lang="es-ES" dirty="0"/>
              <a:t> the </a:t>
            </a:r>
            <a:r>
              <a:rPr lang="es-ES" sz="4000" dirty="0" err="1"/>
              <a:t>possessive</a:t>
            </a:r>
            <a:r>
              <a:rPr lang="es-ES" dirty="0"/>
              <a:t> </a:t>
            </a:r>
            <a:r>
              <a:rPr lang="es-ES" dirty="0" err="1"/>
              <a:t>adjective</a:t>
            </a:r>
            <a:r>
              <a:rPr lang="es-ES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6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3200" dirty="0">
                <a:sym typeface="+mn-ea"/>
              </a:rPr>
              <a:t>Possessive adjective in English </a:t>
            </a:r>
          </a:p>
          <a:p>
            <a:pPr algn="just"/>
            <a:r>
              <a:rPr lang="en-IN" altLang="en-US" sz="3200" dirty="0">
                <a:sym typeface="+mn-ea"/>
              </a:rPr>
              <a:t>Possessive adjective in Spanish </a:t>
            </a:r>
          </a:p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Cuál</a:t>
            </a:r>
            <a:r>
              <a:rPr lang="en-IN" altLang="en-US" sz="3200" dirty="0">
                <a:sym typeface="+mn-ea"/>
              </a:rPr>
              <a:t> es </a:t>
            </a:r>
            <a:r>
              <a:rPr lang="en-IN" altLang="en-US" sz="3200" dirty="0" err="1">
                <a:sym typeface="+mn-ea"/>
              </a:rPr>
              <a:t>tu</a:t>
            </a:r>
            <a:r>
              <a:rPr lang="en-IN" altLang="en-US" sz="3200" dirty="0">
                <a:sym typeface="+mn-ea"/>
              </a:rPr>
              <a:t> actor </a:t>
            </a:r>
            <a:r>
              <a:rPr lang="en-IN" altLang="en-US" sz="3200" dirty="0" err="1">
                <a:sym typeface="+mn-ea"/>
              </a:rPr>
              <a:t>favorito</a:t>
            </a:r>
            <a:r>
              <a:rPr lang="es-ES" altLang="en-US" sz="3200" dirty="0">
                <a:sym typeface="+mn-ea"/>
              </a:rPr>
              <a:t>?</a:t>
            </a:r>
            <a:endParaRPr lang="en-IN" altLang="en-US" sz="3200" dirty="0">
              <a:sym typeface="+mn-ea"/>
            </a:endParaRPr>
          </a:p>
          <a:p>
            <a:pPr marL="109220" indent="0" algn="just">
              <a:buNone/>
            </a:pPr>
            <a:endParaRPr lang="en-IN" altLang="en-US" sz="3200" dirty="0"/>
          </a:p>
          <a:p>
            <a:pPr marL="109220" indent="0" algn="just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20211</TotalTime>
  <Words>320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Possessive Adjectives </vt:lpstr>
      <vt:lpstr> Possessive Adjective </vt:lpstr>
      <vt:lpstr>Possessive Adjectives in English </vt:lpstr>
      <vt:lpstr>English Examples of Possessive Adjectives</vt:lpstr>
      <vt:lpstr>Spanish Possessive Adjectives- My </vt:lpstr>
      <vt:lpstr>Spanish Possessive Adjectives- Your </vt:lpstr>
      <vt:lpstr>Spanish Possessive Adjectives- His/Her </vt:lpstr>
      <vt:lpstr>Spanish Possessive Adjectives- Our</vt:lpstr>
      <vt:lpstr>Spanish Possessive Adjectives- Your (Plural)</vt:lpstr>
      <vt:lpstr>Spanish Possessive Adjectives- Their</vt:lpstr>
      <vt:lpstr>¿Cuál es tu actor favorito?</vt:lpstr>
      <vt:lpstr>¿Cuál es tu color favorito?</vt:lpstr>
      <vt:lpstr>¿Cuál es tu comida favorita?</vt:lpstr>
      <vt:lpstr>Guess the possessive adjective!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shilpi gupta</cp:lastModifiedBy>
  <cp:revision>150</cp:revision>
  <dcterms:created xsi:type="dcterms:W3CDTF">2007-10-19T05:42:00Z</dcterms:created>
  <dcterms:modified xsi:type="dcterms:W3CDTF">2025-02-26T04:42:51Z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