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304" r:id="rId2"/>
    <p:sldId id="388" r:id="rId3"/>
    <p:sldId id="409" r:id="rId4"/>
    <p:sldId id="410" r:id="rId5"/>
    <p:sldId id="411" r:id="rId6"/>
    <p:sldId id="412" r:id="rId7"/>
    <p:sldId id="413" r:id="rId8"/>
    <p:sldId id="414" r:id="rId9"/>
    <p:sldId id="415" r:id="rId10"/>
    <p:sldId id="416" r:id="rId11"/>
    <p:sldId id="417" r:id="rId12"/>
    <p:sldId id="418" r:id="rId13"/>
    <p:sldId id="419" r:id="rId14"/>
    <p:sldId id="420" r:id="rId15"/>
    <p:sldId id="421" r:id="rId16"/>
    <p:sldId id="422" r:id="rId17"/>
    <p:sldId id="302" r:id="rId1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E7FF"/>
    <a:srgbClr val="FFD908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66" autoAdjust="0"/>
    <p:restoredTop sz="94694"/>
  </p:normalViewPr>
  <p:slideViewPr>
    <p:cSldViewPr showGuides="1">
      <p:cViewPr varScale="1">
        <p:scale>
          <a:sx n="64" d="100"/>
          <a:sy n="64" d="100"/>
        </p:scale>
        <p:origin x="192" y="1408"/>
      </p:cViewPr>
      <p:guideLst>
        <p:guide orient="horz" pos="219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lpi gupta" userId="5ce4f23861899b28" providerId="LiveId" clId="{A3C977FF-BB8A-4C6F-BCC3-30AF3BFF52E7}"/>
    <pc:docChg chg="undo custSel addSld delSld modSld">
      <pc:chgData name="shilpi gupta" userId="5ce4f23861899b28" providerId="LiveId" clId="{A3C977FF-BB8A-4C6F-BCC3-30AF3BFF52E7}" dt="2024-07-03T08:40:09.109" v="1119" actId="20577"/>
      <pc:docMkLst>
        <pc:docMk/>
      </pc:docMkLst>
      <pc:sldChg chg="modSp">
        <pc:chgData name="shilpi gupta" userId="5ce4f23861899b28" providerId="LiveId" clId="{A3C977FF-BB8A-4C6F-BCC3-30AF3BFF52E7}" dt="2024-07-03T07:31:38.467" v="1112" actId="403"/>
        <pc:sldMkLst>
          <pc:docMk/>
          <pc:sldMk cId="0" sldId="302"/>
        </pc:sldMkLst>
        <pc:spChg chg="mod">
          <ac:chgData name="shilpi gupta" userId="5ce4f23861899b28" providerId="LiveId" clId="{A3C977FF-BB8A-4C6F-BCC3-30AF3BFF52E7}" dt="2024-07-03T07:30:57.174" v="1111"/>
          <ac:spMkLst>
            <pc:docMk/>
            <pc:sldMk cId="0" sldId="302"/>
            <ac:spMk id="2" creationId="{00000000-0000-0000-0000-000000000000}"/>
          </ac:spMkLst>
        </pc:spChg>
        <pc:spChg chg="mod">
          <ac:chgData name="shilpi gupta" userId="5ce4f23861899b28" providerId="LiveId" clId="{A3C977FF-BB8A-4C6F-BCC3-30AF3BFF52E7}" dt="2024-07-03T07:31:38.467" v="1112" actId="403"/>
          <ac:spMkLst>
            <pc:docMk/>
            <pc:sldMk cId="0" sldId="302"/>
            <ac:spMk id="3" creationId="{00000000-0000-0000-0000-000000000000}"/>
          </ac:spMkLst>
        </pc:spChg>
      </pc:sldChg>
      <pc:sldChg chg="modSp">
        <pc:chgData name="shilpi gupta" userId="5ce4f23861899b28" providerId="LiveId" clId="{A3C977FF-BB8A-4C6F-BCC3-30AF3BFF52E7}" dt="2024-07-03T06:37:13.668" v="668" actId="404"/>
        <pc:sldMkLst>
          <pc:docMk/>
          <pc:sldMk cId="0" sldId="304"/>
        </pc:sldMkLst>
        <pc:spChg chg="mod">
          <ac:chgData name="shilpi gupta" userId="5ce4f23861899b28" providerId="LiveId" clId="{A3C977FF-BB8A-4C6F-BCC3-30AF3BFF52E7}" dt="2024-07-03T06:37:13.668" v="668" actId="404"/>
          <ac:spMkLst>
            <pc:docMk/>
            <pc:sldMk cId="0" sldId="304"/>
            <ac:spMk id="3" creationId="{00000000-0000-0000-0000-000000000000}"/>
          </ac:spMkLst>
        </pc:spChg>
        <pc:spChg chg="mod">
          <ac:chgData name="shilpi gupta" userId="5ce4f23861899b28" providerId="LiveId" clId="{A3C977FF-BB8A-4C6F-BCC3-30AF3BFF52E7}" dt="2024-07-02T08:24:31.545" v="27" actId="6549"/>
          <ac:spMkLst>
            <pc:docMk/>
            <pc:sldMk cId="0" sldId="304"/>
            <ac:spMk id="4" creationId="{00000000-0000-0000-0000-000000000000}"/>
          </ac:spMkLst>
        </pc:spChg>
      </pc:sldChg>
      <pc:sldChg chg="del">
        <pc:chgData name="shilpi gupta" userId="5ce4f23861899b28" providerId="LiveId" clId="{A3C977FF-BB8A-4C6F-BCC3-30AF3BFF52E7}" dt="2024-07-02T17:05:38.601" v="479" actId="47"/>
        <pc:sldMkLst>
          <pc:docMk/>
          <pc:sldMk cId="14762255" sldId="375"/>
        </pc:sldMkLst>
      </pc:sldChg>
      <pc:sldChg chg="del">
        <pc:chgData name="shilpi gupta" userId="5ce4f23861899b28" providerId="LiveId" clId="{A3C977FF-BB8A-4C6F-BCC3-30AF3BFF52E7}" dt="2024-07-02T17:05:42.652" v="480" actId="47"/>
        <pc:sldMkLst>
          <pc:docMk/>
          <pc:sldMk cId="3174069007" sldId="376"/>
        </pc:sldMkLst>
      </pc:sldChg>
      <pc:sldChg chg="del">
        <pc:chgData name="shilpi gupta" userId="5ce4f23861899b28" providerId="LiveId" clId="{A3C977FF-BB8A-4C6F-BCC3-30AF3BFF52E7}" dt="2024-07-02T17:05:48.407" v="481" actId="47"/>
        <pc:sldMkLst>
          <pc:docMk/>
          <pc:sldMk cId="2046551470" sldId="377"/>
        </pc:sldMkLst>
      </pc:sldChg>
      <pc:sldChg chg="del">
        <pc:chgData name="shilpi gupta" userId="5ce4f23861899b28" providerId="LiveId" clId="{A3C977FF-BB8A-4C6F-BCC3-30AF3BFF52E7}" dt="2024-07-02T17:05:48.959" v="482" actId="47"/>
        <pc:sldMkLst>
          <pc:docMk/>
          <pc:sldMk cId="3186914900" sldId="378"/>
        </pc:sldMkLst>
      </pc:sldChg>
      <pc:sldChg chg="del">
        <pc:chgData name="shilpi gupta" userId="5ce4f23861899b28" providerId="LiveId" clId="{A3C977FF-BB8A-4C6F-BCC3-30AF3BFF52E7}" dt="2024-07-02T17:05:49.416" v="483" actId="47"/>
        <pc:sldMkLst>
          <pc:docMk/>
          <pc:sldMk cId="332781160" sldId="379"/>
        </pc:sldMkLst>
      </pc:sldChg>
      <pc:sldChg chg="del">
        <pc:chgData name="shilpi gupta" userId="5ce4f23861899b28" providerId="LiveId" clId="{A3C977FF-BB8A-4C6F-BCC3-30AF3BFF52E7}" dt="2024-07-02T17:05:49.809" v="484" actId="47"/>
        <pc:sldMkLst>
          <pc:docMk/>
          <pc:sldMk cId="963191304" sldId="381"/>
        </pc:sldMkLst>
      </pc:sldChg>
      <pc:sldChg chg="del">
        <pc:chgData name="shilpi gupta" userId="5ce4f23861899b28" providerId="LiveId" clId="{A3C977FF-BB8A-4C6F-BCC3-30AF3BFF52E7}" dt="2024-07-02T17:05:50.202" v="485" actId="47"/>
        <pc:sldMkLst>
          <pc:docMk/>
          <pc:sldMk cId="458537460" sldId="382"/>
        </pc:sldMkLst>
      </pc:sldChg>
      <pc:sldChg chg="del">
        <pc:chgData name="shilpi gupta" userId="5ce4f23861899b28" providerId="LiveId" clId="{A3C977FF-BB8A-4C6F-BCC3-30AF3BFF52E7}" dt="2024-07-02T17:05:50.721" v="486" actId="47"/>
        <pc:sldMkLst>
          <pc:docMk/>
          <pc:sldMk cId="2021548638" sldId="383"/>
        </pc:sldMkLst>
      </pc:sldChg>
      <pc:sldChg chg="del">
        <pc:chgData name="shilpi gupta" userId="5ce4f23861899b28" providerId="LiveId" clId="{A3C977FF-BB8A-4C6F-BCC3-30AF3BFF52E7}" dt="2024-07-02T17:05:51.462" v="487" actId="47"/>
        <pc:sldMkLst>
          <pc:docMk/>
          <pc:sldMk cId="2080422240" sldId="384"/>
        </pc:sldMkLst>
      </pc:sldChg>
      <pc:sldChg chg="del">
        <pc:chgData name="shilpi gupta" userId="5ce4f23861899b28" providerId="LiveId" clId="{A3C977FF-BB8A-4C6F-BCC3-30AF3BFF52E7}" dt="2024-07-02T17:05:51.998" v="488" actId="47"/>
        <pc:sldMkLst>
          <pc:docMk/>
          <pc:sldMk cId="3041917484" sldId="385"/>
        </pc:sldMkLst>
      </pc:sldChg>
      <pc:sldChg chg="del">
        <pc:chgData name="shilpi gupta" userId="5ce4f23861899b28" providerId="LiveId" clId="{A3C977FF-BB8A-4C6F-BCC3-30AF3BFF52E7}" dt="2024-07-02T17:06:07.271" v="489" actId="47"/>
        <pc:sldMkLst>
          <pc:docMk/>
          <pc:sldMk cId="4286117563" sldId="386"/>
        </pc:sldMkLst>
      </pc:sldChg>
      <pc:sldChg chg="del">
        <pc:chgData name="shilpi gupta" userId="5ce4f23861899b28" providerId="LiveId" clId="{A3C977FF-BB8A-4C6F-BCC3-30AF3BFF52E7}" dt="2024-07-02T17:06:09.233" v="490" actId="47"/>
        <pc:sldMkLst>
          <pc:docMk/>
          <pc:sldMk cId="3343426385" sldId="387"/>
        </pc:sldMkLst>
      </pc:sldChg>
      <pc:sldChg chg="modSp mod">
        <pc:chgData name="shilpi gupta" userId="5ce4f23861899b28" providerId="LiveId" clId="{A3C977FF-BB8A-4C6F-BCC3-30AF3BFF52E7}" dt="2024-07-03T08:40:09.109" v="1119" actId="20577"/>
        <pc:sldMkLst>
          <pc:docMk/>
          <pc:sldMk cId="167419589" sldId="388"/>
        </pc:sldMkLst>
        <pc:spChg chg="mod">
          <ac:chgData name="shilpi gupta" userId="5ce4f23861899b28" providerId="LiveId" clId="{A3C977FF-BB8A-4C6F-BCC3-30AF3BFF52E7}" dt="2024-07-03T06:36:53.829" v="667" actId="20577"/>
          <ac:spMkLst>
            <pc:docMk/>
            <pc:sldMk cId="167419589" sldId="388"/>
            <ac:spMk id="2" creationId="{8B5D87E3-35B0-415F-343B-678486D33F87}"/>
          </ac:spMkLst>
        </pc:spChg>
        <pc:spChg chg="mod">
          <ac:chgData name="shilpi gupta" userId="5ce4f23861899b28" providerId="LiveId" clId="{A3C977FF-BB8A-4C6F-BCC3-30AF3BFF52E7}" dt="2024-07-03T08:40:09.109" v="1119" actId="20577"/>
          <ac:spMkLst>
            <pc:docMk/>
            <pc:sldMk cId="167419589" sldId="388"/>
            <ac:spMk id="3" creationId="{4F8FADB6-DA2D-0D2E-9764-B5634A029CB9}"/>
          </ac:spMkLst>
        </pc:spChg>
      </pc:sldChg>
      <pc:sldChg chg="addSp delSp modSp new modAnim">
        <pc:chgData name="shilpi gupta" userId="5ce4f23861899b28" providerId="LiveId" clId="{A3C977FF-BB8A-4C6F-BCC3-30AF3BFF52E7}" dt="2024-07-03T06:38:13.820" v="675" actId="404"/>
        <pc:sldMkLst>
          <pc:docMk/>
          <pc:sldMk cId="1846679134" sldId="389"/>
        </pc:sldMkLst>
        <pc:spChg chg="del">
          <ac:chgData name="shilpi gupta" userId="5ce4f23861899b28" providerId="LiveId" clId="{A3C977FF-BB8A-4C6F-BCC3-30AF3BFF52E7}" dt="2024-07-02T16:03:00.760" v="30" actId="478"/>
          <ac:spMkLst>
            <pc:docMk/>
            <pc:sldMk cId="1846679134" sldId="389"/>
            <ac:spMk id="2" creationId="{ADE4AB78-B34A-7092-0942-DF5748DFD3A9}"/>
          </ac:spMkLst>
        </pc:spChg>
        <pc:spChg chg="del">
          <ac:chgData name="shilpi gupta" userId="5ce4f23861899b28" providerId="LiveId" clId="{A3C977FF-BB8A-4C6F-BCC3-30AF3BFF52E7}" dt="2024-07-02T16:02:39.722" v="29"/>
          <ac:spMkLst>
            <pc:docMk/>
            <pc:sldMk cId="1846679134" sldId="389"/>
            <ac:spMk id="3" creationId="{715D1129-CA3F-97A1-1B17-A62D077A05DF}"/>
          </ac:spMkLst>
        </pc:spChg>
        <pc:spChg chg="add mod">
          <ac:chgData name="shilpi gupta" userId="5ce4f23861899b28" providerId="LiveId" clId="{A3C977FF-BB8A-4C6F-BCC3-30AF3BFF52E7}" dt="2024-07-03T06:37:53.557" v="672" actId="404"/>
          <ac:spMkLst>
            <pc:docMk/>
            <pc:sldMk cId="1846679134" sldId="389"/>
            <ac:spMk id="4" creationId="{662B0113-CF8D-EFAD-E784-C5A771EBE133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6" creationId="{12F9A356-C1FA-2177-B8CF-2C0C5A64CB85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8" creationId="{9294FAE6-E4DA-B7D9-B5E9-94CF1E7E17BA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9" creationId="{B2BCF4FE-5B60-C58C-89CB-6F3F9BA08A60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0" creationId="{8563CD76-33A2-3717-6604-ECEAD3743D2D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1" creationId="{1CAC69EC-A6C4-DCA5-BCA3-1F93A2EE5FD0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2" creationId="{F6A794D9-CB1F-2CFB-08DE-86720A4089C7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3" creationId="{19FA2F6E-9CFC-F8D8-5C7F-AE1A039D67AE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4" creationId="{1EFA90DF-63F8-5E75-29D5-440195C8DC2D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5" creationId="{B793406F-4FC0-B398-3B64-D8779AFD82EC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6" creationId="{951482DF-D439-1BB3-4569-5468E839CE20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7" creationId="{82A452FE-E903-8D05-4387-B1F9591BC077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8" creationId="{674870C2-0B93-F5C1-0BDE-4B2FC5EDA7BE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9" creationId="{363DB7A6-7FD8-266F-4D55-D10DE42DD7B5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20" creationId="{1DE8D474-B84F-5279-34CE-ACAA736835AC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21" creationId="{98533545-1A57-44CF-B762-62A29F465E5F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22" creationId="{EA316865-F46C-AA68-0AC2-B378D695E422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23" creationId="{0D92C528-2465-B3E2-4336-12D192ED5132}"/>
          </ac:spMkLst>
        </pc:spChg>
        <pc:spChg chg="add mod">
          <ac:chgData name="shilpi gupta" userId="5ce4f23861899b28" providerId="LiveId" clId="{A3C977FF-BB8A-4C6F-BCC3-30AF3BFF52E7}" dt="2024-07-03T06:38:13.820" v="675" actId="404"/>
          <ac:spMkLst>
            <pc:docMk/>
            <pc:sldMk cId="1846679134" sldId="389"/>
            <ac:spMk id="24" creationId="{63DA49E2-B7E0-EDD3-2365-D156C0C3F2D6}"/>
          </ac:spMkLst>
        </pc:spChg>
        <pc:grpChg chg="add mod">
          <ac:chgData name="shilpi gupta" userId="5ce4f23861899b28" providerId="LiveId" clId="{A3C977FF-BB8A-4C6F-BCC3-30AF3BFF52E7}" dt="2024-07-02T16:03:09.307" v="32" actId="1076"/>
          <ac:grpSpMkLst>
            <pc:docMk/>
            <pc:sldMk cId="1846679134" sldId="389"/>
            <ac:grpSpMk id="5" creationId="{B7A7E829-8243-8A70-386A-547E2ACFFC1E}"/>
          </ac:grpSpMkLst>
        </pc:grpChg>
        <pc:grpChg chg="mod">
          <ac:chgData name="shilpi gupta" userId="5ce4f23861899b28" providerId="LiveId" clId="{A3C977FF-BB8A-4C6F-BCC3-30AF3BFF52E7}" dt="2024-07-02T16:03:09.307" v="32" actId="1076"/>
          <ac:grpSpMkLst>
            <pc:docMk/>
            <pc:sldMk cId="1846679134" sldId="389"/>
            <ac:grpSpMk id="7" creationId="{EE83680A-5352-EAD4-DB82-01BDAF2472B8}"/>
          </ac:grpSpMkLst>
        </pc:grpChg>
      </pc:sldChg>
      <pc:sldChg chg="addSp modSp new mod modAnim">
        <pc:chgData name="shilpi gupta" userId="5ce4f23861899b28" providerId="LiveId" clId="{A3C977FF-BB8A-4C6F-BCC3-30AF3BFF52E7}" dt="2024-07-03T07:01:26.591" v="820" actId="20577"/>
        <pc:sldMkLst>
          <pc:docMk/>
          <pc:sldMk cId="735820354" sldId="390"/>
        </pc:sldMkLst>
        <pc:spChg chg="mod">
          <ac:chgData name="shilpi gupta" userId="5ce4f23861899b28" providerId="LiveId" clId="{A3C977FF-BB8A-4C6F-BCC3-30AF3BFF52E7}" dt="2024-07-03T07:01:26.591" v="820" actId="20577"/>
          <ac:spMkLst>
            <pc:docMk/>
            <pc:sldMk cId="735820354" sldId="390"/>
            <ac:spMk id="2" creationId="{F63F70BD-B2C0-938A-9BBC-8CD316A40095}"/>
          </ac:spMkLst>
        </pc:spChg>
        <pc:spChg chg="mod">
          <ac:chgData name="shilpi gupta" userId="5ce4f23861899b28" providerId="LiveId" clId="{A3C977FF-BB8A-4C6F-BCC3-30AF3BFF52E7}" dt="2024-07-03T06:38:49.719" v="681" actId="404"/>
          <ac:spMkLst>
            <pc:docMk/>
            <pc:sldMk cId="735820354" sldId="390"/>
            <ac:spMk id="3" creationId="{C7E0633D-B5FE-D5AA-7C00-BC6A9E7E42E3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5" creationId="{1F4AA2CF-531C-D2EA-B7DB-E63F7A610FCF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7" creationId="{08AE4DA3-0FFC-F80D-2302-5279B4B9D9A0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8" creationId="{C793267C-4ADD-9FCF-724E-A9D76D8F098A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9" creationId="{3D2FC68B-E6B3-596A-074F-8B9DBB9A9823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0" creationId="{A65F4DF6-9F7D-3A01-26C3-6B6E7ED5D228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1" creationId="{6C360DC0-ED97-8E9C-BF47-53C5A567FBD9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2" creationId="{3DF1DD30-5FE7-6500-5370-DD4E3075C36D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3" creationId="{1A341862-C73E-892D-C726-12121C0E5627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4" creationId="{6C5D635A-6F44-FB34-BC0F-3EA8F44A4078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5" creationId="{BC5F0418-51D0-2820-E1BF-97F8D02F63C1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6" creationId="{994E7CA3-144F-5096-6E8E-8BAA64554FA0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7" creationId="{C01FD8C0-4E0E-9B71-2908-E93805278BBB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8" creationId="{FD0BF52E-C720-90EF-8E9E-08D0DCAD9D71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9" creationId="{24BABA9A-5CEE-D3A4-9ED9-F99BA3778F5A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20" creationId="{56D91117-C52C-66DA-2200-A8C5A6A9F0AB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21" creationId="{61BA624D-CA65-80D9-D93A-6D97EB2FAF7A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22" creationId="{DF9B1B12-4EDD-E4BC-C732-7925DD98215A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24" creationId="{CB34F4D2-FD5C-BC39-2923-A20ACA0115EA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26" creationId="{D0EEF753-92DE-C59C-5B70-0A2C80D2C1A8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27" creationId="{9D80E753-EC1C-0426-0B10-5EF029DDCD48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28" creationId="{8C4BF96D-55C7-3D06-FABA-D65CE3A0873A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29" creationId="{BD8BF20A-A0C4-7F7D-78D0-D2EDC2D1F712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0" creationId="{1C8EBA25-ED20-F138-6728-D04231A06A80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1" creationId="{2E22CD7C-B0AD-F9A5-EA6C-AC781B1C2374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2" creationId="{53C23A54-65FB-4790-55B7-6218DAC5B7D4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3" creationId="{F4E2CD7D-0F63-B743-3D14-B9956B39B08A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4" creationId="{D09CF19E-9F8A-8A3E-CF30-C950AF133868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5" creationId="{63012CAE-05BC-50DC-0520-1D6F948A127E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6" creationId="{6E1CB43B-8AE9-FB0B-3A33-114521A50057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7" creationId="{A4DEA559-684F-F7AF-7DAC-95580354B921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8" creationId="{FE3C36A2-C7CB-3F92-4ADC-5D5B8BFE5AC0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9" creationId="{1954C5B2-C46A-BB85-6048-8AB3AEFA93D7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40" creationId="{1BBA15E6-E82A-BD56-4F13-0E27F9170B61}"/>
          </ac:spMkLst>
        </pc:spChg>
        <pc:spChg chg="mod">
          <ac:chgData name="shilpi gupta" userId="5ce4f23861899b28" providerId="LiveId" clId="{A3C977FF-BB8A-4C6F-BCC3-30AF3BFF52E7}" dt="2024-07-03T06:39:40.911" v="692" actId="1076"/>
          <ac:spMkLst>
            <pc:docMk/>
            <pc:sldMk cId="735820354" sldId="390"/>
            <ac:spMk id="41" creationId="{9C09E5CF-172E-EDB9-D08B-A8287B8C505B}"/>
          </ac:spMkLst>
        </pc:spChg>
        <pc:grpChg chg="add mod">
          <ac:chgData name="shilpi gupta" userId="5ce4f23861899b28" providerId="LiveId" clId="{A3C977FF-BB8A-4C6F-BCC3-30AF3BFF52E7}" dt="2024-07-03T06:39:16.668" v="686" actId="1076"/>
          <ac:grpSpMkLst>
            <pc:docMk/>
            <pc:sldMk cId="735820354" sldId="390"/>
            <ac:grpSpMk id="4" creationId="{51630D87-794B-318E-DB4C-CA6D884D9171}"/>
          </ac:grpSpMkLst>
        </pc:grpChg>
        <pc:grpChg chg="mod">
          <ac:chgData name="shilpi gupta" userId="5ce4f23861899b28" providerId="LiveId" clId="{A3C977FF-BB8A-4C6F-BCC3-30AF3BFF52E7}" dt="2024-07-03T06:39:16.668" v="686" actId="1076"/>
          <ac:grpSpMkLst>
            <pc:docMk/>
            <pc:sldMk cId="735820354" sldId="390"/>
            <ac:grpSpMk id="6" creationId="{FF79DCBB-AD5F-FDC5-D141-2E533696FAB7}"/>
          </ac:grpSpMkLst>
        </pc:grpChg>
        <pc:grpChg chg="add mod">
          <ac:chgData name="shilpi gupta" userId="5ce4f23861899b28" providerId="LiveId" clId="{A3C977FF-BB8A-4C6F-BCC3-30AF3BFF52E7}" dt="2024-07-03T06:39:35.431" v="691" actId="1076"/>
          <ac:grpSpMkLst>
            <pc:docMk/>
            <pc:sldMk cId="735820354" sldId="390"/>
            <ac:grpSpMk id="23" creationId="{5460393A-E95A-B2FB-D748-49A9EB563137}"/>
          </ac:grpSpMkLst>
        </pc:grpChg>
        <pc:grpChg chg="mod">
          <ac:chgData name="shilpi gupta" userId="5ce4f23861899b28" providerId="LiveId" clId="{A3C977FF-BB8A-4C6F-BCC3-30AF3BFF52E7}" dt="2024-07-03T06:39:35.431" v="691" actId="1076"/>
          <ac:grpSpMkLst>
            <pc:docMk/>
            <pc:sldMk cId="735820354" sldId="390"/>
            <ac:grpSpMk id="25" creationId="{1AF638C5-6962-D02A-347A-970509EA6D6F}"/>
          </ac:grpSpMkLst>
        </pc:grpChg>
      </pc:sldChg>
      <pc:sldChg chg="addSp delSp modSp new mod modAnim">
        <pc:chgData name="shilpi gupta" userId="5ce4f23861899b28" providerId="LiveId" clId="{A3C977FF-BB8A-4C6F-BCC3-30AF3BFF52E7}" dt="2024-07-03T06:40:51.513" v="699" actId="20577"/>
        <pc:sldMkLst>
          <pc:docMk/>
          <pc:sldMk cId="695999533" sldId="391"/>
        </pc:sldMkLst>
        <pc:spChg chg="del">
          <ac:chgData name="shilpi gupta" userId="5ce4f23861899b28" providerId="LiveId" clId="{A3C977FF-BB8A-4C6F-BCC3-30AF3BFF52E7}" dt="2024-07-02T16:08:40.012" v="92" actId="478"/>
          <ac:spMkLst>
            <pc:docMk/>
            <pc:sldMk cId="695999533" sldId="391"/>
            <ac:spMk id="2" creationId="{AE411182-7817-0663-E5EB-F6DA4B9B8C1F}"/>
          </ac:spMkLst>
        </pc:spChg>
        <pc:spChg chg="add del">
          <ac:chgData name="shilpi gupta" userId="5ce4f23861899b28" providerId="LiveId" clId="{A3C977FF-BB8A-4C6F-BCC3-30AF3BFF52E7}" dt="2024-07-02T16:08:32.187" v="91"/>
          <ac:spMkLst>
            <pc:docMk/>
            <pc:sldMk cId="695999533" sldId="391"/>
            <ac:spMk id="3" creationId="{020C055F-6D50-B9E0-EE1D-E9BA4EAA4055}"/>
          </ac:spMkLst>
        </pc:spChg>
        <pc:spChg chg="add mod">
          <ac:chgData name="shilpi gupta" userId="5ce4f23861899b28" providerId="LiveId" clId="{A3C977FF-BB8A-4C6F-BCC3-30AF3BFF52E7}" dt="2024-07-02T16:08:25.215" v="90"/>
          <ac:spMkLst>
            <pc:docMk/>
            <pc:sldMk cId="695999533" sldId="391"/>
            <ac:spMk id="4" creationId="{45947E35-F5F2-17B9-4615-34E87D450CBF}"/>
          </ac:spMkLst>
        </pc:spChg>
        <pc:spChg chg="add mod">
          <ac:chgData name="shilpi gupta" userId="5ce4f23861899b28" providerId="LiveId" clId="{A3C977FF-BB8A-4C6F-BCC3-30AF3BFF52E7}" dt="2024-07-03T06:39:52.881" v="694" actId="404"/>
          <ac:spMkLst>
            <pc:docMk/>
            <pc:sldMk cId="695999533" sldId="391"/>
            <ac:spMk id="5" creationId="{FF049730-092B-B903-FCAD-71BAEFB43E84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7" creationId="{D8D76D2C-555A-B450-7FF6-A3F41996395A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8" creationId="{A47D8A4F-D5A8-3C83-BC95-86DCF390DD7A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9" creationId="{643CE7B7-0456-2B79-A22D-700AA8E117EB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0" creationId="{984E39FA-B104-7DE0-77A5-8E822E7E76D7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1" creationId="{33D0379D-50A8-0205-9C9F-F357450FB614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2" creationId="{859B96E2-0397-B083-1CA9-172DDB787ED6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3" creationId="{7665C97B-6F63-8D0B-86AE-A7C20C4E6845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4" creationId="{83614330-2492-329A-5EA6-761B4D59E4CE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5" creationId="{255B1CCA-6E9A-54CB-C4DC-E3E85F464736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6" creationId="{B06DDD09-7107-92FC-BD98-FDF154B49DDF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7" creationId="{EE360EC2-DA32-8860-9FD7-377A551DBEF3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8" creationId="{E30725AC-AAF7-589C-7B19-EEBA9BBAE221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9" creationId="{FA72D40F-C1DB-0487-20A3-7D32B50DD4F5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20" creationId="{D7BC9D49-025A-9136-EB84-2A0620D485A1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21" creationId="{23A837C9-4BE0-FE0F-EF3A-1704390593BB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22" creationId="{E2C6540B-CAD7-BAB2-6AF6-749A3C63D585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23" creationId="{CB45E053-CB4A-6CB9-2C75-219A4FBB527F}"/>
          </ac:spMkLst>
        </pc:spChg>
        <pc:spChg chg="add mod">
          <ac:chgData name="shilpi gupta" userId="5ce4f23861899b28" providerId="LiveId" clId="{A3C977FF-BB8A-4C6F-BCC3-30AF3BFF52E7}" dt="2024-07-03T06:40:29.096" v="696" actId="1076"/>
          <ac:spMkLst>
            <pc:docMk/>
            <pc:sldMk cId="695999533" sldId="391"/>
            <ac:spMk id="24" creationId="{C66C6FF7-AE5E-A509-6B4A-EBEF9F1DB6B4}"/>
          </ac:spMkLst>
        </pc:spChg>
        <pc:spChg chg="add mod">
          <ac:chgData name="shilpi gupta" userId="5ce4f23861899b28" providerId="LiveId" clId="{A3C977FF-BB8A-4C6F-BCC3-30AF3BFF52E7}" dt="2024-07-03T06:40:51.513" v="699" actId="20577"/>
          <ac:spMkLst>
            <pc:docMk/>
            <pc:sldMk cId="695999533" sldId="391"/>
            <ac:spMk id="25" creationId="{9D5CD3FA-0880-8CFC-51A4-BE0DF88925A5}"/>
          </ac:spMkLst>
        </pc:spChg>
        <pc:grpChg chg="add mod">
          <ac:chgData name="shilpi gupta" userId="5ce4f23861899b28" providerId="LiveId" clId="{A3C977FF-BB8A-4C6F-BCC3-30AF3BFF52E7}" dt="2024-07-02T16:08:47.538" v="94" actId="1076"/>
          <ac:grpSpMkLst>
            <pc:docMk/>
            <pc:sldMk cId="695999533" sldId="391"/>
            <ac:grpSpMk id="6" creationId="{A1A7B2E6-BD6E-041F-4520-A72AF37BA857}"/>
          </ac:grpSpMkLst>
        </pc:grpChg>
      </pc:sldChg>
      <pc:sldChg chg="addSp delSp modSp new modAnim">
        <pc:chgData name="shilpi gupta" userId="5ce4f23861899b28" providerId="LiveId" clId="{A3C977FF-BB8A-4C6F-BCC3-30AF3BFF52E7}" dt="2024-07-03T06:42:39.473" v="709" actId="120"/>
        <pc:sldMkLst>
          <pc:docMk/>
          <pc:sldMk cId="1359862533" sldId="392"/>
        </pc:sldMkLst>
        <pc:spChg chg="del">
          <ac:chgData name="shilpi gupta" userId="5ce4f23861899b28" providerId="LiveId" clId="{A3C977FF-BB8A-4C6F-BCC3-30AF3BFF52E7}" dt="2024-07-02T16:09:57.763" v="100" actId="478"/>
          <ac:spMkLst>
            <pc:docMk/>
            <pc:sldMk cId="1359862533" sldId="392"/>
            <ac:spMk id="2" creationId="{92A893E1-CFAC-1E79-2131-B9C8F260DEB5}"/>
          </ac:spMkLst>
        </pc:spChg>
        <pc:spChg chg="add del">
          <ac:chgData name="shilpi gupta" userId="5ce4f23861899b28" providerId="LiveId" clId="{A3C977FF-BB8A-4C6F-BCC3-30AF3BFF52E7}" dt="2024-07-02T16:11:46.525" v="105"/>
          <ac:spMkLst>
            <pc:docMk/>
            <pc:sldMk cId="1359862533" sldId="392"/>
            <ac:spMk id="3" creationId="{632736E0-A2D7-667C-A5F7-68442B235995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5" creationId="{DC938822-D52D-1850-3F50-BDB5AD900A28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6" creationId="{E2CD2508-D5E3-ACBD-D491-605C298E5362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7" creationId="{39F41F70-4231-0160-CD2A-D5CA5D461EB6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8" creationId="{821FF9AF-96B0-6562-8BB8-4C42A0562AC8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9" creationId="{02270267-E0BF-66E2-7245-9EE4ACDC6A2E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0" creationId="{D2A2A20A-A993-1ACA-20C1-7F234C3458EF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1" creationId="{B5DA0EDC-BFF6-27EB-A07E-DF92F7DDE9B1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2" creationId="{2629DB07-6E60-DAB6-EA50-7E8CBB1ACA40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3" creationId="{C3EA60E8-D024-DC3D-C5F9-E68B4D61CA07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4" creationId="{753BA3D2-B24D-A51E-B363-16829B701581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5" creationId="{5DEC39FF-9BC6-A973-E172-BD9ABDA8667F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6" creationId="{FFF63B05-EC9A-87E9-7CBD-E7EB1DD99B7A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7" creationId="{3E1933A8-D178-3884-F0E7-6C7F8202ADE0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8" creationId="{3FC9FB45-EC0E-5974-950B-D78F54D5BA18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9" creationId="{1D1EA5F8-6273-05F3-50EF-6BDFE7DF0DAA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20" creationId="{BBDD4A6A-96D9-1A22-DEE2-CBBE11FB1995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21" creationId="{A03950DF-8BFD-25A4-E2F1-8D34C79E76CF}"/>
          </ac:spMkLst>
        </pc:spChg>
        <pc:spChg chg="add mod">
          <ac:chgData name="shilpi gupta" userId="5ce4f23861899b28" providerId="LiveId" clId="{A3C977FF-BB8A-4C6F-BCC3-30AF3BFF52E7}" dt="2024-07-02T16:11:27.992" v="104"/>
          <ac:spMkLst>
            <pc:docMk/>
            <pc:sldMk cId="1359862533" sldId="392"/>
            <ac:spMk id="22" creationId="{82709809-69C8-9360-E381-5F6552F3D49E}"/>
          </ac:spMkLst>
        </pc:spChg>
        <pc:spChg chg="add mod">
          <ac:chgData name="shilpi gupta" userId="5ce4f23861899b28" providerId="LiveId" clId="{A3C977FF-BB8A-4C6F-BCC3-30AF3BFF52E7}" dt="2024-07-03T06:42:39.473" v="709" actId="120"/>
          <ac:spMkLst>
            <pc:docMk/>
            <pc:sldMk cId="1359862533" sldId="392"/>
            <ac:spMk id="23" creationId="{0ABC1161-AF29-94CE-7287-7A2BB8369A47}"/>
          </ac:spMkLst>
        </pc:spChg>
        <pc:spChg chg="add mod">
          <ac:chgData name="shilpi gupta" userId="5ce4f23861899b28" providerId="LiveId" clId="{A3C977FF-BB8A-4C6F-BCC3-30AF3BFF52E7}" dt="2024-07-03T06:41:07.115" v="701" actId="1076"/>
          <ac:spMkLst>
            <pc:docMk/>
            <pc:sldMk cId="1359862533" sldId="392"/>
            <ac:spMk id="24" creationId="{1BF60933-6BE9-EE11-5CF2-C0FF98AADC3D}"/>
          </ac:spMkLst>
        </pc:spChg>
        <pc:spChg chg="add mod">
          <ac:chgData name="shilpi gupta" userId="5ce4f23861899b28" providerId="LiveId" clId="{A3C977FF-BB8A-4C6F-BCC3-30AF3BFF52E7}" dt="2024-07-03T06:41:17.532" v="703" actId="1076"/>
          <ac:spMkLst>
            <pc:docMk/>
            <pc:sldMk cId="1359862533" sldId="392"/>
            <ac:spMk id="25" creationId="{1FAD8383-5B42-C3D6-4E00-2F98E7EF175B}"/>
          </ac:spMkLst>
        </pc:spChg>
        <pc:grpChg chg="add mod">
          <ac:chgData name="shilpi gupta" userId="5ce4f23861899b28" providerId="LiveId" clId="{A3C977FF-BB8A-4C6F-BCC3-30AF3BFF52E7}" dt="2024-07-02T16:10:19.944" v="102" actId="1076"/>
          <ac:grpSpMkLst>
            <pc:docMk/>
            <pc:sldMk cId="1359862533" sldId="392"/>
            <ac:grpSpMk id="4" creationId="{CEADF740-CBA2-8647-60EE-890728D19C51}"/>
          </ac:grpSpMkLst>
        </pc:grpChg>
      </pc:sldChg>
      <pc:sldChg chg="addSp delSp modSp new modAnim">
        <pc:chgData name="shilpi gupta" userId="5ce4f23861899b28" providerId="LiveId" clId="{A3C977FF-BB8A-4C6F-BCC3-30AF3BFF52E7}" dt="2024-07-03T06:46:43.986" v="743" actId="403"/>
        <pc:sldMkLst>
          <pc:docMk/>
          <pc:sldMk cId="3756879363" sldId="393"/>
        </pc:sldMkLst>
        <pc:spChg chg="del">
          <ac:chgData name="shilpi gupta" userId="5ce4f23861899b28" providerId="LiveId" clId="{A3C977FF-BB8A-4C6F-BCC3-30AF3BFF52E7}" dt="2024-07-02T16:15:05.808" v="128" actId="478"/>
          <ac:spMkLst>
            <pc:docMk/>
            <pc:sldMk cId="3756879363" sldId="393"/>
            <ac:spMk id="2" creationId="{86558E4D-2E5B-FE6E-20E4-11F14D78163B}"/>
          </ac:spMkLst>
        </pc:spChg>
        <pc:spChg chg="del">
          <ac:chgData name="shilpi gupta" userId="5ce4f23861899b28" providerId="LiveId" clId="{A3C977FF-BB8A-4C6F-BCC3-30AF3BFF52E7}" dt="2024-07-02T16:13:32.227" v="125"/>
          <ac:spMkLst>
            <pc:docMk/>
            <pc:sldMk cId="3756879363" sldId="393"/>
            <ac:spMk id="3" creationId="{6FD7CE44-77FB-9C18-4D0D-A1EB119A1EC3}"/>
          </ac:spMkLst>
        </pc:spChg>
        <pc:spChg chg="add mod">
          <ac:chgData name="shilpi gupta" userId="5ce4f23861899b28" providerId="LiveId" clId="{A3C977FF-BB8A-4C6F-BCC3-30AF3BFF52E7}" dt="2024-07-03T06:46:43.986" v="743" actId="403"/>
          <ac:spMkLst>
            <pc:docMk/>
            <pc:sldMk cId="3756879363" sldId="393"/>
            <ac:spMk id="4" creationId="{9BEE06D7-EAFC-86CB-196D-BCAE69A28DA2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6" creationId="{1BB7A3CE-BEE3-9ECC-6104-0A6EC6572813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8" creationId="{5657CE0E-D6FB-E758-0A9B-BD1CD2E5C031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9" creationId="{525FC290-6D8A-709B-13FB-51C03F3D11F8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0" creationId="{239FA68A-7478-68F2-86DC-2AC980C87AFD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1" creationId="{1B3D6B90-18D5-32AD-CC33-B26365165F7A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2" creationId="{6CBBE208-FB07-B591-5AE6-76FC7401269D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3" creationId="{CA99B504-B612-488D-343B-2EC7697FF15C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4" creationId="{0E6ECBCB-C382-826D-5A0A-176F1253DA27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5" creationId="{17B80D1B-E89E-94C2-55D0-02D3E72448F1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6" creationId="{AE71B1C6-7C48-2ECC-1B1E-5EC108ADA91A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7" creationId="{40E7A22A-AB36-DB03-BF78-9D20F1D7FA5F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8" creationId="{64C2DE0C-CA6C-9ABE-C559-0D469F768CE7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9" creationId="{77CEF7DC-92AB-45A2-CEDB-CF4DEF54E60F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20" creationId="{3C048D25-D578-4EEB-3346-E1D218C5FC1E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21" creationId="{15432031-F665-CC0D-B696-8AF9D3FE3865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22" creationId="{6111859E-2204-54A0-C772-3091EF792A64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23" creationId="{31D6D6BB-CB17-0E93-C9CE-5B221B78FD6C}"/>
          </ac:spMkLst>
        </pc:spChg>
        <pc:spChg chg="add mod">
          <ac:chgData name="shilpi gupta" userId="5ce4f23861899b28" providerId="LiveId" clId="{A3C977FF-BB8A-4C6F-BCC3-30AF3BFF52E7}" dt="2024-07-03T06:44:40.753" v="730" actId="14100"/>
          <ac:spMkLst>
            <pc:docMk/>
            <pc:sldMk cId="3756879363" sldId="393"/>
            <ac:spMk id="24" creationId="{41385000-E2D4-2134-F22A-5CAE95487C46}"/>
          </ac:spMkLst>
        </pc:spChg>
        <pc:grpChg chg="add mod">
          <ac:chgData name="shilpi gupta" userId="5ce4f23861899b28" providerId="LiveId" clId="{A3C977FF-BB8A-4C6F-BCC3-30AF3BFF52E7}" dt="2024-07-02T16:15:20.674" v="130" actId="1076"/>
          <ac:grpSpMkLst>
            <pc:docMk/>
            <pc:sldMk cId="3756879363" sldId="393"/>
            <ac:grpSpMk id="5" creationId="{9D5AB6A2-5B8E-F644-BAB6-8664887B5584}"/>
          </ac:grpSpMkLst>
        </pc:grpChg>
        <pc:grpChg chg="mod">
          <ac:chgData name="shilpi gupta" userId="5ce4f23861899b28" providerId="LiveId" clId="{A3C977FF-BB8A-4C6F-BCC3-30AF3BFF52E7}" dt="2024-07-02T16:15:20.674" v="130" actId="1076"/>
          <ac:grpSpMkLst>
            <pc:docMk/>
            <pc:sldMk cId="3756879363" sldId="393"/>
            <ac:grpSpMk id="7" creationId="{FACABD7B-46A3-CB00-94A7-B5CFB6848770}"/>
          </ac:grpSpMkLst>
        </pc:grpChg>
      </pc:sldChg>
      <pc:sldChg chg="addSp delSp modSp new modAnim">
        <pc:chgData name="shilpi gupta" userId="5ce4f23861899b28" providerId="LiveId" clId="{A3C977FF-BB8A-4C6F-BCC3-30AF3BFF52E7}" dt="2024-07-03T06:46:25.105" v="741" actId="403"/>
        <pc:sldMkLst>
          <pc:docMk/>
          <pc:sldMk cId="1783019135" sldId="394"/>
        </pc:sldMkLst>
        <pc:spChg chg="del">
          <ac:chgData name="shilpi gupta" userId="5ce4f23861899b28" providerId="LiveId" clId="{A3C977FF-BB8A-4C6F-BCC3-30AF3BFF52E7}" dt="2024-07-02T16:15:55.118" v="134" actId="478"/>
          <ac:spMkLst>
            <pc:docMk/>
            <pc:sldMk cId="1783019135" sldId="394"/>
            <ac:spMk id="2" creationId="{5E7C7C23-2B28-E0EA-CCE3-86608B0CFAEF}"/>
          </ac:spMkLst>
        </pc:spChg>
        <pc:spChg chg="del">
          <ac:chgData name="shilpi gupta" userId="5ce4f23861899b28" providerId="LiveId" clId="{A3C977FF-BB8A-4C6F-BCC3-30AF3BFF52E7}" dt="2024-07-02T16:16:16.804" v="139"/>
          <ac:spMkLst>
            <pc:docMk/>
            <pc:sldMk cId="1783019135" sldId="394"/>
            <ac:spMk id="3" creationId="{82CFC9F1-1A8B-B3C5-56BE-D7FB01044D21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5" creationId="{FE48C2CC-10FF-B583-9936-F2E6EABA0306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6" creationId="{E3E311B4-A8BF-60E8-F80F-A3C3465E4992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7" creationId="{E212E65C-9DB1-77BC-E529-BB67C914574E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8" creationId="{F0D418F2-DE1B-14A3-44B4-8570827C2D75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9" creationId="{1A449C4C-92C6-6C58-0282-459DF991054A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0" creationId="{AA6072A3-8011-33D6-1FB1-DDCC6D03F853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1" creationId="{0752C960-0341-2AA7-FE1C-0FD6F19D923F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2" creationId="{94738AA2-403D-3BBA-9CFB-A3DF5B1DF92C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3" creationId="{57E8136E-51A5-BC4D-9A02-231DB6471B94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4" creationId="{50E01DCC-5C30-E2F3-EA66-4E36D0C92D84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5" creationId="{6FD9FDF6-12FF-6578-3302-88AA7A5F0D90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6" creationId="{2A27F7E1-2B6A-5837-FFAA-DC88AE2DC526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7" creationId="{55671DB4-489A-77A4-F3C5-45BA6C94A57A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8" creationId="{E1CADACA-B966-F662-769D-885CF42EB023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9" creationId="{B8690201-3857-1CB8-5EDD-5FF077CE1C1A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20" creationId="{9815986A-6DC6-FAA2-2F33-304E374CE4EA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21" creationId="{6A9D6C54-FAAE-0B37-FCD4-506EA0CE46F9}"/>
          </ac:spMkLst>
        </pc:spChg>
        <pc:spChg chg="add mod">
          <ac:chgData name="shilpi gupta" userId="5ce4f23861899b28" providerId="LiveId" clId="{A3C977FF-BB8A-4C6F-BCC3-30AF3BFF52E7}" dt="2024-07-02T16:16:12.409" v="137"/>
          <ac:spMkLst>
            <pc:docMk/>
            <pc:sldMk cId="1783019135" sldId="394"/>
            <ac:spMk id="22" creationId="{C340D2FD-65C2-70D1-F06A-6A2AB0B806DB}"/>
          </ac:spMkLst>
        </pc:spChg>
        <pc:spChg chg="add mod">
          <ac:chgData name="shilpi gupta" userId="5ce4f23861899b28" providerId="LiveId" clId="{A3C977FF-BB8A-4C6F-BCC3-30AF3BFF52E7}" dt="2024-07-03T06:46:25.105" v="741" actId="403"/>
          <ac:spMkLst>
            <pc:docMk/>
            <pc:sldMk cId="1783019135" sldId="394"/>
            <ac:spMk id="23" creationId="{D153B1F3-0BAD-AD4F-6A24-8310E98C6FDB}"/>
          </ac:spMkLst>
        </pc:spChg>
        <pc:spChg chg="add mod">
          <ac:chgData name="shilpi gupta" userId="5ce4f23861899b28" providerId="LiveId" clId="{A3C977FF-BB8A-4C6F-BCC3-30AF3BFF52E7}" dt="2024-07-02T16:17:16.503" v="148" actId="14100"/>
          <ac:spMkLst>
            <pc:docMk/>
            <pc:sldMk cId="1783019135" sldId="394"/>
            <ac:spMk id="24" creationId="{966E44A0-DE93-3A2B-2653-2D3811085771}"/>
          </ac:spMkLst>
        </pc:spChg>
        <pc:grpChg chg="add mod">
          <ac:chgData name="shilpi gupta" userId="5ce4f23861899b28" providerId="LiveId" clId="{A3C977FF-BB8A-4C6F-BCC3-30AF3BFF52E7}" dt="2024-07-02T16:16:01.418" v="136" actId="1076"/>
          <ac:grpSpMkLst>
            <pc:docMk/>
            <pc:sldMk cId="1783019135" sldId="394"/>
            <ac:grpSpMk id="4" creationId="{F26847D2-3E45-5EF7-DD0A-9150F94D6E1B}"/>
          </ac:grpSpMkLst>
        </pc:grpChg>
      </pc:sldChg>
      <pc:sldChg chg="addSp delSp modSp new modAnim">
        <pc:chgData name="shilpi gupta" userId="5ce4f23861899b28" providerId="LiveId" clId="{A3C977FF-BB8A-4C6F-BCC3-30AF3BFF52E7}" dt="2024-07-03T06:47:19.377" v="752" actId="404"/>
        <pc:sldMkLst>
          <pc:docMk/>
          <pc:sldMk cId="3323151498" sldId="395"/>
        </pc:sldMkLst>
        <pc:spChg chg="del">
          <ac:chgData name="shilpi gupta" userId="5ce4f23861899b28" providerId="LiveId" clId="{A3C977FF-BB8A-4C6F-BCC3-30AF3BFF52E7}" dt="2024-07-02T16:17:27.119" v="150" actId="478"/>
          <ac:spMkLst>
            <pc:docMk/>
            <pc:sldMk cId="3323151498" sldId="395"/>
            <ac:spMk id="2" creationId="{4609B2F2-76F0-3F9D-4864-D50589F33875}"/>
          </ac:spMkLst>
        </pc:spChg>
        <pc:spChg chg="del">
          <ac:chgData name="shilpi gupta" userId="5ce4f23861899b28" providerId="LiveId" clId="{A3C977FF-BB8A-4C6F-BCC3-30AF3BFF52E7}" dt="2024-07-02T16:17:52.635" v="153"/>
          <ac:spMkLst>
            <pc:docMk/>
            <pc:sldMk cId="3323151498" sldId="395"/>
            <ac:spMk id="3" creationId="{1833F716-F66D-1058-A86F-8C8BEF8ED3FA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5" creationId="{270203BE-1407-3C70-3220-C0168E950976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6" creationId="{133E4D81-07CE-0789-F70C-C60D9C30FF65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7" creationId="{E49E18D2-CFF3-9551-D027-14B98FDB57BB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8" creationId="{AFBB4705-62EC-1C61-B19F-FBDCC3005C63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9" creationId="{EE756586-C799-0C83-54E4-5450638DBD79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0" creationId="{A940542F-4D2C-6421-3DB9-EE72E974DCC0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1" creationId="{89775A30-00EB-9B8D-2C6E-883F471E2604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2" creationId="{8ECCE323-F99B-E4A9-7888-22BD819DD4DF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3" creationId="{06EDAF75-2E18-DC30-BCA2-BC050A205852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4" creationId="{4BA2F6DB-D6F7-0AF1-2E33-9B0E120DBFB7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5" creationId="{B7770FB7-7F96-5E72-6663-90C97072137D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6" creationId="{C8E8442B-577F-121F-A273-2D99EE2D49B9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7" creationId="{78A9482B-713F-780F-5EE6-231A82D7F129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8" creationId="{C88B2CE1-CD72-54AB-99EA-1026DA5B416A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9" creationId="{C9CEBE49-C08B-D798-6C0E-F5A693006E22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20" creationId="{F984CF80-7164-A4B0-D34E-0FE67BCE308E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21" creationId="{6A9D3178-7470-C6CF-0945-E377555F8AE0}"/>
          </ac:spMkLst>
        </pc:spChg>
        <pc:spChg chg="add mod">
          <ac:chgData name="shilpi gupta" userId="5ce4f23861899b28" providerId="LiveId" clId="{A3C977FF-BB8A-4C6F-BCC3-30AF3BFF52E7}" dt="2024-07-03T06:46:53.686" v="745" actId="120"/>
          <ac:spMkLst>
            <pc:docMk/>
            <pc:sldMk cId="3323151498" sldId="395"/>
            <ac:spMk id="22" creationId="{432D95B3-6966-CA7D-E62E-DFCB383E449D}"/>
          </ac:spMkLst>
        </pc:spChg>
        <pc:spChg chg="add mod">
          <ac:chgData name="shilpi gupta" userId="5ce4f23861899b28" providerId="LiveId" clId="{A3C977FF-BB8A-4C6F-BCC3-30AF3BFF52E7}" dt="2024-07-03T06:47:19.377" v="752" actId="404"/>
          <ac:spMkLst>
            <pc:docMk/>
            <pc:sldMk cId="3323151498" sldId="395"/>
            <ac:spMk id="23" creationId="{F078FFE9-94D9-0068-16B6-3257A6F0F929}"/>
          </ac:spMkLst>
        </pc:spChg>
        <pc:grpChg chg="add mod">
          <ac:chgData name="shilpi gupta" userId="5ce4f23861899b28" providerId="LiveId" clId="{A3C977FF-BB8A-4C6F-BCC3-30AF3BFF52E7}" dt="2024-07-02T16:17:41.527" v="152" actId="1076"/>
          <ac:grpSpMkLst>
            <pc:docMk/>
            <pc:sldMk cId="3323151498" sldId="395"/>
            <ac:grpSpMk id="4" creationId="{AAB672EE-265C-6ED3-ED0A-B90571F90448}"/>
          </ac:grpSpMkLst>
        </pc:grpChg>
      </pc:sldChg>
      <pc:sldChg chg="addSp delSp modSp new modAnim">
        <pc:chgData name="shilpi gupta" userId="5ce4f23861899b28" providerId="LiveId" clId="{A3C977FF-BB8A-4C6F-BCC3-30AF3BFF52E7}" dt="2024-07-03T06:50:13.710" v="762" actId="14100"/>
        <pc:sldMkLst>
          <pc:docMk/>
          <pc:sldMk cId="3392727057" sldId="396"/>
        </pc:sldMkLst>
        <pc:spChg chg="del">
          <ac:chgData name="shilpi gupta" userId="5ce4f23861899b28" providerId="LiveId" clId="{A3C977FF-BB8A-4C6F-BCC3-30AF3BFF52E7}" dt="2024-07-02T16:24:14.674" v="162" actId="478"/>
          <ac:spMkLst>
            <pc:docMk/>
            <pc:sldMk cId="3392727057" sldId="396"/>
            <ac:spMk id="2" creationId="{A4B6D1AC-86B9-F9C3-BFA5-3FA2EC07DE1F}"/>
          </ac:spMkLst>
        </pc:spChg>
        <pc:spChg chg="del">
          <ac:chgData name="shilpi gupta" userId="5ce4f23861899b28" providerId="LiveId" clId="{A3C977FF-BB8A-4C6F-BCC3-30AF3BFF52E7}" dt="2024-07-02T16:24:06.523" v="161"/>
          <ac:spMkLst>
            <pc:docMk/>
            <pc:sldMk cId="3392727057" sldId="396"/>
            <ac:spMk id="3" creationId="{E84CF7F7-2CB3-2C9A-7569-D7ED23332D9C}"/>
          </ac:spMkLst>
        </pc:spChg>
        <pc:spChg chg="add mod">
          <ac:chgData name="shilpi gupta" userId="5ce4f23861899b28" providerId="LiveId" clId="{A3C977FF-BB8A-4C6F-BCC3-30AF3BFF52E7}" dt="2024-07-02T16:24:06.523" v="161"/>
          <ac:spMkLst>
            <pc:docMk/>
            <pc:sldMk cId="3392727057" sldId="396"/>
            <ac:spMk id="4" creationId="{58CDD657-B3D0-D425-BA9E-F5BF857FDC4E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6" creationId="{816E369F-A280-02FE-6CF5-534670EE899E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7" creationId="{F8FFE4B2-2556-AC1E-A2C7-4FD1257129BE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8" creationId="{E5115527-91B1-BBBE-F5BF-34E966EC8500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9" creationId="{AE7B5BC8-DA24-402D-CF9E-89FCFB6F63DF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0" creationId="{D2EB8829-3EFF-EEFB-7EA8-93BEBE4BC93A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1" creationId="{70570708-9A23-1608-6342-FE4A7D2DA8D8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2" creationId="{80C96299-C521-A8AA-CE94-AC5A3CC466D6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3" creationId="{20D37FCE-3148-2EDC-FDDA-E769DE725B9A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4" creationId="{6064BC39-F4DC-DD1F-7BA7-384848F3B5B7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5" creationId="{34725104-3BA9-A8EC-6BD8-C9555D3DE751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6" creationId="{112347B7-19DB-83E0-1094-7BFAD51F87E8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7" creationId="{2006E47B-B096-F656-BE2C-7DCDC5ECB4C1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8" creationId="{DD3A97FF-80F3-01EA-4C84-A05D88759A2B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9" creationId="{F046582B-516C-F336-CE2E-BF13AF9D27A4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20" creationId="{3C9C3480-E987-1AC9-B87C-C5A6D11CE099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21" creationId="{29E9BC1C-7107-3C84-6372-5437B248CAE4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22" creationId="{04306C33-BBA6-175B-1019-8397CCD7A9F5}"/>
          </ac:spMkLst>
        </pc:spChg>
        <pc:spChg chg="add mod">
          <ac:chgData name="shilpi gupta" userId="5ce4f23861899b28" providerId="LiveId" clId="{A3C977FF-BB8A-4C6F-BCC3-30AF3BFF52E7}" dt="2024-07-03T06:50:13.710" v="762" actId="14100"/>
          <ac:spMkLst>
            <pc:docMk/>
            <pc:sldMk cId="3392727057" sldId="396"/>
            <ac:spMk id="23" creationId="{A0DB1F9E-4111-3956-402A-E29033F09882}"/>
          </ac:spMkLst>
        </pc:spChg>
        <pc:grpChg chg="add mod">
          <ac:chgData name="shilpi gupta" userId="5ce4f23861899b28" providerId="LiveId" clId="{A3C977FF-BB8A-4C6F-BCC3-30AF3BFF52E7}" dt="2024-07-02T16:24:21.536" v="164" actId="1076"/>
          <ac:grpSpMkLst>
            <pc:docMk/>
            <pc:sldMk cId="3392727057" sldId="396"/>
            <ac:grpSpMk id="5" creationId="{09868F2B-C6D9-F6B4-1126-150A3744D9F5}"/>
          </ac:grpSpMkLst>
        </pc:grpChg>
      </pc:sldChg>
      <pc:sldChg chg="addSp modSp new mod">
        <pc:chgData name="shilpi gupta" userId="5ce4f23861899b28" providerId="LiveId" clId="{A3C977FF-BB8A-4C6F-BCC3-30AF3BFF52E7}" dt="2024-07-03T06:43:50.832" v="722" actId="14100"/>
        <pc:sldMkLst>
          <pc:docMk/>
          <pc:sldMk cId="3028868525" sldId="397"/>
        </pc:sldMkLst>
        <pc:spChg chg="mod">
          <ac:chgData name="shilpi gupta" userId="5ce4f23861899b28" providerId="LiveId" clId="{A3C977FF-BB8A-4C6F-BCC3-30AF3BFF52E7}" dt="2024-07-03T06:43:16.924" v="717" actId="20577"/>
          <ac:spMkLst>
            <pc:docMk/>
            <pc:sldMk cId="3028868525" sldId="397"/>
            <ac:spMk id="2" creationId="{5BD56BF6-F975-718D-41C9-804068F6BCA9}"/>
          </ac:spMkLst>
        </pc:spChg>
        <pc:spChg chg="mod">
          <ac:chgData name="shilpi gupta" userId="5ce4f23861899b28" providerId="LiveId" clId="{A3C977FF-BB8A-4C6F-BCC3-30AF3BFF52E7}" dt="2024-07-02T16:25:13.061" v="188" actId="20577"/>
          <ac:spMkLst>
            <pc:docMk/>
            <pc:sldMk cId="3028868525" sldId="397"/>
            <ac:spMk id="3" creationId="{0F996655-97F9-8980-9AE5-C5A1D9A3B90E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5" creationId="{E1EC7F0C-6D28-5522-D484-3C45FB865DEA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6" creationId="{D54A43C7-4E97-AFFC-B3C6-8284E757221E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7" creationId="{0D321391-4DBB-A158-3196-910DB0B809BD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8" creationId="{23EDC03F-5B47-FDAD-4A41-7724116F5998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9" creationId="{D1486396-6402-38B8-FDB4-3578F9DAC38F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0" creationId="{A4163A93-6B80-1ED3-9969-4C8252A9B8F5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1" creationId="{E2BEDCC0-0AF7-0F61-3F0F-2F8C32D71AFD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2" creationId="{8787E470-E8AB-F086-5C5C-ADCDB554F0C6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3" creationId="{7376436B-3EB9-F56A-3509-7417B8CC2DF2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4" creationId="{CC963A09-5F94-8F40-A354-F8132BA979F4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5" creationId="{E933270B-B521-7A1B-B6A2-8F32AA4CD0B8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6" creationId="{536668A9-A678-72CF-6360-80619E89DC86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7" creationId="{79EDCA39-6138-6531-0222-0EB86E44D9F6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8" creationId="{5177FA3F-43F1-6B98-5B80-235151162063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9" creationId="{90661C73-2A3A-5987-3687-4533DBB17429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20" creationId="{9227CF3F-68FB-514A-0FE0-41E6E47F79B3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21" creationId="{4740C600-51A8-6C79-DDA0-9FF9D93179C7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3" creationId="{747E5B00-60A2-BBE5-FBEE-063A1CDE327C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4" creationId="{1FFCA125-556D-866C-293A-EEC3D0B8BA26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5" creationId="{04AA2689-F689-8EC1-D474-0029F35B4250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6" creationId="{1B3E68F6-4759-F860-7DF8-E4E7A1595625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7" creationId="{65FDB971-B2A5-9D37-8C52-3B04A277FEA8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8" creationId="{1C36448C-6992-BD4F-B428-F327742965EE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9" creationId="{D7E53741-0AA3-3E51-A3C6-8616FFA0070F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0" creationId="{4E0D033B-B85A-C255-6B8D-CC946D1530A1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1" creationId="{1F28C34B-4913-0C34-F934-B73AC7461D52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2" creationId="{96E8AD98-1CDC-B9B8-F5CE-78A8E6AE56C8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3" creationId="{7F6379E6-9066-AD7D-5B3D-7D64EF71F111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4" creationId="{13F53758-D27A-C3EE-86B8-E9119B48535B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5" creationId="{D8659528-DE3A-0742-638B-F0DD350327C8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6" creationId="{1A7A8692-9FFE-5365-1A9C-8FEC6F2DAB11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7" creationId="{EC66ECE0-436F-B20F-C146-18A895B2D951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8" creationId="{3B9FFEFC-7F5D-98DA-5172-A97FB51DD72A}"/>
          </ac:spMkLst>
        </pc:spChg>
        <pc:spChg chg="mod">
          <ac:chgData name="shilpi gupta" userId="5ce4f23861899b28" providerId="LiveId" clId="{A3C977FF-BB8A-4C6F-BCC3-30AF3BFF52E7}" dt="2024-07-03T06:43:50.832" v="722" actId="14100"/>
          <ac:spMkLst>
            <pc:docMk/>
            <pc:sldMk cId="3028868525" sldId="397"/>
            <ac:spMk id="39" creationId="{743C4A08-E618-C8AF-9BC7-82ACC3CEE460}"/>
          </ac:spMkLst>
        </pc:spChg>
        <pc:grpChg chg="add mod">
          <ac:chgData name="shilpi gupta" userId="5ce4f23861899b28" providerId="LiveId" clId="{A3C977FF-BB8A-4C6F-BCC3-30AF3BFF52E7}" dt="2024-07-03T06:43:35.917" v="719" actId="1076"/>
          <ac:grpSpMkLst>
            <pc:docMk/>
            <pc:sldMk cId="3028868525" sldId="397"/>
            <ac:grpSpMk id="4" creationId="{CA5B3BC8-1734-A243-E808-A981367BFC48}"/>
          </ac:grpSpMkLst>
        </pc:grpChg>
        <pc:grpChg chg="add mod">
          <ac:chgData name="shilpi gupta" userId="5ce4f23861899b28" providerId="LiveId" clId="{A3C977FF-BB8A-4C6F-BCC3-30AF3BFF52E7}" dt="2024-07-03T06:43:42.846" v="721" actId="1076"/>
          <ac:grpSpMkLst>
            <pc:docMk/>
            <pc:sldMk cId="3028868525" sldId="397"/>
            <ac:grpSpMk id="22" creationId="{5470C79A-9456-9288-9863-C8ADF145D842}"/>
          </ac:grpSpMkLst>
        </pc:grpChg>
      </pc:sldChg>
      <pc:sldChg chg="addSp modSp new mod">
        <pc:chgData name="shilpi gupta" userId="5ce4f23861899b28" providerId="LiveId" clId="{A3C977FF-BB8A-4C6F-BCC3-30AF3BFF52E7}" dt="2024-07-03T06:49:07.715" v="761" actId="14100"/>
        <pc:sldMkLst>
          <pc:docMk/>
          <pc:sldMk cId="4225241280" sldId="398"/>
        </pc:sldMkLst>
        <pc:spChg chg="mod">
          <ac:chgData name="shilpi gupta" userId="5ce4f23861899b28" providerId="LiveId" clId="{A3C977FF-BB8A-4C6F-BCC3-30AF3BFF52E7}" dt="2024-07-03T06:47:46.618" v="755" actId="20577"/>
          <ac:spMkLst>
            <pc:docMk/>
            <pc:sldMk cId="4225241280" sldId="398"/>
            <ac:spMk id="2" creationId="{DF13B7AD-BD6F-690E-DAA8-0FB6F175CB61}"/>
          </ac:spMkLst>
        </pc:spChg>
        <pc:spChg chg="mod">
          <ac:chgData name="shilpi gupta" userId="5ce4f23861899b28" providerId="LiveId" clId="{A3C977FF-BB8A-4C6F-BCC3-30AF3BFF52E7}" dt="2024-07-02T16:28:33.549" v="248" actId="20577"/>
          <ac:spMkLst>
            <pc:docMk/>
            <pc:sldMk cId="4225241280" sldId="398"/>
            <ac:spMk id="3" creationId="{19028B06-75A4-AF50-A61D-D65D5FA46C01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5" creationId="{BD24B773-38CF-BF32-CD9F-529471431B50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6" creationId="{EBB7A45B-7B1B-4562-4AFA-91CDDE3D18E8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7" creationId="{98DC684B-38FA-103C-43C0-CFF2ADBD9833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8" creationId="{A4AAB783-4D58-4DB6-D194-BF60EAD8ECC3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9" creationId="{F9C05DD0-350D-11BC-56CB-82C7726A90D9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0" creationId="{CCF3BC34-6FB8-A18C-084A-1E083D34A9FF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1" creationId="{52F6FC7E-8E47-C477-79E8-B50BA1018869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2" creationId="{D9DFEA86-0172-B41E-FF03-20A2D940E274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3" creationId="{8AA74AE7-51DE-63FF-D7BE-46DE92A68047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4" creationId="{31E2EDEA-ADA3-7C60-7B12-3F11B5D02A3B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5" creationId="{4086CB80-E5AC-ADC0-D3B2-809401F2CD93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6" creationId="{7A6BE6C0-0325-4346-22A5-87AC2065920F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7" creationId="{7EB7AE1F-990E-66A2-E806-2F624483B5E6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8" creationId="{9E414EC5-61E0-9F68-5EDB-AF0904D98B4A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9" creationId="{304CFB18-271C-06D2-2DB1-083477D6F6AD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20" creationId="{5AE7A92B-70B9-AAC0-DB75-53FA67DD5E42}"/>
          </ac:spMkLst>
        </pc:spChg>
        <pc:spChg chg="mod">
          <ac:chgData name="shilpi gupta" userId="5ce4f23861899b28" providerId="LiveId" clId="{A3C977FF-BB8A-4C6F-BCC3-30AF3BFF52E7}" dt="2024-07-03T06:48:23.959" v="758" actId="14100"/>
          <ac:spMkLst>
            <pc:docMk/>
            <pc:sldMk cId="4225241280" sldId="398"/>
            <ac:spMk id="21" creationId="{6113506D-002E-0419-FC9E-28156CAE3E5F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3" creationId="{B2E8A9DA-77D4-85D7-DCB4-78FE21834BAF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4" creationId="{8F06FD15-88C7-CD30-D46B-92AFFF5E806A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5" creationId="{7E5F5D8F-C79B-CDC7-104D-CB2A57721255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6" creationId="{B77DC120-83AE-D0FB-B7E8-B51BED5FE207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7" creationId="{FC3A4C32-328A-1B03-06C5-0E055D23BF0F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8" creationId="{4EBC04EA-A0CA-92C5-F879-2A8A03437848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9" creationId="{44F31F58-91BA-6B71-DB5D-AE3525336956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0" creationId="{E5AC2B50-1AD0-74CB-AEA4-A5BE241A25BA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1" creationId="{F1978DE7-30E5-C3A2-F4CB-4CBD8B6ECBFE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2" creationId="{BC48A96F-16C0-A740-196B-8395032AD852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3" creationId="{520349D5-E869-3632-75F3-235C4198D590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4" creationId="{30AA48FC-C335-5C22-DC3F-A2D0211B6E78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5" creationId="{34DA76CB-6B3B-4E64-CC33-769A42613A5C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6" creationId="{A9BCC74C-1C51-6C23-8B4F-2D6B1F0E7E42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7" creationId="{43772364-C2DC-A308-EC9C-6BB3A6F54022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8" creationId="{65F73973-0A74-A7B4-DDC5-CF8DB5828B5A}"/>
          </ac:spMkLst>
        </pc:spChg>
        <pc:spChg chg="mod">
          <ac:chgData name="shilpi gupta" userId="5ce4f23861899b28" providerId="LiveId" clId="{A3C977FF-BB8A-4C6F-BCC3-30AF3BFF52E7}" dt="2024-07-03T06:49:07.715" v="761" actId="14100"/>
          <ac:spMkLst>
            <pc:docMk/>
            <pc:sldMk cId="4225241280" sldId="398"/>
            <ac:spMk id="39" creationId="{88AA355F-058B-FC7C-E782-2A81718CC36F}"/>
          </ac:spMkLst>
        </pc:spChg>
        <pc:grpChg chg="add mod">
          <ac:chgData name="shilpi gupta" userId="5ce4f23861899b28" providerId="LiveId" clId="{A3C977FF-BB8A-4C6F-BCC3-30AF3BFF52E7}" dt="2024-07-03T06:48:13.636" v="757" actId="1076"/>
          <ac:grpSpMkLst>
            <pc:docMk/>
            <pc:sldMk cId="4225241280" sldId="398"/>
            <ac:grpSpMk id="4" creationId="{7DB453D0-372F-D04A-A45C-5E9F517E0938}"/>
          </ac:grpSpMkLst>
        </pc:grpChg>
        <pc:grpChg chg="add mod">
          <ac:chgData name="shilpi gupta" userId="5ce4f23861899b28" providerId="LiveId" clId="{A3C977FF-BB8A-4C6F-BCC3-30AF3BFF52E7}" dt="2024-07-03T06:48:36.298" v="760" actId="1076"/>
          <ac:grpSpMkLst>
            <pc:docMk/>
            <pc:sldMk cId="4225241280" sldId="398"/>
            <ac:grpSpMk id="22" creationId="{EAC01D8E-2781-FB36-AB60-AF4B5822AE9F}"/>
          </ac:grpSpMkLst>
        </pc:grpChg>
      </pc:sldChg>
      <pc:sldChg chg="addSp delSp modSp new mod modAnim">
        <pc:chgData name="shilpi gupta" userId="5ce4f23861899b28" providerId="LiveId" clId="{A3C977FF-BB8A-4C6F-BCC3-30AF3BFF52E7}" dt="2024-07-03T06:51:10.446" v="768" actId="14100"/>
        <pc:sldMkLst>
          <pc:docMk/>
          <pc:sldMk cId="793135350" sldId="399"/>
        </pc:sldMkLst>
        <pc:spChg chg="del">
          <ac:chgData name="shilpi gupta" userId="5ce4f23861899b28" providerId="LiveId" clId="{A3C977FF-BB8A-4C6F-BCC3-30AF3BFF52E7}" dt="2024-07-02T16:33:36.984" v="310" actId="478"/>
          <ac:spMkLst>
            <pc:docMk/>
            <pc:sldMk cId="793135350" sldId="399"/>
            <ac:spMk id="2" creationId="{732DCF1D-34A2-FA4B-2A1F-50199BB121F0}"/>
          </ac:spMkLst>
        </pc:spChg>
        <pc:spChg chg="del">
          <ac:chgData name="shilpi gupta" userId="5ce4f23861899b28" providerId="LiveId" clId="{A3C977FF-BB8A-4C6F-BCC3-30AF3BFF52E7}" dt="2024-07-02T16:33:26.247" v="309"/>
          <ac:spMkLst>
            <pc:docMk/>
            <pc:sldMk cId="793135350" sldId="399"/>
            <ac:spMk id="3" creationId="{68FE5AAC-D175-7C6A-C1C8-4E0165594351}"/>
          </ac:spMkLst>
        </pc:spChg>
        <pc:spChg chg="add mod">
          <ac:chgData name="shilpi gupta" userId="5ce4f23861899b28" providerId="LiveId" clId="{A3C977FF-BB8A-4C6F-BCC3-30AF3BFF52E7}" dt="2024-07-03T06:50:56.895" v="764" actId="403"/>
          <ac:spMkLst>
            <pc:docMk/>
            <pc:sldMk cId="793135350" sldId="399"/>
            <ac:spMk id="4" creationId="{A8BE931C-3831-FB08-7ADB-FAC0652EF505}"/>
          </ac:spMkLst>
        </pc:spChg>
        <pc:spChg chg="add mod">
          <ac:chgData name="shilpi gupta" userId="5ce4f23861899b28" providerId="LiveId" clId="{A3C977FF-BB8A-4C6F-BCC3-30AF3BFF52E7}" dt="2024-07-03T06:51:10.446" v="768" actId="14100"/>
          <ac:spMkLst>
            <pc:docMk/>
            <pc:sldMk cId="793135350" sldId="399"/>
            <ac:spMk id="5" creationId="{CC9A9E53-9A9F-7885-FADF-E8E92C351D98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7" creationId="{3FE9D720-9C15-5DA2-D9D6-2244D13616BA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8" creationId="{CB5B70D7-CC7E-DD34-8FCC-E7B5344543DC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9" creationId="{8C307D6C-02C6-BA4B-7A79-B8F1CCF571DF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0" creationId="{DE98E3A3-B1F5-8EDC-D534-09A840869D76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1" creationId="{2AD85CAE-2BA5-A0D5-7A57-B375175C814E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2" creationId="{86206D15-9336-CD41-44A9-4A430BB5E35F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3" creationId="{C38C2FAE-1058-3B5E-C669-2A456ECFF222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4" creationId="{5C935B64-354B-E255-55B5-02E59EB44DD4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5" creationId="{DAFF9380-4CA2-F376-D88F-7D0F59DD226E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6" creationId="{EA0F2475-EE22-095B-498E-DE178A977973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7" creationId="{D3C9D01D-6CBF-8326-5FD0-6260E9A975BD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8" creationId="{1E5D7CD2-3DB2-10C3-E824-CA89B16C63CD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9" creationId="{E2188901-C51C-922F-0AB6-EEA4AFC1F496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20" creationId="{80AB9CEB-4873-0610-9E30-252D2184B23C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21" creationId="{96F531B0-26FF-0523-FE3E-F2A18BC17EA6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22" creationId="{01A86D31-5DED-68E9-BB31-89AE816200EC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23" creationId="{003CC9F8-97CB-84A8-821F-8D285BA9677A}"/>
          </ac:spMkLst>
        </pc:spChg>
        <pc:grpChg chg="add mod">
          <ac:chgData name="shilpi gupta" userId="5ce4f23861899b28" providerId="LiveId" clId="{A3C977FF-BB8A-4C6F-BCC3-30AF3BFF52E7}" dt="2024-07-02T16:34:03.736" v="314" actId="1076"/>
          <ac:grpSpMkLst>
            <pc:docMk/>
            <pc:sldMk cId="793135350" sldId="399"/>
            <ac:grpSpMk id="6" creationId="{E747A224-DDD6-27BA-1E30-96E3B121C59B}"/>
          </ac:grpSpMkLst>
        </pc:grpChg>
      </pc:sldChg>
      <pc:sldChg chg="addSp delSp modSp new mod modAnim">
        <pc:chgData name="shilpi gupta" userId="5ce4f23861899b28" providerId="LiveId" clId="{A3C977FF-BB8A-4C6F-BCC3-30AF3BFF52E7}" dt="2024-07-03T06:51:42.611" v="772" actId="14100"/>
        <pc:sldMkLst>
          <pc:docMk/>
          <pc:sldMk cId="3885575790" sldId="400"/>
        </pc:sldMkLst>
        <pc:spChg chg="del">
          <ac:chgData name="shilpi gupta" userId="5ce4f23861899b28" providerId="LiveId" clId="{A3C977FF-BB8A-4C6F-BCC3-30AF3BFF52E7}" dt="2024-07-02T16:34:56.993" v="323" actId="478"/>
          <ac:spMkLst>
            <pc:docMk/>
            <pc:sldMk cId="3885575790" sldId="400"/>
            <ac:spMk id="2" creationId="{E64032ED-313F-71B7-6EB3-EC93E7572003}"/>
          </ac:spMkLst>
        </pc:spChg>
        <pc:spChg chg="add del mod">
          <ac:chgData name="shilpi gupta" userId="5ce4f23861899b28" providerId="LiveId" clId="{A3C977FF-BB8A-4C6F-BCC3-30AF3BFF52E7}" dt="2024-07-02T16:34:53.894" v="322"/>
          <ac:spMkLst>
            <pc:docMk/>
            <pc:sldMk cId="3885575790" sldId="400"/>
            <ac:spMk id="3" creationId="{0C93761C-5526-257E-2173-D2618BB32071}"/>
          </ac:spMkLst>
        </pc:spChg>
        <pc:spChg chg="add mod">
          <ac:chgData name="shilpi gupta" userId="5ce4f23861899b28" providerId="LiveId" clId="{A3C977FF-BB8A-4C6F-BCC3-30AF3BFF52E7}" dt="2024-07-02T16:34:40.291" v="321"/>
          <ac:spMkLst>
            <pc:docMk/>
            <pc:sldMk cId="3885575790" sldId="400"/>
            <ac:spMk id="4" creationId="{504C282C-25C0-CC8B-C0BC-422B1268A8BD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6" creationId="{DD27AFBF-2F4B-9A44-D395-9B8300A737AA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7" creationId="{863229C7-F618-A029-3FDB-3A92DC8BE12A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8" creationId="{1A734103-D4F8-AE93-FFA5-FCDC76B3FF3A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9" creationId="{A70670CC-3E7B-35C4-BF73-81091231555D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0" creationId="{CC23B3EB-26A8-089B-BB17-042069E088E5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1" creationId="{8BD80DD1-1F6D-F77B-8905-3404DC3A2B17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2" creationId="{4CB5C52E-F14B-9A7F-5484-48B158301C81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3" creationId="{47F49B10-CBB7-A132-CEF3-ABB223D61331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4" creationId="{B0AA2467-B212-46E9-8042-86ED323731E4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5" creationId="{CCD653C6-8341-927C-0702-3CF562A7C8B0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6" creationId="{DB94555D-1F8E-5B34-836E-388CFF03F1C3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7" creationId="{F7096F5F-8450-8790-1851-D604E86D6037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8" creationId="{5A877E7C-DB1A-278C-FEE1-0C9B62F13D06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9" creationId="{49F60D97-23E1-0F58-9D3E-9AD10415DA16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20" creationId="{C9B94C8C-660A-DA38-2BCF-BD764D9860CC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21" creationId="{B08899D6-4874-651B-9E72-EE2BDB6BF370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22" creationId="{DB7253AA-2BFA-6A27-C477-ECB793520CD1}"/>
          </ac:spMkLst>
        </pc:spChg>
        <pc:spChg chg="add mod">
          <ac:chgData name="shilpi gupta" userId="5ce4f23861899b28" providerId="LiveId" clId="{A3C977FF-BB8A-4C6F-BCC3-30AF3BFF52E7}" dt="2024-07-03T06:51:42.611" v="772" actId="14100"/>
          <ac:spMkLst>
            <pc:docMk/>
            <pc:sldMk cId="3885575790" sldId="400"/>
            <ac:spMk id="23" creationId="{D44E9D8B-472F-4640-43F0-DFB69502FC37}"/>
          </ac:spMkLst>
        </pc:spChg>
        <pc:grpChg chg="add mod">
          <ac:chgData name="shilpi gupta" userId="5ce4f23861899b28" providerId="LiveId" clId="{A3C977FF-BB8A-4C6F-BCC3-30AF3BFF52E7}" dt="2024-07-02T16:36:50.289" v="325" actId="1076"/>
          <ac:grpSpMkLst>
            <pc:docMk/>
            <pc:sldMk cId="3885575790" sldId="400"/>
            <ac:grpSpMk id="5" creationId="{A38ABA75-7A2B-66C9-6017-1B52D9848087}"/>
          </ac:grpSpMkLst>
        </pc:grpChg>
      </pc:sldChg>
      <pc:sldChg chg="addSp delSp modSp new mod modAnim">
        <pc:chgData name="shilpi gupta" userId="5ce4f23861899b28" providerId="LiveId" clId="{A3C977FF-BB8A-4C6F-BCC3-30AF3BFF52E7}" dt="2024-07-02T16:39:52.505" v="337" actId="1076"/>
        <pc:sldMkLst>
          <pc:docMk/>
          <pc:sldMk cId="3573395298" sldId="401"/>
        </pc:sldMkLst>
        <pc:spChg chg="del">
          <ac:chgData name="shilpi gupta" userId="5ce4f23861899b28" providerId="LiveId" clId="{A3C977FF-BB8A-4C6F-BCC3-30AF3BFF52E7}" dt="2024-07-02T16:39:36.494" v="332" actId="478"/>
          <ac:spMkLst>
            <pc:docMk/>
            <pc:sldMk cId="3573395298" sldId="401"/>
            <ac:spMk id="2" creationId="{7E05DD43-72AD-7F80-983B-AA6CB3B9C18D}"/>
          </ac:spMkLst>
        </pc:spChg>
        <pc:spChg chg="add del mod">
          <ac:chgData name="shilpi gupta" userId="5ce4f23861899b28" providerId="LiveId" clId="{A3C977FF-BB8A-4C6F-BCC3-30AF3BFF52E7}" dt="2024-07-02T16:38:28.758" v="331"/>
          <ac:spMkLst>
            <pc:docMk/>
            <pc:sldMk cId="3573395298" sldId="401"/>
            <ac:spMk id="3" creationId="{13BE3EB6-6C04-D6A1-205E-4F490F127158}"/>
          </ac:spMkLst>
        </pc:spChg>
        <pc:spChg chg="add mod">
          <ac:chgData name="shilpi gupta" userId="5ce4f23861899b28" providerId="LiveId" clId="{A3C977FF-BB8A-4C6F-BCC3-30AF3BFF52E7}" dt="2024-07-02T16:37:57.171" v="330"/>
          <ac:spMkLst>
            <pc:docMk/>
            <pc:sldMk cId="3573395298" sldId="401"/>
            <ac:spMk id="4" creationId="{63435EB9-3751-EB4E-238E-4C08E4048A1F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6" creationId="{EDF11207-464E-44C5-6018-E360BE29298D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7" creationId="{87DFF58D-CA53-3735-5CE1-1B9C6CE6A34F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8" creationId="{B75B8EDB-439A-3511-1EA6-B87F140DF290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9" creationId="{BB792D87-A9E2-E77A-BC2E-5AB0CF70ADE2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0" creationId="{EA4D51B7-38C3-466F-2376-A3E02225FFBB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1" creationId="{D322E761-349D-676A-4A1B-A19A3D8F38C7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2" creationId="{2C8C9440-A96D-2F3C-6DDF-59C02E9DCCF6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3" creationId="{6E2FB461-DE01-8CE1-0B3E-A8E50D6D87FF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4" creationId="{1BAAFE38-0C6B-5D2F-40C0-6F0AB52011E0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5" creationId="{EDE7B937-0F94-BBE8-7E08-41529425A860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6" creationId="{DCBF3F68-06AC-40D6-5578-A92804647646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7" creationId="{C0180179-DE35-A415-FBB5-032A724C03A0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8" creationId="{E665D945-54D9-764A-E9E4-2E6B159BBC90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9" creationId="{01A8E4F9-E40B-EC47-5B29-59F63DDCB2FF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20" creationId="{521DAC8E-86E1-7008-559E-95233AA4CC5E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21" creationId="{9461A186-694C-FF5E-DBA8-E42D9F5A07C7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22" creationId="{73B2CD60-FC98-1C4B-2683-18AE6C507693}"/>
          </ac:spMkLst>
        </pc:spChg>
        <pc:spChg chg="add mod">
          <ac:chgData name="shilpi gupta" userId="5ce4f23861899b28" providerId="LiveId" clId="{A3C977FF-BB8A-4C6F-BCC3-30AF3BFF52E7}" dt="2024-07-02T16:39:52.505" v="337" actId="1076"/>
          <ac:spMkLst>
            <pc:docMk/>
            <pc:sldMk cId="3573395298" sldId="401"/>
            <ac:spMk id="23" creationId="{BF250722-1123-43F8-A869-C1A83907FF5B}"/>
          </ac:spMkLst>
        </pc:spChg>
        <pc:grpChg chg="add mod">
          <ac:chgData name="shilpi gupta" userId="5ce4f23861899b28" providerId="LiveId" clId="{A3C977FF-BB8A-4C6F-BCC3-30AF3BFF52E7}" dt="2024-07-02T16:39:41.509" v="334" actId="1076"/>
          <ac:grpSpMkLst>
            <pc:docMk/>
            <pc:sldMk cId="3573395298" sldId="401"/>
            <ac:grpSpMk id="5" creationId="{2E610E2E-FC2A-299C-9D5F-0754F7409F7C}"/>
          </ac:grpSpMkLst>
        </pc:grpChg>
      </pc:sldChg>
      <pc:sldChg chg="addSp delSp modSp new mod modAnim">
        <pc:chgData name="shilpi gupta" userId="5ce4f23861899b28" providerId="LiveId" clId="{A3C977FF-BB8A-4C6F-BCC3-30AF3BFF52E7}" dt="2024-07-03T07:05:35.575" v="870" actId="404"/>
        <pc:sldMkLst>
          <pc:docMk/>
          <pc:sldMk cId="1359120024" sldId="402"/>
        </pc:sldMkLst>
        <pc:spChg chg="del">
          <ac:chgData name="shilpi gupta" userId="5ce4f23861899b28" providerId="LiveId" clId="{A3C977FF-BB8A-4C6F-BCC3-30AF3BFF52E7}" dt="2024-07-02T16:40:18.408" v="339" actId="478"/>
          <ac:spMkLst>
            <pc:docMk/>
            <pc:sldMk cId="1359120024" sldId="402"/>
            <ac:spMk id="2" creationId="{BE67C823-BFA4-4E94-D578-FF138D8EC1CF}"/>
          </ac:spMkLst>
        </pc:spChg>
        <pc:spChg chg="mod">
          <ac:chgData name="shilpi gupta" userId="5ce4f23861899b28" providerId="LiveId" clId="{A3C977FF-BB8A-4C6F-BCC3-30AF3BFF52E7}" dt="2024-07-02T16:42:27.582" v="344"/>
          <ac:spMkLst>
            <pc:docMk/>
            <pc:sldMk cId="1359120024" sldId="402"/>
            <ac:spMk id="3" creationId="{ACFFE8AD-E515-AFB8-C5D7-4371F19B3488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5" creationId="{13E363B1-9AD6-D419-9C9E-1A7AE0B90F45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6" creationId="{F1C1D6B5-01C3-B719-96B2-674F02DA9128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7" creationId="{056DFD8A-F421-E9BA-5AE8-55862DFC9193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8" creationId="{851B78E2-29FD-D746-CA57-3EB0B13DB832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9" creationId="{3BDEF8D8-E011-C4C3-83C2-DB8DE1B77585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0" creationId="{DEC14ECE-19F9-7DE0-7D30-B94C09E02714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1" creationId="{EF27B8E4-3A38-2231-C728-55E589A1DC1B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2" creationId="{1C2F0A60-744E-862E-D960-2A50BE3C7559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3" creationId="{4173150F-7EC1-2DD6-9A86-52C505D70358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4" creationId="{FF9F6111-B1C4-F82B-8E69-5C685CA38F1C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5" creationId="{5A46DED2-E112-436C-BE6A-28F9F19F017E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6" creationId="{C0734642-EF20-A84A-09E0-63544D265F2D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7" creationId="{421A6326-1207-FEFC-9A3D-F7526B4CB6C0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8" creationId="{75700EDD-C92C-1556-27F0-9E20A786EF4C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9" creationId="{C40F2C0B-B2A4-1E26-31FA-650FD2EFEF18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20" creationId="{AC62D5E6-2D0E-0DB0-7D9F-BB2D9CABC128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21" creationId="{92A13E5D-AD39-F672-310F-5A244F7C56D0}"/>
          </ac:spMkLst>
        </pc:spChg>
        <pc:spChg chg="add mod">
          <ac:chgData name="shilpi gupta" userId="5ce4f23861899b28" providerId="LiveId" clId="{A3C977FF-BB8A-4C6F-BCC3-30AF3BFF52E7}" dt="2024-07-03T07:05:35.575" v="870" actId="404"/>
          <ac:spMkLst>
            <pc:docMk/>
            <pc:sldMk cId="1359120024" sldId="402"/>
            <ac:spMk id="22" creationId="{EDD627FF-B3E6-C335-BC8F-6D92B8160C80}"/>
          </ac:spMkLst>
        </pc:spChg>
        <pc:grpChg chg="add mod">
          <ac:chgData name="shilpi gupta" userId="5ce4f23861899b28" providerId="LiveId" clId="{A3C977FF-BB8A-4C6F-BCC3-30AF3BFF52E7}" dt="2024-07-02T16:40:29.775" v="341" actId="1076"/>
          <ac:grpSpMkLst>
            <pc:docMk/>
            <pc:sldMk cId="1359120024" sldId="402"/>
            <ac:grpSpMk id="4" creationId="{2FA295BB-0930-4E41-185C-4F2D4188BDA4}"/>
          </ac:grpSpMkLst>
        </pc:grpChg>
      </pc:sldChg>
      <pc:sldChg chg="modSp new mod">
        <pc:chgData name="shilpi gupta" userId="5ce4f23861899b28" providerId="LiveId" clId="{A3C977FF-BB8A-4C6F-BCC3-30AF3BFF52E7}" dt="2024-07-03T07:31:43.988" v="1113" actId="403"/>
        <pc:sldMkLst>
          <pc:docMk/>
          <pc:sldMk cId="4255904878" sldId="403"/>
        </pc:sldMkLst>
        <pc:spChg chg="mod">
          <ac:chgData name="shilpi gupta" userId="5ce4f23861899b28" providerId="LiveId" clId="{A3C977FF-BB8A-4C6F-BCC3-30AF3BFF52E7}" dt="2024-07-03T07:28:08.015" v="1106" actId="14100"/>
          <ac:spMkLst>
            <pc:docMk/>
            <pc:sldMk cId="4255904878" sldId="403"/>
            <ac:spMk id="2" creationId="{6EFF3C15-1A7D-4465-E2EB-76F710D5BF02}"/>
          </ac:spMkLst>
        </pc:spChg>
        <pc:spChg chg="mod">
          <ac:chgData name="shilpi gupta" userId="5ce4f23861899b28" providerId="LiveId" clId="{A3C977FF-BB8A-4C6F-BCC3-30AF3BFF52E7}" dt="2024-07-03T07:31:43.988" v="1113" actId="403"/>
          <ac:spMkLst>
            <pc:docMk/>
            <pc:sldMk cId="4255904878" sldId="403"/>
            <ac:spMk id="3" creationId="{88BE6133-0CB1-3DAB-7F87-EBAB14CE9809}"/>
          </ac:spMkLst>
        </pc:spChg>
      </pc:sldChg>
      <pc:sldChg chg="addSp delSp modSp new mod modAnim">
        <pc:chgData name="shilpi gupta" userId="5ce4f23861899b28" providerId="LiveId" clId="{A3C977FF-BB8A-4C6F-BCC3-30AF3BFF52E7}" dt="2024-07-03T07:08:53.509" v="873" actId="14100"/>
        <pc:sldMkLst>
          <pc:docMk/>
          <pc:sldMk cId="536366573" sldId="404"/>
        </pc:sldMkLst>
        <pc:spChg chg="del">
          <ac:chgData name="shilpi gupta" userId="5ce4f23861899b28" providerId="LiveId" clId="{A3C977FF-BB8A-4C6F-BCC3-30AF3BFF52E7}" dt="2024-07-02T16:43:49.156" v="347" actId="478"/>
          <ac:spMkLst>
            <pc:docMk/>
            <pc:sldMk cId="536366573" sldId="404"/>
            <ac:spMk id="2" creationId="{F93500F1-F682-E2C5-6D88-739CF807CC52}"/>
          </ac:spMkLst>
        </pc:spChg>
        <pc:spChg chg="add del mod">
          <ac:chgData name="shilpi gupta" userId="5ce4f23861899b28" providerId="LiveId" clId="{A3C977FF-BB8A-4C6F-BCC3-30AF3BFF52E7}" dt="2024-07-02T16:45:01.009" v="356"/>
          <ac:spMkLst>
            <pc:docMk/>
            <pc:sldMk cId="536366573" sldId="404"/>
            <ac:spMk id="3" creationId="{26F88302-C85D-BCD5-A606-9B0123BD9F18}"/>
          </ac:spMkLst>
        </pc:spChg>
        <pc:spChg chg="add del">
          <ac:chgData name="shilpi gupta" userId="5ce4f23861899b28" providerId="LiveId" clId="{A3C977FF-BB8A-4C6F-BCC3-30AF3BFF52E7}" dt="2024-07-02T16:43:57.987" v="349" actId="22"/>
          <ac:spMkLst>
            <pc:docMk/>
            <pc:sldMk cId="536366573" sldId="404"/>
            <ac:spMk id="5" creationId="{186D84C8-A86D-ECFF-803F-104317CAEA64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7" creationId="{A1B6A9A3-8361-DD6A-06DA-862BB1E3F192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8" creationId="{877AAFBA-9598-16F9-22EB-46C276D29252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9" creationId="{580BBE26-1C97-CDA5-77E5-CCF0DA8D4B29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0" creationId="{993CDB9F-D6CC-4087-9DC6-6CAE6D116835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1" creationId="{1FAC1D79-B739-0100-BB66-DF0C7ABFFAA9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2" creationId="{432DE6F2-D0B9-C9A5-D632-37565A1935F0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3" creationId="{35FC7A1B-6620-0302-AC6D-34776C63EA97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4" creationId="{21643808-36A7-BD82-D239-C934776E39E4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5" creationId="{64BD72DB-93C6-BDC0-7AA9-EAD4E9A615D6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6" creationId="{0CA59708-F3AE-D7EE-AB16-918FFC36B935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7" creationId="{7DEFC867-A7A3-CC26-8563-7BEFEA976ECD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8" creationId="{87A7D627-5AEA-9CAB-1B56-AB6C0BCA8D2B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9" creationId="{F72F287A-E4C6-7634-A9A4-2526E2B49C08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20" creationId="{8D02BBB8-4734-9C18-40E1-4AA95CA8D9FE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21" creationId="{1EF29BC8-2753-463C-96D5-CE72482A8238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22" creationId="{805D6E61-9C6B-1F0F-C043-E76174047C19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23" creationId="{3851A00A-DB7A-738E-EF61-6F25FBC00BBC}"/>
          </ac:spMkLst>
        </pc:spChg>
        <pc:spChg chg="add mod">
          <ac:chgData name="shilpi gupta" userId="5ce4f23861899b28" providerId="LiveId" clId="{A3C977FF-BB8A-4C6F-BCC3-30AF3BFF52E7}" dt="2024-07-02T16:44:53.586" v="355"/>
          <ac:spMkLst>
            <pc:docMk/>
            <pc:sldMk cId="536366573" sldId="404"/>
            <ac:spMk id="24" creationId="{878C48B9-4D8A-E96D-07E5-596B4615B1CD}"/>
          </ac:spMkLst>
        </pc:spChg>
        <pc:spChg chg="add mod">
          <ac:chgData name="shilpi gupta" userId="5ce4f23861899b28" providerId="LiveId" clId="{A3C977FF-BB8A-4C6F-BCC3-30AF3BFF52E7}" dt="2024-07-03T07:08:53.509" v="873" actId="14100"/>
          <ac:spMkLst>
            <pc:docMk/>
            <pc:sldMk cId="536366573" sldId="404"/>
            <ac:spMk id="25" creationId="{89DE24C5-6583-781C-5C8A-878AB191FBBE}"/>
          </ac:spMkLst>
        </pc:spChg>
        <pc:grpChg chg="add mod">
          <ac:chgData name="shilpi gupta" userId="5ce4f23861899b28" providerId="LiveId" clId="{A3C977FF-BB8A-4C6F-BCC3-30AF3BFF52E7}" dt="2024-07-02T16:44:13.484" v="351" actId="1076"/>
          <ac:grpSpMkLst>
            <pc:docMk/>
            <pc:sldMk cId="536366573" sldId="404"/>
            <ac:grpSpMk id="6" creationId="{4C1C005B-58F4-C332-4E1A-3EC0005737B0}"/>
          </ac:grpSpMkLst>
        </pc:grpChg>
      </pc:sldChg>
      <pc:sldChg chg="addSp delSp modSp new mod modAnim">
        <pc:chgData name="shilpi gupta" userId="5ce4f23861899b28" providerId="LiveId" clId="{A3C977FF-BB8A-4C6F-BCC3-30AF3BFF52E7}" dt="2024-07-03T07:27:39.286" v="1103" actId="207"/>
        <pc:sldMkLst>
          <pc:docMk/>
          <pc:sldMk cId="800292098" sldId="405"/>
        </pc:sldMkLst>
        <pc:spChg chg="mod">
          <ac:chgData name="shilpi gupta" userId="5ce4f23861899b28" providerId="LiveId" clId="{A3C977FF-BB8A-4C6F-BCC3-30AF3BFF52E7}" dt="2024-07-03T07:27:39.286" v="1103" actId="207"/>
          <ac:spMkLst>
            <pc:docMk/>
            <pc:sldMk cId="800292098" sldId="405"/>
            <ac:spMk id="2" creationId="{9DB0421F-24B4-9BF8-E8BF-A9388CF1C1D3}"/>
          </ac:spMkLst>
        </pc:spChg>
        <pc:spChg chg="add del mod">
          <ac:chgData name="shilpi gupta" userId="5ce4f23861899b28" providerId="LiveId" clId="{A3C977FF-BB8A-4C6F-BCC3-30AF3BFF52E7}" dt="2024-07-03T07:23:38.065" v="1102" actId="403"/>
          <ac:spMkLst>
            <pc:docMk/>
            <pc:sldMk cId="800292098" sldId="405"/>
            <ac:spMk id="3" creationId="{2E2180DC-EC3A-80A5-0621-5A4430900358}"/>
          </ac:spMkLst>
        </pc:spChg>
        <pc:spChg chg="add mod">
          <ac:chgData name="shilpi gupta" userId="5ce4f23861899b28" providerId="LiveId" clId="{A3C977FF-BB8A-4C6F-BCC3-30AF3BFF52E7}" dt="2024-07-02T16:47:45.083" v="363"/>
          <ac:spMkLst>
            <pc:docMk/>
            <pc:sldMk cId="800292098" sldId="405"/>
            <ac:spMk id="4" creationId="{C1BE3F69-2737-8746-A0DA-367D82B47EFC}"/>
          </ac:spMkLst>
        </pc:spChg>
      </pc:sldChg>
      <pc:sldChg chg="modSp new mod">
        <pc:chgData name="shilpi gupta" userId="5ce4f23861899b28" providerId="LiveId" clId="{A3C977FF-BB8A-4C6F-BCC3-30AF3BFF52E7}" dt="2024-07-03T07:32:02.256" v="1115" actId="403"/>
        <pc:sldMkLst>
          <pc:docMk/>
          <pc:sldMk cId="3154168863" sldId="406"/>
        </pc:sldMkLst>
        <pc:spChg chg="mod">
          <ac:chgData name="shilpi gupta" userId="5ce4f23861899b28" providerId="LiveId" clId="{A3C977FF-BB8A-4C6F-BCC3-30AF3BFF52E7}" dt="2024-07-03T07:15:52.063" v="1055" actId="20577"/>
          <ac:spMkLst>
            <pc:docMk/>
            <pc:sldMk cId="3154168863" sldId="406"/>
            <ac:spMk id="2" creationId="{08C2AE90-5E27-66FC-E972-893F6EF56AC2}"/>
          </ac:spMkLst>
        </pc:spChg>
        <pc:spChg chg="mod">
          <ac:chgData name="shilpi gupta" userId="5ce4f23861899b28" providerId="LiveId" clId="{A3C977FF-BB8A-4C6F-BCC3-30AF3BFF52E7}" dt="2024-07-03T07:32:02.256" v="1115" actId="403"/>
          <ac:spMkLst>
            <pc:docMk/>
            <pc:sldMk cId="3154168863" sldId="406"/>
            <ac:spMk id="3" creationId="{46E33873-4BC4-73BA-93B8-D391A6C9424C}"/>
          </ac:spMkLst>
        </pc:spChg>
      </pc:sldChg>
      <pc:sldChg chg="modSp new mod">
        <pc:chgData name="shilpi gupta" userId="5ce4f23861899b28" providerId="LiveId" clId="{A3C977FF-BB8A-4C6F-BCC3-30AF3BFF52E7}" dt="2024-07-03T07:31:52.803" v="1114" actId="403"/>
        <pc:sldMkLst>
          <pc:docMk/>
          <pc:sldMk cId="3315944715" sldId="407"/>
        </pc:sldMkLst>
        <pc:spChg chg="mod">
          <ac:chgData name="shilpi gupta" userId="5ce4f23861899b28" providerId="LiveId" clId="{A3C977FF-BB8A-4C6F-BCC3-30AF3BFF52E7}" dt="2024-07-03T07:18:56.035" v="1100" actId="20577"/>
          <ac:spMkLst>
            <pc:docMk/>
            <pc:sldMk cId="3315944715" sldId="407"/>
            <ac:spMk id="2" creationId="{657CC0CB-DEDA-9739-016B-F59D45A0A33E}"/>
          </ac:spMkLst>
        </pc:spChg>
        <pc:spChg chg="mod">
          <ac:chgData name="shilpi gupta" userId="5ce4f23861899b28" providerId="LiveId" clId="{A3C977FF-BB8A-4C6F-BCC3-30AF3BFF52E7}" dt="2024-07-03T07:31:52.803" v="1114" actId="403"/>
          <ac:spMkLst>
            <pc:docMk/>
            <pc:sldMk cId="3315944715" sldId="407"/>
            <ac:spMk id="3" creationId="{ACE2B3D4-B152-0EC1-DF07-1C3D9453B5AA}"/>
          </ac:spMkLst>
        </pc:spChg>
      </pc:sldChg>
      <pc:sldChg chg="addSp modSp new mod">
        <pc:chgData name="shilpi gupta" userId="5ce4f23861899b28" providerId="LiveId" clId="{A3C977FF-BB8A-4C6F-BCC3-30AF3BFF52E7}" dt="2024-07-03T07:05:11.680" v="867" actId="14100"/>
        <pc:sldMkLst>
          <pc:docMk/>
          <pc:sldMk cId="1650859253" sldId="408"/>
        </pc:sldMkLst>
        <pc:spChg chg="mod">
          <ac:chgData name="shilpi gupta" userId="5ce4f23861899b28" providerId="LiveId" clId="{A3C977FF-BB8A-4C6F-BCC3-30AF3BFF52E7}" dt="2024-07-03T07:03:39.398" v="846" actId="20577"/>
          <ac:spMkLst>
            <pc:docMk/>
            <pc:sldMk cId="1650859253" sldId="408"/>
            <ac:spMk id="2" creationId="{74F1E94C-9D50-240F-3EDC-512FA4F5D63E}"/>
          </ac:spMkLst>
        </pc:spChg>
        <pc:spChg chg="mod">
          <ac:chgData name="shilpi gupta" userId="5ce4f23861899b28" providerId="LiveId" clId="{A3C977FF-BB8A-4C6F-BCC3-30AF3BFF52E7}" dt="2024-07-03T06:59:39.754" v="792" actId="20577"/>
          <ac:spMkLst>
            <pc:docMk/>
            <pc:sldMk cId="1650859253" sldId="408"/>
            <ac:spMk id="3" creationId="{C5A699B0-777B-EA91-F24A-D32A1640B245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5" creationId="{39A1201E-F780-AF8B-7855-E470CD7F93B7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6" creationId="{AC41A3A9-D9E3-1180-878B-E67F6B907B8D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7" creationId="{C9292C74-7347-A6D4-AC7C-BA251E56662F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8" creationId="{EDDB10BC-CF8F-0981-A38F-632AE6358042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9" creationId="{3439FC17-6B67-99B7-8743-FE6F4BE85069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0" creationId="{4CAA9103-6585-88BE-885C-B9BA556ABE3D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1" creationId="{BD845DA9-D4E1-760A-C6FC-6889E39FDD04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2" creationId="{B0A7B991-391D-4D23-783A-5858652160A7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3" creationId="{5E682EB5-FB8A-493E-A317-51DEB4B0F5F8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4" creationId="{6BE3B0C4-A5C8-D00C-21EB-0D24DFED2A21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5" creationId="{E04E7795-68E0-E0B7-8A9A-D6232AEF24F7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6" creationId="{2E93A9CE-D815-ABDA-FE4A-6ABB4CA169F8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7" creationId="{E89A59F2-8D28-453B-802B-F22ADC7ED765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8" creationId="{DE3CFE72-6D45-EAAC-199A-59EEC2978904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9" creationId="{6388BAB4-E132-3FD7-120A-2299698923CD}"/>
          </ac:spMkLst>
        </pc:spChg>
        <pc:spChg chg="mod">
          <ac:chgData name="shilpi gupta" userId="5ce4f23861899b28" providerId="LiveId" clId="{A3C977FF-BB8A-4C6F-BCC3-30AF3BFF52E7}" dt="2024-07-03T07:04:35.283" v="857" actId="14100"/>
          <ac:spMkLst>
            <pc:docMk/>
            <pc:sldMk cId="1650859253" sldId="408"/>
            <ac:spMk id="20" creationId="{35EAF7F2-18A7-0C6C-DA2A-4CC6A34231CB}"/>
          </ac:spMkLst>
        </pc:spChg>
        <pc:spChg chg="mod">
          <ac:chgData name="shilpi gupta" userId="5ce4f23861899b28" providerId="LiveId" clId="{A3C977FF-BB8A-4C6F-BCC3-30AF3BFF52E7}" dt="2024-07-03T07:05:11.680" v="867" actId="14100"/>
          <ac:spMkLst>
            <pc:docMk/>
            <pc:sldMk cId="1650859253" sldId="408"/>
            <ac:spMk id="21" creationId="{4017A68C-05A5-DA16-B817-05EEF2316647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3" creationId="{84205360-38A6-BB3F-F8ED-BDF55D3CB2BA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4" creationId="{248C416A-DDB8-29AA-49A6-9D925B2D2451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5" creationId="{11FB36B3-436E-A20A-AB4B-EEBBC4F82624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6" creationId="{367F5FE1-A187-471D-2D0D-0D8E3E941C40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7" creationId="{A72BEDAE-7713-64F5-D50C-6F5775C2DC29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8" creationId="{CE30AEC3-9169-30A7-BCDC-4158FE249EF6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9" creationId="{E3FB914B-9A94-9C10-9E72-A9D44C33D69C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0" creationId="{B2FC8A05-5B45-1A10-A74E-D8AD12C82A11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1" creationId="{7DBC4DC6-C2E9-AA67-B616-9A67A4FEE91C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2" creationId="{24A487E1-10D2-F146-2CBE-AC77D39FFA4B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3" creationId="{ACDF0933-511F-D7DA-30E8-78901FDDADA4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4" creationId="{8BB5529E-A418-FE88-150C-B280A4A3D3C2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5" creationId="{783DCFAE-84DB-4B74-A19C-0B8C4BF0F68D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6" creationId="{619A7169-84DD-D820-D395-1E60D71CF96F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7" creationId="{1CB9EDC8-F213-A713-DFA9-FFCAA8ED0C0B}"/>
          </ac:spMkLst>
        </pc:spChg>
        <pc:spChg chg="mod">
          <ac:chgData name="shilpi gupta" userId="5ce4f23861899b28" providerId="LiveId" clId="{A3C977FF-BB8A-4C6F-BCC3-30AF3BFF52E7}" dt="2024-07-03T07:04:24.783" v="856" actId="14100"/>
          <ac:spMkLst>
            <pc:docMk/>
            <pc:sldMk cId="1650859253" sldId="408"/>
            <ac:spMk id="38" creationId="{72C87EF0-BC3B-64DE-1D7C-8FB9F2E1DA8D}"/>
          </ac:spMkLst>
        </pc:spChg>
        <pc:spChg chg="mod">
          <ac:chgData name="shilpi gupta" userId="5ce4f23861899b28" providerId="LiveId" clId="{A3C977FF-BB8A-4C6F-BCC3-30AF3BFF52E7}" dt="2024-07-03T07:04:04.379" v="851" actId="14100"/>
          <ac:spMkLst>
            <pc:docMk/>
            <pc:sldMk cId="1650859253" sldId="408"/>
            <ac:spMk id="39" creationId="{7E18DFED-70F5-595C-C7BC-11B06D476714}"/>
          </ac:spMkLst>
        </pc:spChg>
        <pc:grpChg chg="add mod">
          <ac:chgData name="shilpi gupta" userId="5ce4f23861899b28" providerId="LiveId" clId="{A3C977FF-BB8A-4C6F-BCC3-30AF3BFF52E7}" dt="2024-07-03T07:03:56.357" v="850" actId="1076"/>
          <ac:grpSpMkLst>
            <pc:docMk/>
            <pc:sldMk cId="1650859253" sldId="408"/>
            <ac:grpSpMk id="4" creationId="{FA3B3E5C-8810-11C5-1AB0-C7B5F1C39A38}"/>
          </ac:grpSpMkLst>
        </pc:grpChg>
        <pc:grpChg chg="add mod">
          <ac:chgData name="shilpi gupta" userId="5ce4f23861899b28" providerId="LiveId" clId="{A3C977FF-BB8A-4C6F-BCC3-30AF3BFF52E7}" dt="2024-07-03T07:03:55.098" v="849" actId="1076"/>
          <ac:grpSpMkLst>
            <pc:docMk/>
            <pc:sldMk cId="1650859253" sldId="408"/>
            <ac:grpSpMk id="22" creationId="{95D33832-6DAD-AF7D-8792-C531441BC261}"/>
          </ac:grpSpMkLst>
        </pc:grpChg>
      </pc:sldChg>
    </pc:docChg>
  </pc:docChgLst>
  <pc:docChgLst>
    <pc:chgData name="shilpi gupta" userId="5ce4f23861899b28" providerId="LiveId" clId="{E23F248B-BACD-4A05-A6CF-C777B57D5F30}"/>
    <pc:docChg chg="undo custSel addSld delSld modSld sldOrd">
      <pc:chgData name="shilpi gupta" userId="5ce4f23861899b28" providerId="LiveId" clId="{E23F248B-BACD-4A05-A6CF-C777B57D5F30}" dt="2024-06-27T15:10:37.389" v="1638" actId="20577"/>
      <pc:docMkLst>
        <pc:docMk/>
      </pc:docMkLst>
      <pc:sldChg chg="modSp add del modAnim">
        <pc:chgData name="shilpi gupta" userId="5ce4f23861899b28" providerId="LiveId" clId="{E23F248B-BACD-4A05-A6CF-C777B57D5F30}" dt="2024-06-27T14:56:04.017" v="1073"/>
        <pc:sldMkLst>
          <pc:docMk/>
          <pc:sldMk cId="0" sldId="302"/>
        </pc:sldMkLst>
        <pc:spChg chg="mod">
          <ac:chgData name="shilpi gupta" userId="5ce4f23861899b28" providerId="LiveId" clId="{E23F248B-BACD-4A05-A6CF-C777B57D5F30}" dt="2024-06-27T14:56:04.017" v="1073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E23F248B-BACD-4A05-A6CF-C777B57D5F30}" dt="2024-06-27T14:56:28.573" v="1077" actId="20577"/>
        <pc:sldMkLst>
          <pc:docMk/>
          <pc:sldMk cId="0" sldId="303"/>
        </pc:sldMkLst>
        <pc:spChg chg="mod">
          <ac:chgData name="shilpi gupta" userId="5ce4f23861899b28" providerId="LiveId" clId="{E23F248B-BACD-4A05-A6CF-C777B57D5F30}" dt="2024-06-27T14:53:51.888" v="976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E23F248B-BACD-4A05-A6CF-C777B57D5F30}" dt="2024-06-27T14:56:28.573" v="1077" actId="20577"/>
          <ac:spMkLst>
            <pc:docMk/>
            <pc:sldMk cId="0" sldId="303"/>
            <ac:spMk id="3" creationId="{00000000-0000-0000-0000-000000000000}"/>
          </ac:spMkLst>
        </pc:spChg>
      </pc:sldChg>
      <pc:sldChg chg="modSp">
        <pc:chgData name="shilpi gupta" userId="5ce4f23861899b28" providerId="LiveId" clId="{E23F248B-BACD-4A05-A6CF-C777B57D5F30}" dt="2024-06-27T14:56:24.186" v="1076" actId="20577"/>
        <pc:sldMkLst>
          <pc:docMk/>
          <pc:sldMk cId="0" sldId="304"/>
        </pc:sldMkLst>
        <pc:spChg chg="mod">
          <ac:chgData name="shilpi gupta" userId="5ce4f23861899b28" providerId="LiveId" clId="{E23F248B-BACD-4A05-A6CF-C777B57D5F30}" dt="2024-06-27T14:56:24.186" v="1076" actId="20577"/>
          <ac:spMkLst>
            <pc:docMk/>
            <pc:sldMk cId="0" sldId="304"/>
            <ac:spMk id="4" creationId="{00000000-0000-0000-0000-000000000000}"/>
          </ac:spMkLst>
        </pc:spChg>
      </pc:sldChg>
      <pc:sldChg chg="del">
        <pc:chgData name="shilpi gupta" userId="5ce4f23861899b28" providerId="LiveId" clId="{E23F248B-BACD-4A05-A6CF-C777B57D5F30}" dt="2024-06-27T14:55:06.489" v="1020" actId="47"/>
        <pc:sldMkLst>
          <pc:docMk/>
          <pc:sldMk cId="1281329723" sldId="352"/>
        </pc:sldMkLst>
      </pc:sldChg>
      <pc:sldChg chg="del">
        <pc:chgData name="shilpi gupta" userId="5ce4f23861899b28" providerId="LiveId" clId="{E23F248B-BACD-4A05-A6CF-C777B57D5F30}" dt="2024-06-27T14:55:06.772" v="1021" actId="47"/>
        <pc:sldMkLst>
          <pc:docMk/>
          <pc:sldMk cId="1922358814" sldId="353"/>
        </pc:sldMkLst>
      </pc:sldChg>
      <pc:sldChg chg="modSp mod">
        <pc:chgData name="shilpi gupta" userId="5ce4f23861899b28" providerId="LiveId" clId="{E23F248B-BACD-4A05-A6CF-C777B57D5F30}" dt="2024-06-27T14:47:39.856" v="690" actId="20577"/>
        <pc:sldMkLst>
          <pc:docMk/>
          <pc:sldMk cId="282132447" sldId="354"/>
        </pc:sldMkLst>
        <pc:spChg chg="mod">
          <ac:chgData name="shilpi gupta" userId="5ce4f23861899b28" providerId="LiveId" clId="{E23F248B-BACD-4A05-A6CF-C777B57D5F30}" dt="2024-06-27T14:47:39.856" v="690" actId="20577"/>
          <ac:spMkLst>
            <pc:docMk/>
            <pc:sldMk cId="282132447" sldId="354"/>
            <ac:spMk id="2" creationId="{6D760D50-E339-3E6C-2341-3D2B176A4141}"/>
          </ac:spMkLst>
        </pc:spChg>
        <pc:spChg chg="mod">
          <ac:chgData name="shilpi gupta" userId="5ce4f23861899b28" providerId="LiveId" clId="{E23F248B-BACD-4A05-A6CF-C777B57D5F30}" dt="2024-06-27T13:56:07.250" v="89" actId="20577"/>
          <ac:spMkLst>
            <pc:docMk/>
            <pc:sldMk cId="282132447" sldId="354"/>
            <ac:spMk id="3" creationId="{B2CE57A0-B366-D0EC-BA42-E72673D9B694}"/>
          </ac:spMkLst>
        </pc:spChg>
      </pc:sldChg>
      <pc:sldChg chg="del">
        <pc:chgData name="shilpi gupta" userId="5ce4f23861899b28" providerId="LiveId" clId="{E23F248B-BACD-4A05-A6CF-C777B57D5F30}" dt="2024-06-27T14:55:07.465" v="1022" actId="47"/>
        <pc:sldMkLst>
          <pc:docMk/>
          <pc:sldMk cId="3426757888" sldId="355"/>
        </pc:sldMkLst>
      </pc:sldChg>
      <pc:sldChg chg="del">
        <pc:chgData name="shilpi gupta" userId="5ce4f23861899b28" providerId="LiveId" clId="{E23F248B-BACD-4A05-A6CF-C777B57D5F30}" dt="2024-06-27T14:55:07.718" v="1023" actId="47"/>
        <pc:sldMkLst>
          <pc:docMk/>
          <pc:sldMk cId="2560031399" sldId="357"/>
        </pc:sldMkLst>
      </pc:sldChg>
      <pc:sldChg chg="del">
        <pc:chgData name="shilpi gupta" userId="5ce4f23861899b28" providerId="LiveId" clId="{E23F248B-BACD-4A05-A6CF-C777B57D5F30}" dt="2024-06-27T14:55:07.893" v="1024" actId="47"/>
        <pc:sldMkLst>
          <pc:docMk/>
          <pc:sldMk cId="766052730" sldId="358"/>
        </pc:sldMkLst>
      </pc:sldChg>
      <pc:sldChg chg="del">
        <pc:chgData name="shilpi gupta" userId="5ce4f23861899b28" providerId="LiveId" clId="{E23F248B-BACD-4A05-A6CF-C777B57D5F30}" dt="2024-06-27T14:55:08.146" v="1025" actId="47"/>
        <pc:sldMkLst>
          <pc:docMk/>
          <pc:sldMk cId="1265315627" sldId="359"/>
        </pc:sldMkLst>
      </pc:sldChg>
      <pc:sldChg chg="del">
        <pc:chgData name="shilpi gupta" userId="5ce4f23861899b28" providerId="LiveId" clId="{E23F248B-BACD-4A05-A6CF-C777B57D5F30}" dt="2024-06-27T14:55:08.304" v="1026" actId="47"/>
        <pc:sldMkLst>
          <pc:docMk/>
          <pc:sldMk cId="3708495088" sldId="360"/>
        </pc:sldMkLst>
      </pc:sldChg>
      <pc:sldChg chg="del">
        <pc:chgData name="shilpi gupta" userId="5ce4f23861899b28" providerId="LiveId" clId="{E23F248B-BACD-4A05-A6CF-C777B57D5F30}" dt="2024-06-27T14:55:08.526" v="1027" actId="47"/>
        <pc:sldMkLst>
          <pc:docMk/>
          <pc:sldMk cId="4054398762" sldId="361"/>
        </pc:sldMkLst>
      </pc:sldChg>
      <pc:sldChg chg="del">
        <pc:chgData name="shilpi gupta" userId="5ce4f23861899b28" providerId="LiveId" clId="{E23F248B-BACD-4A05-A6CF-C777B57D5F30}" dt="2024-06-27T14:55:08.936" v="1029" actId="47"/>
        <pc:sldMkLst>
          <pc:docMk/>
          <pc:sldMk cId="3106306440" sldId="362"/>
        </pc:sldMkLst>
      </pc:sldChg>
      <pc:sldChg chg="del">
        <pc:chgData name="shilpi gupta" userId="5ce4f23861899b28" providerId="LiveId" clId="{E23F248B-BACD-4A05-A6CF-C777B57D5F30}" dt="2024-06-27T14:55:09.614" v="1030" actId="47"/>
        <pc:sldMkLst>
          <pc:docMk/>
          <pc:sldMk cId="1130626973" sldId="363"/>
        </pc:sldMkLst>
      </pc:sldChg>
      <pc:sldChg chg="del">
        <pc:chgData name="shilpi gupta" userId="5ce4f23861899b28" providerId="LiveId" clId="{E23F248B-BACD-4A05-A6CF-C777B57D5F30}" dt="2024-06-27T14:55:09.747" v="1031" actId="47"/>
        <pc:sldMkLst>
          <pc:docMk/>
          <pc:sldMk cId="1812263512" sldId="364"/>
        </pc:sldMkLst>
      </pc:sldChg>
      <pc:sldChg chg="del">
        <pc:chgData name="shilpi gupta" userId="5ce4f23861899b28" providerId="LiveId" clId="{E23F248B-BACD-4A05-A6CF-C777B57D5F30}" dt="2024-06-27T14:55:08.718" v="1028" actId="47"/>
        <pc:sldMkLst>
          <pc:docMk/>
          <pc:sldMk cId="2523046400" sldId="365"/>
        </pc:sldMkLst>
      </pc:sldChg>
      <pc:sldChg chg="modSp new mod">
        <pc:chgData name="shilpi gupta" userId="5ce4f23861899b28" providerId="LiveId" clId="{E23F248B-BACD-4A05-A6CF-C777B57D5F30}" dt="2024-06-27T14:00:29.151" v="332" actId="20577"/>
        <pc:sldMkLst>
          <pc:docMk/>
          <pc:sldMk cId="1021873558" sldId="366"/>
        </pc:sldMkLst>
        <pc:spChg chg="mod">
          <ac:chgData name="shilpi gupta" userId="5ce4f23861899b28" providerId="LiveId" clId="{E23F248B-BACD-4A05-A6CF-C777B57D5F30}" dt="2024-06-27T14:00:29.151" v="332" actId="20577"/>
          <ac:spMkLst>
            <pc:docMk/>
            <pc:sldMk cId="1021873558" sldId="366"/>
            <ac:spMk id="2" creationId="{E38590E0-EADB-AF93-4029-2D95B3DBB13C}"/>
          </ac:spMkLst>
        </pc:spChg>
        <pc:spChg chg="mod">
          <ac:chgData name="shilpi gupta" userId="5ce4f23861899b28" providerId="LiveId" clId="{E23F248B-BACD-4A05-A6CF-C777B57D5F30}" dt="2024-06-27T13:59:36.713" v="245" actId="20577"/>
          <ac:spMkLst>
            <pc:docMk/>
            <pc:sldMk cId="1021873558" sldId="366"/>
            <ac:spMk id="3" creationId="{51045FB1-F5CB-A933-750F-A5F5E05DDFD9}"/>
          </ac:spMkLst>
        </pc:spChg>
      </pc:sldChg>
      <pc:sldChg chg="modSp new mod">
        <pc:chgData name="shilpi gupta" userId="5ce4f23861899b28" providerId="LiveId" clId="{E23F248B-BACD-4A05-A6CF-C777B57D5F30}" dt="2024-06-27T14:42:56.047" v="430" actId="5793"/>
        <pc:sldMkLst>
          <pc:docMk/>
          <pc:sldMk cId="1170904624" sldId="367"/>
        </pc:sldMkLst>
        <pc:spChg chg="mod">
          <ac:chgData name="shilpi gupta" userId="5ce4f23861899b28" providerId="LiveId" clId="{E23F248B-BACD-4A05-A6CF-C777B57D5F30}" dt="2024-06-27T14:42:56.047" v="430" actId="5793"/>
          <ac:spMkLst>
            <pc:docMk/>
            <pc:sldMk cId="1170904624" sldId="367"/>
            <ac:spMk id="2" creationId="{FF81002E-3EA5-B0A1-E369-5F488724AD9E}"/>
          </ac:spMkLst>
        </pc:spChg>
        <pc:spChg chg="mod">
          <ac:chgData name="shilpi gupta" userId="5ce4f23861899b28" providerId="LiveId" clId="{E23F248B-BACD-4A05-A6CF-C777B57D5F30}" dt="2024-06-27T14:00:49.571" v="355" actId="20577"/>
          <ac:spMkLst>
            <pc:docMk/>
            <pc:sldMk cId="1170904624" sldId="367"/>
            <ac:spMk id="3" creationId="{50534D12-33AF-3949-C2B5-BB749E53D6A7}"/>
          </ac:spMkLst>
        </pc:spChg>
      </pc:sldChg>
      <pc:sldChg chg="modSp new mod">
        <pc:chgData name="shilpi gupta" userId="5ce4f23861899b28" providerId="LiveId" clId="{E23F248B-BACD-4A05-A6CF-C777B57D5F30}" dt="2024-06-27T14:43:14.445" v="468" actId="20577"/>
        <pc:sldMkLst>
          <pc:docMk/>
          <pc:sldMk cId="3110117687" sldId="368"/>
        </pc:sldMkLst>
        <pc:spChg chg="mod">
          <ac:chgData name="shilpi gupta" userId="5ce4f23861899b28" providerId="LiveId" clId="{E23F248B-BACD-4A05-A6CF-C777B57D5F30}" dt="2024-06-27T14:43:14.445" v="468" actId="20577"/>
          <ac:spMkLst>
            <pc:docMk/>
            <pc:sldMk cId="3110117687" sldId="368"/>
            <ac:spMk id="2" creationId="{EE685D78-C7AE-9C04-03E3-71498EE0AF2A}"/>
          </ac:spMkLst>
        </pc:spChg>
        <pc:spChg chg="mod">
          <ac:chgData name="shilpi gupta" userId="5ce4f23861899b28" providerId="LiveId" clId="{E23F248B-BACD-4A05-A6CF-C777B57D5F30}" dt="2024-06-27T14:01:11.419" v="387" actId="20577"/>
          <ac:spMkLst>
            <pc:docMk/>
            <pc:sldMk cId="3110117687" sldId="368"/>
            <ac:spMk id="3" creationId="{75B14F85-6EA5-DBCD-7417-1B6F6817836C}"/>
          </ac:spMkLst>
        </pc:spChg>
      </pc:sldChg>
      <pc:sldChg chg="modSp new mod">
        <pc:chgData name="shilpi gupta" userId="5ce4f23861899b28" providerId="LiveId" clId="{E23F248B-BACD-4A05-A6CF-C777B57D5F30}" dt="2024-06-27T14:45:02.841" v="551" actId="20577"/>
        <pc:sldMkLst>
          <pc:docMk/>
          <pc:sldMk cId="2932615907" sldId="369"/>
        </pc:sldMkLst>
        <pc:spChg chg="mod">
          <ac:chgData name="shilpi gupta" userId="5ce4f23861899b28" providerId="LiveId" clId="{E23F248B-BACD-4A05-A6CF-C777B57D5F30}" dt="2024-06-27T14:45:02.841" v="551" actId="20577"/>
          <ac:spMkLst>
            <pc:docMk/>
            <pc:sldMk cId="2932615907" sldId="369"/>
            <ac:spMk id="2" creationId="{9BD19784-C27D-8592-104F-7AE34D776F75}"/>
          </ac:spMkLst>
        </pc:spChg>
        <pc:spChg chg="mod">
          <ac:chgData name="shilpi gupta" userId="5ce4f23861899b28" providerId="LiveId" clId="{E23F248B-BACD-4A05-A6CF-C777B57D5F30}" dt="2024-06-27T14:01:31.462" v="405" actId="20577"/>
          <ac:spMkLst>
            <pc:docMk/>
            <pc:sldMk cId="2932615907" sldId="369"/>
            <ac:spMk id="3" creationId="{FDBBEBBB-FF5F-D574-E78C-21DD5CDCC592}"/>
          </ac:spMkLst>
        </pc:spChg>
      </pc:sldChg>
      <pc:sldChg chg="modSp new mod">
        <pc:chgData name="shilpi gupta" userId="5ce4f23861899b28" providerId="LiveId" clId="{E23F248B-BACD-4A05-A6CF-C777B57D5F30}" dt="2024-06-27T14:45:42.520" v="608"/>
        <pc:sldMkLst>
          <pc:docMk/>
          <pc:sldMk cId="3290212126" sldId="370"/>
        </pc:sldMkLst>
        <pc:spChg chg="mod">
          <ac:chgData name="shilpi gupta" userId="5ce4f23861899b28" providerId="LiveId" clId="{E23F248B-BACD-4A05-A6CF-C777B57D5F30}" dt="2024-06-27T14:45:33.345" v="607" actId="20577"/>
          <ac:spMkLst>
            <pc:docMk/>
            <pc:sldMk cId="3290212126" sldId="370"/>
            <ac:spMk id="2" creationId="{77E4387D-D69C-8155-9BB9-66E4A90D071C}"/>
          </ac:spMkLst>
        </pc:spChg>
        <pc:spChg chg="mod">
          <ac:chgData name="shilpi gupta" userId="5ce4f23861899b28" providerId="LiveId" clId="{E23F248B-BACD-4A05-A6CF-C777B57D5F30}" dt="2024-06-27T14:45:42.520" v="608"/>
          <ac:spMkLst>
            <pc:docMk/>
            <pc:sldMk cId="3290212126" sldId="370"/>
            <ac:spMk id="3" creationId="{D80CFA62-C4F5-7CAB-3745-B3B827AC3286}"/>
          </ac:spMkLst>
        </pc:spChg>
      </pc:sldChg>
      <pc:sldChg chg="modSp new mod">
        <pc:chgData name="shilpi gupta" userId="5ce4f23861899b28" providerId="LiveId" clId="{E23F248B-BACD-4A05-A6CF-C777B57D5F30}" dt="2024-06-27T14:49:04.818" v="757" actId="20577"/>
        <pc:sldMkLst>
          <pc:docMk/>
          <pc:sldMk cId="2558399498" sldId="371"/>
        </pc:sldMkLst>
        <pc:spChg chg="mod">
          <ac:chgData name="shilpi gupta" userId="5ce4f23861899b28" providerId="LiveId" clId="{E23F248B-BACD-4A05-A6CF-C777B57D5F30}" dt="2024-06-27T14:49:04.818" v="757" actId="20577"/>
          <ac:spMkLst>
            <pc:docMk/>
            <pc:sldMk cId="2558399498" sldId="371"/>
            <ac:spMk id="2" creationId="{AA161DB5-445A-7CA5-1002-EA4F2A2B1501}"/>
          </ac:spMkLst>
        </pc:spChg>
        <pc:spChg chg="mod">
          <ac:chgData name="shilpi gupta" userId="5ce4f23861899b28" providerId="LiveId" clId="{E23F248B-BACD-4A05-A6CF-C777B57D5F30}" dt="2024-06-27T14:46:13.200" v="633" actId="20577"/>
          <ac:spMkLst>
            <pc:docMk/>
            <pc:sldMk cId="2558399498" sldId="371"/>
            <ac:spMk id="3" creationId="{E06E0B9D-5ABF-737F-6839-AA4CEAE715A3}"/>
          </ac:spMkLst>
        </pc:spChg>
      </pc:sldChg>
      <pc:sldChg chg="modSp new mod ord">
        <pc:chgData name="shilpi gupta" userId="5ce4f23861899b28" providerId="LiveId" clId="{E23F248B-BACD-4A05-A6CF-C777B57D5F30}" dt="2024-06-27T15:10:37.389" v="1638" actId="20577"/>
        <pc:sldMkLst>
          <pc:docMk/>
          <pc:sldMk cId="2298155946" sldId="372"/>
        </pc:sldMkLst>
        <pc:spChg chg="mod">
          <ac:chgData name="shilpi gupta" userId="5ce4f23861899b28" providerId="LiveId" clId="{E23F248B-BACD-4A05-A6CF-C777B57D5F30}" dt="2024-06-27T15:10:37.389" v="1638" actId="20577"/>
          <ac:spMkLst>
            <pc:docMk/>
            <pc:sldMk cId="2298155946" sldId="372"/>
            <ac:spMk id="2" creationId="{CD21CEE7-250E-6483-7E43-995D59D49BF1}"/>
          </ac:spMkLst>
        </pc:spChg>
        <pc:spChg chg="mod">
          <ac:chgData name="shilpi gupta" userId="5ce4f23861899b28" providerId="LiveId" clId="{E23F248B-BACD-4A05-A6CF-C777B57D5F30}" dt="2024-06-27T15:09:42.955" v="1554" actId="20577"/>
          <ac:spMkLst>
            <pc:docMk/>
            <pc:sldMk cId="2298155946" sldId="372"/>
            <ac:spMk id="3" creationId="{62CB7037-93BB-92CE-DDCD-A2BF3AED04C9}"/>
          </ac:spMkLst>
        </pc:spChg>
      </pc:sldChg>
      <pc:sldChg chg="addSp delSp modSp new mod">
        <pc:chgData name="shilpi gupta" userId="5ce4f23861899b28" providerId="LiveId" clId="{E23F248B-BACD-4A05-A6CF-C777B57D5F30}" dt="2024-06-27T15:02:35.077" v="1426" actId="14100"/>
        <pc:sldMkLst>
          <pc:docMk/>
          <pc:sldMk cId="1018967275" sldId="373"/>
        </pc:sldMkLst>
        <pc:spChg chg="del mod">
          <ac:chgData name="shilpi gupta" userId="5ce4f23861899b28" providerId="LiveId" clId="{E23F248B-BACD-4A05-A6CF-C777B57D5F30}" dt="2024-06-27T14:58:32.083" v="1110" actId="3680"/>
          <ac:spMkLst>
            <pc:docMk/>
            <pc:sldMk cId="1018967275" sldId="373"/>
            <ac:spMk id="2" creationId="{C9F263E8-AC62-24F2-5D95-A98CDA392199}"/>
          </ac:spMkLst>
        </pc:spChg>
        <pc:spChg chg="mod">
          <ac:chgData name="shilpi gupta" userId="5ce4f23861899b28" providerId="LiveId" clId="{E23F248B-BACD-4A05-A6CF-C777B57D5F30}" dt="2024-06-27T15:00:54.428" v="1261" actId="20577"/>
          <ac:spMkLst>
            <pc:docMk/>
            <pc:sldMk cId="1018967275" sldId="373"/>
            <ac:spMk id="3" creationId="{E3ED034E-7EF4-87DE-9479-2470AE6D95A1}"/>
          </ac:spMkLst>
        </pc:spChg>
        <pc:graphicFrameChg chg="add mod ord modGraphic">
          <ac:chgData name="shilpi gupta" userId="5ce4f23861899b28" providerId="LiveId" clId="{E23F248B-BACD-4A05-A6CF-C777B57D5F30}" dt="2024-06-27T15:02:35.077" v="1426" actId="14100"/>
          <ac:graphicFrameMkLst>
            <pc:docMk/>
            <pc:sldMk cId="1018967275" sldId="373"/>
            <ac:graphicFrameMk id="4" creationId="{7A52C76F-719C-0C42-B42F-CCB0A117D54B}"/>
          </ac:graphicFrameMkLst>
        </pc:graphicFrameChg>
      </pc:sldChg>
      <pc:sldChg chg="modSp new del mod">
        <pc:chgData name="shilpi gupta" userId="5ce4f23861899b28" providerId="LiveId" clId="{E23F248B-BACD-4A05-A6CF-C777B57D5F30}" dt="2024-06-27T14:57:30.939" v="1087" actId="47"/>
        <pc:sldMkLst>
          <pc:docMk/>
          <pc:sldMk cId="1489289668" sldId="373"/>
        </pc:sldMkLst>
        <pc:spChg chg="mod">
          <ac:chgData name="shilpi gupta" userId="5ce4f23861899b28" providerId="LiveId" clId="{E23F248B-BACD-4A05-A6CF-C777B57D5F30}" dt="2024-06-27T14:57:26.068" v="1086" actId="20577"/>
          <ac:spMkLst>
            <pc:docMk/>
            <pc:sldMk cId="1489289668" sldId="373"/>
            <ac:spMk id="3" creationId="{2049E451-76FF-4D25-4BE9-0141A8200CEB}"/>
          </ac:spMkLst>
        </pc:spChg>
      </pc:sldChg>
      <pc:sldChg chg="addSp modSp new mod">
        <pc:chgData name="shilpi gupta" userId="5ce4f23861899b28" providerId="LiveId" clId="{E23F248B-BACD-4A05-A6CF-C777B57D5F30}" dt="2024-06-27T15:06:05.538" v="1532" actId="122"/>
        <pc:sldMkLst>
          <pc:docMk/>
          <pc:sldMk cId="1886611279" sldId="374"/>
        </pc:sldMkLst>
        <pc:spChg chg="mod">
          <ac:chgData name="shilpi gupta" userId="5ce4f23861899b28" providerId="LiveId" clId="{E23F248B-BACD-4A05-A6CF-C777B57D5F30}" dt="2024-06-27T15:03:41.528" v="1432" actId="14100"/>
          <ac:spMkLst>
            <pc:docMk/>
            <pc:sldMk cId="1886611279" sldId="374"/>
            <ac:spMk id="2" creationId="{E985F637-B96C-E6AA-1E79-7D40B026096D}"/>
          </ac:spMkLst>
        </pc:spChg>
        <pc:spChg chg="mod">
          <ac:chgData name="shilpi gupta" userId="5ce4f23861899b28" providerId="LiveId" clId="{E23F248B-BACD-4A05-A6CF-C777B57D5F30}" dt="2024-06-27T15:06:05.538" v="1532" actId="122"/>
          <ac:spMkLst>
            <pc:docMk/>
            <pc:sldMk cId="1886611279" sldId="374"/>
            <ac:spMk id="3" creationId="{D0E67C9F-9B2A-AF45-7D0F-E0094D1C51AF}"/>
          </ac:spMkLst>
        </pc:spChg>
        <pc:graphicFrameChg chg="add mod modGraphic">
          <ac:chgData name="shilpi gupta" userId="5ce4f23861899b28" providerId="LiveId" clId="{E23F248B-BACD-4A05-A6CF-C777B57D5F30}" dt="2024-06-27T15:05:51.567" v="1521" actId="20577"/>
          <ac:graphicFrameMkLst>
            <pc:docMk/>
            <pc:sldMk cId="1886611279" sldId="374"/>
            <ac:graphicFrameMk id="4" creationId="{462940BA-F000-09F4-98EA-36715A10F752}"/>
          </ac:graphicFrameMkLst>
        </pc:graphicFrameChg>
      </pc:sldChg>
    </pc:docChg>
  </pc:docChgLst>
  <pc:docChgLst>
    <pc:chgData name="shilpi gupta" userId="5ce4f23861899b28" providerId="LiveId" clId="{08B83CF0-1C50-4F7F-BD84-182DDABFAF70}"/>
    <pc:docChg chg="undo custSel addSld delSld modSld">
      <pc:chgData name="shilpi gupta" userId="5ce4f23861899b28" providerId="LiveId" clId="{08B83CF0-1C50-4F7F-BD84-182DDABFAF70}" dt="2024-07-02T05:40:21.203" v="701" actId="20577"/>
      <pc:docMkLst>
        <pc:docMk/>
      </pc:docMkLst>
      <pc:sldChg chg="modSp">
        <pc:chgData name="shilpi gupta" userId="5ce4f23861899b28" providerId="LiveId" clId="{08B83CF0-1C50-4F7F-BD84-182DDABFAF70}" dt="2024-07-02T05:39:36.147" v="648" actId="20577"/>
        <pc:sldMkLst>
          <pc:docMk/>
          <pc:sldMk cId="0" sldId="302"/>
        </pc:sldMkLst>
        <pc:spChg chg="mod">
          <ac:chgData name="shilpi gupta" userId="5ce4f23861899b28" providerId="LiveId" clId="{08B83CF0-1C50-4F7F-BD84-182DDABFAF70}" dt="2024-07-02T05:39:36.147" v="648" actId="20577"/>
          <ac:spMkLst>
            <pc:docMk/>
            <pc:sldMk cId="0" sldId="302"/>
            <ac:spMk id="2" creationId="{00000000-0000-0000-0000-000000000000}"/>
          </ac:spMkLst>
        </pc:spChg>
      </pc:sldChg>
      <pc:sldChg chg="del">
        <pc:chgData name="shilpi gupta" userId="5ce4f23861899b28" providerId="LiveId" clId="{08B83CF0-1C50-4F7F-BD84-182DDABFAF70}" dt="2024-07-02T05:12:08.908" v="361" actId="47"/>
        <pc:sldMkLst>
          <pc:docMk/>
          <pc:sldMk cId="0" sldId="303"/>
        </pc:sldMkLst>
      </pc:sldChg>
      <pc:sldChg chg="addSp modSp mod">
        <pc:chgData name="shilpi gupta" userId="5ce4f23861899b28" providerId="LiveId" clId="{08B83CF0-1C50-4F7F-BD84-182DDABFAF70}" dt="2024-07-02T05:21:59.901" v="450" actId="20577"/>
        <pc:sldMkLst>
          <pc:docMk/>
          <pc:sldMk cId="0" sldId="304"/>
        </pc:sldMkLst>
        <pc:spChg chg="mod">
          <ac:chgData name="shilpi gupta" userId="5ce4f23861899b28" providerId="LiveId" clId="{08B83CF0-1C50-4F7F-BD84-182DDABFAF70}" dt="2024-07-02T05:21:59.901" v="450" actId="20577"/>
          <ac:spMkLst>
            <pc:docMk/>
            <pc:sldMk cId="0" sldId="304"/>
            <ac:spMk id="4" creationId="{00000000-0000-0000-0000-000000000000}"/>
          </ac:spMkLst>
        </pc:spChg>
        <pc:picChg chg="add mod">
          <ac:chgData name="shilpi gupta" userId="5ce4f23861899b28" providerId="LiveId" clId="{08B83CF0-1C50-4F7F-BD84-182DDABFAF70}" dt="2024-07-01T11:26:40.581" v="146" actId="1076"/>
          <ac:picMkLst>
            <pc:docMk/>
            <pc:sldMk cId="0" sldId="304"/>
            <ac:picMk id="2" creationId="{FC095832-28E8-A112-7952-D2361A6A2FFD}"/>
          </ac:picMkLst>
        </pc:picChg>
      </pc:sldChg>
      <pc:sldChg chg="del">
        <pc:chgData name="shilpi gupta" userId="5ce4f23861899b28" providerId="LiveId" clId="{08B83CF0-1C50-4F7F-BD84-182DDABFAF70}" dt="2024-07-02T05:12:12.460" v="371" actId="47"/>
        <pc:sldMkLst>
          <pc:docMk/>
          <pc:sldMk cId="282132447" sldId="354"/>
        </pc:sldMkLst>
      </pc:sldChg>
      <pc:sldChg chg="del">
        <pc:chgData name="shilpi gupta" userId="5ce4f23861899b28" providerId="LiveId" clId="{08B83CF0-1C50-4F7F-BD84-182DDABFAF70}" dt="2024-07-02T05:12:09.303" v="362" actId="47"/>
        <pc:sldMkLst>
          <pc:docMk/>
          <pc:sldMk cId="1021873558" sldId="366"/>
        </pc:sldMkLst>
      </pc:sldChg>
      <pc:sldChg chg="del">
        <pc:chgData name="shilpi gupta" userId="5ce4f23861899b28" providerId="LiveId" clId="{08B83CF0-1C50-4F7F-BD84-182DDABFAF70}" dt="2024-07-02T05:12:10.094" v="365" actId="47"/>
        <pc:sldMkLst>
          <pc:docMk/>
          <pc:sldMk cId="1170904624" sldId="367"/>
        </pc:sldMkLst>
      </pc:sldChg>
      <pc:sldChg chg="del">
        <pc:chgData name="shilpi gupta" userId="5ce4f23861899b28" providerId="LiveId" clId="{08B83CF0-1C50-4F7F-BD84-182DDABFAF70}" dt="2024-07-02T05:12:10.443" v="366" actId="47"/>
        <pc:sldMkLst>
          <pc:docMk/>
          <pc:sldMk cId="3110117687" sldId="368"/>
        </pc:sldMkLst>
      </pc:sldChg>
      <pc:sldChg chg="del">
        <pc:chgData name="shilpi gupta" userId="5ce4f23861899b28" providerId="LiveId" clId="{08B83CF0-1C50-4F7F-BD84-182DDABFAF70}" dt="2024-07-02T05:12:10.791" v="367" actId="47"/>
        <pc:sldMkLst>
          <pc:docMk/>
          <pc:sldMk cId="2932615907" sldId="369"/>
        </pc:sldMkLst>
      </pc:sldChg>
      <pc:sldChg chg="del">
        <pc:chgData name="shilpi gupta" userId="5ce4f23861899b28" providerId="LiveId" clId="{08B83CF0-1C50-4F7F-BD84-182DDABFAF70}" dt="2024-07-02T05:12:11.130" v="368" actId="47"/>
        <pc:sldMkLst>
          <pc:docMk/>
          <pc:sldMk cId="3290212126" sldId="370"/>
        </pc:sldMkLst>
      </pc:sldChg>
      <pc:sldChg chg="del">
        <pc:chgData name="shilpi gupta" userId="5ce4f23861899b28" providerId="LiveId" clId="{08B83CF0-1C50-4F7F-BD84-182DDABFAF70}" dt="2024-07-02T05:12:11.468" v="369" actId="47"/>
        <pc:sldMkLst>
          <pc:docMk/>
          <pc:sldMk cId="2558399498" sldId="371"/>
        </pc:sldMkLst>
      </pc:sldChg>
      <pc:sldChg chg="del">
        <pc:chgData name="shilpi gupta" userId="5ce4f23861899b28" providerId="LiveId" clId="{08B83CF0-1C50-4F7F-BD84-182DDABFAF70}" dt="2024-07-02T05:12:11.767" v="370" actId="47"/>
        <pc:sldMkLst>
          <pc:docMk/>
          <pc:sldMk cId="2298155946" sldId="372"/>
        </pc:sldMkLst>
      </pc:sldChg>
      <pc:sldChg chg="del">
        <pc:chgData name="shilpi gupta" userId="5ce4f23861899b28" providerId="LiveId" clId="{08B83CF0-1C50-4F7F-BD84-182DDABFAF70}" dt="2024-07-02T05:12:09.692" v="363" actId="47"/>
        <pc:sldMkLst>
          <pc:docMk/>
          <pc:sldMk cId="1018967275" sldId="373"/>
        </pc:sldMkLst>
      </pc:sldChg>
      <pc:sldChg chg="del">
        <pc:chgData name="shilpi gupta" userId="5ce4f23861899b28" providerId="LiveId" clId="{08B83CF0-1C50-4F7F-BD84-182DDABFAF70}" dt="2024-07-02T05:12:09.858" v="364" actId="47"/>
        <pc:sldMkLst>
          <pc:docMk/>
          <pc:sldMk cId="1886611279" sldId="374"/>
        </pc:sldMkLst>
      </pc:sldChg>
      <pc:sldChg chg="addSp delSp modSp new mod modAnim">
        <pc:chgData name="shilpi gupta" userId="5ce4f23861899b28" providerId="LiveId" clId="{08B83CF0-1C50-4F7F-BD84-182DDABFAF70}" dt="2024-07-02T05:16:24.190" v="386" actId="2711"/>
        <pc:sldMkLst>
          <pc:docMk/>
          <pc:sldMk cId="14762255" sldId="375"/>
        </pc:sldMkLst>
        <pc:spChg chg="del">
          <ac:chgData name="shilpi gupta" userId="5ce4f23861899b28" providerId="LiveId" clId="{08B83CF0-1C50-4F7F-BD84-182DDABFAF70}" dt="2024-07-01T11:27:03.307" v="148"/>
          <ac:spMkLst>
            <pc:docMk/>
            <pc:sldMk cId="14762255" sldId="375"/>
            <ac:spMk id="2" creationId="{F7A9A6A9-7E83-A733-38DC-2274CB81FF55}"/>
          </ac:spMkLst>
        </pc:spChg>
        <pc:spChg chg="del">
          <ac:chgData name="shilpi gupta" userId="5ce4f23861899b28" providerId="LiveId" clId="{08B83CF0-1C50-4F7F-BD84-182DDABFAF70}" dt="2024-07-01T11:27:41.339" v="151" actId="478"/>
          <ac:spMkLst>
            <pc:docMk/>
            <pc:sldMk cId="14762255" sldId="375"/>
            <ac:spMk id="3" creationId="{D03A6D4C-96E7-2C21-1A70-7D860CF50003}"/>
          </ac:spMkLst>
        </pc:spChg>
        <pc:spChg chg="add mod">
          <ac:chgData name="shilpi gupta" userId="5ce4f23861899b28" providerId="LiveId" clId="{08B83CF0-1C50-4F7F-BD84-182DDABFAF70}" dt="2024-07-02T05:16:14.820" v="385" actId="2711"/>
          <ac:spMkLst>
            <pc:docMk/>
            <pc:sldMk cId="14762255" sldId="375"/>
            <ac:spMk id="7" creationId="{C9003A92-87BF-7699-E1A2-71EE53C93FF8}"/>
          </ac:spMkLst>
        </pc:spChg>
        <pc:spChg chg="add mod">
          <ac:chgData name="shilpi gupta" userId="5ce4f23861899b28" providerId="LiveId" clId="{08B83CF0-1C50-4F7F-BD84-182DDABFAF70}" dt="2024-07-02T05:16:24.190" v="386" actId="2711"/>
          <ac:spMkLst>
            <pc:docMk/>
            <pc:sldMk cId="14762255" sldId="375"/>
            <ac:spMk id="8" creationId="{0D94597E-71D4-42DD-19E8-93229A4C62F6}"/>
          </ac:spMkLst>
        </pc:spChg>
        <pc:picChg chg="add mod">
          <ac:chgData name="shilpi gupta" userId="5ce4f23861899b28" providerId="LiveId" clId="{08B83CF0-1C50-4F7F-BD84-182DDABFAF70}" dt="2024-07-01T11:29:20.736" v="164" actId="1076"/>
          <ac:picMkLst>
            <pc:docMk/>
            <pc:sldMk cId="14762255" sldId="375"/>
            <ac:picMk id="4" creationId="{4BBE55F7-D1B2-1FB2-52E2-CD02EC21F1A4}"/>
          </ac:picMkLst>
        </pc:picChg>
        <pc:picChg chg="add mod">
          <ac:chgData name="shilpi gupta" userId="5ce4f23861899b28" providerId="LiveId" clId="{08B83CF0-1C50-4F7F-BD84-182DDABFAF70}" dt="2024-07-01T11:27:50.516" v="153"/>
          <ac:picMkLst>
            <pc:docMk/>
            <pc:sldMk cId="14762255" sldId="375"/>
            <ac:picMk id="5" creationId="{F08D7B0D-637B-294A-CB12-A819577F32D7}"/>
          </ac:picMkLst>
        </pc:picChg>
        <pc:picChg chg="add">
          <ac:chgData name="shilpi gupta" userId="5ce4f23861899b28" providerId="LiveId" clId="{08B83CF0-1C50-4F7F-BD84-182DDABFAF70}" dt="2024-07-01T11:27:55.281" v="154"/>
          <ac:picMkLst>
            <pc:docMk/>
            <pc:sldMk cId="14762255" sldId="375"/>
            <ac:picMk id="6" creationId="{72378998-06ED-A35C-1352-91FD72A22E15}"/>
          </ac:picMkLst>
        </pc:picChg>
      </pc:sldChg>
      <pc:sldChg chg="addSp delSp modSp new mod delAnim modAnim">
        <pc:chgData name="shilpi gupta" userId="5ce4f23861899b28" providerId="LiveId" clId="{08B83CF0-1C50-4F7F-BD84-182DDABFAF70}" dt="2024-07-02T05:17:40.739" v="392" actId="2711"/>
        <pc:sldMkLst>
          <pc:docMk/>
          <pc:sldMk cId="3174069007" sldId="376"/>
        </pc:sldMkLst>
        <pc:spChg chg="del">
          <ac:chgData name="shilpi gupta" userId="5ce4f23861899b28" providerId="LiveId" clId="{08B83CF0-1C50-4F7F-BD84-182DDABFAF70}" dt="2024-07-01T11:30:35.893" v="172" actId="478"/>
          <ac:spMkLst>
            <pc:docMk/>
            <pc:sldMk cId="3174069007" sldId="376"/>
            <ac:spMk id="2" creationId="{B30DF68E-9AC5-8C0A-DB6E-E543286C2902}"/>
          </ac:spMkLst>
        </pc:spChg>
        <pc:spChg chg="mod">
          <ac:chgData name="shilpi gupta" userId="5ce4f23861899b28" providerId="LiveId" clId="{08B83CF0-1C50-4F7F-BD84-182DDABFAF70}" dt="2024-07-01T11:31:46.326" v="181" actId="207"/>
          <ac:spMkLst>
            <pc:docMk/>
            <pc:sldMk cId="3174069007" sldId="376"/>
            <ac:spMk id="3" creationId="{7527847D-ED09-DB6F-A02C-AB3F82216B81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5" creationId="{6AABC72B-C3DE-F8BD-C442-5488CDFF75E6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7" creationId="{D47F9A5C-9C1F-F853-C699-5C9556D6B64E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8" creationId="{ABB185CA-D360-5D69-42ED-756765E062A3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9" creationId="{72C45068-46D1-1CD6-03B6-3C7F283A8C59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0" creationId="{A0E1B42A-F8CA-C85A-5DC8-C14B8B848F25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1" creationId="{BA1C4544-2696-775C-373A-3DA4C8A1F643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2" creationId="{7196D160-9B22-F9D6-EF16-E9CD7850196C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3" creationId="{ED489E50-D09F-9198-F897-3C0CF52F1F57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4" creationId="{ED175E56-57B2-F6BA-CA92-E8B0B63E3025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5" creationId="{AB37323B-3D09-CCCE-4BC2-D42A50A77690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6" creationId="{60DCF8A6-B6A6-75DF-004C-1443FC810365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7" creationId="{447F4CC7-12B5-788D-FA7D-5DCAAF6C459D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8" creationId="{9FE168E9-D231-A804-E08C-C041A6F2D0DE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9" creationId="{2C22271D-275D-81F3-DB52-4379E3DB6FC6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20" creationId="{EB6C7B5D-D337-CEB1-70E4-004E1A859651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21" creationId="{58896B9D-2C36-F730-9750-52BE59BE0E85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22" creationId="{572B080E-D07E-B325-7A13-09997C894F09}"/>
          </ac:spMkLst>
        </pc:spChg>
        <pc:spChg chg="add mod">
          <ac:chgData name="shilpi gupta" userId="5ce4f23861899b28" providerId="LiveId" clId="{08B83CF0-1C50-4F7F-BD84-182DDABFAF70}" dt="2024-07-02T05:17:08.280" v="387" actId="2711"/>
          <ac:spMkLst>
            <pc:docMk/>
            <pc:sldMk cId="3174069007" sldId="376"/>
            <ac:spMk id="23" creationId="{3D31BD72-12FD-1100-665D-4602C06833B7}"/>
          </ac:spMkLst>
        </pc:spChg>
        <pc:spChg chg="add mod">
          <ac:chgData name="shilpi gupta" userId="5ce4f23861899b28" providerId="LiveId" clId="{08B83CF0-1C50-4F7F-BD84-182DDABFAF70}" dt="2024-07-02T05:17:15.876" v="388" actId="2711"/>
          <ac:spMkLst>
            <pc:docMk/>
            <pc:sldMk cId="3174069007" sldId="376"/>
            <ac:spMk id="24" creationId="{369DA086-7C25-F0E1-AB3A-B219FDE0D6D8}"/>
          </ac:spMkLst>
        </pc:spChg>
        <pc:spChg chg="add mod">
          <ac:chgData name="shilpi gupta" userId="5ce4f23861899b28" providerId="LiveId" clId="{08B83CF0-1C50-4F7F-BD84-182DDABFAF70}" dt="2024-07-01T11:31:02.428" v="175"/>
          <ac:spMkLst>
            <pc:docMk/>
            <pc:sldMk cId="3174069007" sldId="376"/>
            <ac:spMk id="25" creationId="{41BBB5E6-9BE2-02AC-0B45-0DA01E87D9BF}"/>
          </ac:spMkLst>
        </pc:spChg>
        <pc:spChg chg="add mod">
          <ac:chgData name="shilpi gupta" userId="5ce4f23861899b28" providerId="LiveId" clId="{08B83CF0-1C50-4F7F-BD84-182DDABFAF70}" dt="2024-07-02T05:17:22.350" v="389" actId="2711"/>
          <ac:spMkLst>
            <pc:docMk/>
            <pc:sldMk cId="3174069007" sldId="376"/>
            <ac:spMk id="26" creationId="{2EA56EFE-AF53-9EAE-0AAF-40097BF40E00}"/>
          </ac:spMkLst>
        </pc:spChg>
        <pc:spChg chg="add mod">
          <ac:chgData name="shilpi gupta" userId="5ce4f23861899b28" providerId="LiveId" clId="{08B83CF0-1C50-4F7F-BD84-182DDABFAF70}" dt="2024-07-02T05:17:40.739" v="392" actId="2711"/>
          <ac:spMkLst>
            <pc:docMk/>
            <pc:sldMk cId="3174069007" sldId="376"/>
            <ac:spMk id="27" creationId="{2DB61502-9A3A-864D-F782-A84EAB1F4D97}"/>
          </ac:spMkLst>
        </pc:spChg>
        <pc:spChg chg="add del mod">
          <ac:chgData name="shilpi gupta" userId="5ce4f23861899b28" providerId="LiveId" clId="{08B83CF0-1C50-4F7F-BD84-182DDABFAF70}" dt="2024-07-01T11:33:05.114" v="189" actId="478"/>
          <ac:spMkLst>
            <pc:docMk/>
            <pc:sldMk cId="3174069007" sldId="376"/>
            <ac:spMk id="28" creationId="{6255FA8A-8A44-5C8E-AE0F-5F8DEBC2070C}"/>
          </ac:spMkLst>
        </pc:spChg>
        <pc:grpChg chg="add mod">
          <ac:chgData name="shilpi gupta" userId="5ce4f23861899b28" providerId="LiveId" clId="{08B83CF0-1C50-4F7F-BD84-182DDABFAF70}" dt="2024-07-01T11:31:46.326" v="181" actId="207"/>
          <ac:grpSpMkLst>
            <pc:docMk/>
            <pc:sldMk cId="3174069007" sldId="376"/>
            <ac:grpSpMk id="4" creationId="{D87D2048-6015-5801-37A3-3433DA0BD3F7}"/>
          </ac:grpSpMkLst>
        </pc:grpChg>
        <pc:grpChg chg="mod">
          <ac:chgData name="shilpi gupta" userId="5ce4f23861899b28" providerId="LiveId" clId="{08B83CF0-1C50-4F7F-BD84-182DDABFAF70}" dt="2024-07-01T11:30:10.706" v="169" actId="1076"/>
          <ac:grpSpMkLst>
            <pc:docMk/>
            <pc:sldMk cId="3174069007" sldId="376"/>
            <ac:grpSpMk id="6" creationId="{1850946C-3076-84E6-1910-CEBD9672BE97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18:07.161" v="395" actId="2711"/>
        <pc:sldMkLst>
          <pc:docMk/>
          <pc:sldMk cId="2046551470" sldId="377"/>
        </pc:sldMkLst>
        <pc:spChg chg="del">
          <ac:chgData name="shilpi gupta" userId="5ce4f23861899b28" providerId="LiveId" clId="{08B83CF0-1C50-4F7F-BD84-182DDABFAF70}" dt="2024-07-01T11:34:44.649" v="193" actId="478"/>
          <ac:spMkLst>
            <pc:docMk/>
            <pc:sldMk cId="2046551470" sldId="377"/>
            <ac:spMk id="2" creationId="{9E69A3A7-5FAF-AF27-282C-EB8F546AB7ED}"/>
          </ac:spMkLst>
        </pc:spChg>
        <pc:spChg chg="mod">
          <ac:chgData name="shilpi gupta" userId="5ce4f23861899b28" providerId="LiveId" clId="{08B83CF0-1C50-4F7F-BD84-182DDABFAF70}" dt="2024-07-01T11:34:34.041" v="192" actId="27636"/>
          <ac:spMkLst>
            <pc:docMk/>
            <pc:sldMk cId="2046551470" sldId="377"/>
            <ac:spMk id="3" creationId="{48F8B038-406B-AE74-EF55-0E30042C76AA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5" creationId="{C78BCF2E-B617-7930-2770-DFA0B3845A2C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6" creationId="{BDD91D8F-0860-AEA4-85F1-BC1244C439EC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7" creationId="{B1C2C8F5-A695-2EA1-C335-6E38D12FFF40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8" creationId="{B255A65F-63E3-C46B-560E-E2C6C8A1AFD2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9" creationId="{72D8797B-8E8C-09B6-CE96-F91B62AA636B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0" creationId="{7B09025D-87A2-5378-73EA-C6F0009DF9F5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1" creationId="{42301578-D6E7-B515-E416-7CD1629DA683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2" creationId="{9EBECE83-5158-7F79-B598-509103CCC152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3" creationId="{96E17999-AE0C-4740-050E-8195266108C9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4" creationId="{5B06C304-4311-D8D3-D02D-A4186325E10B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5" creationId="{679FECED-41D0-DA96-D3E7-3D61A924AFDA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6" creationId="{7889CD61-E9A5-1538-168D-6AD21952F2C4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7" creationId="{B085B731-E16E-163C-7A35-2C4F7CBFF3C0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8" creationId="{0AB743F3-9AB2-7908-AE0F-3AE1B30AF213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9" creationId="{DE781481-BE10-4B75-D4F5-98AB2C84EB06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20" creationId="{830957A5-D60F-D686-911C-56FC122DB3CC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21" creationId="{1FA8738D-0EAD-2F66-46A2-3D2E98F2F627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3" creationId="{E366F9FA-0C7C-55CA-1B38-184A4CBEB1C3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4" creationId="{59BFC6B9-7170-33CF-0A57-626AE6BE0440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5" creationId="{11A02D0A-21B3-5F46-E9D3-0665F8D252E6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6" creationId="{F1C92AAF-3B32-114A-EB37-BB9AA52BE67E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7" creationId="{18B53BBD-EE0C-AB52-8903-337E1FBAA034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8" creationId="{41785DF6-1E39-F7FC-0BA7-EE093123ABBB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9" creationId="{E0A34173-D7FD-DDE5-D335-1BF1F447EBF7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0" creationId="{4C688CC0-E9E2-D40D-C041-D4ADED1DFF79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1" creationId="{7C010798-4FB7-C007-C871-66FE02064B32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2" creationId="{2DA7EB18-6F37-CAAB-0B0D-87C2C2EDAA8A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3" creationId="{B49183E5-75A2-2386-1ECB-47B158B77E5B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4" creationId="{3BDA6043-4B90-879B-7741-1C3D76B4A3DB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5" creationId="{B3AD60EF-4D02-41E8-9E13-8F604F673839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6" creationId="{0EDA7AEA-1BD2-218B-913B-70162A69984F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7" creationId="{9092C060-C781-47FB-BAAD-F5D27634F25A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8" creationId="{B5FAD1C0-1F67-4500-E7B7-E17BFE7F2724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9" creationId="{873AFE6E-7412-6F86-A800-663384D58BB2}"/>
          </ac:spMkLst>
        </pc:spChg>
        <pc:spChg chg="add mod">
          <ac:chgData name="shilpi gupta" userId="5ce4f23861899b28" providerId="LiveId" clId="{08B83CF0-1C50-4F7F-BD84-182DDABFAF70}" dt="2024-07-02T05:17:52.357" v="393" actId="2711"/>
          <ac:spMkLst>
            <pc:docMk/>
            <pc:sldMk cId="2046551470" sldId="377"/>
            <ac:spMk id="40" creationId="{96213FDB-126F-398F-AD03-D725CD8199AB}"/>
          </ac:spMkLst>
        </pc:spChg>
        <pc:spChg chg="add mod">
          <ac:chgData name="shilpi gupta" userId="5ce4f23861899b28" providerId="LiveId" clId="{08B83CF0-1C50-4F7F-BD84-182DDABFAF70}" dt="2024-07-02T05:17:59.618" v="394" actId="2711"/>
          <ac:spMkLst>
            <pc:docMk/>
            <pc:sldMk cId="2046551470" sldId="377"/>
            <ac:spMk id="41" creationId="{7724E174-611B-4B26-913F-2DA4A5247F2A}"/>
          </ac:spMkLst>
        </pc:spChg>
        <pc:spChg chg="add mod">
          <ac:chgData name="shilpi gupta" userId="5ce4f23861899b28" providerId="LiveId" clId="{08B83CF0-1C50-4F7F-BD84-182DDABFAF70}" dt="2024-07-02T05:18:07.161" v="395" actId="2711"/>
          <ac:spMkLst>
            <pc:docMk/>
            <pc:sldMk cId="2046551470" sldId="377"/>
            <ac:spMk id="42" creationId="{7D06E841-25E5-20BE-7F9C-2524ACE8D383}"/>
          </ac:spMkLst>
        </pc:spChg>
        <pc:grpChg chg="add mod">
          <ac:chgData name="shilpi gupta" userId="5ce4f23861899b28" providerId="LiveId" clId="{08B83CF0-1C50-4F7F-BD84-182DDABFAF70}" dt="2024-07-01T11:35:55.339" v="203" actId="1076"/>
          <ac:grpSpMkLst>
            <pc:docMk/>
            <pc:sldMk cId="2046551470" sldId="377"/>
            <ac:grpSpMk id="4" creationId="{B34E4210-B2E9-A3AE-5ADF-7842E554E707}"/>
          </ac:grpSpMkLst>
        </pc:grpChg>
        <pc:grpChg chg="add del mod">
          <ac:chgData name="shilpi gupta" userId="5ce4f23861899b28" providerId="LiveId" clId="{08B83CF0-1C50-4F7F-BD84-182DDABFAF70}" dt="2024-07-01T11:35:01.560" v="196" actId="478"/>
          <ac:grpSpMkLst>
            <pc:docMk/>
            <pc:sldMk cId="2046551470" sldId="377"/>
            <ac:grpSpMk id="22" creationId="{E9C6EAB5-DD0D-687B-55A5-9CAD52D25176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18:33.043" v="397" actId="2711"/>
        <pc:sldMkLst>
          <pc:docMk/>
          <pc:sldMk cId="3186914900" sldId="378"/>
        </pc:sldMkLst>
        <pc:spChg chg="del">
          <ac:chgData name="shilpi gupta" userId="5ce4f23861899b28" providerId="LiveId" clId="{08B83CF0-1C50-4F7F-BD84-182DDABFAF70}" dt="2024-07-01T15:50:49.788" v="229" actId="478"/>
          <ac:spMkLst>
            <pc:docMk/>
            <pc:sldMk cId="3186914900" sldId="378"/>
            <ac:spMk id="2" creationId="{51CCC6E4-20C8-24E8-2003-2787F49142E8}"/>
          </ac:spMkLst>
        </pc:spChg>
        <pc:spChg chg="mod">
          <ac:chgData name="shilpi gupta" userId="5ce4f23861899b28" providerId="LiveId" clId="{08B83CF0-1C50-4F7F-BD84-182DDABFAF70}" dt="2024-07-01T15:50:33.302" v="228" actId="20577"/>
          <ac:spMkLst>
            <pc:docMk/>
            <pc:sldMk cId="3186914900" sldId="378"/>
            <ac:spMk id="3" creationId="{34A2D400-E43C-DD0E-3C9C-83528AED51AF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5" creationId="{25D26972-3C91-08A2-B365-19C69DDEEE2B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6" creationId="{80DDC5C1-04BE-7360-7336-B69789BDD528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7" creationId="{648643F8-23D6-65F9-4825-727401791180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8" creationId="{46097173-B8C7-ABA8-AB01-69D529B1E630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9" creationId="{6982010A-09C8-029C-F6C7-EAEE1B9567CB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0" creationId="{E569717A-E6CF-1624-03E8-F5B8D1E9045C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1" creationId="{9A9EADFD-E33E-C873-132A-27ECFC653920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2" creationId="{485EAB1A-87D3-4146-CB12-8E18189AF347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3" creationId="{9B3A21D1-6ED7-5A94-EEE2-75168E4D8ACA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4" creationId="{DAD5DF82-AEED-C3F7-DD25-967D986D4A82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5" creationId="{328520FD-9AAA-6A0F-FE2E-513A5A1CAFAD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6" creationId="{A5E9A930-1911-3707-ACC3-343EFCCF4589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7" creationId="{3A976801-FA66-C5E0-90E7-D089C0F7693F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8" creationId="{D1F7E8D1-9378-FFD6-EBAD-F94778F7F1F2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9" creationId="{D1006B31-B8AD-DD20-8C83-BEAB89729D6B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20" creationId="{E873510A-02EF-C7D0-EAC4-B6A9E86CB4FE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21" creationId="{A554F652-2106-1F16-FD2E-8C60702F994B}"/>
          </ac:spMkLst>
        </pc:spChg>
        <pc:spChg chg="add mod">
          <ac:chgData name="shilpi gupta" userId="5ce4f23861899b28" providerId="LiveId" clId="{08B83CF0-1C50-4F7F-BD84-182DDABFAF70}" dt="2024-07-02T05:18:26.580" v="396" actId="2711"/>
          <ac:spMkLst>
            <pc:docMk/>
            <pc:sldMk cId="3186914900" sldId="378"/>
            <ac:spMk id="22" creationId="{B4C89928-C9E5-C2B3-7A2C-FA99B44FBA35}"/>
          </ac:spMkLst>
        </pc:spChg>
        <pc:spChg chg="add mod">
          <ac:chgData name="shilpi gupta" userId="5ce4f23861899b28" providerId="LiveId" clId="{08B83CF0-1C50-4F7F-BD84-182DDABFAF70}" dt="2024-07-02T05:18:33.043" v="397" actId="2711"/>
          <ac:spMkLst>
            <pc:docMk/>
            <pc:sldMk cId="3186914900" sldId="378"/>
            <ac:spMk id="23" creationId="{49E7D443-F638-87CA-CC3F-90101A0AEBC3}"/>
          </ac:spMkLst>
        </pc:spChg>
        <pc:grpChg chg="add mod">
          <ac:chgData name="shilpi gupta" userId="5ce4f23861899b28" providerId="LiveId" clId="{08B83CF0-1C50-4F7F-BD84-182DDABFAF70}" dt="2024-07-01T15:51:34.113" v="231" actId="1076"/>
          <ac:grpSpMkLst>
            <pc:docMk/>
            <pc:sldMk cId="3186914900" sldId="378"/>
            <ac:grpSpMk id="4" creationId="{011FC6A7-AEEA-C637-59BE-692FD1F206E9}"/>
          </ac:grpSpMkLst>
        </pc:grpChg>
      </pc:sldChg>
      <pc:sldChg chg="addSp delSp modSp new modAnim">
        <pc:chgData name="shilpi gupta" userId="5ce4f23861899b28" providerId="LiveId" clId="{08B83CF0-1C50-4F7F-BD84-182DDABFAF70}" dt="2024-07-02T05:18:53.713" v="399" actId="2711"/>
        <pc:sldMkLst>
          <pc:docMk/>
          <pc:sldMk cId="332781160" sldId="379"/>
        </pc:sldMkLst>
        <pc:spChg chg="del">
          <ac:chgData name="shilpi gupta" userId="5ce4f23861899b28" providerId="LiveId" clId="{08B83CF0-1C50-4F7F-BD84-182DDABFAF70}" dt="2024-07-01T15:53:29.078" v="247" actId="478"/>
          <ac:spMkLst>
            <pc:docMk/>
            <pc:sldMk cId="332781160" sldId="379"/>
            <ac:spMk id="2" creationId="{663408AD-76E2-45BF-599A-E6A7AA4E4CE6}"/>
          </ac:spMkLst>
        </pc:spChg>
        <pc:spChg chg="del">
          <ac:chgData name="shilpi gupta" userId="5ce4f23861899b28" providerId="LiveId" clId="{08B83CF0-1C50-4F7F-BD84-182DDABFAF70}" dt="2024-07-01T15:53:04.008" v="245"/>
          <ac:spMkLst>
            <pc:docMk/>
            <pc:sldMk cId="332781160" sldId="379"/>
            <ac:spMk id="3" creationId="{238AC540-90C9-0D20-DF61-4742C427A512}"/>
          </ac:spMkLst>
        </pc:spChg>
        <pc:spChg chg="add mod">
          <ac:chgData name="shilpi gupta" userId="5ce4f23861899b28" providerId="LiveId" clId="{08B83CF0-1C50-4F7F-BD84-182DDABFAF70}" dt="2024-07-01T15:55:46.247" v="267" actId="2711"/>
          <ac:spMkLst>
            <pc:docMk/>
            <pc:sldMk cId="332781160" sldId="379"/>
            <ac:spMk id="4" creationId="{42AB1A74-2A90-CF6C-AF3A-D34C8FA3F098}"/>
          </ac:spMkLst>
        </pc:spChg>
        <pc:spChg chg="add mod">
          <ac:chgData name="shilpi gupta" userId="5ce4f23861899b28" providerId="LiveId" clId="{08B83CF0-1C50-4F7F-BD84-182DDABFAF70}" dt="2024-07-02T05:18:46.493" v="398" actId="2711"/>
          <ac:spMkLst>
            <pc:docMk/>
            <pc:sldMk cId="332781160" sldId="379"/>
            <ac:spMk id="5" creationId="{61A2C771-BC49-18A3-5065-EEE2D9176B7F}"/>
          </ac:spMkLst>
        </pc:spChg>
        <pc:spChg chg="add mod">
          <ac:chgData name="shilpi gupta" userId="5ce4f23861899b28" providerId="LiveId" clId="{08B83CF0-1C50-4F7F-BD84-182DDABFAF70}" dt="2024-07-02T05:18:53.713" v="399" actId="2711"/>
          <ac:spMkLst>
            <pc:docMk/>
            <pc:sldMk cId="332781160" sldId="379"/>
            <ac:spMk id="6" creationId="{0F78925E-BBA0-4588-5943-BBD586637974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8" creationId="{8A846272-060B-3D60-5BE1-201430C0537A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9" creationId="{82493005-D556-5B89-605E-DF40A6A14B76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0" creationId="{FE0B4534-164A-D8B9-0017-B53B8DAF5742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1" creationId="{A2202700-57CF-F98D-307D-2C030F2CB896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2" creationId="{54CAF7CA-4646-8BCF-1EC7-7DBD83FF9FBF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3" creationId="{2BA1FFA1-599C-4A4B-1954-E23EDA9F17B2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4" creationId="{60684334-C568-196C-4A9A-EDC27E53E315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5" creationId="{D51C8B8A-E743-5439-366F-F8B68753CB04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6" creationId="{57B4F1B1-9815-1DD2-6ED4-DEC2E69F3F2A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7" creationId="{749A750D-8DB5-C2B6-435F-2DD5EA2C6D70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8" creationId="{31EA829F-52C1-95F2-AEFD-C5931820B053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9" creationId="{D1D4E592-64B2-8470-7C37-730AD9C55E1E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20" creationId="{D2256AA7-4FD8-522C-C51F-FDAB307755B7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21" creationId="{27009192-F087-8060-CADD-1BD4AE4E2F5F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22" creationId="{99EA91D6-6BF2-AACE-0DC5-6C985CAD20BC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23" creationId="{671E9E81-985B-6C8F-579E-971AF7DA8217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24" creationId="{845DB264-7A44-C644-47F4-3164DCF54827}"/>
          </ac:spMkLst>
        </pc:spChg>
        <pc:grpChg chg="add mod">
          <ac:chgData name="shilpi gupta" userId="5ce4f23861899b28" providerId="LiveId" clId="{08B83CF0-1C50-4F7F-BD84-182DDABFAF70}" dt="2024-07-01T15:53:49.799" v="251" actId="1076"/>
          <ac:grpSpMkLst>
            <pc:docMk/>
            <pc:sldMk cId="332781160" sldId="379"/>
            <ac:grpSpMk id="7" creationId="{0CE9C11C-D82C-A181-3AB1-3BB00DF1C4F9}"/>
          </ac:grpSpMkLst>
        </pc:grpChg>
      </pc:sldChg>
      <pc:sldChg chg="addSp delSp modSp new del mod modAnim">
        <pc:chgData name="shilpi gupta" userId="5ce4f23861899b28" providerId="LiveId" clId="{08B83CF0-1C50-4F7F-BD84-182DDABFAF70}" dt="2024-07-01T15:59:10.043" v="287" actId="47"/>
        <pc:sldMkLst>
          <pc:docMk/>
          <pc:sldMk cId="660595343" sldId="380"/>
        </pc:sldMkLst>
        <pc:spChg chg="del">
          <ac:chgData name="shilpi gupta" userId="5ce4f23861899b28" providerId="LiveId" clId="{08B83CF0-1C50-4F7F-BD84-182DDABFAF70}" dt="2024-07-01T15:54:14.056" v="254" actId="478"/>
          <ac:spMkLst>
            <pc:docMk/>
            <pc:sldMk cId="660595343" sldId="380"/>
            <ac:spMk id="2" creationId="{E8F4C4E4-1561-EE83-E828-F3AD6D51399E}"/>
          </ac:spMkLst>
        </pc:spChg>
        <pc:spChg chg="del">
          <ac:chgData name="shilpi gupta" userId="5ce4f23861899b28" providerId="LiveId" clId="{08B83CF0-1C50-4F7F-BD84-182DDABFAF70}" dt="2024-07-01T15:54:08.106" v="253"/>
          <ac:spMkLst>
            <pc:docMk/>
            <pc:sldMk cId="660595343" sldId="380"/>
            <ac:spMk id="3" creationId="{5AEDA064-EFC0-98CE-BAB4-ECC06059D5B0}"/>
          </ac:spMkLst>
        </pc:spChg>
        <pc:spChg chg="add mod">
          <ac:chgData name="shilpi gupta" userId="5ce4f23861899b28" providerId="LiveId" clId="{08B83CF0-1C50-4F7F-BD84-182DDABFAF70}" dt="2024-07-01T15:54:57.630" v="262" actId="207"/>
          <ac:spMkLst>
            <pc:docMk/>
            <pc:sldMk cId="660595343" sldId="380"/>
            <ac:spMk id="4" creationId="{5316BD53-1392-5E7B-802F-D2E12EE38362}"/>
          </ac:spMkLst>
        </pc:spChg>
        <pc:spChg chg="add mod">
          <ac:chgData name="shilpi gupta" userId="5ce4f23861899b28" providerId="LiveId" clId="{08B83CF0-1C50-4F7F-BD84-182DDABFAF70}" dt="2024-07-01T15:54:19.546" v="255"/>
          <ac:spMkLst>
            <pc:docMk/>
            <pc:sldMk cId="660595343" sldId="380"/>
            <ac:spMk id="5" creationId="{A915B28F-D6BC-F99C-84A6-B0A15D66AD8C}"/>
          </ac:spMkLst>
        </pc:spChg>
        <pc:spChg chg="add del mod">
          <ac:chgData name="shilpi gupta" userId="5ce4f23861899b28" providerId="LiveId" clId="{08B83CF0-1C50-4F7F-BD84-182DDABFAF70}" dt="2024-07-01T15:54:32.405" v="258" actId="478"/>
          <ac:spMkLst>
            <pc:docMk/>
            <pc:sldMk cId="660595343" sldId="380"/>
            <ac:spMk id="6" creationId="{5EF18415-EB8D-52CB-829D-C17D9860BB0C}"/>
          </ac:spMkLst>
        </pc:spChg>
        <pc:spChg chg="add del mod">
          <ac:chgData name="shilpi gupta" userId="5ce4f23861899b28" providerId="LiveId" clId="{08B83CF0-1C50-4F7F-BD84-182DDABFAF70}" dt="2024-07-01T15:54:44.013" v="260" actId="478"/>
          <ac:spMkLst>
            <pc:docMk/>
            <pc:sldMk cId="660595343" sldId="380"/>
            <ac:spMk id="7" creationId="{01ED1578-BE75-F938-5C85-86BF0E99C5C5}"/>
          </ac:spMkLst>
        </pc:spChg>
      </pc:sldChg>
      <pc:sldChg chg="addSp delSp modSp new mod modAnim">
        <pc:chgData name="shilpi gupta" userId="5ce4f23861899b28" providerId="LiveId" clId="{08B83CF0-1C50-4F7F-BD84-182DDABFAF70}" dt="2024-07-02T05:19:05.210" v="400" actId="2711"/>
        <pc:sldMkLst>
          <pc:docMk/>
          <pc:sldMk cId="963191304" sldId="381"/>
        </pc:sldMkLst>
        <pc:spChg chg="del">
          <ac:chgData name="shilpi gupta" userId="5ce4f23861899b28" providerId="LiveId" clId="{08B83CF0-1C50-4F7F-BD84-182DDABFAF70}" dt="2024-07-01T15:56:47.783" v="274" actId="478"/>
          <ac:spMkLst>
            <pc:docMk/>
            <pc:sldMk cId="963191304" sldId="381"/>
            <ac:spMk id="2" creationId="{D57ADAC9-FBF9-F5C6-3995-339C4F1AE232}"/>
          </ac:spMkLst>
        </pc:spChg>
        <pc:spChg chg="mod">
          <ac:chgData name="shilpi gupta" userId="5ce4f23861899b28" providerId="LiveId" clId="{08B83CF0-1C50-4F7F-BD84-182DDABFAF70}" dt="2024-07-01T15:56:34.184" v="273" actId="27636"/>
          <ac:spMkLst>
            <pc:docMk/>
            <pc:sldMk cId="963191304" sldId="381"/>
            <ac:spMk id="3" creationId="{F52FBD77-48DA-DF1A-5B10-85C96813D76D}"/>
          </ac:spMkLst>
        </pc:spChg>
        <pc:spChg chg="add del">
          <ac:chgData name="shilpi gupta" userId="5ce4f23861899b28" providerId="LiveId" clId="{08B83CF0-1C50-4F7F-BD84-182DDABFAF70}" dt="2024-07-01T15:56:51.616" v="276" actId="22"/>
          <ac:spMkLst>
            <pc:docMk/>
            <pc:sldMk cId="963191304" sldId="381"/>
            <ac:spMk id="5" creationId="{B7A7CD28-46E0-8EC9-A2C2-6A4433614DBC}"/>
          </ac:spMkLst>
        </pc:spChg>
        <pc:spChg chg="add mod">
          <ac:chgData name="shilpi gupta" userId="5ce4f23861899b28" providerId="LiveId" clId="{08B83CF0-1C50-4F7F-BD84-182DDABFAF70}" dt="2024-07-02T05:19:05.210" v="400" actId="2711"/>
          <ac:spMkLst>
            <pc:docMk/>
            <pc:sldMk cId="963191304" sldId="381"/>
            <ac:spMk id="6" creationId="{8D3C56A1-BD4D-E7FD-2F67-CFB0DF00F2EC}"/>
          </ac:spMkLst>
        </pc:spChg>
        <pc:spChg chg="add mod">
          <ac:chgData name="shilpi gupta" userId="5ce4f23861899b28" providerId="LiveId" clId="{08B83CF0-1C50-4F7F-BD84-182DDABFAF70}" dt="2024-07-01T15:57:23.614" v="278"/>
          <ac:spMkLst>
            <pc:docMk/>
            <pc:sldMk cId="963191304" sldId="381"/>
            <ac:spMk id="7" creationId="{A225EB2E-8E64-BB34-D42C-A06F76E7F396}"/>
          </ac:spMkLst>
        </pc:spChg>
        <pc:spChg chg="add mod">
          <ac:chgData name="shilpi gupta" userId="5ce4f23861899b28" providerId="LiveId" clId="{08B83CF0-1C50-4F7F-BD84-182DDABFAF70}" dt="2024-07-01T15:57:45.003" v="279"/>
          <ac:spMkLst>
            <pc:docMk/>
            <pc:sldMk cId="963191304" sldId="381"/>
            <ac:spMk id="8" creationId="{F6FCC340-EFBC-1E0A-6141-AC719234083D}"/>
          </ac:spMkLst>
        </pc:spChg>
        <pc:spChg chg="add mod">
          <ac:chgData name="shilpi gupta" userId="5ce4f23861899b28" providerId="LiveId" clId="{08B83CF0-1C50-4F7F-BD84-182DDABFAF70}" dt="2024-07-01T15:57:59.964" v="280"/>
          <ac:spMkLst>
            <pc:docMk/>
            <pc:sldMk cId="963191304" sldId="381"/>
            <ac:spMk id="9" creationId="{904B8239-8BC2-B4B9-46DC-62220F663601}"/>
          </ac:spMkLst>
        </pc:spChg>
        <pc:spChg chg="add mod">
          <ac:chgData name="shilpi gupta" userId="5ce4f23861899b28" providerId="LiveId" clId="{08B83CF0-1C50-4F7F-BD84-182DDABFAF70}" dt="2024-07-01T15:58:11.739" v="281"/>
          <ac:spMkLst>
            <pc:docMk/>
            <pc:sldMk cId="963191304" sldId="381"/>
            <ac:spMk id="10" creationId="{3310CAB4-6547-B8E1-5CF5-F147ECAB3E9B}"/>
          </ac:spMkLst>
        </pc:spChg>
        <pc:spChg chg="add mod">
          <ac:chgData name="shilpi gupta" userId="5ce4f23861899b28" providerId="LiveId" clId="{08B83CF0-1C50-4F7F-BD84-182DDABFAF70}" dt="2024-07-01T15:58:30.353" v="282"/>
          <ac:spMkLst>
            <pc:docMk/>
            <pc:sldMk cId="963191304" sldId="381"/>
            <ac:spMk id="11" creationId="{EF6A6759-9EC1-DEB5-0E09-F8364A89AA90}"/>
          </ac:spMkLst>
        </pc:spChg>
        <pc:spChg chg="add del">
          <ac:chgData name="shilpi gupta" userId="5ce4f23861899b28" providerId="LiveId" clId="{08B83CF0-1C50-4F7F-BD84-182DDABFAF70}" dt="2024-07-01T15:58:48.503" v="284" actId="22"/>
          <ac:spMkLst>
            <pc:docMk/>
            <pc:sldMk cId="963191304" sldId="381"/>
            <ac:spMk id="13" creationId="{0ECCF5C5-823F-E75F-8B39-1C6E257D7508}"/>
          </ac:spMkLst>
        </pc:spChg>
        <pc:spChg chg="add mod">
          <ac:chgData name="shilpi gupta" userId="5ce4f23861899b28" providerId="LiveId" clId="{08B83CF0-1C50-4F7F-BD84-182DDABFAF70}" dt="2024-07-01T15:59:35.127" v="291" actId="403"/>
          <ac:spMkLst>
            <pc:docMk/>
            <pc:sldMk cId="963191304" sldId="381"/>
            <ac:spMk id="15" creationId="{68FFAE77-739D-267D-6F8A-93089562FF43}"/>
          </ac:spMkLst>
        </pc:spChg>
        <pc:spChg chg="add del mod">
          <ac:chgData name="shilpi gupta" userId="5ce4f23861899b28" providerId="LiveId" clId="{08B83CF0-1C50-4F7F-BD84-182DDABFAF70}" dt="2024-07-01T15:59:55.081" v="294" actId="478"/>
          <ac:spMkLst>
            <pc:docMk/>
            <pc:sldMk cId="963191304" sldId="381"/>
            <ac:spMk id="16" creationId="{14222229-06C3-8523-22B1-D468A7CE91F2}"/>
          </ac:spMkLst>
        </pc:spChg>
        <pc:spChg chg="add mod">
          <ac:chgData name="shilpi gupta" userId="5ce4f23861899b28" providerId="LiveId" clId="{08B83CF0-1C50-4F7F-BD84-182DDABFAF70}" dt="2024-07-01T16:01:02.117" v="301" actId="1076"/>
          <ac:spMkLst>
            <pc:docMk/>
            <pc:sldMk cId="963191304" sldId="381"/>
            <ac:spMk id="17" creationId="{3E78392F-DDB5-3C7F-2FF6-91835E46B938}"/>
          </ac:spMkLst>
        </pc:spChg>
        <pc:spChg chg="add mod">
          <ac:chgData name="shilpi gupta" userId="5ce4f23861899b28" providerId="LiveId" clId="{08B83CF0-1C50-4F7F-BD84-182DDABFAF70}" dt="2024-07-01T16:00:58.303" v="300"/>
          <ac:spMkLst>
            <pc:docMk/>
            <pc:sldMk cId="963191304" sldId="381"/>
            <ac:spMk id="18" creationId="{D28F4A39-6F3A-65E0-0AFA-1CD92400A276}"/>
          </ac:spMkLst>
        </pc:spChg>
        <pc:spChg chg="add del mod">
          <ac:chgData name="shilpi gupta" userId="5ce4f23861899b28" providerId="LiveId" clId="{08B83CF0-1C50-4F7F-BD84-182DDABFAF70}" dt="2024-07-02T05:12:40.326" v="373" actId="478"/>
          <ac:spMkLst>
            <pc:docMk/>
            <pc:sldMk cId="963191304" sldId="381"/>
            <ac:spMk id="19" creationId="{90C8498D-0B7B-83A6-FD35-06673751FE6D}"/>
          </ac:spMkLst>
        </pc:spChg>
        <pc:spChg chg="add mod">
          <ac:chgData name="shilpi gupta" userId="5ce4f23861899b28" providerId="LiveId" clId="{08B83CF0-1C50-4F7F-BD84-182DDABFAF70}" dt="2024-07-02T05:12:57.179" v="374"/>
          <ac:spMkLst>
            <pc:docMk/>
            <pc:sldMk cId="963191304" sldId="381"/>
            <ac:spMk id="20" creationId="{A88474AA-7CE4-A3F7-0906-BAB9DB81607C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2" creationId="{D06DA4F7-3879-C623-20F7-67187F25DFFC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3" creationId="{B1DB5829-12B6-6FB7-1436-169494F9FB5A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4" creationId="{990C17EB-FC2B-CA4F-1B42-1CD17045C502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5" creationId="{52D381BC-3F4B-6FBD-02A2-92A62B79A087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6" creationId="{C5799D7A-E0A1-E4AD-83BF-F50B33596405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7" creationId="{3E180980-CDA9-BC58-743A-0C403C1AC2F2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8" creationId="{B630FE91-1717-E876-9767-3A26CB2373D0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9" creationId="{839A2638-53AF-FAD7-68C1-5D192A3BB713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0" creationId="{DAA3E872-480E-16F1-6FA3-7B191081BB5A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1" creationId="{A484F8F5-CC9B-CB42-C81D-FE21EB9D80DA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2" creationId="{A269AFB6-8803-05A2-D391-F8EAD0F9481E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3" creationId="{E3FDD896-3710-BBB8-03EA-D72E35D3286E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4" creationId="{399D527E-8E2E-4A88-98BF-CDD161C8BA65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5" creationId="{BCCBA38D-CD5B-BF20-3530-3C780E2DF479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6" creationId="{F03310DF-1D21-5E9B-8790-574476153A73}"/>
          </ac:spMkLst>
        </pc:spChg>
        <pc:spChg chg="mod">
          <ac:chgData name="shilpi gupta" userId="5ce4f23861899b28" providerId="LiveId" clId="{08B83CF0-1C50-4F7F-BD84-182DDABFAF70}" dt="2024-07-02T05:14:07.373" v="380" actId="14100"/>
          <ac:spMkLst>
            <pc:docMk/>
            <pc:sldMk cId="963191304" sldId="381"/>
            <ac:spMk id="37" creationId="{30613734-4BB9-ECAA-965C-D6E9F7286C9B}"/>
          </ac:spMkLst>
        </pc:spChg>
        <pc:spChg chg="mod">
          <ac:chgData name="shilpi gupta" userId="5ce4f23861899b28" providerId="LiveId" clId="{08B83CF0-1C50-4F7F-BD84-182DDABFAF70}" dt="2024-07-02T05:14:19.127" v="381" actId="14100"/>
          <ac:spMkLst>
            <pc:docMk/>
            <pc:sldMk cId="963191304" sldId="381"/>
            <ac:spMk id="38" creationId="{C470E530-7605-0D48-D7BE-80E02FDB6691}"/>
          </ac:spMkLst>
        </pc:spChg>
        <pc:grpChg chg="add mod">
          <ac:chgData name="shilpi gupta" userId="5ce4f23861899b28" providerId="LiveId" clId="{08B83CF0-1C50-4F7F-BD84-182DDABFAF70}" dt="2024-07-02T05:13:24.536" v="376" actId="1076"/>
          <ac:grpSpMkLst>
            <pc:docMk/>
            <pc:sldMk cId="963191304" sldId="381"/>
            <ac:grpSpMk id="21" creationId="{4EA6E23F-89EA-8E3F-D795-3FFF0361D72C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19:20.307" v="402" actId="2711"/>
        <pc:sldMkLst>
          <pc:docMk/>
          <pc:sldMk cId="458537460" sldId="382"/>
        </pc:sldMkLst>
        <pc:spChg chg="del">
          <ac:chgData name="shilpi gupta" userId="5ce4f23861899b28" providerId="LiveId" clId="{08B83CF0-1C50-4F7F-BD84-182DDABFAF70}" dt="2024-07-01T16:00:15.319" v="296" actId="478"/>
          <ac:spMkLst>
            <pc:docMk/>
            <pc:sldMk cId="458537460" sldId="382"/>
            <ac:spMk id="2" creationId="{9EF6123C-7D16-C96C-B325-AC240CF7105D}"/>
          </ac:spMkLst>
        </pc:spChg>
        <pc:spChg chg="mod">
          <ac:chgData name="shilpi gupta" userId="5ce4f23861899b28" providerId="LiveId" clId="{08B83CF0-1C50-4F7F-BD84-182DDABFAF70}" dt="2024-07-01T16:02:20.606" v="309"/>
          <ac:spMkLst>
            <pc:docMk/>
            <pc:sldMk cId="458537460" sldId="382"/>
            <ac:spMk id="3" creationId="{32440F9E-342C-F25C-934D-9C5DB7023F3A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5" creationId="{5038DD7B-AEBF-D407-44A5-4A405FC63A74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6" creationId="{5BDFCFDD-61F8-EB48-910D-5B68FD279327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7" creationId="{9C3182F2-1416-E1A3-5494-BB7126BDEC27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8" creationId="{37183780-3A5E-5520-4494-AD225E458013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9" creationId="{A1DAEBAE-3770-41DF-0AE4-9DE5A2AB6383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0" creationId="{7D29C86D-36EE-D352-BD44-4A44C58B5C98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1" creationId="{600EFD58-A229-CB2D-54F8-0A34227A7987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2" creationId="{D72E5C64-961F-494F-4309-6A89621CDF45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3" creationId="{4E1079BA-30DE-C8AF-DF91-072F2B01F981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4" creationId="{7C68FF8B-603C-47DB-DB07-EA5CDAFA1851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5" creationId="{0CE79946-465B-5A7C-6236-E65B62598F52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6" creationId="{90AEE9A9-D1F5-D979-C6E7-3188469E92EB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7" creationId="{4FE29C6F-6D75-B899-F0E6-CD92293CFD37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8" creationId="{5A009DEF-AB27-CD92-DA0B-492AA912F6B7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9" creationId="{5648204E-AF97-F6F6-1600-A7E2CDCAECAB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20" creationId="{95718434-FDFC-09BC-AFBE-8A6F61C7F673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21" creationId="{B9C4A6F8-FFBF-475B-4E63-885AB1B78D6B}"/>
          </ac:spMkLst>
        </pc:spChg>
        <pc:spChg chg="add del">
          <ac:chgData name="shilpi gupta" userId="5ce4f23861899b28" providerId="LiveId" clId="{08B83CF0-1C50-4F7F-BD84-182DDABFAF70}" dt="2024-07-01T16:01:19.874" v="303" actId="22"/>
          <ac:spMkLst>
            <pc:docMk/>
            <pc:sldMk cId="458537460" sldId="382"/>
            <ac:spMk id="23" creationId="{C3B95C92-B3A0-279A-4C23-12DF5C2F1F2E}"/>
          </ac:spMkLst>
        </pc:spChg>
        <pc:spChg chg="add mod">
          <ac:chgData name="shilpi gupta" userId="5ce4f23861899b28" providerId="LiveId" clId="{08B83CF0-1C50-4F7F-BD84-182DDABFAF70}" dt="2024-07-02T05:19:14.760" v="401" actId="2711"/>
          <ac:spMkLst>
            <pc:docMk/>
            <pc:sldMk cId="458537460" sldId="382"/>
            <ac:spMk id="24" creationId="{5269BE51-9CEF-7CA1-B28C-A8ACE04A4600}"/>
          </ac:spMkLst>
        </pc:spChg>
        <pc:spChg chg="add mod">
          <ac:chgData name="shilpi gupta" userId="5ce4f23861899b28" providerId="LiveId" clId="{08B83CF0-1C50-4F7F-BD84-182DDABFAF70}" dt="2024-07-02T05:19:20.307" v="402" actId="2711"/>
          <ac:spMkLst>
            <pc:docMk/>
            <pc:sldMk cId="458537460" sldId="382"/>
            <ac:spMk id="25" creationId="{F2D9066E-5AE3-2AD4-6773-D6995D650B5B}"/>
          </ac:spMkLst>
        </pc:spChg>
        <pc:grpChg chg="add mod">
          <ac:chgData name="shilpi gupta" userId="5ce4f23861899b28" providerId="LiveId" clId="{08B83CF0-1C50-4F7F-BD84-182DDABFAF70}" dt="2024-07-01T16:01:22.643" v="304" actId="1076"/>
          <ac:grpSpMkLst>
            <pc:docMk/>
            <pc:sldMk cId="458537460" sldId="382"/>
            <ac:grpSpMk id="4" creationId="{0CCB4E93-86B6-0FEE-816C-93A40E64D94D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19:52.729" v="406" actId="1076"/>
        <pc:sldMkLst>
          <pc:docMk/>
          <pc:sldMk cId="2021548638" sldId="383"/>
        </pc:sldMkLst>
        <pc:spChg chg="del">
          <ac:chgData name="shilpi gupta" userId="5ce4f23861899b28" providerId="LiveId" clId="{08B83CF0-1C50-4F7F-BD84-182DDABFAF70}" dt="2024-07-01T16:02:45.073" v="314" actId="478"/>
          <ac:spMkLst>
            <pc:docMk/>
            <pc:sldMk cId="2021548638" sldId="383"/>
            <ac:spMk id="2" creationId="{10E02E6F-C4B0-4E67-8ED6-7154CBFE2D7C}"/>
          </ac:spMkLst>
        </pc:spChg>
        <pc:spChg chg="mod">
          <ac:chgData name="shilpi gupta" userId="5ce4f23861899b28" providerId="LiveId" clId="{08B83CF0-1C50-4F7F-BD84-182DDABFAF70}" dt="2024-07-01T16:02:26.347" v="311"/>
          <ac:spMkLst>
            <pc:docMk/>
            <pc:sldMk cId="2021548638" sldId="383"/>
            <ac:spMk id="3" creationId="{8F528FBC-8FF8-0E64-C579-FE5D0C80DBA9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5" creationId="{F8486D83-85F3-16C9-37DE-1843F5F3797F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6" creationId="{4003E049-B6EC-C97E-4DC1-63653C9E1B79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7" creationId="{2231F74A-BD8A-AAB9-D142-633779D5BDF9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8" creationId="{C0ED9A6D-CB64-A045-250B-BED2BAB6A2EB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9" creationId="{B5F83BBD-AA65-C471-9C5D-F8887ED0642B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0" creationId="{A49CEF41-E761-A31D-6E51-8F673FCEF385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1" creationId="{825BDEC9-8C12-F7AA-8CA1-35C16CAD9AE9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2" creationId="{BA31B8B4-0635-487E-A1B1-45926B6E7950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3" creationId="{8687111D-9D7D-D2E2-30D7-39E73E9A1597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4" creationId="{AE00BAF8-CE96-9D5F-40D0-792A6DD73C58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5" creationId="{205367BB-D4FE-134C-5D7B-4C074FB30A34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6" creationId="{193B41BC-A8CB-4D21-4D6D-7EC6FE3509E1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7" creationId="{6A29CDDF-0C9E-9307-3370-EC130A15DF9F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8" creationId="{8DD83F17-DB53-8D83-D431-DB2C5DD8ABD4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9" creationId="{E5BBB48C-811D-A673-A964-FF6CA4F34548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20" creationId="{91CEDA84-3148-3D0A-4F43-DA48D8DF2637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21" creationId="{8258E4E7-8E43-3A90-4685-964402A445CB}"/>
          </ac:spMkLst>
        </pc:spChg>
        <pc:spChg chg="add mod">
          <ac:chgData name="shilpi gupta" userId="5ce4f23861899b28" providerId="LiveId" clId="{08B83CF0-1C50-4F7F-BD84-182DDABFAF70}" dt="2024-07-02T05:19:35.607" v="403" actId="2711"/>
          <ac:spMkLst>
            <pc:docMk/>
            <pc:sldMk cId="2021548638" sldId="383"/>
            <ac:spMk id="22" creationId="{8406C75B-2263-5A74-01BE-5864041856A9}"/>
          </ac:spMkLst>
        </pc:spChg>
        <pc:spChg chg="add mod">
          <ac:chgData name="shilpi gupta" userId="5ce4f23861899b28" providerId="LiveId" clId="{08B83CF0-1C50-4F7F-BD84-182DDABFAF70}" dt="2024-07-02T05:19:52.729" v="406" actId="1076"/>
          <ac:spMkLst>
            <pc:docMk/>
            <pc:sldMk cId="2021548638" sldId="383"/>
            <ac:spMk id="23" creationId="{A8D744C6-7F41-4121-2768-250BD34459D2}"/>
          </ac:spMkLst>
        </pc:spChg>
        <pc:grpChg chg="add mod">
          <ac:chgData name="shilpi gupta" userId="5ce4f23861899b28" providerId="LiveId" clId="{08B83CF0-1C50-4F7F-BD84-182DDABFAF70}" dt="2024-07-01T16:02:38.642" v="313" actId="1076"/>
          <ac:grpSpMkLst>
            <pc:docMk/>
            <pc:sldMk cId="2021548638" sldId="383"/>
            <ac:grpSpMk id="4" creationId="{DC64352C-C2A6-98C6-A8BB-D309EFA0178A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20:02.053" v="407" actId="2711"/>
        <pc:sldMkLst>
          <pc:docMk/>
          <pc:sldMk cId="2080422240" sldId="384"/>
        </pc:sldMkLst>
        <pc:spChg chg="del">
          <ac:chgData name="shilpi gupta" userId="5ce4f23861899b28" providerId="LiveId" clId="{08B83CF0-1C50-4F7F-BD84-182DDABFAF70}" dt="2024-07-01T16:05:48.678" v="322" actId="478"/>
          <ac:spMkLst>
            <pc:docMk/>
            <pc:sldMk cId="2080422240" sldId="384"/>
            <ac:spMk id="2" creationId="{61AAEA8C-6467-1AD9-422C-0EAE67259D48}"/>
          </ac:spMkLst>
        </pc:spChg>
        <pc:spChg chg="mod">
          <ac:chgData name="shilpi gupta" userId="5ce4f23861899b28" providerId="LiveId" clId="{08B83CF0-1C50-4F7F-BD84-182DDABFAF70}" dt="2024-07-01T16:06:19.182" v="327"/>
          <ac:spMkLst>
            <pc:docMk/>
            <pc:sldMk cId="2080422240" sldId="384"/>
            <ac:spMk id="3" creationId="{8677CFC6-B80E-1179-F053-6D14BFAB625F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5" creationId="{A83429EF-EC0A-1332-37E9-E1E55B5E197B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6" creationId="{21AB8F51-B58F-A778-F1CA-8F25DDB01EDE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7" creationId="{45476CFB-F531-A7D5-AFDF-2D69D149A2EA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8" creationId="{D29C9812-9531-2BEA-0259-08BB5A00B124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9" creationId="{61E24E42-258E-BAA0-3A7D-A81A2948230D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0" creationId="{79F52FC1-83DA-1385-F9F3-2BD2C4F53AB4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1" creationId="{C4D30E8F-2219-F8FD-DF5D-3A4E654C5D19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2" creationId="{B73AA8E8-1713-A9F3-79B2-D1038F8D6C8D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3" creationId="{A2DB243B-76CD-FE45-5C3A-3653AE3F7F05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4" creationId="{CDD6D6A7-D217-AD01-A149-85FAE0B0D947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5" creationId="{74B4078E-BEE1-529B-C66A-6B7C1EC923BF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6" creationId="{F0F9F33D-9FFE-C700-C800-4C292821DD4D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7" creationId="{A235260C-2B52-9928-F208-64DA5ECCE7FB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8" creationId="{C915748A-EED9-3FE8-B054-0AC60BB9A00C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9" creationId="{5DA2634D-663A-3094-97ED-860B5FD53D29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20" creationId="{D4E81B63-3E42-6D22-65A2-738882C42551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21" creationId="{3A529D89-2B20-47CD-6105-F007F7E22BDB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3" creationId="{1954F7D3-7D97-5352-86E5-EA939920A920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4" creationId="{113D6101-48B0-5317-63E3-AC9D6B783306}"/>
          </ac:spMkLst>
        </pc:spChg>
        <pc:spChg chg="mod">
          <ac:chgData name="shilpi gupta" userId="5ce4f23861899b28" providerId="LiveId" clId="{08B83CF0-1C50-4F7F-BD84-182DDABFAF70}" dt="2024-07-01T16:06:07.760" v="325" actId="6549"/>
          <ac:spMkLst>
            <pc:docMk/>
            <pc:sldMk cId="2080422240" sldId="384"/>
            <ac:spMk id="25" creationId="{3E962133-E8C1-8C0A-2E74-5F8B994CEB13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6" creationId="{7C860C80-E48F-1E30-0C64-310AC80DFFC2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7" creationId="{1B15A8AD-223B-1C5D-EF38-D9454211B800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8" creationId="{0F34C3C7-9A62-B234-9790-630EED7793DC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9" creationId="{4D1139A6-621F-5452-9404-617B0883AA94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0" creationId="{101B15FE-E50B-135D-8DB4-C84B76F293D7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1" creationId="{6858C93E-E03A-6D34-D3C9-D7C83FA3464A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2" creationId="{4A4AB1C7-D699-CDF6-AC4E-16020C2468D0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3" creationId="{CB6A32B2-4FEE-945F-0D10-952504C3AC4F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4" creationId="{66EAB8AE-AF47-B520-DBB1-2C845DBCD006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5" creationId="{01578B99-DAD4-31A6-AE17-035D24B43838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6" creationId="{66AF9A15-A92A-9CCF-D337-FB808C1E8662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7" creationId="{CA683A65-F357-60A2-BA2D-9244108A9D7C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8" creationId="{F9A6EAB6-06C7-B708-2EFB-D13F11C0F00E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9" creationId="{6CCD2DE7-11C1-E7E8-BFCD-47AE6D4F7F4C}"/>
          </ac:spMkLst>
        </pc:spChg>
        <pc:spChg chg="add mod">
          <ac:chgData name="shilpi gupta" userId="5ce4f23861899b28" providerId="LiveId" clId="{08B83CF0-1C50-4F7F-BD84-182DDABFAF70}" dt="2024-07-02T05:20:02.053" v="407" actId="2711"/>
          <ac:spMkLst>
            <pc:docMk/>
            <pc:sldMk cId="2080422240" sldId="384"/>
            <ac:spMk id="40" creationId="{B149A1C8-FCF7-63AD-479C-9F220DF8F04D}"/>
          </ac:spMkLst>
        </pc:spChg>
        <pc:grpChg chg="add mod">
          <ac:chgData name="shilpi gupta" userId="5ce4f23861899b28" providerId="LiveId" clId="{08B83CF0-1C50-4F7F-BD84-182DDABFAF70}" dt="2024-07-01T16:05:52.109" v="323" actId="1076"/>
          <ac:grpSpMkLst>
            <pc:docMk/>
            <pc:sldMk cId="2080422240" sldId="384"/>
            <ac:grpSpMk id="4" creationId="{09107649-3B2F-3A0F-8927-D0DE849BC1D8}"/>
          </ac:grpSpMkLst>
        </pc:grpChg>
        <pc:grpChg chg="add del mod">
          <ac:chgData name="shilpi gupta" userId="5ce4f23861899b28" providerId="LiveId" clId="{08B83CF0-1C50-4F7F-BD84-182DDABFAF70}" dt="2024-07-01T16:06:10.045" v="326" actId="478"/>
          <ac:grpSpMkLst>
            <pc:docMk/>
            <pc:sldMk cId="2080422240" sldId="384"/>
            <ac:grpSpMk id="22" creationId="{723B4531-F665-9DFF-EFA7-C0DFEADCD16C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20:16.405" v="409" actId="2711"/>
        <pc:sldMkLst>
          <pc:docMk/>
          <pc:sldMk cId="3041917484" sldId="385"/>
        </pc:sldMkLst>
        <pc:spChg chg="del">
          <ac:chgData name="shilpi gupta" userId="5ce4f23861899b28" providerId="LiveId" clId="{08B83CF0-1C50-4F7F-BD84-182DDABFAF70}" dt="2024-07-01T16:07:04.261" v="333" actId="478"/>
          <ac:spMkLst>
            <pc:docMk/>
            <pc:sldMk cId="3041917484" sldId="385"/>
            <ac:spMk id="2" creationId="{D1F1AA8C-81C9-2AF6-5A08-192994390F64}"/>
          </ac:spMkLst>
        </pc:spChg>
        <pc:spChg chg="mod">
          <ac:chgData name="shilpi gupta" userId="5ce4f23861899b28" providerId="LiveId" clId="{08B83CF0-1C50-4F7F-BD84-182DDABFAF70}" dt="2024-07-01T16:07:52.165" v="336"/>
          <ac:spMkLst>
            <pc:docMk/>
            <pc:sldMk cId="3041917484" sldId="385"/>
            <ac:spMk id="3" creationId="{5F04B4C2-A398-0934-55CD-15BBEE3690B8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5" creationId="{C18CC328-7E34-FE63-B503-1736C9AE7ED2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6" creationId="{7BE446C0-CF01-7243-835A-3FD77AF288AE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7" creationId="{5319D486-F5B7-054C-AD28-1A096AE7EC4A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8" creationId="{0BA3A579-280D-9962-A018-E8DEC4ECFD08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9" creationId="{F1B76367-09ED-0788-EE90-128B979F28EF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0" creationId="{6DF8C301-7569-0F9D-2157-CE2979059566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1" creationId="{8DA9C36A-F1A0-80F8-B24F-A58C5977C2C9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2" creationId="{F02DE8D1-B803-5F99-23CF-09B78652B9EF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3" creationId="{FD612C89-333F-7D9B-EF41-63878BC4118D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4" creationId="{78A5C79C-DB80-CD54-179F-59475D06C921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5" creationId="{B90F9ED6-8C49-B958-DFBB-0C5319574E98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6" creationId="{E23FEE63-D3FD-6077-C875-30163718727B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7" creationId="{E2C41BCD-6A33-5A7E-2612-5FC9D05220B4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8" creationId="{E9A7EDF4-6F52-E791-F66D-B40128E7B8B6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9" creationId="{2C8E8077-8E34-8B00-EC41-B91D9DD1DED4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20" creationId="{4211ECFD-60E2-DB2E-9E5E-867B25626E2B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21" creationId="{7434F809-2DE5-8BBE-F39D-D683E2AAE1BE}"/>
          </ac:spMkLst>
        </pc:spChg>
        <pc:spChg chg="add mod">
          <ac:chgData name="shilpi gupta" userId="5ce4f23861899b28" providerId="LiveId" clId="{08B83CF0-1C50-4F7F-BD84-182DDABFAF70}" dt="2024-07-02T05:20:10.825" v="408" actId="2711"/>
          <ac:spMkLst>
            <pc:docMk/>
            <pc:sldMk cId="3041917484" sldId="385"/>
            <ac:spMk id="22" creationId="{8F7D66A7-DFF0-0271-16E8-AC7D540D318D}"/>
          </ac:spMkLst>
        </pc:spChg>
        <pc:spChg chg="add mod">
          <ac:chgData name="shilpi gupta" userId="5ce4f23861899b28" providerId="LiveId" clId="{08B83CF0-1C50-4F7F-BD84-182DDABFAF70}" dt="2024-07-02T05:20:16.405" v="409" actId="2711"/>
          <ac:spMkLst>
            <pc:docMk/>
            <pc:sldMk cId="3041917484" sldId="385"/>
            <ac:spMk id="23" creationId="{04E2D010-310C-2D7B-B8C3-FFABDF13040C}"/>
          </ac:spMkLst>
        </pc:spChg>
        <pc:grpChg chg="add mod">
          <ac:chgData name="shilpi gupta" userId="5ce4f23861899b28" providerId="LiveId" clId="{08B83CF0-1C50-4F7F-BD84-182DDABFAF70}" dt="2024-07-01T16:06:56.229" v="332" actId="1076"/>
          <ac:grpSpMkLst>
            <pc:docMk/>
            <pc:sldMk cId="3041917484" sldId="385"/>
            <ac:grpSpMk id="4" creationId="{65DDAA4A-2317-89E7-9DE2-DB3AD7753954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20:39.624" v="418" actId="2711"/>
        <pc:sldMkLst>
          <pc:docMk/>
          <pc:sldMk cId="4286117563" sldId="386"/>
        </pc:sldMkLst>
        <pc:spChg chg="del">
          <ac:chgData name="shilpi gupta" userId="5ce4f23861899b28" providerId="LiveId" clId="{08B83CF0-1C50-4F7F-BD84-182DDABFAF70}" dt="2024-07-02T05:09:56.098" v="345" actId="478"/>
          <ac:spMkLst>
            <pc:docMk/>
            <pc:sldMk cId="4286117563" sldId="386"/>
            <ac:spMk id="2" creationId="{44F0A682-31FB-A9A8-8989-91EE74E53433}"/>
          </ac:spMkLst>
        </pc:spChg>
        <pc:spChg chg="add del mod">
          <ac:chgData name="shilpi gupta" userId="5ce4f23861899b28" providerId="LiveId" clId="{08B83CF0-1C50-4F7F-BD84-182DDABFAF70}" dt="2024-07-02T05:09:43.425" v="344"/>
          <ac:spMkLst>
            <pc:docMk/>
            <pc:sldMk cId="4286117563" sldId="386"/>
            <ac:spMk id="3" creationId="{228856F9-F53B-D41D-8408-F4585DCE10F2}"/>
          </ac:spMkLst>
        </pc:spChg>
        <pc:spChg chg="mod">
          <ac:chgData name="shilpi gupta" userId="5ce4f23861899b28" providerId="LiveId" clId="{08B83CF0-1C50-4F7F-BD84-182DDABFAF70}" dt="2024-07-01T16:08:36.898" v="341" actId="1076"/>
          <ac:spMkLst>
            <pc:docMk/>
            <pc:sldMk cId="4286117563" sldId="386"/>
            <ac:spMk id="6" creationId="{70CFD72D-FC34-BD5C-D529-4411CCDA4C5D}"/>
          </ac:spMkLst>
        </pc:spChg>
        <pc:spChg chg="mod">
          <ac:chgData name="shilpi gupta" userId="5ce4f23861899b28" providerId="LiveId" clId="{08B83CF0-1C50-4F7F-BD84-182DDABFAF70}" dt="2024-07-01T16:08:36.898" v="341" actId="1076"/>
          <ac:spMkLst>
            <pc:docMk/>
            <pc:sldMk cId="4286117563" sldId="386"/>
            <ac:spMk id="7" creationId="{7214BFF7-CBCB-E65B-2782-2F4A474001DE}"/>
          </ac:spMkLst>
        </pc:spChg>
        <pc:spChg chg="mod">
          <ac:chgData name="shilpi gupta" userId="5ce4f23861899b28" providerId="LiveId" clId="{08B83CF0-1C50-4F7F-BD84-182DDABFAF70}" dt="2024-07-01T16:08:36.898" v="341" actId="1076"/>
          <ac:spMkLst>
            <pc:docMk/>
            <pc:sldMk cId="4286117563" sldId="386"/>
            <ac:spMk id="8" creationId="{575F14A0-71F5-9832-7C08-5AD568DAEA4E}"/>
          </ac:spMkLst>
        </pc:spChg>
        <pc:spChg chg="mod">
          <ac:chgData name="shilpi gupta" userId="5ce4f23861899b28" providerId="LiveId" clId="{08B83CF0-1C50-4F7F-BD84-182DDABFAF70}" dt="2024-07-01T16:08:36.898" v="341" actId="1076"/>
          <ac:spMkLst>
            <pc:docMk/>
            <pc:sldMk cId="4286117563" sldId="386"/>
            <ac:spMk id="9" creationId="{EE29FE05-E8A1-7BDE-D7D0-320A835A0AF8}"/>
          </ac:spMkLst>
        </pc:spChg>
        <pc:spChg chg="add mod">
          <ac:chgData name="shilpi gupta" userId="5ce4f23861899b28" providerId="LiveId" clId="{08B83CF0-1C50-4F7F-BD84-182DDABFAF70}" dt="2024-07-02T05:09:33.564" v="343"/>
          <ac:spMkLst>
            <pc:docMk/>
            <pc:sldMk cId="4286117563" sldId="386"/>
            <ac:spMk id="10" creationId="{EE101E2F-8EBB-4B51-78B5-1CD110E2E767}"/>
          </ac:spMkLst>
        </pc:spChg>
        <pc:spChg chg="add mod">
          <ac:chgData name="shilpi gupta" userId="5ce4f23861899b28" providerId="LiveId" clId="{08B83CF0-1C50-4F7F-BD84-182DDABFAF70}" dt="2024-07-02T05:20:24.370" v="410" actId="2711"/>
          <ac:spMkLst>
            <pc:docMk/>
            <pc:sldMk cId="4286117563" sldId="386"/>
            <ac:spMk id="11" creationId="{F25D12DD-4515-36C5-DA46-1412E6FB5732}"/>
          </ac:spMkLst>
        </pc:spChg>
        <pc:spChg chg="add mod">
          <ac:chgData name="shilpi gupta" userId="5ce4f23861899b28" providerId="LiveId" clId="{08B83CF0-1C50-4F7F-BD84-182DDABFAF70}" dt="2024-07-02T05:20:39.624" v="418" actId="2711"/>
          <ac:spMkLst>
            <pc:docMk/>
            <pc:sldMk cId="4286117563" sldId="386"/>
            <ac:spMk id="12" creationId="{59959780-4CB0-C0D4-FB41-C9D0665FBBD6}"/>
          </ac:spMkLst>
        </pc:spChg>
        <pc:grpChg chg="add mod">
          <ac:chgData name="shilpi gupta" userId="5ce4f23861899b28" providerId="LiveId" clId="{08B83CF0-1C50-4F7F-BD84-182DDABFAF70}" dt="2024-07-01T16:08:36.898" v="341" actId="1076"/>
          <ac:grpSpMkLst>
            <pc:docMk/>
            <pc:sldMk cId="4286117563" sldId="386"/>
            <ac:grpSpMk id="4" creationId="{58D5A6F4-E187-809E-E01B-6F87EB6D0015}"/>
          </ac:grpSpMkLst>
        </pc:grpChg>
        <pc:picChg chg="mod">
          <ac:chgData name="shilpi gupta" userId="5ce4f23861899b28" providerId="LiveId" clId="{08B83CF0-1C50-4F7F-BD84-182DDABFAF70}" dt="2024-07-01T16:08:36.898" v="341" actId="1076"/>
          <ac:picMkLst>
            <pc:docMk/>
            <pc:sldMk cId="4286117563" sldId="386"/>
            <ac:picMk id="5" creationId="{7DA925EF-4364-5A3E-572E-CECF1067DE16}"/>
          </ac:picMkLst>
        </pc:picChg>
      </pc:sldChg>
      <pc:sldChg chg="addSp delSp modSp new mod modAnim">
        <pc:chgData name="shilpi gupta" userId="5ce4f23861899b28" providerId="LiveId" clId="{08B83CF0-1C50-4F7F-BD84-182DDABFAF70}" dt="2024-07-02T05:21:06.879" v="422" actId="2711"/>
        <pc:sldMkLst>
          <pc:docMk/>
          <pc:sldMk cId="3343426385" sldId="387"/>
        </pc:sldMkLst>
        <pc:spChg chg="del">
          <ac:chgData name="shilpi gupta" userId="5ce4f23861899b28" providerId="LiveId" clId="{08B83CF0-1C50-4F7F-BD84-182DDABFAF70}" dt="2024-07-02T05:11:17.948" v="352" actId="478"/>
          <ac:spMkLst>
            <pc:docMk/>
            <pc:sldMk cId="3343426385" sldId="387"/>
            <ac:spMk id="2" creationId="{1B81AE41-6C0F-C07A-BA4A-AF0FE09290A1}"/>
          </ac:spMkLst>
        </pc:spChg>
        <pc:spChg chg="mod">
          <ac:chgData name="shilpi gupta" userId="5ce4f23861899b28" providerId="LiveId" clId="{08B83CF0-1C50-4F7F-BD84-182DDABFAF70}" dt="2024-07-02T05:11:11.284" v="351"/>
          <ac:spMkLst>
            <pc:docMk/>
            <pc:sldMk cId="3343426385" sldId="387"/>
            <ac:spMk id="3" creationId="{BA293A5C-ABD1-7AC2-568A-D0A7A1333EDD}"/>
          </ac:spMkLst>
        </pc:spChg>
        <pc:spChg chg="add mod">
          <ac:chgData name="shilpi gupta" userId="5ce4f23861899b28" providerId="LiveId" clId="{08B83CF0-1C50-4F7F-BD84-182DDABFAF70}" dt="2024-07-02T05:20:49.678" v="419" actId="2711"/>
          <ac:spMkLst>
            <pc:docMk/>
            <pc:sldMk cId="3343426385" sldId="387"/>
            <ac:spMk id="5" creationId="{3A32BF43-3D28-745A-EDD8-C8BEAEFC0973}"/>
          </ac:spMkLst>
        </pc:spChg>
        <pc:spChg chg="add mod">
          <ac:chgData name="shilpi gupta" userId="5ce4f23861899b28" providerId="LiveId" clId="{08B83CF0-1C50-4F7F-BD84-182DDABFAF70}" dt="2024-07-02T05:20:54.610" v="420" actId="2711"/>
          <ac:spMkLst>
            <pc:docMk/>
            <pc:sldMk cId="3343426385" sldId="387"/>
            <ac:spMk id="6" creationId="{D9A9E75B-1668-0F84-8108-D500F69A9CA2}"/>
          </ac:spMkLst>
        </pc:spChg>
        <pc:spChg chg="add mod">
          <ac:chgData name="shilpi gupta" userId="5ce4f23861899b28" providerId="LiveId" clId="{08B83CF0-1C50-4F7F-BD84-182DDABFAF70}" dt="2024-07-02T05:21:06.879" v="422" actId="2711"/>
          <ac:spMkLst>
            <pc:docMk/>
            <pc:sldMk cId="3343426385" sldId="387"/>
            <ac:spMk id="7" creationId="{51B2C3F2-6AE5-02E3-39AE-37C08533F9DA}"/>
          </ac:spMkLst>
        </pc:spChg>
        <pc:picChg chg="add mod">
          <ac:chgData name="shilpi gupta" userId="5ce4f23861899b28" providerId="LiveId" clId="{08B83CF0-1C50-4F7F-BD84-182DDABFAF70}" dt="2024-07-02T05:11:23.189" v="354" actId="1076"/>
          <ac:picMkLst>
            <pc:docMk/>
            <pc:sldMk cId="3343426385" sldId="387"/>
            <ac:picMk id="4" creationId="{AA0BE736-9B0A-2D4B-4813-F0B17ED02488}"/>
          </ac:picMkLst>
        </pc:picChg>
      </pc:sldChg>
      <pc:sldChg chg="modSp new mod">
        <pc:chgData name="shilpi gupta" userId="5ce4f23861899b28" providerId="LiveId" clId="{08B83CF0-1C50-4F7F-BD84-182DDABFAF70}" dt="2024-07-02T05:40:21.203" v="701" actId="20577"/>
        <pc:sldMkLst>
          <pc:docMk/>
          <pc:sldMk cId="167419589" sldId="388"/>
        </pc:sldMkLst>
        <pc:spChg chg="mod">
          <ac:chgData name="shilpi gupta" userId="5ce4f23861899b28" providerId="LiveId" clId="{08B83CF0-1C50-4F7F-BD84-182DDABFAF70}" dt="2024-07-02T05:40:21.203" v="701" actId="20577"/>
          <ac:spMkLst>
            <pc:docMk/>
            <pc:sldMk cId="167419589" sldId="388"/>
            <ac:spMk id="2" creationId="{8B5D87E3-35B0-415F-343B-678486D33F87}"/>
          </ac:spMkLst>
        </pc:spChg>
        <pc:spChg chg="mod">
          <ac:chgData name="shilpi gupta" userId="5ce4f23861899b28" providerId="LiveId" clId="{08B83CF0-1C50-4F7F-BD84-182DDABFAF70}" dt="2024-07-02T05:21:48.883" v="446" actId="20577"/>
          <ac:spMkLst>
            <pc:docMk/>
            <pc:sldMk cId="167419589" sldId="388"/>
            <ac:spMk id="3" creationId="{4F8FADB6-DA2D-0D2E-9764-B5634A029CB9}"/>
          </ac:spMkLst>
        </pc:spChg>
      </pc:sldChg>
    </pc:docChg>
  </pc:docChgLst>
  <pc:docChgLst>
    <pc:chgData name="shilpi gupta" userId="5ce4f23861899b28" providerId="LiveId" clId="{BDE5A095-82B3-4DE9-97A0-E6E8282F80E4}"/>
    <pc:docChg chg="undo custSel addSld delSld modSld sldOrd">
      <pc:chgData name="shilpi gupta" userId="5ce4f23861899b28" providerId="LiveId" clId="{BDE5A095-82B3-4DE9-97A0-E6E8282F80E4}" dt="2024-06-26T17:39:22.317" v="1265" actId="20577"/>
      <pc:docMkLst>
        <pc:docMk/>
      </pc:docMkLst>
      <pc:sldChg chg="del">
        <pc:chgData name="shilpi gupta" userId="5ce4f23861899b28" providerId="LiveId" clId="{BDE5A095-82B3-4DE9-97A0-E6E8282F80E4}" dt="2024-06-26T15:37:40.451" v="965" actId="47"/>
        <pc:sldMkLst>
          <pc:docMk/>
          <pc:sldMk cId="0" sldId="275"/>
        </pc:sldMkLst>
      </pc:sldChg>
      <pc:sldChg chg="del">
        <pc:chgData name="shilpi gupta" userId="5ce4f23861899b28" providerId="LiveId" clId="{BDE5A095-82B3-4DE9-97A0-E6E8282F80E4}" dt="2024-06-26T15:37:40.123" v="964" actId="47"/>
        <pc:sldMkLst>
          <pc:docMk/>
          <pc:sldMk cId="0" sldId="279"/>
        </pc:sldMkLst>
      </pc:sldChg>
      <pc:sldChg chg="modSp add del modAnim">
        <pc:chgData name="shilpi gupta" userId="5ce4f23861899b28" providerId="LiveId" clId="{BDE5A095-82B3-4DE9-97A0-E6E8282F80E4}" dt="2024-06-26T17:39:22.317" v="1265" actId="20577"/>
        <pc:sldMkLst>
          <pc:docMk/>
          <pc:sldMk cId="0" sldId="302"/>
        </pc:sldMkLst>
        <pc:spChg chg="mod">
          <ac:chgData name="shilpi gupta" userId="5ce4f23861899b28" providerId="LiveId" clId="{BDE5A095-82B3-4DE9-97A0-E6E8282F80E4}" dt="2024-06-26T17:39:22.317" v="1265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BDE5A095-82B3-4DE9-97A0-E6E8282F80E4}" dt="2024-06-26T17:32:51.652" v="1216" actId="20577"/>
        <pc:sldMkLst>
          <pc:docMk/>
          <pc:sldMk cId="0" sldId="303"/>
        </pc:sldMkLst>
        <pc:spChg chg="mod">
          <ac:chgData name="shilpi gupta" userId="5ce4f23861899b28" providerId="LiveId" clId="{BDE5A095-82B3-4DE9-97A0-E6E8282F80E4}" dt="2024-06-26T17:32:51.652" v="1216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BDE5A095-82B3-4DE9-97A0-E6E8282F80E4}" dt="2024-06-26T15:35:28.690" v="733" actId="20577"/>
          <ac:spMkLst>
            <pc:docMk/>
            <pc:sldMk cId="0" sldId="303"/>
            <ac:spMk id="3" creationId="{00000000-0000-0000-0000-000000000000}"/>
          </ac:spMkLst>
        </pc:spChg>
      </pc:sldChg>
      <pc:sldChg chg="modSp">
        <pc:chgData name="shilpi gupta" userId="5ce4f23861899b28" providerId="LiveId" clId="{BDE5A095-82B3-4DE9-97A0-E6E8282F80E4}" dt="2024-06-26T15:36:19.508" v="852" actId="20577"/>
        <pc:sldMkLst>
          <pc:docMk/>
          <pc:sldMk cId="0" sldId="304"/>
        </pc:sldMkLst>
        <pc:spChg chg="mod">
          <ac:chgData name="shilpi gupta" userId="5ce4f23861899b28" providerId="LiveId" clId="{BDE5A095-82B3-4DE9-97A0-E6E8282F80E4}" dt="2024-06-26T15:36:19.508" v="852" actId="20577"/>
          <ac:spMkLst>
            <pc:docMk/>
            <pc:sldMk cId="0" sldId="304"/>
            <ac:spMk id="4" creationId="{00000000-0000-0000-0000-000000000000}"/>
          </ac:spMkLst>
        </pc:spChg>
      </pc:sldChg>
      <pc:sldChg chg="del">
        <pc:chgData name="shilpi gupta" userId="5ce4f23861899b28" providerId="LiveId" clId="{BDE5A095-82B3-4DE9-97A0-E6E8282F80E4}" dt="2024-06-26T15:37:38.591" v="963" actId="47"/>
        <pc:sldMkLst>
          <pc:docMk/>
          <pc:sldMk cId="708743409" sldId="307"/>
        </pc:sldMkLst>
      </pc:sldChg>
      <pc:sldChg chg="del">
        <pc:chgData name="shilpi gupta" userId="5ce4f23861899b28" providerId="LiveId" clId="{BDE5A095-82B3-4DE9-97A0-E6E8282F80E4}" dt="2024-06-26T15:37:40.905" v="967" actId="47"/>
        <pc:sldMkLst>
          <pc:docMk/>
          <pc:sldMk cId="87849002" sldId="308"/>
        </pc:sldMkLst>
      </pc:sldChg>
      <pc:sldChg chg="del">
        <pc:chgData name="shilpi gupta" userId="5ce4f23861899b28" providerId="LiveId" clId="{BDE5A095-82B3-4DE9-97A0-E6E8282F80E4}" dt="2024-06-26T15:37:41.248" v="969" actId="47"/>
        <pc:sldMkLst>
          <pc:docMk/>
          <pc:sldMk cId="234866709" sldId="309"/>
        </pc:sldMkLst>
      </pc:sldChg>
      <pc:sldChg chg="del">
        <pc:chgData name="shilpi gupta" userId="5ce4f23861899b28" providerId="LiveId" clId="{BDE5A095-82B3-4DE9-97A0-E6E8282F80E4}" dt="2024-06-26T15:37:42.389" v="976" actId="47"/>
        <pc:sldMkLst>
          <pc:docMk/>
          <pc:sldMk cId="1348417969" sldId="310"/>
        </pc:sldMkLst>
      </pc:sldChg>
      <pc:sldChg chg="del">
        <pc:chgData name="shilpi gupta" userId="5ce4f23861899b28" providerId="LiveId" clId="{BDE5A095-82B3-4DE9-97A0-E6E8282F80E4}" dt="2024-06-26T15:37:43.545" v="982" actId="47"/>
        <pc:sldMkLst>
          <pc:docMk/>
          <pc:sldMk cId="1901877650" sldId="311"/>
        </pc:sldMkLst>
      </pc:sldChg>
      <pc:sldChg chg="del">
        <pc:chgData name="shilpi gupta" userId="5ce4f23861899b28" providerId="LiveId" clId="{BDE5A095-82B3-4DE9-97A0-E6E8282F80E4}" dt="2024-06-26T15:37:44.717" v="985" actId="47"/>
        <pc:sldMkLst>
          <pc:docMk/>
          <pc:sldMk cId="1505337766" sldId="319"/>
        </pc:sldMkLst>
      </pc:sldChg>
      <pc:sldChg chg="del">
        <pc:chgData name="shilpi gupta" userId="5ce4f23861899b28" providerId="LiveId" clId="{BDE5A095-82B3-4DE9-97A0-E6E8282F80E4}" dt="2024-06-26T15:37:46.373" v="991" actId="47"/>
        <pc:sldMkLst>
          <pc:docMk/>
          <pc:sldMk cId="1395430108" sldId="320"/>
        </pc:sldMkLst>
      </pc:sldChg>
      <pc:sldChg chg="del">
        <pc:chgData name="shilpi gupta" userId="5ce4f23861899b28" providerId="LiveId" clId="{BDE5A095-82B3-4DE9-97A0-E6E8282F80E4}" dt="2024-06-26T15:37:48.139" v="992" actId="47"/>
        <pc:sldMkLst>
          <pc:docMk/>
          <pc:sldMk cId="2548785845" sldId="321"/>
        </pc:sldMkLst>
      </pc:sldChg>
      <pc:sldChg chg="del">
        <pc:chgData name="shilpi gupta" userId="5ce4f23861899b28" providerId="LiveId" clId="{BDE5A095-82B3-4DE9-97A0-E6E8282F80E4}" dt="2024-06-26T15:37:48.858" v="993" actId="47"/>
        <pc:sldMkLst>
          <pc:docMk/>
          <pc:sldMk cId="221513343" sldId="322"/>
        </pc:sldMkLst>
      </pc:sldChg>
      <pc:sldChg chg="del">
        <pc:chgData name="shilpi gupta" userId="5ce4f23861899b28" providerId="LiveId" clId="{BDE5A095-82B3-4DE9-97A0-E6E8282F80E4}" dt="2024-06-26T15:37:45.451" v="986" actId="47"/>
        <pc:sldMkLst>
          <pc:docMk/>
          <pc:sldMk cId="1669534364" sldId="325"/>
        </pc:sldMkLst>
      </pc:sldChg>
      <pc:sldChg chg="del">
        <pc:chgData name="shilpi gupta" userId="5ce4f23861899b28" providerId="LiveId" clId="{BDE5A095-82B3-4DE9-97A0-E6E8282F80E4}" dt="2024-06-26T15:37:41.076" v="968" actId="47"/>
        <pc:sldMkLst>
          <pc:docMk/>
          <pc:sldMk cId="1712939539" sldId="333"/>
        </pc:sldMkLst>
      </pc:sldChg>
      <pc:sldChg chg="del">
        <pc:chgData name="shilpi gupta" userId="5ce4f23861899b28" providerId="LiveId" clId="{BDE5A095-82B3-4DE9-97A0-E6E8282F80E4}" dt="2024-06-26T15:37:41.576" v="971" actId="47"/>
        <pc:sldMkLst>
          <pc:docMk/>
          <pc:sldMk cId="4037977067" sldId="334"/>
        </pc:sldMkLst>
      </pc:sldChg>
      <pc:sldChg chg="del">
        <pc:chgData name="shilpi gupta" userId="5ce4f23861899b28" providerId="LiveId" clId="{BDE5A095-82B3-4DE9-97A0-E6E8282F80E4}" dt="2024-06-26T15:37:41.905" v="973" actId="47"/>
        <pc:sldMkLst>
          <pc:docMk/>
          <pc:sldMk cId="606556862" sldId="335"/>
        </pc:sldMkLst>
      </pc:sldChg>
      <pc:sldChg chg="del">
        <pc:chgData name="shilpi gupta" userId="5ce4f23861899b28" providerId="LiveId" clId="{BDE5A095-82B3-4DE9-97A0-E6E8282F80E4}" dt="2024-06-26T15:37:42.061" v="974" actId="47"/>
        <pc:sldMkLst>
          <pc:docMk/>
          <pc:sldMk cId="22792181" sldId="336"/>
        </pc:sldMkLst>
      </pc:sldChg>
      <pc:sldChg chg="del">
        <pc:chgData name="shilpi gupta" userId="5ce4f23861899b28" providerId="LiveId" clId="{BDE5A095-82B3-4DE9-97A0-E6E8282F80E4}" dt="2024-06-26T15:37:41.420" v="970" actId="47"/>
        <pc:sldMkLst>
          <pc:docMk/>
          <pc:sldMk cId="135979500" sldId="337"/>
        </pc:sldMkLst>
      </pc:sldChg>
      <pc:sldChg chg="del">
        <pc:chgData name="shilpi gupta" userId="5ce4f23861899b28" providerId="LiveId" clId="{BDE5A095-82B3-4DE9-97A0-E6E8282F80E4}" dt="2024-06-26T15:37:42.592" v="977" actId="47"/>
        <pc:sldMkLst>
          <pc:docMk/>
          <pc:sldMk cId="3497618042" sldId="338"/>
        </pc:sldMkLst>
      </pc:sldChg>
      <pc:sldChg chg="del">
        <pc:chgData name="shilpi gupta" userId="5ce4f23861899b28" providerId="LiveId" clId="{BDE5A095-82B3-4DE9-97A0-E6E8282F80E4}" dt="2024-06-26T15:37:42.264" v="975" actId="47"/>
        <pc:sldMkLst>
          <pc:docMk/>
          <pc:sldMk cId="2641425170" sldId="339"/>
        </pc:sldMkLst>
      </pc:sldChg>
      <pc:sldChg chg="del">
        <pc:chgData name="shilpi gupta" userId="5ce4f23861899b28" providerId="LiveId" clId="{BDE5A095-82B3-4DE9-97A0-E6E8282F80E4}" dt="2024-06-26T15:37:42.795" v="978" actId="47"/>
        <pc:sldMkLst>
          <pc:docMk/>
          <pc:sldMk cId="1215620177" sldId="340"/>
        </pc:sldMkLst>
      </pc:sldChg>
      <pc:sldChg chg="del">
        <pc:chgData name="shilpi gupta" userId="5ce4f23861899b28" providerId="LiveId" clId="{BDE5A095-82B3-4DE9-97A0-E6E8282F80E4}" dt="2024-06-26T15:37:42.998" v="979" actId="47"/>
        <pc:sldMkLst>
          <pc:docMk/>
          <pc:sldMk cId="1176877588" sldId="341"/>
        </pc:sldMkLst>
      </pc:sldChg>
      <pc:sldChg chg="del">
        <pc:chgData name="shilpi gupta" userId="5ce4f23861899b28" providerId="LiveId" clId="{BDE5A095-82B3-4DE9-97A0-E6E8282F80E4}" dt="2024-06-26T15:37:43.186" v="980" actId="47"/>
        <pc:sldMkLst>
          <pc:docMk/>
          <pc:sldMk cId="750782383" sldId="342"/>
        </pc:sldMkLst>
      </pc:sldChg>
      <pc:sldChg chg="del">
        <pc:chgData name="shilpi gupta" userId="5ce4f23861899b28" providerId="LiveId" clId="{BDE5A095-82B3-4DE9-97A0-E6E8282F80E4}" dt="2024-06-26T15:37:43.358" v="981" actId="47"/>
        <pc:sldMkLst>
          <pc:docMk/>
          <pc:sldMk cId="2435071444" sldId="343"/>
        </pc:sldMkLst>
      </pc:sldChg>
      <pc:sldChg chg="del">
        <pc:chgData name="shilpi gupta" userId="5ce4f23861899b28" providerId="LiveId" clId="{BDE5A095-82B3-4DE9-97A0-E6E8282F80E4}" dt="2024-06-26T15:37:44.030" v="983" actId="47"/>
        <pc:sldMkLst>
          <pc:docMk/>
          <pc:sldMk cId="2678338694" sldId="344"/>
        </pc:sldMkLst>
      </pc:sldChg>
      <pc:sldChg chg="del">
        <pc:chgData name="shilpi gupta" userId="5ce4f23861899b28" providerId="LiveId" clId="{BDE5A095-82B3-4DE9-97A0-E6E8282F80E4}" dt="2024-06-26T15:37:41.748" v="972" actId="47"/>
        <pc:sldMkLst>
          <pc:docMk/>
          <pc:sldMk cId="2484143763" sldId="345"/>
        </pc:sldMkLst>
      </pc:sldChg>
      <pc:sldChg chg="del">
        <pc:chgData name="shilpi gupta" userId="5ce4f23861899b28" providerId="LiveId" clId="{BDE5A095-82B3-4DE9-97A0-E6E8282F80E4}" dt="2024-06-26T15:37:40.701" v="966" actId="47"/>
        <pc:sldMkLst>
          <pc:docMk/>
          <pc:sldMk cId="1501342414" sldId="346"/>
        </pc:sldMkLst>
      </pc:sldChg>
      <pc:sldChg chg="del">
        <pc:chgData name="shilpi gupta" userId="5ce4f23861899b28" providerId="LiveId" clId="{BDE5A095-82B3-4DE9-97A0-E6E8282F80E4}" dt="2024-06-26T15:37:44.280" v="984" actId="47"/>
        <pc:sldMkLst>
          <pc:docMk/>
          <pc:sldMk cId="3834998318" sldId="347"/>
        </pc:sldMkLst>
      </pc:sldChg>
      <pc:sldChg chg="del">
        <pc:chgData name="shilpi gupta" userId="5ce4f23861899b28" providerId="LiveId" clId="{BDE5A095-82B3-4DE9-97A0-E6E8282F80E4}" dt="2024-06-26T15:37:45.655" v="987" actId="47"/>
        <pc:sldMkLst>
          <pc:docMk/>
          <pc:sldMk cId="2877479272" sldId="348"/>
        </pc:sldMkLst>
      </pc:sldChg>
      <pc:sldChg chg="del">
        <pc:chgData name="shilpi gupta" userId="5ce4f23861899b28" providerId="LiveId" clId="{BDE5A095-82B3-4DE9-97A0-E6E8282F80E4}" dt="2024-06-26T15:37:45.826" v="988" actId="47"/>
        <pc:sldMkLst>
          <pc:docMk/>
          <pc:sldMk cId="1115755604" sldId="349"/>
        </pc:sldMkLst>
      </pc:sldChg>
      <pc:sldChg chg="del">
        <pc:chgData name="shilpi gupta" userId="5ce4f23861899b28" providerId="LiveId" clId="{BDE5A095-82B3-4DE9-97A0-E6E8282F80E4}" dt="2024-06-26T15:37:46.045" v="989" actId="47"/>
        <pc:sldMkLst>
          <pc:docMk/>
          <pc:sldMk cId="285496156" sldId="350"/>
        </pc:sldMkLst>
      </pc:sldChg>
      <pc:sldChg chg="del">
        <pc:chgData name="shilpi gupta" userId="5ce4f23861899b28" providerId="LiveId" clId="{BDE5A095-82B3-4DE9-97A0-E6E8282F80E4}" dt="2024-06-26T15:37:46.217" v="990" actId="47"/>
        <pc:sldMkLst>
          <pc:docMk/>
          <pc:sldMk cId="2907807612" sldId="351"/>
        </pc:sldMkLst>
      </pc:sldChg>
      <pc:sldChg chg="addSp delSp modSp new mod">
        <pc:chgData name="shilpi gupta" userId="5ce4f23861899b28" providerId="LiveId" clId="{BDE5A095-82B3-4DE9-97A0-E6E8282F80E4}" dt="2024-06-26T14:35:32.866" v="146" actId="20577"/>
        <pc:sldMkLst>
          <pc:docMk/>
          <pc:sldMk cId="1281329723" sldId="352"/>
        </pc:sldMkLst>
        <pc:spChg chg="del mod">
          <ac:chgData name="shilpi gupta" userId="5ce4f23861899b28" providerId="LiveId" clId="{BDE5A095-82B3-4DE9-97A0-E6E8282F80E4}" dt="2024-06-26T14:32:58.556" v="42" actId="478"/>
          <ac:spMkLst>
            <pc:docMk/>
            <pc:sldMk cId="1281329723" sldId="352"/>
            <ac:spMk id="2" creationId="{74D287D2-A24C-A15B-52CE-D6CD964F535B}"/>
          </ac:spMkLst>
        </pc:spChg>
        <pc:spChg chg="mod">
          <ac:chgData name="shilpi gupta" userId="5ce4f23861899b28" providerId="LiveId" clId="{BDE5A095-82B3-4DE9-97A0-E6E8282F80E4}" dt="2024-06-26T14:31:44.872" v="34" actId="5793"/>
          <ac:spMkLst>
            <pc:docMk/>
            <pc:sldMk cId="1281329723" sldId="352"/>
            <ac:spMk id="3" creationId="{86B9541D-1343-AD41-9EFB-E361B9F760B3}"/>
          </ac:spMkLst>
        </pc:spChg>
        <pc:spChg chg="add del mod">
          <ac:chgData name="shilpi gupta" userId="5ce4f23861899b28" providerId="LiveId" clId="{BDE5A095-82B3-4DE9-97A0-E6E8282F80E4}" dt="2024-06-26T14:33:03.995" v="43" actId="478"/>
          <ac:spMkLst>
            <pc:docMk/>
            <pc:sldMk cId="1281329723" sldId="352"/>
            <ac:spMk id="5" creationId="{A7EC7711-A2C5-CCCE-65DF-9BF1B2F68E02}"/>
          </ac:spMkLst>
        </pc:spChg>
        <pc:graphicFrameChg chg="add mod modGraphic">
          <ac:chgData name="shilpi gupta" userId="5ce4f23861899b28" providerId="LiveId" clId="{BDE5A095-82B3-4DE9-97A0-E6E8282F80E4}" dt="2024-06-26T14:35:32.866" v="146" actId="20577"/>
          <ac:graphicFrameMkLst>
            <pc:docMk/>
            <pc:sldMk cId="1281329723" sldId="352"/>
            <ac:graphicFrameMk id="4" creationId="{BF4DD936-06E5-8872-9860-DB4E678760D0}"/>
          </ac:graphicFrameMkLst>
        </pc:graphicFrameChg>
      </pc:sldChg>
      <pc:sldChg chg="modSp new mod ord">
        <pc:chgData name="shilpi gupta" userId="5ce4f23861899b28" providerId="LiveId" clId="{BDE5A095-82B3-4DE9-97A0-E6E8282F80E4}" dt="2024-06-26T17:27:50.071" v="1199" actId="20577"/>
        <pc:sldMkLst>
          <pc:docMk/>
          <pc:sldMk cId="1922358814" sldId="353"/>
        </pc:sldMkLst>
        <pc:spChg chg="mod">
          <ac:chgData name="shilpi gupta" userId="5ce4f23861899b28" providerId="LiveId" clId="{BDE5A095-82B3-4DE9-97A0-E6E8282F80E4}" dt="2024-06-26T14:36:35.715" v="160" actId="20577"/>
          <ac:spMkLst>
            <pc:docMk/>
            <pc:sldMk cId="1922358814" sldId="353"/>
            <ac:spMk id="2" creationId="{6AFC78A5-E487-7EC7-AB12-D824BB2F81D4}"/>
          </ac:spMkLst>
        </pc:spChg>
        <pc:spChg chg="mod">
          <ac:chgData name="shilpi gupta" userId="5ce4f23861899b28" providerId="LiveId" clId="{BDE5A095-82B3-4DE9-97A0-E6E8282F80E4}" dt="2024-06-26T17:27:50.071" v="1199" actId="20577"/>
          <ac:spMkLst>
            <pc:docMk/>
            <pc:sldMk cId="1922358814" sldId="353"/>
            <ac:spMk id="3" creationId="{B6675CB7-1901-6F05-1405-4D26EAC2BF8A}"/>
          </ac:spMkLst>
        </pc:spChg>
      </pc:sldChg>
      <pc:sldChg chg="modSp new mod">
        <pc:chgData name="shilpi gupta" userId="5ce4f23861899b28" providerId="LiveId" clId="{BDE5A095-82B3-4DE9-97A0-E6E8282F80E4}" dt="2024-06-26T14:37:51.351" v="191" actId="255"/>
        <pc:sldMkLst>
          <pc:docMk/>
          <pc:sldMk cId="282132447" sldId="354"/>
        </pc:sldMkLst>
        <pc:spChg chg="mod">
          <ac:chgData name="shilpi gupta" userId="5ce4f23861899b28" providerId="LiveId" clId="{BDE5A095-82B3-4DE9-97A0-E6E8282F80E4}" dt="2024-06-26T14:37:44.938" v="190" actId="2711"/>
          <ac:spMkLst>
            <pc:docMk/>
            <pc:sldMk cId="282132447" sldId="354"/>
            <ac:spMk id="2" creationId="{6D760D50-E339-3E6C-2341-3D2B176A4141}"/>
          </ac:spMkLst>
        </pc:spChg>
        <pc:spChg chg="mod">
          <ac:chgData name="shilpi gupta" userId="5ce4f23861899b28" providerId="LiveId" clId="{BDE5A095-82B3-4DE9-97A0-E6E8282F80E4}" dt="2024-06-26T14:37:51.351" v="191" actId="255"/>
          <ac:spMkLst>
            <pc:docMk/>
            <pc:sldMk cId="282132447" sldId="354"/>
            <ac:spMk id="3" creationId="{B2CE57A0-B366-D0EC-BA42-E72673D9B694}"/>
          </ac:spMkLst>
        </pc:spChg>
      </pc:sldChg>
      <pc:sldChg chg="addSp delSp modSp new mod">
        <pc:chgData name="shilpi gupta" userId="5ce4f23861899b28" providerId="LiveId" clId="{BDE5A095-82B3-4DE9-97A0-E6E8282F80E4}" dt="2024-06-26T17:27:58.710" v="1201" actId="20577"/>
        <pc:sldMkLst>
          <pc:docMk/>
          <pc:sldMk cId="3426757888" sldId="355"/>
        </pc:sldMkLst>
        <pc:spChg chg="del">
          <ac:chgData name="shilpi gupta" userId="5ce4f23861899b28" providerId="LiveId" clId="{BDE5A095-82B3-4DE9-97A0-E6E8282F80E4}" dt="2024-06-26T14:41:41.543" v="222" actId="3680"/>
          <ac:spMkLst>
            <pc:docMk/>
            <pc:sldMk cId="3426757888" sldId="355"/>
            <ac:spMk id="2" creationId="{2CE8AF34-EA1B-81EC-E1B2-F998809BCAD0}"/>
          </ac:spMkLst>
        </pc:spChg>
        <pc:spChg chg="mod">
          <ac:chgData name="shilpi gupta" userId="5ce4f23861899b28" providerId="LiveId" clId="{BDE5A095-82B3-4DE9-97A0-E6E8282F80E4}" dt="2024-06-26T17:27:58.710" v="1201" actId="20577"/>
          <ac:spMkLst>
            <pc:docMk/>
            <pc:sldMk cId="3426757888" sldId="355"/>
            <ac:spMk id="3" creationId="{E74CE7EB-E417-51FE-3BDD-0CF784308CBF}"/>
          </ac:spMkLst>
        </pc:spChg>
        <pc:graphicFrameChg chg="add mod ord modGraphic">
          <ac:chgData name="shilpi gupta" userId="5ce4f23861899b28" providerId="LiveId" clId="{BDE5A095-82B3-4DE9-97A0-E6E8282F80E4}" dt="2024-06-26T14:43:43.320" v="342" actId="255"/>
          <ac:graphicFrameMkLst>
            <pc:docMk/>
            <pc:sldMk cId="3426757888" sldId="355"/>
            <ac:graphicFrameMk id="4" creationId="{33218CE1-B716-0579-6C30-1993CA90829B}"/>
          </ac:graphicFrameMkLst>
        </pc:graphicFrameChg>
      </pc:sldChg>
      <pc:sldChg chg="new del">
        <pc:chgData name="shilpi gupta" userId="5ce4f23861899b28" providerId="LiveId" clId="{BDE5A095-82B3-4DE9-97A0-E6E8282F80E4}" dt="2024-06-26T15:19:12.234" v="484" actId="47"/>
        <pc:sldMkLst>
          <pc:docMk/>
          <pc:sldMk cId="2037201424" sldId="356"/>
        </pc:sldMkLst>
      </pc:sldChg>
      <pc:sldChg chg="addSp delSp modSp new mod">
        <pc:chgData name="shilpi gupta" userId="5ce4f23861899b28" providerId="LiveId" clId="{BDE5A095-82B3-4DE9-97A0-E6E8282F80E4}" dt="2024-06-26T15:16:07.071" v="407" actId="20577"/>
        <pc:sldMkLst>
          <pc:docMk/>
          <pc:sldMk cId="2560031399" sldId="357"/>
        </pc:sldMkLst>
        <pc:spChg chg="del">
          <ac:chgData name="shilpi gupta" userId="5ce4f23861899b28" providerId="LiveId" clId="{BDE5A095-82B3-4DE9-97A0-E6E8282F80E4}" dt="2024-06-26T15:15:30.751" v="362" actId="478"/>
          <ac:spMkLst>
            <pc:docMk/>
            <pc:sldMk cId="2560031399" sldId="357"/>
            <ac:spMk id="2" creationId="{F042D30C-AB81-91E1-C0F5-B138E0894839}"/>
          </ac:spMkLst>
        </pc:spChg>
        <pc:spChg chg="mod">
          <ac:chgData name="shilpi gupta" userId="5ce4f23861899b28" providerId="LiveId" clId="{BDE5A095-82B3-4DE9-97A0-E6E8282F80E4}" dt="2024-06-26T15:15:11.140" v="361" actId="20577"/>
          <ac:spMkLst>
            <pc:docMk/>
            <pc:sldMk cId="2560031399" sldId="357"/>
            <ac:spMk id="3" creationId="{CB6A51FF-016A-A145-D13A-B2B579599DAE}"/>
          </ac:spMkLst>
        </pc:spChg>
        <pc:graphicFrameChg chg="add mod modGraphic">
          <ac:chgData name="shilpi gupta" userId="5ce4f23861899b28" providerId="LiveId" clId="{BDE5A095-82B3-4DE9-97A0-E6E8282F80E4}" dt="2024-06-26T15:16:07.071" v="407" actId="20577"/>
          <ac:graphicFrameMkLst>
            <pc:docMk/>
            <pc:sldMk cId="2560031399" sldId="357"/>
            <ac:graphicFrameMk id="4" creationId="{1A557055-BE18-FA7B-6F12-29C0D9850083}"/>
          </ac:graphicFrameMkLst>
        </pc:graphicFrameChg>
      </pc:sldChg>
      <pc:sldChg chg="addSp delSp modSp new mod">
        <pc:chgData name="shilpi gupta" userId="5ce4f23861899b28" providerId="LiveId" clId="{BDE5A095-82B3-4DE9-97A0-E6E8282F80E4}" dt="2024-06-26T15:18:51.971" v="481" actId="20577"/>
        <pc:sldMkLst>
          <pc:docMk/>
          <pc:sldMk cId="766052730" sldId="358"/>
        </pc:sldMkLst>
        <pc:spChg chg="del">
          <ac:chgData name="shilpi gupta" userId="5ce4f23861899b28" providerId="LiveId" clId="{BDE5A095-82B3-4DE9-97A0-E6E8282F80E4}" dt="2024-06-26T15:17:26.745" v="426" actId="478"/>
          <ac:spMkLst>
            <pc:docMk/>
            <pc:sldMk cId="766052730" sldId="358"/>
            <ac:spMk id="2" creationId="{64F10AA1-FF43-8EEF-B3B1-5BBDA84527F8}"/>
          </ac:spMkLst>
        </pc:spChg>
        <pc:spChg chg="mod">
          <ac:chgData name="shilpi gupta" userId="5ce4f23861899b28" providerId="LiveId" clId="{BDE5A095-82B3-4DE9-97A0-E6E8282F80E4}" dt="2024-06-26T15:17:02.619" v="425" actId="20577"/>
          <ac:spMkLst>
            <pc:docMk/>
            <pc:sldMk cId="766052730" sldId="358"/>
            <ac:spMk id="3" creationId="{558DD396-3EC3-384A-A98E-173F24A0C79F}"/>
          </ac:spMkLst>
        </pc:spChg>
        <pc:graphicFrameChg chg="add mod modGraphic">
          <ac:chgData name="shilpi gupta" userId="5ce4f23861899b28" providerId="LiveId" clId="{BDE5A095-82B3-4DE9-97A0-E6E8282F80E4}" dt="2024-06-26T15:18:51.971" v="481" actId="20577"/>
          <ac:graphicFrameMkLst>
            <pc:docMk/>
            <pc:sldMk cId="766052730" sldId="358"/>
            <ac:graphicFrameMk id="4" creationId="{48C6F93B-E9FC-C14F-8B59-3CABCA7F2AA1}"/>
          </ac:graphicFrameMkLst>
        </pc:graphicFrameChg>
      </pc:sldChg>
      <pc:sldChg chg="addSp delSp modSp new mod">
        <pc:chgData name="shilpi gupta" userId="5ce4f23861899b28" providerId="LiveId" clId="{BDE5A095-82B3-4DE9-97A0-E6E8282F80E4}" dt="2024-06-26T15:29:05.364" v="576" actId="6549"/>
        <pc:sldMkLst>
          <pc:docMk/>
          <pc:sldMk cId="1265315627" sldId="359"/>
        </pc:sldMkLst>
        <pc:spChg chg="del">
          <ac:chgData name="shilpi gupta" userId="5ce4f23861899b28" providerId="LiveId" clId="{BDE5A095-82B3-4DE9-97A0-E6E8282F80E4}" dt="2024-06-26T15:27:56.995" v="488" actId="478"/>
          <ac:spMkLst>
            <pc:docMk/>
            <pc:sldMk cId="1265315627" sldId="359"/>
            <ac:spMk id="2" creationId="{FBD8BE83-5300-8374-A3BC-FC79C91B0211}"/>
          </ac:spMkLst>
        </pc:spChg>
        <pc:spChg chg="mod">
          <ac:chgData name="shilpi gupta" userId="5ce4f23861899b28" providerId="LiveId" clId="{BDE5A095-82B3-4DE9-97A0-E6E8282F80E4}" dt="2024-06-26T15:28:04.646" v="501" actId="27636"/>
          <ac:spMkLst>
            <pc:docMk/>
            <pc:sldMk cId="1265315627" sldId="359"/>
            <ac:spMk id="3" creationId="{B32B1F40-4CA2-46EE-DD99-C1E705808D2C}"/>
          </ac:spMkLst>
        </pc:spChg>
        <pc:graphicFrameChg chg="add mod modGraphic">
          <ac:chgData name="shilpi gupta" userId="5ce4f23861899b28" providerId="LiveId" clId="{BDE5A095-82B3-4DE9-97A0-E6E8282F80E4}" dt="2024-06-26T15:29:05.364" v="576" actId="6549"/>
          <ac:graphicFrameMkLst>
            <pc:docMk/>
            <pc:sldMk cId="1265315627" sldId="359"/>
            <ac:graphicFrameMk id="4" creationId="{ED9FAE85-6796-E76C-B03E-204499E847C3}"/>
          </ac:graphicFrameMkLst>
        </pc:graphicFrameChg>
      </pc:sldChg>
      <pc:sldChg chg="addSp delSp modSp new mod">
        <pc:chgData name="shilpi gupta" userId="5ce4f23861899b28" providerId="LiveId" clId="{BDE5A095-82B3-4DE9-97A0-E6E8282F80E4}" dt="2024-06-26T15:33:07.871" v="653" actId="20577"/>
        <pc:sldMkLst>
          <pc:docMk/>
          <pc:sldMk cId="3708495088" sldId="360"/>
        </pc:sldMkLst>
        <pc:spChg chg="del">
          <ac:chgData name="shilpi gupta" userId="5ce4f23861899b28" providerId="LiveId" clId="{BDE5A095-82B3-4DE9-97A0-E6E8282F80E4}" dt="2024-06-26T15:31:55.703" v="594" actId="478"/>
          <ac:spMkLst>
            <pc:docMk/>
            <pc:sldMk cId="3708495088" sldId="360"/>
            <ac:spMk id="2" creationId="{27B42352-936A-770C-E417-C19FB7C35EC6}"/>
          </ac:spMkLst>
        </pc:spChg>
        <pc:spChg chg="mod">
          <ac:chgData name="shilpi gupta" userId="5ce4f23861899b28" providerId="LiveId" clId="{BDE5A095-82B3-4DE9-97A0-E6E8282F80E4}" dt="2024-06-26T15:31:50.295" v="593" actId="20577"/>
          <ac:spMkLst>
            <pc:docMk/>
            <pc:sldMk cId="3708495088" sldId="360"/>
            <ac:spMk id="3" creationId="{C2E4A613-C46A-5086-5A98-2DBED04C7AA5}"/>
          </ac:spMkLst>
        </pc:spChg>
        <pc:graphicFrameChg chg="add mod modGraphic">
          <ac:chgData name="shilpi gupta" userId="5ce4f23861899b28" providerId="LiveId" clId="{BDE5A095-82B3-4DE9-97A0-E6E8282F80E4}" dt="2024-06-26T15:33:07.871" v="653" actId="20577"/>
          <ac:graphicFrameMkLst>
            <pc:docMk/>
            <pc:sldMk cId="3708495088" sldId="360"/>
            <ac:graphicFrameMk id="4" creationId="{304957F8-EB10-FBC0-7E5F-8E28A3924225}"/>
          </ac:graphicFrameMkLst>
        </pc:graphicFrameChg>
      </pc:sldChg>
      <pc:sldChg chg="addSp delSp modSp new mod">
        <pc:chgData name="shilpi gupta" userId="5ce4f23861899b28" providerId="LiveId" clId="{BDE5A095-82B3-4DE9-97A0-E6E8282F80E4}" dt="2024-06-26T15:34:49.397" v="709" actId="20577"/>
        <pc:sldMkLst>
          <pc:docMk/>
          <pc:sldMk cId="4054398762" sldId="361"/>
        </pc:sldMkLst>
        <pc:spChg chg="del mod">
          <ac:chgData name="shilpi gupta" userId="5ce4f23861899b28" providerId="LiveId" clId="{BDE5A095-82B3-4DE9-97A0-E6E8282F80E4}" dt="2024-06-26T15:34:14.370" v="668" actId="478"/>
          <ac:spMkLst>
            <pc:docMk/>
            <pc:sldMk cId="4054398762" sldId="361"/>
            <ac:spMk id="2" creationId="{C39EE169-12BD-21BE-D32C-7BD7B9DECE04}"/>
          </ac:spMkLst>
        </pc:spChg>
        <pc:spChg chg="mod">
          <ac:chgData name="shilpi gupta" userId="5ce4f23861899b28" providerId="LiveId" clId="{BDE5A095-82B3-4DE9-97A0-E6E8282F80E4}" dt="2024-06-26T15:33:23.792" v="663" actId="20577"/>
          <ac:spMkLst>
            <pc:docMk/>
            <pc:sldMk cId="4054398762" sldId="361"/>
            <ac:spMk id="3" creationId="{ED9AA1F9-CF91-9A43-F71A-41C7D35E7078}"/>
          </ac:spMkLst>
        </pc:spChg>
        <pc:graphicFrameChg chg="add mod modGraphic">
          <ac:chgData name="shilpi gupta" userId="5ce4f23861899b28" providerId="LiveId" clId="{BDE5A095-82B3-4DE9-97A0-E6E8282F80E4}" dt="2024-06-26T15:34:49.397" v="709" actId="20577"/>
          <ac:graphicFrameMkLst>
            <pc:docMk/>
            <pc:sldMk cId="4054398762" sldId="361"/>
            <ac:graphicFrameMk id="4" creationId="{DCFF4DFE-1BBC-4738-4E2C-34390B08C861}"/>
          </ac:graphicFrameMkLst>
        </pc:graphicFrameChg>
      </pc:sldChg>
      <pc:sldChg chg="modSp new mod">
        <pc:chgData name="shilpi gupta" userId="5ce4f23861899b28" providerId="LiveId" clId="{BDE5A095-82B3-4DE9-97A0-E6E8282F80E4}" dt="2024-06-26T17:21:36.504" v="1145" actId="115"/>
        <pc:sldMkLst>
          <pc:docMk/>
          <pc:sldMk cId="3106306440" sldId="362"/>
        </pc:sldMkLst>
        <pc:spChg chg="mod">
          <ac:chgData name="shilpi gupta" userId="5ce4f23861899b28" providerId="LiveId" clId="{BDE5A095-82B3-4DE9-97A0-E6E8282F80E4}" dt="2024-06-26T17:21:36.504" v="1145" actId="115"/>
          <ac:spMkLst>
            <pc:docMk/>
            <pc:sldMk cId="3106306440" sldId="362"/>
            <ac:spMk id="2" creationId="{E9BCD28F-7169-2B29-6251-8D18D24CD76B}"/>
          </ac:spMkLst>
        </pc:spChg>
        <pc:spChg chg="mod">
          <ac:chgData name="shilpi gupta" userId="5ce4f23861899b28" providerId="LiveId" clId="{BDE5A095-82B3-4DE9-97A0-E6E8282F80E4}" dt="2024-06-26T15:38:45.538" v="1061" actId="33524"/>
          <ac:spMkLst>
            <pc:docMk/>
            <pc:sldMk cId="3106306440" sldId="362"/>
            <ac:spMk id="3" creationId="{796E310C-66AB-DE8B-F7AD-E2A171F845B1}"/>
          </ac:spMkLst>
        </pc:spChg>
      </pc:sldChg>
      <pc:sldChg chg="modSp new mod">
        <pc:chgData name="shilpi gupta" userId="5ce4f23861899b28" providerId="LiveId" clId="{BDE5A095-82B3-4DE9-97A0-E6E8282F80E4}" dt="2024-06-26T17:22:17.861" v="1149" actId="20577"/>
        <pc:sldMkLst>
          <pc:docMk/>
          <pc:sldMk cId="1130626973" sldId="363"/>
        </pc:sldMkLst>
        <pc:spChg chg="mod">
          <ac:chgData name="shilpi gupta" userId="5ce4f23861899b28" providerId="LiveId" clId="{BDE5A095-82B3-4DE9-97A0-E6E8282F80E4}" dt="2024-06-26T17:22:17.861" v="1149" actId="20577"/>
          <ac:spMkLst>
            <pc:docMk/>
            <pc:sldMk cId="1130626973" sldId="363"/>
            <ac:spMk id="2" creationId="{D19DB431-C295-5AAC-ACD5-1601BA02919E}"/>
          </ac:spMkLst>
        </pc:spChg>
        <pc:spChg chg="mod">
          <ac:chgData name="shilpi gupta" userId="5ce4f23861899b28" providerId="LiveId" clId="{BDE5A095-82B3-4DE9-97A0-E6E8282F80E4}" dt="2024-06-26T17:21:02.387" v="1104" actId="20577"/>
          <ac:spMkLst>
            <pc:docMk/>
            <pc:sldMk cId="1130626973" sldId="363"/>
            <ac:spMk id="3" creationId="{13180E42-57DA-7C20-A434-1A77171DFEE8}"/>
          </ac:spMkLst>
        </pc:spChg>
      </pc:sldChg>
      <pc:sldChg chg="modSp new mod">
        <pc:chgData name="shilpi gupta" userId="5ce4f23861899b28" providerId="LiveId" clId="{BDE5A095-82B3-4DE9-97A0-E6E8282F80E4}" dt="2024-06-26T17:27:28.270" v="1198" actId="404"/>
        <pc:sldMkLst>
          <pc:docMk/>
          <pc:sldMk cId="1812263512" sldId="364"/>
        </pc:sldMkLst>
        <pc:spChg chg="mod">
          <ac:chgData name="shilpi gupta" userId="5ce4f23861899b28" providerId="LiveId" clId="{BDE5A095-82B3-4DE9-97A0-E6E8282F80E4}" dt="2024-06-26T17:27:21.052" v="1197" actId="255"/>
          <ac:spMkLst>
            <pc:docMk/>
            <pc:sldMk cId="1812263512" sldId="364"/>
            <ac:spMk id="2" creationId="{49B39B45-ED2D-B94E-3CC1-F0A2096CBEBB}"/>
          </ac:spMkLst>
        </pc:spChg>
        <pc:spChg chg="mod">
          <ac:chgData name="shilpi gupta" userId="5ce4f23861899b28" providerId="LiveId" clId="{BDE5A095-82B3-4DE9-97A0-E6E8282F80E4}" dt="2024-06-26T17:27:28.270" v="1198" actId="404"/>
          <ac:spMkLst>
            <pc:docMk/>
            <pc:sldMk cId="1812263512" sldId="364"/>
            <ac:spMk id="3" creationId="{B71FEA32-63DE-7815-77DC-A0564B76838C}"/>
          </ac:spMkLst>
        </pc:spChg>
      </pc:sldChg>
      <pc:sldChg chg="modSp new mod">
        <pc:chgData name="shilpi gupta" userId="5ce4f23861899b28" providerId="LiveId" clId="{BDE5A095-82B3-4DE9-97A0-E6E8282F80E4}" dt="2024-06-26T17:33:49.266" v="1260" actId="20577"/>
        <pc:sldMkLst>
          <pc:docMk/>
          <pc:sldMk cId="2523046400" sldId="365"/>
        </pc:sldMkLst>
        <pc:spChg chg="mod">
          <ac:chgData name="shilpi gupta" userId="5ce4f23861899b28" providerId="LiveId" clId="{BDE5A095-82B3-4DE9-97A0-E6E8282F80E4}" dt="2024-06-26T17:33:49.266" v="1260" actId="20577"/>
          <ac:spMkLst>
            <pc:docMk/>
            <pc:sldMk cId="2523046400" sldId="365"/>
            <ac:spMk id="2" creationId="{15C53C14-9945-D93A-9514-864721071C53}"/>
          </ac:spMkLst>
        </pc:spChg>
        <pc:spChg chg="mod">
          <ac:chgData name="shilpi gupta" userId="5ce4f23861899b28" providerId="LiveId" clId="{BDE5A095-82B3-4DE9-97A0-E6E8282F80E4}" dt="2024-06-26T17:33:35.108" v="1226" actId="20577"/>
          <ac:spMkLst>
            <pc:docMk/>
            <pc:sldMk cId="2523046400" sldId="365"/>
            <ac:spMk id="3" creationId="{05BBA52A-5F83-E748-9AF6-C61BF2698DB6}"/>
          </ac:spMkLst>
        </pc:spChg>
      </pc:sldChg>
    </pc:docChg>
  </pc:docChgLst>
  <pc:docChgLst>
    <pc:chgData name="shilpi gupta" userId="5ce4f23861899b28" providerId="LiveId" clId="{40D7E8D2-96ED-490B-BBBC-13D7568EB809}"/>
    <pc:docChg chg="undo custSel addSld delSld modSld sldOrd">
      <pc:chgData name="shilpi gupta" userId="5ce4f23861899b28" providerId="LiveId" clId="{40D7E8D2-96ED-490B-BBBC-13D7568EB809}" dt="2024-05-12T12:21:45.186" v="1854" actId="20577"/>
      <pc:docMkLst>
        <pc:docMk/>
      </pc:docMkLst>
      <pc:sldChg chg="modSp ord modAnim">
        <pc:chgData name="shilpi gupta" userId="5ce4f23861899b28" providerId="LiveId" clId="{40D7E8D2-96ED-490B-BBBC-13D7568EB809}" dt="2024-04-28T16:43:04.456" v="459" actId="15"/>
        <pc:sldMkLst>
          <pc:docMk/>
          <pc:sldMk cId="0" sldId="261"/>
        </pc:sldMkLst>
        <pc:spChg chg="mod">
          <ac:chgData name="shilpi gupta" userId="5ce4f23861899b28" providerId="LiveId" clId="{40D7E8D2-96ED-490B-BBBC-13D7568EB809}" dt="2024-04-28T16:43:04.456" v="459" actId="15"/>
          <ac:spMkLst>
            <pc:docMk/>
            <pc:sldMk cId="0" sldId="261"/>
            <ac:spMk id="3" creationId="{00000000-0000-0000-0000-000000000000}"/>
          </ac:spMkLst>
        </pc:spChg>
      </pc:sldChg>
      <pc:sldChg chg="delSp modSp mod ord modAnim">
        <pc:chgData name="shilpi gupta" userId="5ce4f23861899b28" providerId="LiveId" clId="{40D7E8D2-96ED-490B-BBBC-13D7568EB809}" dt="2024-05-12T12:12:20.209" v="1731" actId="20577"/>
        <pc:sldMkLst>
          <pc:docMk/>
          <pc:sldMk cId="0" sldId="262"/>
        </pc:sldMkLst>
        <pc:spChg chg="del mod">
          <ac:chgData name="shilpi gupta" userId="5ce4f23861899b28" providerId="LiveId" clId="{40D7E8D2-96ED-490B-BBBC-13D7568EB809}" dt="2024-04-28T16:45:11.084" v="636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12:20.209" v="1731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shilpi gupta" userId="5ce4f23861899b28" providerId="LiveId" clId="{40D7E8D2-96ED-490B-BBBC-13D7568EB809}" dt="2024-04-28T16:45:23.277" v="637" actId="14100"/>
          <ac:spMkLst>
            <pc:docMk/>
            <pc:sldMk cId="0" sldId="262"/>
            <ac:spMk id="5" creationId="{00000000-0000-0000-0000-000000000000}"/>
          </ac:spMkLst>
        </pc:spChg>
        <pc:spChg chg="mod">
          <ac:chgData name="shilpi gupta" userId="5ce4f23861899b28" providerId="LiveId" clId="{40D7E8D2-96ED-490B-BBBC-13D7568EB809}" dt="2024-04-28T16:45:42.395" v="638" actId="14100"/>
          <ac:spMkLst>
            <pc:docMk/>
            <pc:sldMk cId="0" sldId="262"/>
            <ac:spMk id="6" creationId="{00000000-0000-0000-0000-000000000000}"/>
          </ac:spMkLst>
        </pc:spChg>
        <pc:grpChg chg="mod">
          <ac:chgData name="shilpi gupta" userId="5ce4f23861899b28" providerId="LiveId" clId="{40D7E8D2-96ED-490B-BBBC-13D7568EB809}" dt="2024-04-28T16:46:11.688" v="648" actId="14100"/>
          <ac:grpSpMkLst>
            <pc:docMk/>
            <pc:sldMk cId="0" sldId="262"/>
            <ac:grpSpMk id="44039" creationId="{00000000-0000-0000-0000-000000000000}"/>
          </ac:grpSpMkLst>
        </pc:grpChg>
        <pc:picChg chg="mod">
          <ac:chgData name="shilpi gupta" userId="5ce4f23861899b28" providerId="LiveId" clId="{40D7E8D2-96ED-490B-BBBC-13D7568EB809}" dt="2024-04-28T16:46:00.027" v="643" actId="1076"/>
          <ac:picMkLst>
            <pc:docMk/>
            <pc:sldMk cId="0" sldId="262"/>
            <ac:picMk id="44038" creationId="{00000000-0000-0000-0000-000000000000}"/>
          </ac:picMkLst>
        </pc:picChg>
        <pc:picChg chg="mod">
          <ac:chgData name="shilpi gupta" userId="5ce4f23861899b28" providerId="LiveId" clId="{40D7E8D2-96ED-490B-BBBC-13D7568EB809}" dt="2024-04-28T16:46:11.688" v="648" actId="14100"/>
          <ac:picMkLst>
            <pc:docMk/>
            <pc:sldMk cId="0" sldId="262"/>
            <ac:picMk id="44040" creationId="{00000000-0000-0000-0000-000000000000}"/>
          </ac:picMkLst>
        </pc:picChg>
        <pc:picChg chg="mod">
          <ac:chgData name="shilpi gupta" userId="5ce4f23861899b28" providerId="LiveId" clId="{40D7E8D2-96ED-490B-BBBC-13D7568EB809}" dt="2024-04-28T16:46:11.688" v="648" actId="14100"/>
          <ac:picMkLst>
            <pc:docMk/>
            <pc:sldMk cId="0" sldId="262"/>
            <ac:picMk id="44041" creationId="{00000000-0000-0000-0000-000000000000}"/>
          </ac:picMkLst>
        </pc:picChg>
      </pc:sldChg>
      <pc:sldChg chg="del ord">
        <pc:chgData name="shilpi gupta" userId="5ce4f23861899b28" providerId="LiveId" clId="{40D7E8D2-96ED-490B-BBBC-13D7568EB809}" dt="2024-04-28T16:47:13.821" v="649" actId="47"/>
        <pc:sldMkLst>
          <pc:docMk/>
          <pc:sldMk cId="0" sldId="263"/>
        </pc:sldMkLst>
      </pc:sldChg>
      <pc:sldChg chg="del ord">
        <pc:chgData name="shilpi gupta" userId="5ce4f23861899b28" providerId="LiveId" clId="{40D7E8D2-96ED-490B-BBBC-13D7568EB809}" dt="2024-04-28T16:47:19.222" v="650" actId="47"/>
        <pc:sldMkLst>
          <pc:docMk/>
          <pc:sldMk cId="0" sldId="264"/>
        </pc:sldMkLst>
      </pc:sldChg>
      <pc:sldChg chg="modSp mod modAnim">
        <pc:chgData name="shilpi gupta" userId="5ce4f23861899b28" providerId="LiveId" clId="{40D7E8D2-96ED-490B-BBBC-13D7568EB809}" dt="2024-04-28T16:50:57.315" v="737" actId="20577"/>
        <pc:sldMkLst>
          <pc:docMk/>
          <pc:sldMk cId="0" sldId="265"/>
        </pc:sldMkLst>
        <pc:spChg chg="mod">
          <ac:chgData name="shilpi gupta" userId="5ce4f23861899b28" providerId="LiveId" clId="{40D7E8D2-96ED-490B-BBBC-13D7568EB809}" dt="2024-04-28T16:50:57.315" v="737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shilpi gupta" userId="5ce4f23861899b28" providerId="LiveId" clId="{40D7E8D2-96ED-490B-BBBC-13D7568EB809}" dt="2024-04-28T16:50:34.396" v="735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4-28T16:52:21.155" v="808" actId="20577"/>
        <pc:sldMkLst>
          <pc:docMk/>
          <pc:sldMk cId="0" sldId="266"/>
        </pc:sldMkLst>
        <pc:spChg chg="mod">
          <ac:chgData name="shilpi gupta" userId="5ce4f23861899b28" providerId="LiveId" clId="{40D7E8D2-96ED-490B-BBBC-13D7568EB809}" dt="2024-04-28T16:52:21.155" v="808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 modAnim">
        <pc:chgData name="shilpi gupta" userId="5ce4f23861899b28" providerId="LiveId" clId="{40D7E8D2-96ED-490B-BBBC-13D7568EB809}" dt="2024-04-30T09:12:06.280" v="1033" actId="20577"/>
        <pc:sldMkLst>
          <pc:docMk/>
          <pc:sldMk cId="0" sldId="267"/>
        </pc:sldMkLst>
        <pc:spChg chg="mod">
          <ac:chgData name="shilpi gupta" userId="5ce4f23861899b28" providerId="LiveId" clId="{40D7E8D2-96ED-490B-BBBC-13D7568EB809}" dt="2024-04-30T09:12:06.280" v="1033" actId="20577"/>
          <ac:spMkLst>
            <pc:docMk/>
            <pc:sldMk cId="0" sldId="267"/>
            <ac:spMk id="3" creationId="{00000000-0000-0000-0000-000000000000}"/>
          </ac:spMkLst>
        </pc:spChg>
        <pc:picChg chg="mod">
          <ac:chgData name="shilpi gupta" userId="5ce4f23861899b28" providerId="LiveId" clId="{40D7E8D2-96ED-490B-BBBC-13D7568EB809}" dt="2024-04-28T16:54:21.578" v="999" actId="1076"/>
          <ac:picMkLst>
            <pc:docMk/>
            <pc:sldMk cId="0" sldId="267"/>
            <ac:picMk id="24580" creationId="{00000000-0000-0000-0000-000000000000}"/>
          </ac:picMkLst>
        </pc:picChg>
      </pc:sldChg>
      <pc:sldChg chg="modSp mod modAnim">
        <pc:chgData name="shilpi gupta" userId="5ce4f23861899b28" providerId="LiveId" clId="{40D7E8D2-96ED-490B-BBBC-13D7568EB809}" dt="2024-04-30T09:12:35.908" v="1095" actId="6549"/>
        <pc:sldMkLst>
          <pc:docMk/>
          <pc:sldMk cId="0" sldId="268"/>
        </pc:sldMkLst>
        <pc:spChg chg="mod">
          <ac:chgData name="shilpi gupta" userId="5ce4f23861899b28" providerId="LiveId" clId="{40D7E8D2-96ED-490B-BBBC-13D7568EB809}" dt="2024-04-30T09:12:35.908" v="1095" actId="6549"/>
          <ac:spMkLst>
            <pc:docMk/>
            <pc:sldMk cId="0" sldId="268"/>
            <ac:spMk id="5" creationId="{00000000-0000-0000-0000-000000000000}"/>
          </ac:spMkLst>
        </pc:spChg>
        <pc:picChg chg="mod">
          <ac:chgData name="shilpi gupta" userId="5ce4f23861899b28" providerId="LiveId" clId="{40D7E8D2-96ED-490B-BBBC-13D7568EB809}" dt="2024-04-30T09:11:37.851" v="1026" actId="1076"/>
          <ac:picMkLst>
            <pc:docMk/>
            <pc:sldMk cId="0" sldId="268"/>
            <ac:picMk id="26626" creationId="{00000000-0000-0000-0000-000000000000}"/>
          </ac:picMkLst>
        </pc:picChg>
      </pc:sldChg>
      <pc:sldChg chg="modSp mod modAnim">
        <pc:chgData name="shilpi gupta" userId="5ce4f23861899b28" providerId="LiveId" clId="{40D7E8D2-96ED-490B-BBBC-13D7568EB809}" dt="2024-04-30T09:15:15.348" v="1226" actId="20577"/>
        <pc:sldMkLst>
          <pc:docMk/>
          <pc:sldMk cId="0" sldId="269"/>
        </pc:sldMkLst>
        <pc:spChg chg="mod">
          <ac:chgData name="shilpi gupta" userId="5ce4f23861899b28" providerId="LiveId" clId="{40D7E8D2-96ED-490B-BBBC-13D7568EB809}" dt="2024-04-30T09:14:59.345" v="1223" actId="313"/>
          <ac:spMkLst>
            <pc:docMk/>
            <pc:sldMk cId="0" sldId="269"/>
            <ac:spMk id="4" creationId="{00000000-0000-0000-0000-000000000000}"/>
          </ac:spMkLst>
        </pc:spChg>
        <pc:spChg chg="mod">
          <ac:chgData name="shilpi gupta" userId="5ce4f23861899b28" providerId="LiveId" clId="{40D7E8D2-96ED-490B-BBBC-13D7568EB809}" dt="2024-04-30T09:15:15.348" v="1226" actId="20577"/>
          <ac:spMkLst>
            <pc:docMk/>
            <pc:sldMk cId="0" sldId="269"/>
            <ac:spMk id="5" creationId="{00000000-0000-0000-0000-000000000000}"/>
          </ac:spMkLst>
        </pc:spChg>
        <pc:grpChg chg="mod">
          <ac:chgData name="shilpi gupta" userId="5ce4f23861899b28" providerId="LiveId" clId="{40D7E8D2-96ED-490B-BBBC-13D7568EB809}" dt="2024-04-30T09:14:02.605" v="1106" actId="1076"/>
          <ac:grpSpMkLst>
            <pc:docMk/>
            <pc:sldMk cId="0" sldId="269"/>
            <ac:grpSpMk id="28674" creationId="{00000000-0000-0000-0000-000000000000}"/>
          </ac:grpSpMkLst>
        </pc:grpChg>
        <pc:picChg chg="mod">
          <ac:chgData name="shilpi gupta" userId="5ce4f23861899b28" providerId="LiveId" clId="{40D7E8D2-96ED-490B-BBBC-13D7568EB809}" dt="2024-04-30T09:14:02.605" v="1106" actId="1076"/>
          <ac:picMkLst>
            <pc:docMk/>
            <pc:sldMk cId="0" sldId="269"/>
            <ac:picMk id="28677" creationId="{00000000-0000-0000-0000-000000000000}"/>
          </ac:picMkLst>
        </pc:picChg>
        <pc:picChg chg="mod">
          <ac:chgData name="shilpi gupta" userId="5ce4f23861899b28" providerId="LiveId" clId="{40D7E8D2-96ED-490B-BBBC-13D7568EB809}" dt="2024-04-30T09:14:02.605" v="1106" actId="1076"/>
          <ac:picMkLst>
            <pc:docMk/>
            <pc:sldMk cId="0" sldId="269"/>
            <ac:picMk id="28678" creationId="{00000000-0000-0000-0000-000000000000}"/>
          </ac:picMkLst>
        </pc:picChg>
      </pc:sldChg>
      <pc:sldChg chg="modSp">
        <pc:chgData name="shilpi gupta" userId="5ce4f23861899b28" providerId="LiveId" clId="{40D7E8D2-96ED-490B-BBBC-13D7568EB809}" dt="2024-04-30T09:16:36.184" v="1228" actId="27636"/>
        <pc:sldMkLst>
          <pc:docMk/>
          <pc:sldMk cId="0" sldId="270"/>
        </pc:sldMkLst>
        <pc:spChg chg="mod">
          <ac:chgData name="shilpi gupta" userId="5ce4f23861899b28" providerId="LiveId" clId="{40D7E8D2-96ED-490B-BBBC-13D7568EB809}" dt="2024-04-30T09:16:36.184" v="1228" actId="27636"/>
          <ac:spMkLst>
            <pc:docMk/>
            <pc:sldMk cId="0" sldId="270"/>
            <ac:spMk id="3" creationId="{00000000-0000-0000-0000-000000000000}"/>
          </ac:spMkLst>
        </pc:spChg>
      </pc:sldChg>
      <pc:sldChg chg="modSp">
        <pc:chgData name="shilpi gupta" userId="5ce4f23861899b28" providerId="LiveId" clId="{40D7E8D2-96ED-490B-BBBC-13D7568EB809}" dt="2024-04-30T09:19:39.918" v="1232" actId="14100"/>
        <pc:sldMkLst>
          <pc:docMk/>
          <pc:sldMk cId="0" sldId="271"/>
        </pc:sldMkLst>
        <pc:spChg chg="mod">
          <ac:chgData name="shilpi gupta" userId="5ce4f23861899b28" providerId="LiveId" clId="{40D7E8D2-96ED-490B-BBBC-13D7568EB809}" dt="2024-04-30T09:19:39.918" v="1232" actId="14100"/>
          <ac:spMkLst>
            <pc:docMk/>
            <pc:sldMk cId="0" sldId="271"/>
            <ac:spMk id="5" creationId="{00000000-0000-0000-0000-000000000000}"/>
          </ac:spMkLst>
        </pc:spChg>
        <pc:grpChg chg="mod">
          <ac:chgData name="shilpi gupta" userId="5ce4f23861899b28" providerId="LiveId" clId="{40D7E8D2-96ED-490B-BBBC-13D7568EB809}" dt="2024-04-30T09:19:36.427" v="1231" actId="1076"/>
          <ac:grpSpMkLst>
            <pc:docMk/>
            <pc:sldMk cId="0" sldId="271"/>
            <ac:grpSpMk id="35842" creationId="{00000000-0000-0000-0000-000000000000}"/>
          </ac:grpSpMkLst>
        </pc:grpChg>
        <pc:picChg chg="mod">
          <ac:chgData name="shilpi gupta" userId="5ce4f23861899b28" providerId="LiveId" clId="{40D7E8D2-96ED-490B-BBBC-13D7568EB809}" dt="2024-04-30T09:19:36.427" v="1231" actId="1076"/>
          <ac:picMkLst>
            <pc:docMk/>
            <pc:sldMk cId="0" sldId="271"/>
            <ac:picMk id="35845" creationId="{00000000-0000-0000-0000-000000000000}"/>
          </ac:picMkLst>
        </pc:picChg>
        <pc:picChg chg="mod">
          <ac:chgData name="shilpi gupta" userId="5ce4f23861899b28" providerId="LiveId" clId="{40D7E8D2-96ED-490B-BBBC-13D7568EB809}" dt="2024-04-30T09:19:36.427" v="1231" actId="1076"/>
          <ac:picMkLst>
            <pc:docMk/>
            <pc:sldMk cId="0" sldId="271"/>
            <ac:picMk id="35846" creationId="{00000000-0000-0000-0000-000000000000}"/>
          </ac:picMkLst>
        </pc:picChg>
      </pc:sldChg>
      <pc:sldChg chg="modSp modAnim">
        <pc:chgData name="shilpi gupta" userId="5ce4f23861899b28" providerId="LiveId" clId="{40D7E8D2-96ED-490B-BBBC-13D7568EB809}" dt="2024-04-30T09:19:20.285" v="1230" actId="20577"/>
        <pc:sldMkLst>
          <pc:docMk/>
          <pc:sldMk cId="0" sldId="272"/>
        </pc:sldMkLst>
        <pc:spChg chg="mod">
          <ac:chgData name="shilpi gupta" userId="5ce4f23861899b28" providerId="LiveId" clId="{40D7E8D2-96ED-490B-BBBC-13D7568EB809}" dt="2024-04-30T09:19:20.285" v="1230" actId="20577"/>
          <ac:spMkLst>
            <pc:docMk/>
            <pc:sldMk cId="0" sldId="272"/>
            <ac:spMk id="3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5-12T12:19:09.220" v="1779" actId="20577"/>
        <pc:sldMkLst>
          <pc:docMk/>
          <pc:sldMk cId="0" sldId="273"/>
        </pc:sldMkLst>
        <pc:spChg chg="mod">
          <ac:chgData name="shilpi gupta" userId="5ce4f23861899b28" providerId="LiveId" clId="{40D7E8D2-96ED-490B-BBBC-13D7568EB809}" dt="2024-05-12T12:16:54.723" v="1778" actId="313"/>
          <ac:spMkLst>
            <pc:docMk/>
            <pc:sldMk cId="0" sldId="273"/>
            <ac:spMk id="2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19:09.220" v="1779" actId="20577"/>
          <ac:spMkLst>
            <pc:docMk/>
            <pc:sldMk cId="0" sldId="273"/>
            <ac:spMk id="3" creationId="{00000000-0000-0000-0000-000000000000}"/>
          </ac:spMkLst>
        </pc:spChg>
      </pc:sldChg>
      <pc:sldChg chg="modSp ord">
        <pc:chgData name="shilpi gupta" userId="5ce4f23861899b28" providerId="LiveId" clId="{40D7E8D2-96ED-490B-BBBC-13D7568EB809}" dt="2024-05-12T12:14:30.196" v="1764" actId="20577"/>
        <pc:sldMkLst>
          <pc:docMk/>
          <pc:sldMk cId="0" sldId="279"/>
        </pc:sldMkLst>
        <pc:spChg chg="mod">
          <ac:chgData name="shilpi gupta" userId="5ce4f23861899b28" providerId="LiveId" clId="{40D7E8D2-96ED-490B-BBBC-13D7568EB809}" dt="2024-05-12T12:14:30.196" v="1764" actId="20577"/>
          <ac:spMkLst>
            <pc:docMk/>
            <pc:sldMk cId="0" sldId="279"/>
            <ac:spMk id="18434" creationId="{00000000-0000-0000-0000-000000000000}"/>
          </ac:spMkLst>
        </pc:spChg>
      </pc:sldChg>
      <pc:sldChg chg="modSp mod modAnim">
        <pc:chgData name="shilpi gupta" userId="5ce4f23861899b28" providerId="LiveId" clId="{40D7E8D2-96ED-490B-BBBC-13D7568EB809}" dt="2024-04-09T09:53:49.408" v="15" actId="1076"/>
        <pc:sldMkLst>
          <pc:docMk/>
          <pc:sldMk cId="0" sldId="283"/>
        </pc:sldMkLst>
        <pc:spChg chg="mod">
          <ac:chgData name="shilpi gupta" userId="5ce4f23861899b28" providerId="LiveId" clId="{40D7E8D2-96ED-490B-BBBC-13D7568EB809}" dt="2024-04-09T09:53:49.408" v="15" actId="1076"/>
          <ac:spMkLst>
            <pc:docMk/>
            <pc:sldMk cId="0" sldId="283"/>
            <ac:spMk id="12" creationId="{00000000-0000-0000-0000-000000000000}"/>
          </ac:spMkLst>
        </pc:spChg>
        <pc:spChg chg="mod">
          <ac:chgData name="shilpi gupta" userId="5ce4f23861899b28" providerId="LiveId" clId="{40D7E8D2-96ED-490B-BBBC-13D7568EB809}" dt="2024-04-09T08:49:34.802" v="11" actId="20577"/>
          <ac:spMkLst>
            <pc:docMk/>
            <pc:sldMk cId="0" sldId="283"/>
            <ac:spMk id="13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5-12T12:21:45.186" v="1854" actId="20577"/>
        <pc:sldMkLst>
          <pc:docMk/>
          <pc:sldMk cId="0" sldId="302"/>
        </pc:sldMkLst>
        <pc:spChg chg="mod">
          <ac:chgData name="shilpi gupta" userId="5ce4f23861899b28" providerId="LiveId" clId="{40D7E8D2-96ED-490B-BBBC-13D7568EB809}" dt="2024-05-12T12:21:45.186" v="1854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5-12T12:11:27.007" v="1720" actId="20577"/>
        <pc:sldMkLst>
          <pc:docMk/>
          <pc:sldMk cId="0" sldId="303"/>
        </pc:sldMkLst>
        <pc:spChg chg="mod">
          <ac:chgData name="shilpi gupta" userId="5ce4f23861899b28" providerId="LiveId" clId="{40D7E8D2-96ED-490B-BBBC-13D7568EB809}" dt="2024-05-12T12:11:27.007" v="1720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02:08.933" v="1714" actId="2711"/>
          <ac:spMkLst>
            <pc:docMk/>
            <pc:sldMk cId="0" sldId="303"/>
            <ac:spMk id="3" creationId="{00000000-0000-0000-0000-000000000000}"/>
          </ac:spMkLst>
        </pc:spChg>
      </pc:sldChg>
      <pc:sldChg chg="modSp">
        <pc:chgData name="shilpi gupta" userId="5ce4f23861899b28" providerId="LiveId" clId="{40D7E8D2-96ED-490B-BBBC-13D7568EB809}" dt="2024-05-12T12:01:39.517" v="1711" actId="2711"/>
        <pc:sldMkLst>
          <pc:docMk/>
          <pc:sldMk cId="0" sldId="304"/>
        </pc:sldMkLst>
        <pc:spChg chg="mod">
          <ac:chgData name="shilpi gupta" userId="5ce4f23861899b28" providerId="LiveId" clId="{40D7E8D2-96ED-490B-BBBC-13D7568EB809}" dt="2024-05-12T12:01:39.517" v="1711" actId="2711"/>
          <ac:spMkLst>
            <pc:docMk/>
            <pc:sldMk cId="0" sldId="304"/>
            <ac:spMk id="3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01:39.517" v="1711" actId="2711"/>
          <ac:spMkLst>
            <pc:docMk/>
            <pc:sldMk cId="0" sldId="304"/>
            <ac:spMk id="4" creationId="{00000000-0000-0000-0000-000000000000}"/>
          </ac:spMkLst>
        </pc:spChg>
      </pc:sldChg>
      <pc:sldChg chg="new del">
        <pc:chgData name="shilpi gupta" userId="5ce4f23861899b28" providerId="LiveId" clId="{40D7E8D2-96ED-490B-BBBC-13D7568EB809}" dt="2024-04-09T08:45:51.902" v="2" actId="47"/>
        <pc:sldMkLst>
          <pc:docMk/>
          <pc:sldMk cId="2667117667" sldId="305"/>
        </pc:sldMkLst>
      </pc:sldChg>
      <pc:sldChg chg="modSp new mod">
        <pc:chgData name="shilpi gupta" userId="5ce4f23861899b28" providerId="LiveId" clId="{40D7E8D2-96ED-490B-BBBC-13D7568EB809}" dt="2024-04-30T09:40:30.814" v="1489" actId="20577"/>
        <pc:sldMkLst>
          <pc:docMk/>
          <pc:sldMk cId="2873325748" sldId="305"/>
        </pc:sldMkLst>
        <pc:spChg chg="mod">
          <ac:chgData name="shilpi gupta" userId="5ce4f23861899b28" providerId="LiveId" clId="{40D7E8D2-96ED-490B-BBBC-13D7568EB809}" dt="2024-04-30T09:40:30.814" v="1489" actId="20577"/>
          <ac:spMkLst>
            <pc:docMk/>
            <pc:sldMk cId="2873325748" sldId="305"/>
            <ac:spMk id="2" creationId="{AC674221-BC3B-3D8F-4E9A-CF84B6A2C2B1}"/>
          </ac:spMkLst>
        </pc:spChg>
        <pc:spChg chg="mod">
          <ac:chgData name="shilpi gupta" userId="5ce4f23861899b28" providerId="LiveId" clId="{40D7E8D2-96ED-490B-BBBC-13D7568EB809}" dt="2024-04-30T09:21:49.157" v="1348" actId="20577"/>
          <ac:spMkLst>
            <pc:docMk/>
            <pc:sldMk cId="2873325748" sldId="305"/>
            <ac:spMk id="3" creationId="{CB56A5AA-89EC-AD6A-EF02-F754B2C77919}"/>
          </ac:spMkLst>
        </pc:spChg>
      </pc:sldChg>
      <pc:sldChg chg="add del">
        <pc:chgData name="shilpi gupta" userId="5ce4f23861899b28" providerId="LiveId" clId="{40D7E8D2-96ED-490B-BBBC-13D7568EB809}" dt="2024-04-09T09:55:56.674" v="16" actId="2696"/>
        <pc:sldMkLst>
          <pc:docMk/>
          <pc:sldMk cId="3730009189" sldId="305"/>
        </pc:sldMkLst>
      </pc:sldChg>
      <pc:sldChg chg="new del">
        <pc:chgData name="shilpi gupta" userId="5ce4f23861899b28" providerId="LiveId" clId="{40D7E8D2-96ED-490B-BBBC-13D7568EB809}" dt="2024-04-30T09:41:07.687" v="1491" actId="47"/>
        <pc:sldMkLst>
          <pc:docMk/>
          <pc:sldMk cId="816585663" sldId="306"/>
        </pc:sldMkLst>
      </pc:sldChg>
      <pc:sldChg chg="add del">
        <pc:chgData name="shilpi gupta" userId="5ce4f23861899b28" providerId="LiveId" clId="{40D7E8D2-96ED-490B-BBBC-13D7568EB809}" dt="2024-04-09T08:48:51.166" v="3" actId="47"/>
        <pc:sldMkLst>
          <pc:docMk/>
          <pc:sldMk cId="1889660879" sldId="306"/>
        </pc:sldMkLst>
      </pc:sldChg>
      <pc:sldChg chg="modSp new mod">
        <pc:chgData name="shilpi gupta" userId="5ce4f23861899b28" providerId="LiveId" clId="{40D7E8D2-96ED-490B-BBBC-13D7568EB809}" dt="2024-05-07T09:14:17.425" v="1624" actId="20577"/>
        <pc:sldMkLst>
          <pc:docMk/>
          <pc:sldMk cId="3520298897" sldId="306"/>
        </pc:sldMkLst>
        <pc:spChg chg="mod">
          <ac:chgData name="shilpi gupta" userId="5ce4f23861899b28" providerId="LiveId" clId="{40D7E8D2-96ED-490B-BBBC-13D7568EB809}" dt="2024-05-07T09:12:46.263" v="1605" actId="20577"/>
          <ac:spMkLst>
            <pc:docMk/>
            <pc:sldMk cId="3520298897" sldId="306"/>
            <ac:spMk id="2" creationId="{A77FB7A8-EA42-BD93-6321-9F92A06547A0}"/>
          </ac:spMkLst>
        </pc:spChg>
        <pc:spChg chg="mod">
          <ac:chgData name="shilpi gupta" userId="5ce4f23861899b28" providerId="LiveId" clId="{40D7E8D2-96ED-490B-BBBC-13D7568EB809}" dt="2024-05-07T09:14:17.425" v="1624" actId="20577"/>
          <ac:spMkLst>
            <pc:docMk/>
            <pc:sldMk cId="3520298897" sldId="306"/>
            <ac:spMk id="3" creationId="{B61BFD53-B09F-3E1E-B71E-5341ED34F890}"/>
          </ac:spMkLst>
        </pc:spChg>
      </pc:sldChg>
      <pc:sldChg chg="new del">
        <pc:chgData name="shilpi gupta" userId="5ce4f23861899b28" providerId="LiveId" clId="{40D7E8D2-96ED-490B-BBBC-13D7568EB809}" dt="2024-05-12T12:12:33.608" v="1733" actId="680"/>
        <pc:sldMkLst>
          <pc:docMk/>
          <pc:sldMk cId="3433925247" sldId="307"/>
        </pc:sldMkLst>
      </pc:sldChg>
    </pc:docChg>
  </pc:docChgLst>
  <pc:docChgLst>
    <pc:chgData name="shilpi gupta" userId="5ce4f23861899b28" providerId="LiveId" clId="{1825121B-4BFF-4AB0-95D4-6A02902E5A5C}"/>
    <pc:docChg chg="custSel addSld delSld modSld">
      <pc:chgData name="shilpi gupta" userId="5ce4f23861899b28" providerId="LiveId" clId="{1825121B-4BFF-4AB0-95D4-6A02902E5A5C}" dt="2024-06-04T04:31:08.737" v="3364" actId="20577"/>
      <pc:docMkLst>
        <pc:docMk/>
      </pc:docMkLst>
      <pc:sldChg chg="del">
        <pc:chgData name="shilpi gupta" userId="5ce4f23861899b28" providerId="LiveId" clId="{1825121B-4BFF-4AB0-95D4-6A02902E5A5C}" dt="2024-05-23T15:18:09.243" v="2087" actId="47"/>
        <pc:sldMkLst>
          <pc:docMk/>
          <pc:sldMk cId="0" sldId="256"/>
        </pc:sldMkLst>
      </pc:sldChg>
      <pc:sldChg chg="del">
        <pc:chgData name="shilpi gupta" userId="5ce4f23861899b28" providerId="LiveId" clId="{1825121B-4BFF-4AB0-95D4-6A02902E5A5C}" dt="2024-05-23T15:18:10.924" v="2088" actId="47"/>
        <pc:sldMkLst>
          <pc:docMk/>
          <pc:sldMk cId="0" sldId="257"/>
        </pc:sldMkLst>
      </pc:sldChg>
      <pc:sldChg chg="del">
        <pc:chgData name="shilpi gupta" userId="5ce4f23861899b28" providerId="LiveId" clId="{1825121B-4BFF-4AB0-95D4-6A02902E5A5C}" dt="2024-05-23T15:18:12.667" v="2090" actId="47"/>
        <pc:sldMkLst>
          <pc:docMk/>
          <pc:sldMk cId="0" sldId="261"/>
        </pc:sldMkLst>
      </pc:sldChg>
      <pc:sldChg chg="del">
        <pc:chgData name="shilpi gupta" userId="5ce4f23861899b28" providerId="LiveId" clId="{1825121B-4BFF-4AB0-95D4-6A02902E5A5C}" dt="2024-05-23T15:18:13.371" v="2091" actId="47"/>
        <pc:sldMkLst>
          <pc:docMk/>
          <pc:sldMk cId="0" sldId="262"/>
        </pc:sldMkLst>
      </pc:sldChg>
      <pc:sldChg chg="del">
        <pc:chgData name="shilpi gupta" userId="5ce4f23861899b28" providerId="LiveId" clId="{1825121B-4BFF-4AB0-95D4-6A02902E5A5C}" dt="2024-05-23T15:40:54.991" v="2496" actId="47"/>
        <pc:sldMkLst>
          <pc:docMk/>
          <pc:sldMk cId="0" sldId="265"/>
        </pc:sldMkLst>
      </pc:sldChg>
      <pc:sldChg chg="del">
        <pc:chgData name="shilpi gupta" userId="5ce4f23861899b28" providerId="LiveId" clId="{1825121B-4BFF-4AB0-95D4-6A02902E5A5C}" dt="2024-05-23T15:40:56.851" v="2497" actId="47"/>
        <pc:sldMkLst>
          <pc:docMk/>
          <pc:sldMk cId="0" sldId="266"/>
        </pc:sldMkLst>
      </pc:sldChg>
      <pc:sldChg chg="del">
        <pc:chgData name="shilpi gupta" userId="5ce4f23861899b28" providerId="LiveId" clId="{1825121B-4BFF-4AB0-95D4-6A02902E5A5C}" dt="2024-05-23T15:40:58.625" v="2498" actId="47"/>
        <pc:sldMkLst>
          <pc:docMk/>
          <pc:sldMk cId="0" sldId="267"/>
        </pc:sldMkLst>
      </pc:sldChg>
      <pc:sldChg chg="del">
        <pc:chgData name="shilpi gupta" userId="5ce4f23861899b28" providerId="LiveId" clId="{1825121B-4BFF-4AB0-95D4-6A02902E5A5C}" dt="2024-05-23T15:40:59.368" v="2499" actId="47"/>
        <pc:sldMkLst>
          <pc:docMk/>
          <pc:sldMk cId="0" sldId="268"/>
        </pc:sldMkLst>
      </pc:sldChg>
      <pc:sldChg chg="del">
        <pc:chgData name="shilpi gupta" userId="5ce4f23861899b28" providerId="LiveId" clId="{1825121B-4BFF-4AB0-95D4-6A02902E5A5C}" dt="2024-05-23T15:41:00.326" v="2500" actId="47"/>
        <pc:sldMkLst>
          <pc:docMk/>
          <pc:sldMk cId="0" sldId="269"/>
        </pc:sldMkLst>
      </pc:sldChg>
      <pc:sldChg chg="del">
        <pc:chgData name="shilpi gupta" userId="5ce4f23861899b28" providerId="LiveId" clId="{1825121B-4BFF-4AB0-95D4-6A02902E5A5C}" dt="2024-05-23T15:41:01.207" v="2501" actId="47"/>
        <pc:sldMkLst>
          <pc:docMk/>
          <pc:sldMk cId="0" sldId="270"/>
        </pc:sldMkLst>
      </pc:sldChg>
      <pc:sldChg chg="del">
        <pc:chgData name="shilpi gupta" userId="5ce4f23861899b28" providerId="LiveId" clId="{1825121B-4BFF-4AB0-95D4-6A02902E5A5C}" dt="2024-05-23T15:41:03.472" v="2504" actId="47"/>
        <pc:sldMkLst>
          <pc:docMk/>
          <pc:sldMk cId="0" sldId="271"/>
        </pc:sldMkLst>
      </pc:sldChg>
      <pc:sldChg chg="del">
        <pc:chgData name="shilpi gupta" userId="5ce4f23861899b28" providerId="LiveId" clId="{1825121B-4BFF-4AB0-95D4-6A02902E5A5C}" dt="2024-05-23T15:41:02.764" v="2503" actId="47"/>
        <pc:sldMkLst>
          <pc:docMk/>
          <pc:sldMk cId="0" sldId="272"/>
        </pc:sldMkLst>
      </pc:sldChg>
      <pc:sldChg chg="del">
        <pc:chgData name="shilpi gupta" userId="5ce4f23861899b28" providerId="LiveId" clId="{1825121B-4BFF-4AB0-95D4-6A02902E5A5C}" dt="2024-05-23T15:41:04.260" v="2505" actId="47"/>
        <pc:sldMkLst>
          <pc:docMk/>
          <pc:sldMk cId="0" sldId="273"/>
        </pc:sldMkLst>
      </pc:sldChg>
      <pc:sldChg chg="modSp modAnim">
        <pc:chgData name="shilpi gupta" userId="5ce4f23861899b28" providerId="LiveId" clId="{1825121B-4BFF-4AB0-95D4-6A02902E5A5C}" dt="2024-05-23T11:04:57.108" v="455" actId="20577"/>
        <pc:sldMkLst>
          <pc:docMk/>
          <pc:sldMk cId="0" sldId="275"/>
        </pc:sldMkLst>
        <pc:spChg chg="mod">
          <ac:chgData name="shilpi gupta" userId="5ce4f23861899b28" providerId="LiveId" clId="{1825121B-4BFF-4AB0-95D4-6A02902E5A5C}" dt="2024-05-23T11:04:57.108" v="455" actId="20577"/>
          <ac:spMkLst>
            <pc:docMk/>
            <pc:sldMk cId="0" sldId="275"/>
            <ac:spMk id="2" creationId="{00000000-0000-0000-0000-000000000000}"/>
          </ac:spMkLst>
        </pc:spChg>
        <pc:spChg chg="mod">
          <ac:chgData name="shilpi gupta" userId="5ce4f23861899b28" providerId="LiveId" clId="{1825121B-4BFF-4AB0-95D4-6A02902E5A5C}" dt="2024-05-23T11:04:04.927" v="301" actId="20577"/>
          <ac:spMkLst>
            <pc:docMk/>
            <pc:sldMk cId="0" sldId="275"/>
            <ac:spMk id="3" creationId="{00000000-0000-0000-0000-000000000000}"/>
          </ac:spMkLst>
        </pc:spChg>
      </pc:sldChg>
      <pc:sldChg chg="del">
        <pc:chgData name="shilpi gupta" userId="5ce4f23861899b28" providerId="LiveId" clId="{1825121B-4BFF-4AB0-95D4-6A02902E5A5C}" dt="2024-05-23T15:41:02.043" v="2502" actId="47"/>
        <pc:sldMkLst>
          <pc:docMk/>
          <pc:sldMk cId="0" sldId="278"/>
        </pc:sldMkLst>
      </pc:sldChg>
      <pc:sldChg chg="addSp modSp mod modAnim">
        <pc:chgData name="shilpi gupta" userId="5ce4f23861899b28" providerId="LiveId" clId="{1825121B-4BFF-4AB0-95D4-6A02902E5A5C}" dt="2024-05-24T08:25:55.669" v="3332"/>
        <pc:sldMkLst>
          <pc:docMk/>
          <pc:sldMk cId="0" sldId="279"/>
        </pc:sldMkLst>
        <pc:spChg chg="mod">
          <ac:chgData name="shilpi gupta" userId="5ce4f23861899b28" providerId="LiveId" clId="{1825121B-4BFF-4AB0-95D4-6A02902E5A5C}" dt="2024-05-23T11:02:22.350" v="121" actId="20577"/>
          <ac:spMkLst>
            <pc:docMk/>
            <pc:sldMk cId="0" sldId="279"/>
            <ac:spMk id="3" creationId="{00000000-0000-0000-0000-000000000000}"/>
          </ac:spMkLst>
        </pc:spChg>
        <pc:spChg chg="mod">
          <ac:chgData name="shilpi gupta" userId="5ce4f23861899b28" providerId="LiveId" clId="{1825121B-4BFF-4AB0-95D4-6A02902E5A5C}" dt="2024-05-23T11:03:49.856" v="277" actId="20577"/>
          <ac:spMkLst>
            <pc:docMk/>
            <pc:sldMk cId="0" sldId="279"/>
            <ac:spMk id="18434" creationId="{00000000-0000-0000-0000-000000000000}"/>
          </ac:spMkLst>
        </pc:spChg>
        <pc:picChg chg="add mod">
          <ac:chgData name="shilpi gupta" userId="5ce4f23861899b28" providerId="LiveId" clId="{1825121B-4BFF-4AB0-95D4-6A02902E5A5C}" dt="2024-05-24T08:25:55.669" v="3332"/>
          <ac:picMkLst>
            <pc:docMk/>
            <pc:sldMk cId="0" sldId="279"/>
            <ac:picMk id="4" creationId="{6D11B0C2-758A-B3F9-E1F9-3F2BB40B6FA7}"/>
          </ac:picMkLst>
        </pc:picChg>
      </pc:sldChg>
      <pc:sldChg chg="del">
        <pc:chgData name="shilpi gupta" userId="5ce4f23861899b28" providerId="LiveId" clId="{1825121B-4BFF-4AB0-95D4-6A02902E5A5C}" dt="2024-05-23T15:18:11.789" v="2089" actId="47"/>
        <pc:sldMkLst>
          <pc:docMk/>
          <pc:sldMk cId="0" sldId="283"/>
        </pc:sldMkLst>
      </pc:sldChg>
      <pc:sldChg chg="modSp modAnim">
        <pc:chgData name="shilpi gupta" userId="5ce4f23861899b28" providerId="LiveId" clId="{1825121B-4BFF-4AB0-95D4-6A02902E5A5C}" dt="2024-05-24T08:24:33.808" v="3324" actId="6549"/>
        <pc:sldMkLst>
          <pc:docMk/>
          <pc:sldMk cId="0" sldId="302"/>
        </pc:sldMkLst>
        <pc:spChg chg="mod">
          <ac:chgData name="shilpi gupta" userId="5ce4f23861899b28" providerId="LiveId" clId="{1825121B-4BFF-4AB0-95D4-6A02902E5A5C}" dt="2024-05-24T08:24:33.808" v="3324" actId="6549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1825121B-4BFF-4AB0-95D4-6A02902E5A5C}" dt="2024-05-24T08:23:04.013" v="3227" actId="20577"/>
        <pc:sldMkLst>
          <pc:docMk/>
          <pc:sldMk cId="0" sldId="303"/>
        </pc:sldMkLst>
        <pc:spChg chg="mod">
          <ac:chgData name="shilpi gupta" userId="5ce4f23861899b28" providerId="LiveId" clId="{1825121B-4BFF-4AB0-95D4-6A02902E5A5C}" dt="2024-05-24T08:23:04.013" v="3227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1825121B-4BFF-4AB0-95D4-6A02902E5A5C}" dt="2024-05-23T11:01:29.745" v="35" actId="20577"/>
          <ac:spMkLst>
            <pc:docMk/>
            <pc:sldMk cId="0" sldId="303"/>
            <ac:spMk id="3" creationId="{00000000-0000-0000-0000-000000000000}"/>
          </ac:spMkLst>
        </pc:spChg>
      </pc:sldChg>
      <pc:sldChg chg="addSp modSp">
        <pc:chgData name="shilpi gupta" userId="5ce4f23861899b28" providerId="LiveId" clId="{1825121B-4BFF-4AB0-95D4-6A02902E5A5C}" dt="2024-06-04T04:31:08.737" v="3364" actId="20577"/>
        <pc:sldMkLst>
          <pc:docMk/>
          <pc:sldMk cId="0" sldId="304"/>
        </pc:sldMkLst>
        <pc:spChg chg="mod">
          <ac:chgData name="shilpi gupta" userId="5ce4f23861899b28" providerId="LiveId" clId="{1825121B-4BFF-4AB0-95D4-6A02902E5A5C}" dt="2024-06-04T04:31:08.737" v="3364" actId="20577"/>
          <ac:spMkLst>
            <pc:docMk/>
            <pc:sldMk cId="0" sldId="304"/>
            <ac:spMk id="4" creationId="{00000000-0000-0000-0000-000000000000}"/>
          </ac:spMkLst>
        </pc:spChg>
        <pc:picChg chg="add mod">
          <ac:chgData name="shilpi gupta" userId="5ce4f23861899b28" providerId="LiveId" clId="{1825121B-4BFF-4AB0-95D4-6A02902E5A5C}" dt="2024-05-23T15:18:00.160" v="2086" actId="14100"/>
          <ac:picMkLst>
            <pc:docMk/>
            <pc:sldMk cId="0" sldId="304"/>
            <ac:picMk id="1026" creationId="{7BA36D8F-A981-D598-3D75-0EE82880BA0F}"/>
          </ac:picMkLst>
        </pc:picChg>
      </pc:sldChg>
      <pc:sldChg chg="del">
        <pc:chgData name="shilpi gupta" userId="5ce4f23861899b28" providerId="LiveId" clId="{1825121B-4BFF-4AB0-95D4-6A02902E5A5C}" dt="2024-05-23T15:41:04.936" v="2506" actId="47"/>
        <pc:sldMkLst>
          <pc:docMk/>
          <pc:sldMk cId="2873325748" sldId="305"/>
        </pc:sldMkLst>
      </pc:sldChg>
      <pc:sldChg chg="del">
        <pc:chgData name="shilpi gupta" userId="5ce4f23861899b28" providerId="LiveId" clId="{1825121B-4BFF-4AB0-95D4-6A02902E5A5C}" dt="2024-05-23T15:41:06.313" v="2507" actId="47"/>
        <pc:sldMkLst>
          <pc:docMk/>
          <pc:sldMk cId="3520298897" sldId="306"/>
        </pc:sldMkLst>
      </pc:sldChg>
      <pc:sldChg chg="modSp new mod">
        <pc:chgData name="shilpi gupta" userId="5ce4f23861899b28" providerId="LiveId" clId="{1825121B-4BFF-4AB0-95D4-6A02902E5A5C}" dt="2024-05-23T11:05:47" v="534" actId="20577"/>
        <pc:sldMkLst>
          <pc:docMk/>
          <pc:sldMk cId="708743409" sldId="307"/>
        </pc:sldMkLst>
        <pc:spChg chg="mod">
          <ac:chgData name="shilpi gupta" userId="5ce4f23861899b28" providerId="LiveId" clId="{1825121B-4BFF-4AB0-95D4-6A02902E5A5C}" dt="2024-05-23T11:05:47" v="534" actId="20577"/>
          <ac:spMkLst>
            <pc:docMk/>
            <pc:sldMk cId="708743409" sldId="307"/>
            <ac:spMk id="2" creationId="{09AA7424-A152-FA87-5886-3DE45620650F}"/>
          </ac:spMkLst>
        </pc:spChg>
        <pc:spChg chg="mod">
          <ac:chgData name="shilpi gupta" userId="5ce4f23861899b28" providerId="LiveId" clId="{1825121B-4BFF-4AB0-95D4-6A02902E5A5C}" dt="2024-05-23T11:05:18.549" v="465" actId="122"/>
          <ac:spMkLst>
            <pc:docMk/>
            <pc:sldMk cId="708743409" sldId="307"/>
            <ac:spMk id="3" creationId="{F9EC34FE-9B94-628C-6382-6CFF5BDCD1CC}"/>
          </ac:spMkLst>
        </pc:spChg>
      </pc:sldChg>
      <pc:sldChg chg="modSp new mod">
        <pc:chgData name="shilpi gupta" userId="5ce4f23861899b28" providerId="LiveId" clId="{1825121B-4BFF-4AB0-95D4-6A02902E5A5C}" dt="2024-05-23T11:06:52.441" v="629" actId="20577"/>
        <pc:sldMkLst>
          <pc:docMk/>
          <pc:sldMk cId="87849002" sldId="308"/>
        </pc:sldMkLst>
        <pc:spChg chg="mod">
          <ac:chgData name="shilpi gupta" userId="5ce4f23861899b28" providerId="LiveId" clId="{1825121B-4BFF-4AB0-95D4-6A02902E5A5C}" dt="2024-05-23T11:06:52.441" v="629" actId="20577"/>
          <ac:spMkLst>
            <pc:docMk/>
            <pc:sldMk cId="87849002" sldId="308"/>
            <ac:spMk id="2" creationId="{38970656-2DCA-0809-2AF1-20D7308BBC0C}"/>
          </ac:spMkLst>
        </pc:spChg>
        <pc:spChg chg="mod">
          <ac:chgData name="shilpi gupta" userId="5ce4f23861899b28" providerId="LiveId" clId="{1825121B-4BFF-4AB0-95D4-6A02902E5A5C}" dt="2024-05-23T11:06:05.770" v="551" actId="20577"/>
          <ac:spMkLst>
            <pc:docMk/>
            <pc:sldMk cId="87849002" sldId="308"/>
            <ac:spMk id="3" creationId="{FA0D1B9E-E50F-DCCC-43BD-4A11A6569274}"/>
          </ac:spMkLst>
        </pc:spChg>
      </pc:sldChg>
      <pc:sldChg chg="modSp new mod">
        <pc:chgData name="shilpi gupta" userId="5ce4f23861899b28" providerId="LiveId" clId="{1825121B-4BFF-4AB0-95D4-6A02902E5A5C}" dt="2024-05-23T11:07:58.726" v="735" actId="20577"/>
        <pc:sldMkLst>
          <pc:docMk/>
          <pc:sldMk cId="234866709" sldId="309"/>
        </pc:sldMkLst>
        <pc:spChg chg="mod">
          <ac:chgData name="shilpi gupta" userId="5ce4f23861899b28" providerId="LiveId" clId="{1825121B-4BFF-4AB0-95D4-6A02902E5A5C}" dt="2024-05-23T11:07:58.726" v="735" actId="20577"/>
          <ac:spMkLst>
            <pc:docMk/>
            <pc:sldMk cId="234866709" sldId="309"/>
            <ac:spMk id="2" creationId="{627C541B-7D55-2F89-0607-A2010E030F22}"/>
          </ac:spMkLst>
        </pc:spChg>
        <pc:spChg chg="mod">
          <ac:chgData name="shilpi gupta" userId="5ce4f23861899b28" providerId="LiveId" clId="{1825121B-4BFF-4AB0-95D4-6A02902E5A5C}" dt="2024-05-23T11:07:08.075" v="639" actId="20577"/>
          <ac:spMkLst>
            <pc:docMk/>
            <pc:sldMk cId="234866709" sldId="309"/>
            <ac:spMk id="3" creationId="{057F8ED8-3E6E-2556-FA11-4A615E4B6A51}"/>
          </ac:spMkLst>
        </pc:spChg>
      </pc:sldChg>
      <pc:sldChg chg="modSp new mod">
        <pc:chgData name="shilpi gupta" userId="5ce4f23861899b28" providerId="LiveId" clId="{1825121B-4BFF-4AB0-95D4-6A02902E5A5C}" dt="2024-05-23T11:09:52.743" v="836" actId="20577"/>
        <pc:sldMkLst>
          <pc:docMk/>
          <pc:sldMk cId="1348417969" sldId="310"/>
        </pc:sldMkLst>
        <pc:spChg chg="mod">
          <ac:chgData name="shilpi gupta" userId="5ce4f23861899b28" providerId="LiveId" clId="{1825121B-4BFF-4AB0-95D4-6A02902E5A5C}" dt="2024-05-23T11:09:52.743" v="836" actId="20577"/>
          <ac:spMkLst>
            <pc:docMk/>
            <pc:sldMk cId="1348417969" sldId="310"/>
            <ac:spMk id="2" creationId="{CB7FAB84-3BD1-48F7-E1B2-E8DFBC607AAF}"/>
          </ac:spMkLst>
        </pc:spChg>
        <pc:spChg chg="mod">
          <ac:chgData name="shilpi gupta" userId="5ce4f23861899b28" providerId="LiveId" clId="{1825121B-4BFF-4AB0-95D4-6A02902E5A5C}" dt="2024-05-23T11:09:24.105" v="769" actId="20577"/>
          <ac:spMkLst>
            <pc:docMk/>
            <pc:sldMk cId="1348417969" sldId="310"/>
            <ac:spMk id="3" creationId="{69275696-C9CC-14F6-5A69-F5B777B5235E}"/>
          </ac:spMkLst>
        </pc:spChg>
      </pc:sldChg>
      <pc:sldChg chg="modSp new mod">
        <pc:chgData name="shilpi gupta" userId="5ce4f23861899b28" providerId="LiveId" clId="{1825121B-4BFF-4AB0-95D4-6A02902E5A5C}" dt="2024-05-23T11:11:26.639" v="958" actId="20577"/>
        <pc:sldMkLst>
          <pc:docMk/>
          <pc:sldMk cId="1901877650" sldId="311"/>
        </pc:sldMkLst>
        <pc:spChg chg="mod">
          <ac:chgData name="shilpi gupta" userId="5ce4f23861899b28" providerId="LiveId" clId="{1825121B-4BFF-4AB0-95D4-6A02902E5A5C}" dt="2024-05-23T11:11:26.639" v="958" actId="20577"/>
          <ac:spMkLst>
            <pc:docMk/>
            <pc:sldMk cId="1901877650" sldId="311"/>
            <ac:spMk id="2" creationId="{3E2ED4A9-9905-4C24-F5DB-0262CEFBBBB9}"/>
          </ac:spMkLst>
        </pc:spChg>
        <pc:spChg chg="mod">
          <ac:chgData name="shilpi gupta" userId="5ce4f23861899b28" providerId="LiveId" clId="{1825121B-4BFF-4AB0-95D4-6A02902E5A5C}" dt="2024-05-23T11:10:42.197" v="874" actId="20577"/>
          <ac:spMkLst>
            <pc:docMk/>
            <pc:sldMk cId="1901877650" sldId="311"/>
            <ac:spMk id="3" creationId="{16C3B71B-D392-F5C5-EC07-0CBA638B7C26}"/>
          </ac:spMkLst>
        </pc:spChg>
      </pc:sldChg>
      <pc:sldChg chg="modSp new mod">
        <pc:chgData name="shilpi gupta" userId="5ce4f23861899b28" providerId="LiveId" clId="{1825121B-4BFF-4AB0-95D4-6A02902E5A5C}" dt="2024-05-23T11:12:29.560" v="1049" actId="5793"/>
        <pc:sldMkLst>
          <pc:docMk/>
          <pc:sldMk cId="2624257296" sldId="312"/>
        </pc:sldMkLst>
        <pc:spChg chg="mod">
          <ac:chgData name="shilpi gupta" userId="5ce4f23861899b28" providerId="LiveId" clId="{1825121B-4BFF-4AB0-95D4-6A02902E5A5C}" dt="2024-05-23T11:12:29.560" v="1049" actId="5793"/>
          <ac:spMkLst>
            <pc:docMk/>
            <pc:sldMk cId="2624257296" sldId="312"/>
            <ac:spMk id="2" creationId="{395F24E0-1843-61F9-3EB8-B0399E6D2294}"/>
          </ac:spMkLst>
        </pc:spChg>
        <pc:spChg chg="mod">
          <ac:chgData name="shilpi gupta" userId="5ce4f23861899b28" providerId="LiveId" clId="{1825121B-4BFF-4AB0-95D4-6A02902E5A5C}" dt="2024-05-23T11:11:50.581" v="974" actId="20577"/>
          <ac:spMkLst>
            <pc:docMk/>
            <pc:sldMk cId="2624257296" sldId="312"/>
            <ac:spMk id="3" creationId="{2E4D50C6-782B-BD51-DC6A-F73612E90B02}"/>
          </ac:spMkLst>
        </pc:spChg>
      </pc:sldChg>
      <pc:sldChg chg="modSp new mod">
        <pc:chgData name="shilpi gupta" userId="5ce4f23861899b28" providerId="LiveId" clId="{1825121B-4BFF-4AB0-95D4-6A02902E5A5C}" dt="2024-05-23T11:17:02.131" v="1172" actId="20577"/>
        <pc:sldMkLst>
          <pc:docMk/>
          <pc:sldMk cId="2945510849" sldId="313"/>
        </pc:sldMkLst>
        <pc:spChg chg="mod">
          <ac:chgData name="shilpi gupta" userId="5ce4f23861899b28" providerId="LiveId" clId="{1825121B-4BFF-4AB0-95D4-6A02902E5A5C}" dt="2024-05-23T11:17:02.131" v="1172" actId="20577"/>
          <ac:spMkLst>
            <pc:docMk/>
            <pc:sldMk cId="2945510849" sldId="313"/>
            <ac:spMk id="2" creationId="{4A62B7AF-B2C1-30B5-4AE1-9C63330B627C}"/>
          </ac:spMkLst>
        </pc:spChg>
        <pc:spChg chg="mod">
          <ac:chgData name="shilpi gupta" userId="5ce4f23861899b28" providerId="LiveId" clId="{1825121B-4BFF-4AB0-95D4-6A02902E5A5C}" dt="2024-05-23T11:16:17.964" v="1081" actId="20577"/>
          <ac:spMkLst>
            <pc:docMk/>
            <pc:sldMk cId="2945510849" sldId="313"/>
            <ac:spMk id="3" creationId="{BF771934-CC31-D511-F74A-78630C067053}"/>
          </ac:spMkLst>
        </pc:spChg>
      </pc:sldChg>
      <pc:sldChg chg="modSp new mod">
        <pc:chgData name="shilpi gupta" userId="5ce4f23861899b28" providerId="LiveId" clId="{1825121B-4BFF-4AB0-95D4-6A02902E5A5C}" dt="2024-05-23T11:18:03.356" v="1250" actId="5793"/>
        <pc:sldMkLst>
          <pc:docMk/>
          <pc:sldMk cId="3227058457" sldId="314"/>
        </pc:sldMkLst>
        <pc:spChg chg="mod">
          <ac:chgData name="shilpi gupta" userId="5ce4f23861899b28" providerId="LiveId" clId="{1825121B-4BFF-4AB0-95D4-6A02902E5A5C}" dt="2024-05-23T11:18:03.356" v="1250" actId="5793"/>
          <ac:spMkLst>
            <pc:docMk/>
            <pc:sldMk cId="3227058457" sldId="314"/>
            <ac:spMk id="2" creationId="{FA21D101-1B95-C66E-2945-539FA992C29B}"/>
          </ac:spMkLst>
        </pc:spChg>
        <pc:spChg chg="mod">
          <ac:chgData name="shilpi gupta" userId="5ce4f23861899b28" providerId="LiveId" clId="{1825121B-4BFF-4AB0-95D4-6A02902E5A5C}" dt="2024-05-23T11:17:17.478" v="1199" actId="122"/>
          <ac:spMkLst>
            <pc:docMk/>
            <pc:sldMk cId="3227058457" sldId="314"/>
            <ac:spMk id="3" creationId="{F394127D-33D0-20AC-6EB4-19698DF131FE}"/>
          </ac:spMkLst>
        </pc:spChg>
      </pc:sldChg>
      <pc:sldChg chg="modSp new mod">
        <pc:chgData name="shilpi gupta" userId="5ce4f23861899b28" providerId="LiveId" clId="{1825121B-4BFF-4AB0-95D4-6A02902E5A5C}" dt="2024-05-23T11:19:03.763" v="1337" actId="20577"/>
        <pc:sldMkLst>
          <pc:docMk/>
          <pc:sldMk cId="657843468" sldId="315"/>
        </pc:sldMkLst>
        <pc:spChg chg="mod">
          <ac:chgData name="shilpi gupta" userId="5ce4f23861899b28" providerId="LiveId" clId="{1825121B-4BFF-4AB0-95D4-6A02902E5A5C}" dt="2024-05-23T11:19:03.763" v="1337" actId="20577"/>
          <ac:spMkLst>
            <pc:docMk/>
            <pc:sldMk cId="657843468" sldId="315"/>
            <ac:spMk id="2" creationId="{7D2B1818-C362-9EBA-5EE9-05D90B7C08C8}"/>
          </ac:spMkLst>
        </pc:spChg>
        <pc:spChg chg="mod">
          <ac:chgData name="shilpi gupta" userId="5ce4f23861899b28" providerId="LiveId" clId="{1825121B-4BFF-4AB0-95D4-6A02902E5A5C}" dt="2024-05-23T11:18:31.236" v="1278" actId="20577"/>
          <ac:spMkLst>
            <pc:docMk/>
            <pc:sldMk cId="657843468" sldId="315"/>
            <ac:spMk id="3" creationId="{9CAA5C6B-4257-11EC-53A9-8A24F08CC65A}"/>
          </ac:spMkLst>
        </pc:spChg>
      </pc:sldChg>
      <pc:sldChg chg="modSp new mod">
        <pc:chgData name="shilpi gupta" userId="5ce4f23861899b28" providerId="LiveId" clId="{1825121B-4BFF-4AB0-95D4-6A02902E5A5C}" dt="2024-05-23T11:19:58.798" v="1426" actId="20577"/>
        <pc:sldMkLst>
          <pc:docMk/>
          <pc:sldMk cId="586535592" sldId="316"/>
        </pc:sldMkLst>
        <pc:spChg chg="mod">
          <ac:chgData name="shilpi gupta" userId="5ce4f23861899b28" providerId="LiveId" clId="{1825121B-4BFF-4AB0-95D4-6A02902E5A5C}" dt="2024-05-23T11:19:58.798" v="1426" actId="20577"/>
          <ac:spMkLst>
            <pc:docMk/>
            <pc:sldMk cId="586535592" sldId="316"/>
            <ac:spMk id="2" creationId="{1F62F921-6457-DE20-CC1B-568D8ACDFCBB}"/>
          </ac:spMkLst>
        </pc:spChg>
        <pc:spChg chg="mod">
          <ac:chgData name="shilpi gupta" userId="5ce4f23861899b28" providerId="LiveId" clId="{1825121B-4BFF-4AB0-95D4-6A02902E5A5C}" dt="2024-05-23T11:19:31.284" v="1355" actId="122"/>
          <ac:spMkLst>
            <pc:docMk/>
            <pc:sldMk cId="586535592" sldId="316"/>
            <ac:spMk id="3" creationId="{9C01B88A-454C-8A54-31C2-3CD081125236}"/>
          </ac:spMkLst>
        </pc:spChg>
      </pc:sldChg>
      <pc:sldChg chg="modSp new mod">
        <pc:chgData name="shilpi gupta" userId="5ce4f23861899b28" providerId="LiveId" clId="{1825121B-4BFF-4AB0-95D4-6A02902E5A5C}" dt="2024-05-23T11:28:22.358" v="1450" actId="20577"/>
        <pc:sldMkLst>
          <pc:docMk/>
          <pc:sldMk cId="1854470539" sldId="317"/>
        </pc:sldMkLst>
        <pc:spChg chg="mod">
          <ac:chgData name="shilpi gupta" userId="5ce4f23861899b28" providerId="LiveId" clId="{1825121B-4BFF-4AB0-95D4-6A02902E5A5C}" dt="2024-05-23T11:28:22.358" v="1450" actId="20577"/>
          <ac:spMkLst>
            <pc:docMk/>
            <pc:sldMk cId="1854470539" sldId="317"/>
            <ac:spMk id="2" creationId="{E0CBBD26-8901-0243-F4DD-2018A12EC894}"/>
          </ac:spMkLst>
        </pc:spChg>
      </pc:sldChg>
      <pc:sldChg chg="modSp new mod">
        <pc:chgData name="shilpi gupta" userId="5ce4f23861899b28" providerId="LiveId" clId="{1825121B-4BFF-4AB0-95D4-6A02902E5A5C}" dt="2024-05-23T15:19:11.985" v="2136" actId="20577"/>
        <pc:sldMkLst>
          <pc:docMk/>
          <pc:sldMk cId="4081438048" sldId="318"/>
        </pc:sldMkLst>
        <pc:spChg chg="mod">
          <ac:chgData name="shilpi gupta" userId="5ce4f23861899b28" providerId="LiveId" clId="{1825121B-4BFF-4AB0-95D4-6A02902E5A5C}" dt="2024-05-23T15:19:11.985" v="2136" actId="20577"/>
          <ac:spMkLst>
            <pc:docMk/>
            <pc:sldMk cId="4081438048" sldId="318"/>
            <ac:spMk id="2" creationId="{D9433FCF-FEEA-2A99-5E01-058D58F5CA98}"/>
          </ac:spMkLst>
        </pc:spChg>
        <pc:spChg chg="mod">
          <ac:chgData name="shilpi gupta" userId="5ce4f23861899b28" providerId="LiveId" clId="{1825121B-4BFF-4AB0-95D4-6A02902E5A5C}" dt="2024-05-23T15:18:59.146" v="2114" actId="20577"/>
          <ac:spMkLst>
            <pc:docMk/>
            <pc:sldMk cId="4081438048" sldId="318"/>
            <ac:spMk id="3" creationId="{FEBB22BA-31CF-539E-E447-20CEB960E581}"/>
          </ac:spMkLst>
        </pc:spChg>
      </pc:sldChg>
      <pc:sldChg chg="modSp new mod">
        <pc:chgData name="shilpi gupta" userId="5ce4f23861899b28" providerId="LiveId" clId="{1825121B-4BFF-4AB0-95D4-6A02902E5A5C}" dt="2024-05-24T08:23:45.722" v="3228" actId="20577"/>
        <pc:sldMkLst>
          <pc:docMk/>
          <pc:sldMk cId="1505337766" sldId="319"/>
        </pc:sldMkLst>
        <pc:spChg chg="mod">
          <ac:chgData name="shilpi gupta" userId="5ce4f23861899b28" providerId="LiveId" clId="{1825121B-4BFF-4AB0-95D4-6A02902E5A5C}" dt="2024-05-24T08:23:45.722" v="3228" actId="20577"/>
          <ac:spMkLst>
            <pc:docMk/>
            <pc:sldMk cId="1505337766" sldId="319"/>
            <ac:spMk id="2" creationId="{C83DB603-715B-4D90-970F-FE852BF398CA}"/>
          </ac:spMkLst>
        </pc:spChg>
        <pc:spChg chg="mod">
          <ac:chgData name="shilpi gupta" userId="5ce4f23861899b28" providerId="LiveId" clId="{1825121B-4BFF-4AB0-95D4-6A02902E5A5C}" dt="2024-05-23T11:30:41.634" v="1597" actId="20577"/>
          <ac:spMkLst>
            <pc:docMk/>
            <pc:sldMk cId="1505337766" sldId="319"/>
            <ac:spMk id="3" creationId="{9C29F74C-D94E-57EE-D5B3-790DCC9555B3}"/>
          </ac:spMkLst>
        </pc:spChg>
      </pc:sldChg>
      <pc:sldChg chg="addSp modSp new mod">
        <pc:chgData name="shilpi gupta" userId="5ce4f23861899b28" providerId="LiveId" clId="{1825121B-4BFF-4AB0-95D4-6A02902E5A5C}" dt="2024-05-23T15:21:39.146" v="2185" actId="1076"/>
        <pc:sldMkLst>
          <pc:docMk/>
          <pc:sldMk cId="1395430108" sldId="320"/>
        </pc:sldMkLst>
        <pc:spChg chg="mod">
          <ac:chgData name="shilpi gupta" userId="5ce4f23861899b28" providerId="LiveId" clId="{1825121B-4BFF-4AB0-95D4-6A02902E5A5C}" dt="2024-05-23T15:21:30.338" v="2182" actId="20577"/>
          <ac:spMkLst>
            <pc:docMk/>
            <pc:sldMk cId="1395430108" sldId="320"/>
            <ac:spMk id="2" creationId="{2520483D-FB86-7334-CC53-5837115CACC2}"/>
          </ac:spMkLst>
        </pc:spChg>
        <pc:spChg chg="mod">
          <ac:chgData name="shilpi gupta" userId="5ce4f23861899b28" providerId="LiveId" clId="{1825121B-4BFF-4AB0-95D4-6A02902E5A5C}" dt="2024-05-23T11:34:48.140" v="1781" actId="20577"/>
          <ac:spMkLst>
            <pc:docMk/>
            <pc:sldMk cId="1395430108" sldId="320"/>
            <ac:spMk id="3" creationId="{10495039-9BE2-04DD-FAB4-7782AAF993C7}"/>
          </ac:spMkLst>
        </pc:spChg>
        <pc:picChg chg="add mod">
          <ac:chgData name="shilpi gupta" userId="5ce4f23861899b28" providerId="LiveId" clId="{1825121B-4BFF-4AB0-95D4-6A02902E5A5C}" dt="2024-05-23T15:21:39.146" v="2185" actId="1076"/>
          <ac:picMkLst>
            <pc:docMk/>
            <pc:sldMk cId="1395430108" sldId="320"/>
            <ac:picMk id="2050" creationId="{9801EDE2-E2F1-66AD-EED4-1B9A555777A4}"/>
          </ac:picMkLst>
        </pc:picChg>
      </pc:sldChg>
      <pc:sldChg chg="modSp new mod">
        <pc:chgData name="shilpi gupta" userId="5ce4f23861899b28" providerId="LiveId" clId="{1825121B-4BFF-4AB0-95D4-6A02902E5A5C}" dt="2024-05-23T11:37:05.221" v="1944" actId="20577"/>
        <pc:sldMkLst>
          <pc:docMk/>
          <pc:sldMk cId="2548785845" sldId="321"/>
        </pc:sldMkLst>
        <pc:spChg chg="mod">
          <ac:chgData name="shilpi gupta" userId="5ce4f23861899b28" providerId="LiveId" clId="{1825121B-4BFF-4AB0-95D4-6A02902E5A5C}" dt="2024-05-23T11:36:02.335" v="1893" actId="20577"/>
          <ac:spMkLst>
            <pc:docMk/>
            <pc:sldMk cId="2548785845" sldId="321"/>
            <ac:spMk id="2" creationId="{F183039E-F441-F90B-6139-24CC79E84327}"/>
          </ac:spMkLst>
        </pc:spChg>
        <pc:spChg chg="mod">
          <ac:chgData name="shilpi gupta" userId="5ce4f23861899b28" providerId="LiveId" clId="{1825121B-4BFF-4AB0-95D4-6A02902E5A5C}" dt="2024-05-23T11:37:05.221" v="1944" actId="20577"/>
          <ac:spMkLst>
            <pc:docMk/>
            <pc:sldMk cId="2548785845" sldId="321"/>
            <ac:spMk id="3" creationId="{06425A2D-A6A7-C665-75EB-26B68224B4C4}"/>
          </ac:spMkLst>
        </pc:spChg>
      </pc:sldChg>
      <pc:sldChg chg="modSp new mod">
        <pc:chgData name="shilpi gupta" userId="5ce4f23861899b28" providerId="LiveId" clId="{1825121B-4BFF-4AB0-95D4-6A02902E5A5C}" dt="2024-05-23T11:36:52.300" v="1938" actId="20577"/>
        <pc:sldMkLst>
          <pc:docMk/>
          <pc:sldMk cId="221513343" sldId="322"/>
        </pc:sldMkLst>
        <pc:spChg chg="mod">
          <ac:chgData name="shilpi gupta" userId="5ce4f23861899b28" providerId="LiveId" clId="{1825121B-4BFF-4AB0-95D4-6A02902E5A5C}" dt="2024-05-23T11:36:52.300" v="1938" actId="20577"/>
          <ac:spMkLst>
            <pc:docMk/>
            <pc:sldMk cId="221513343" sldId="322"/>
            <ac:spMk id="2" creationId="{87E62548-71D8-7A8A-7585-969CB13A56AB}"/>
          </ac:spMkLst>
        </pc:spChg>
        <pc:spChg chg="mod">
          <ac:chgData name="shilpi gupta" userId="5ce4f23861899b28" providerId="LiveId" clId="{1825121B-4BFF-4AB0-95D4-6A02902E5A5C}" dt="2024-05-23T11:36:34.173" v="1922" actId="20577"/>
          <ac:spMkLst>
            <pc:docMk/>
            <pc:sldMk cId="221513343" sldId="322"/>
            <ac:spMk id="3" creationId="{CA9D4BF4-CE37-E31A-9B65-2A949FDC8FB2}"/>
          </ac:spMkLst>
        </pc:spChg>
      </pc:sldChg>
      <pc:sldChg chg="modSp new mod">
        <pc:chgData name="shilpi gupta" userId="5ce4f23861899b28" providerId="LiveId" clId="{1825121B-4BFF-4AB0-95D4-6A02902E5A5C}" dt="2024-05-23T11:38:05.818" v="2042" actId="20577"/>
        <pc:sldMkLst>
          <pc:docMk/>
          <pc:sldMk cId="3711207397" sldId="323"/>
        </pc:sldMkLst>
        <pc:spChg chg="mod">
          <ac:chgData name="shilpi gupta" userId="5ce4f23861899b28" providerId="LiveId" clId="{1825121B-4BFF-4AB0-95D4-6A02902E5A5C}" dt="2024-05-23T11:38:05.818" v="2042" actId="20577"/>
          <ac:spMkLst>
            <pc:docMk/>
            <pc:sldMk cId="3711207397" sldId="323"/>
            <ac:spMk id="2" creationId="{B5F220F6-B858-E847-938D-6D65A72AAF0B}"/>
          </ac:spMkLst>
        </pc:spChg>
        <pc:spChg chg="mod">
          <ac:chgData name="shilpi gupta" userId="5ce4f23861899b28" providerId="LiveId" clId="{1825121B-4BFF-4AB0-95D4-6A02902E5A5C}" dt="2024-05-23T11:37:31.369" v="1986" actId="20577"/>
          <ac:spMkLst>
            <pc:docMk/>
            <pc:sldMk cId="3711207397" sldId="323"/>
            <ac:spMk id="3" creationId="{19CEE922-D12D-48B8-314A-0CCB09B486DB}"/>
          </ac:spMkLst>
        </pc:spChg>
      </pc:sldChg>
      <pc:sldChg chg="modSp new mod">
        <pc:chgData name="shilpi gupta" userId="5ce4f23861899b28" providerId="LiveId" clId="{1825121B-4BFF-4AB0-95D4-6A02902E5A5C}" dt="2024-05-23T11:38:31.339" v="2077" actId="20577"/>
        <pc:sldMkLst>
          <pc:docMk/>
          <pc:sldMk cId="546927331" sldId="324"/>
        </pc:sldMkLst>
        <pc:spChg chg="mod">
          <ac:chgData name="shilpi gupta" userId="5ce4f23861899b28" providerId="LiveId" clId="{1825121B-4BFF-4AB0-95D4-6A02902E5A5C}" dt="2024-05-23T11:38:31.339" v="2077" actId="20577"/>
          <ac:spMkLst>
            <pc:docMk/>
            <pc:sldMk cId="546927331" sldId="324"/>
            <ac:spMk id="2" creationId="{D797E1BE-2454-4665-6106-2C3082E690D2}"/>
          </ac:spMkLst>
        </pc:spChg>
        <pc:spChg chg="mod">
          <ac:chgData name="shilpi gupta" userId="5ce4f23861899b28" providerId="LiveId" clId="{1825121B-4BFF-4AB0-95D4-6A02902E5A5C}" dt="2024-05-23T11:38:23.610" v="2062" actId="20577"/>
          <ac:spMkLst>
            <pc:docMk/>
            <pc:sldMk cId="546927331" sldId="324"/>
            <ac:spMk id="3" creationId="{5A3F7B21-BFE5-963D-6EA3-A360B6358ED5}"/>
          </ac:spMkLst>
        </pc:spChg>
      </pc:sldChg>
      <pc:sldChg chg="modSp new mod">
        <pc:chgData name="shilpi gupta" userId="5ce4f23861899b28" providerId="LiveId" clId="{1825121B-4BFF-4AB0-95D4-6A02902E5A5C}" dt="2024-05-23T15:41:29.186" v="2530" actId="20577"/>
        <pc:sldMkLst>
          <pc:docMk/>
          <pc:sldMk cId="1669534364" sldId="325"/>
        </pc:sldMkLst>
        <pc:spChg chg="mod">
          <ac:chgData name="shilpi gupta" userId="5ce4f23861899b28" providerId="LiveId" clId="{1825121B-4BFF-4AB0-95D4-6A02902E5A5C}" dt="2024-05-23T15:41:29.186" v="2530" actId="20577"/>
          <ac:spMkLst>
            <pc:docMk/>
            <pc:sldMk cId="1669534364" sldId="325"/>
            <ac:spMk id="2" creationId="{91496193-CA8D-6C1E-A960-F4D50E67F164}"/>
          </ac:spMkLst>
        </pc:spChg>
        <pc:spChg chg="mod">
          <ac:chgData name="shilpi gupta" userId="5ce4f23861899b28" providerId="LiveId" clId="{1825121B-4BFF-4AB0-95D4-6A02902E5A5C}" dt="2024-05-23T15:22:34.534" v="2224" actId="20577"/>
          <ac:spMkLst>
            <pc:docMk/>
            <pc:sldMk cId="1669534364" sldId="325"/>
            <ac:spMk id="3" creationId="{C012548D-9165-AA9F-2E18-DE9377DC929A}"/>
          </ac:spMkLst>
        </pc:spChg>
      </pc:sldChg>
      <pc:sldChg chg="modSp new mod">
        <pc:chgData name="shilpi gupta" userId="5ce4f23861899b28" providerId="LiveId" clId="{1825121B-4BFF-4AB0-95D4-6A02902E5A5C}" dt="2024-05-24T08:09:21.352" v="2618" actId="20577"/>
        <pc:sldMkLst>
          <pc:docMk/>
          <pc:sldMk cId="1666525737" sldId="326"/>
        </pc:sldMkLst>
        <pc:spChg chg="mod">
          <ac:chgData name="shilpi gupta" userId="5ce4f23861899b28" providerId="LiveId" clId="{1825121B-4BFF-4AB0-95D4-6A02902E5A5C}" dt="2024-05-24T08:09:21.352" v="2618" actId="20577"/>
          <ac:spMkLst>
            <pc:docMk/>
            <pc:sldMk cId="1666525737" sldId="326"/>
            <ac:spMk id="2" creationId="{44723B47-BD6C-6472-760C-A12D9DB7CD0A}"/>
          </ac:spMkLst>
        </pc:spChg>
        <pc:spChg chg="mod">
          <ac:chgData name="shilpi gupta" userId="5ce4f23861899b28" providerId="LiveId" clId="{1825121B-4BFF-4AB0-95D4-6A02902E5A5C}" dt="2024-05-23T15:45:40.756" v="2571" actId="5793"/>
          <ac:spMkLst>
            <pc:docMk/>
            <pc:sldMk cId="1666525737" sldId="326"/>
            <ac:spMk id="3" creationId="{BDEF4C0B-5FE9-9BEC-EBDE-2BB2BE6F4281}"/>
          </ac:spMkLst>
        </pc:spChg>
      </pc:sldChg>
      <pc:sldChg chg="modSp new mod">
        <pc:chgData name="shilpi gupta" userId="5ce4f23861899b28" providerId="LiveId" clId="{1825121B-4BFF-4AB0-95D4-6A02902E5A5C}" dt="2024-05-24T08:10:14.644" v="2654" actId="20577"/>
        <pc:sldMkLst>
          <pc:docMk/>
          <pc:sldMk cId="3045406790" sldId="327"/>
        </pc:sldMkLst>
        <pc:spChg chg="mod">
          <ac:chgData name="shilpi gupta" userId="5ce4f23861899b28" providerId="LiveId" clId="{1825121B-4BFF-4AB0-95D4-6A02902E5A5C}" dt="2024-05-24T08:10:14.644" v="2654" actId="20577"/>
          <ac:spMkLst>
            <pc:docMk/>
            <pc:sldMk cId="3045406790" sldId="327"/>
            <ac:spMk id="2" creationId="{56811FFC-A7D6-5EE2-CC90-8E7701BAC947}"/>
          </ac:spMkLst>
        </pc:spChg>
        <pc:spChg chg="mod">
          <ac:chgData name="shilpi gupta" userId="5ce4f23861899b28" providerId="LiveId" clId="{1825121B-4BFF-4AB0-95D4-6A02902E5A5C}" dt="2024-05-24T08:09:35.084" v="2636" actId="122"/>
          <ac:spMkLst>
            <pc:docMk/>
            <pc:sldMk cId="3045406790" sldId="327"/>
            <ac:spMk id="3" creationId="{2233D903-066E-BD26-14E8-B6F87373BAA2}"/>
          </ac:spMkLst>
        </pc:spChg>
      </pc:sldChg>
      <pc:sldChg chg="addSp delSp modSp new mod">
        <pc:chgData name="shilpi gupta" userId="5ce4f23861899b28" providerId="LiveId" clId="{1825121B-4BFF-4AB0-95D4-6A02902E5A5C}" dt="2024-05-24T08:27:23.419" v="3334" actId="1076"/>
        <pc:sldMkLst>
          <pc:docMk/>
          <pc:sldMk cId="1089236490" sldId="328"/>
        </pc:sldMkLst>
        <pc:spChg chg="del">
          <ac:chgData name="shilpi gupta" userId="5ce4f23861899b28" providerId="LiveId" clId="{1825121B-4BFF-4AB0-95D4-6A02902E5A5C}" dt="2024-05-24T08:12:02.724" v="2656"/>
          <ac:spMkLst>
            <pc:docMk/>
            <pc:sldMk cId="1089236490" sldId="328"/>
            <ac:spMk id="2" creationId="{2AD8D708-46AA-212F-6F13-FD19BC58821F}"/>
          </ac:spMkLst>
        </pc:spChg>
        <pc:spChg chg="mod">
          <ac:chgData name="shilpi gupta" userId="5ce4f23861899b28" providerId="LiveId" clId="{1825121B-4BFF-4AB0-95D4-6A02902E5A5C}" dt="2024-05-24T08:27:18.557" v="3333" actId="122"/>
          <ac:spMkLst>
            <pc:docMk/>
            <pc:sldMk cId="1089236490" sldId="328"/>
            <ac:spMk id="3" creationId="{A746591A-968C-FBA1-5939-B59268789F0C}"/>
          </ac:spMkLst>
        </pc:spChg>
        <pc:spChg chg="add del mod">
          <ac:chgData name="shilpi gupta" userId="5ce4f23861899b28" providerId="LiveId" clId="{1825121B-4BFF-4AB0-95D4-6A02902E5A5C}" dt="2024-05-24T08:12:05.923" v="2657"/>
          <ac:spMkLst>
            <pc:docMk/>
            <pc:sldMk cId="1089236490" sldId="328"/>
            <ac:spMk id="4" creationId="{3B5D013F-B9E9-9357-4765-5BA406511FE5}"/>
          </ac:spMkLst>
        </pc:spChg>
        <pc:spChg chg="add del mod">
          <ac:chgData name="shilpi gupta" userId="5ce4f23861899b28" providerId="LiveId" clId="{1825121B-4BFF-4AB0-95D4-6A02902E5A5C}" dt="2024-05-24T08:12:16.528" v="2658"/>
          <ac:spMkLst>
            <pc:docMk/>
            <pc:sldMk cId="1089236490" sldId="328"/>
            <ac:spMk id="5" creationId="{A6D152FB-12D8-6320-0540-F43E247BFD76}"/>
          </ac:spMkLst>
        </pc:spChg>
        <pc:spChg chg="add del mod">
          <ac:chgData name="shilpi gupta" userId="5ce4f23861899b28" providerId="LiveId" clId="{1825121B-4BFF-4AB0-95D4-6A02902E5A5C}" dt="2024-05-24T08:12:18.377" v="2659"/>
          <ac:spMkLst>
            <pc:docMk/>
            <pc:sldMk cId="1089236490" sldId="328"/>
            <ac:spMk id="6" creationId="{29E606B6-2C14-6D0C-56DD-592F17C6BB7E}"/>
          </ac:spMkLst>
        </pc:spChg>
        <pc:spChg chg="add del mod">
          <ac:chgData name="shilpi gupta" userId="5ce4f23861899b28" providerId="LiveId" clId="{1825121B-4BFF-4AB0-95D4-6A02902E5A5C}" dt="2024-05-24T08:12:37.552" v="2660"/>
          <ac:spMkLst>
            <pc:docMk/>
            <pc:sldMk cId="1089236490" sldId="328"/>
            <ac:spMk id="7" creationId="{CBF26D72-FF1F-99C3-69BC-394E02AF6D10}"/>
          </ac:spMkLst>
        </pc:spChg>
        <pc:spChg chg="add del mod">
          <ac:chgData name="shilpi gupta" userId="5ce4f23861899b28" providerId="LiveId" clId="{1825121B-4BFF-4AB0-95D4-6A02902E5A5C}" dt="2024-05-24T08:13:04.864" v="2661"/>
          <ac:spMkLst>
            <pc:docMk/>
            <pc:sldMk cId="1089236490" sldId="328"/>
            <ac:spMk id="8" creationId="{898DF8FC-CAEB-F0C9-8D08-B7F34DEDB48F}"/>
          </ac:spMkLst>
        </pc:spChg>
        <pc:spChg chg="add del mod">
          <ac:chgData name="shilpi gupta" userId="5ce4f23861899b28" providerId="LiveId" clId="{1825121B-4BFF-4AB0-95D4-6A02902E5A5C}" dt="2024-05-24T08:13:23.297" v="2662"/>
          <ac:spMkLst>
            <pc:docMk/>
            <pc:sldMk cId="1089236490" sldId="328"/>
            <ac:spMk id="9" creationId="{86E7481F-E4B0-5652-E151-A08F4168C3E0}"/>
          </ac:spMkLst>
        </pc:spChg>
        <pc:spChg chg="add del mod">
          <ac:chgData name="shilpi gupta" userId="5ce4f23861899b28" providerId="LiveId" clId="{1825121B-4BFF-4AB0-95D4-6A02902E5A5C}" dt="2024-05-24T08:14:02.364" v="2663"/>
          <ac:spMkLst>
            <pc:docMk/>
            <pc:sldMk cId="1089236490" sldId="328"/>
            <ac:spMk id="10" creationId="{7F3A0C28-11C5-8501-4D33-C9336E665B57}"/>
          </ac:spMkLst>
        </pc:spChg>
        <pc:picChg chg="add mod">
          <ac:chgData name="shilpi gupta" userId="5ce4f23861899b28" providerId="LiveId" clId="{1825121B-4BFF-4AB0-95D4-6A02902E5A5C}" dt="2024-05-24T08:27:23.419" v="3334" actId="1076"/>
          <ac:picMkLst>
            <pc:docMk/>
            <pc:sldMk cId="1089236490" sldId="328"/>
            <ac:picMk id="3088" creationId="{B00EC825-3772-F4AF-EF00-D5CE009F910E}"/>
          </ac:picMkLst>
        </pc:picChg>
      </pc:sldChg>
      <pc:sldChg chg="addSp delSp modSp new mod">
        <pc:chgData name="shilpi gupta" userId="5ce4f23861899b28" providerId="LiveId" clId="{1825121B-4BFF-4AB0-95D4-6A02902E5A5C}" dt="2024-05-24T08:18:03.883" v="2830" actId="1076"/>
        <pc:sldMkLst>
          <pc:docMk/>
          <pc:sldMk cId="1375260716" sldId="329"/>
        </pc:sldMkLst>
        <pc:spChg chg="del">
          <ac:chgData name="shilpi gupta" userId="5ce4f23861899b28" providerId="LiveId" clId="{1825121B-4BFF-4AB0-95D4-6A02902E5A5C}" dt="2024-05-24T08:15:55.324" v="2694"/>
          <ac:spMkLst>
            <pc:docMk/>
            <pc:sldMk cId="1375260716" sldId="329"/>
            <ac:spMk id="2" creationId="{8570737B-7AD4-5FBB-B161-16D31F58D203}"/>
          </ac:spMkLst>
        </pc:spChg>
        <pc:spChg chg="mod">
          <ac:chgData name="shilpi gupta" userId="5ce4f23861899b28" providerId="LiveId" clId="{1825121B-4BFF-4AB0-95D4-6A02902E5A5C}" dt="2024-05-24T08:16:23.472" v="2735" actId="20577"/>
          <ac:spMkLst>
            <pc:docMk/>
            <pc:sldMk cId="1375260716" sldId="329"/>
            <ac:spMk id="3" creationId="{DF071CCF-8800-E243-3126-99534CF5E3D5}"/>
          </ac:spMkLst>
        </pc:spChg>
        <pc:picChg chg="add mod">
          <ac:chgData name="shilpi gupta" userId="5ce4f23861899b28" providerId="LiveId" clId="{1825121B-4BFF-4AB0-95D4-6A02902E5A5C}" dt="2024-05-24T08:18:03.883" v="2830" actId="1076"/>
          <ac:picMkLst>
            <pc:docMk/>
            <pc:sldMk cId="1375260716" sldId="329"/>
            <ac:picMk id="5" creationId="{019FC472-9E8C-B871-5343-05C8A5C5565B}"/>
          </ac:picMkLst>
        </pc:picChg>
      </pc:sldChg>
      <pc:sldChg chg="modSp new mod">
        <pc:chgData name="shilpi gupta" userId="5ce4f23861899b28" providerId="LiveId" clId="{1825121B-4BFF-4AB0-95D4-6A02902E5A5C}" dt="2024-05-24T08:17:55.142" v="2829" actId="5793"/>
        <pc:sldMkLst>
          <pc:docMk/>
          <pc:sldMk cId="829989937" sldId="330"/>
        </pc:sldMkLst>
        <pc:spChg chg="mod">
          <ac:chgData name="shilpi gupta" userId="5ce4f23861899b28" providerId="LiveId" clId="{1825121B-4BFF-4AB0-95D4-6A02902E5A5C}" dt="2024-05-24T08:17:34.827" v="2805" actId="20577"/>
          <ac:spMkLst>
            <pc:docMk/>
            <pc:sldMk cId="829989937" sldId="330"/>
            <ac:spMk id="2" creationId="{4D2C3EBF-427F-8B19-A391-72D42F7599EE}"/>
          </ac:spMkLst>
        </pc:spChg>
        <pc:spChg chg="mod">
          <ac:chgData name="shilpi gupta" userId="5ce4f23861899b28" providerId="LiveId" clId="{1825121B-4BFF-4AB0-95D4-6A02902E5A5C}" dt="2024-05-24T08:17:55.142" v="2829" actId="5793"/>
          <ac:spMkLst>
            <pc:docMk/>
            <pc:sldMk cId="829989937" sldId="330"/>
            <ac:spMk id="3" creationId="{B01680D3-E6BF-E437-232A-C43C864D0E9E}"/>
          </ac:spMkLst>
        </pc:spChg>
      </pc:sldChg>
      <pc:sldChg chg="modSp new mod">
        <pc:chgData name="shilpi gupta" userId="5ce4f23861899b28" providerId="LiveId" clId="{1825121B-4BFF-4AB0-95D4-6A02902E5A5C}" dt="2024-05-24T08:20:30.272" v="3028" actId="20577"/>
        <pc:sldMkLst>
          <pc:docMk/>
          <pc:sldMk cId="4201570771" sldId="331"/>
        </pc:sldMkLst>
        <pc:spChg chg="mod">
          <ac:chgData name="shilpi gupta" userId="5ce4f23861899b28" providerId="LiveId" clId="{1825121B-4BFF-4AB0-95D4-6A02902E5A5C}" dt="2024-05-24T08:20:30.272" v="3028" actId="20577"/>
          <ac:spMkLst>
            <pc:docMk/>
            <pc:sldMk cId="4201570771" sldId="331"/>
            <ac:spMk id="2" creationId="{19C790F4-6775-23A4-5915-A37149CCBCCF}"/>
          </ac:spMkLst>
        </pc:spChg>
        <pc:spChg chg="mod">
          <ac:chgData name="shilpi gupta" userId="5ce4f23861899b28" providerId="LiveId" clId="{1825121B-4BFF-4AB0-95D4-6A02902E5A5C}" dt="2024-05-24T08:18:16.967" v="2848" actId="122"/>
          <ac:spMkLst>
            <pc:docMk/>
            <pc:sldMk cId="4201570771" sldId="331"/>
            <ac:spMk id="3" creationId="{AC6FBB7E-F409-E3ED-CA08-3BB80FDE3A90}"/>
          </ac:spMkLst>
        </pc:spChg>
      </pc:sldChg>
      <pc:sldChg chg="modSp new mod">
        <pc:chgData name="shilpi gupta" userId="5ce4f23861899b28" providerId="LiveId" clId="{1825121B-4BFF-4AB0-95D4-6A02902E5A5C}" dt="2024-05-24T08:21:20.334" v="3114" actId="20577"/>
        <pc:sldMkLst>
          <pc:docMk/>
          <pc:sldMk cId="2142973947" sldId="332"/>
        </pc:sldMkLst>
        <pc:spChg chg="mod">
          <ac:chgData name="shilpi gupta" userId="5ce4f23861899b28" providerId="LiveId" clId="{1825121B-4BFF-4AB0-95D4-6A02902E5A5C}" dt="2024-05-24T08:21:20.334" v="3114" actId="20577"/>
          <ac:spMkLst>
            <pc:docMk/>
            <pc:sldMk cId="2142973947" sldId="332"/>
            <ac:spMk id="2" creationId="{CB4CB417-2B16-CB22-A5DF-99AEEEF93417}"/>
          </ac:spMkLst>
        </pc:spChg>
        <pc:spChg chg="mod">
          <ac:chgData name="shilpi gupta" userId="5ce4f23861899b28" providerId="LiveId" clId="{1825121B-4BFF-4AB0-95D4-6A02902E5A5C}" dt="2024-05-24T08:20:57.102" v="3069" actId="20577"/>
          <ac:spMkLst>
            <pc:docMk/>
            <pc:sldMk cId="2142973947" sldId="332"/>
            <ac:spMk id="3" creationId="{6CB22A13-91D5-D063-C49F-B831491EDC76}"/>
          </ac:spMkLst>
        </pc:spChg>
      </pc:sldChg>
    </pc:docChg>
  </pc:docChgLst>
  <pc:docChgLst>
    <pc:chgData name="Dr Gaurav Sushant" userId="ea0695df9e5e2b13" providerId="LiveId" clId="{48ADD8BC-C2BB-41D9-AAF2-F7567CC97840}"/>
    <pc:docChg chg="modSld">
      <pc:chgData name="Dr Gaurav Sushant" userId="ea0695df9e5e2b13" providerId="LiveId" clId="{48ADD8BC-C2BB-41D9-AAF2-F7567CC97840}" dt="2024-11-04T05:14:30.818" v="7" actId="20577"/>
      <pc:docMkLst>
        <pc:docMk/>
      </pc:docMkLst>
      <pc:sldChg chg="modSp mod">
        <pc:chgData name="Dr Gaurav Sushant" userId="ea0695df9e5e2b13" providerId="LiveId" clId="{48ADD8BC-C2BB-41D9-AAF2-F7567CC97840}" dt="2024-11-04T05:14:30.818" v="7" actId="20577"/>
        <pc:sldMkLst>
          <pc:docMk/>
          <pc:sldMk cId="2813677158" sldId="409"/>
        </pc:sldMkLst>
        <pc:spChg chg="mod">
          <ac:chgData name="Dr Gaurav Sushant" userId="ea0695df9e5e2b13" providerId="LiveId" clId="{48ADD8BC-C2BB-41D9-AAF2-F7567CC97840}" dt="2024-11-04T05:14:30.818" v="7" actId="20577"/>
          <ac:spMkLst>
            <pc:docMk/>
            <pc:sldMk cId="2813677158" sldId="409"/>
            <ac:spMk id="2" creationId="{B209F1C3-A618-E9FB-B8BD-8B2365B75A94}"/>
          </ac:spMkLst>
        </pc:spChg>
      </pc:sldChg>
    </pc:docChg>
  </pc:docChgLst>
  <pc:docChgLst>
    <pc:chgData name="shilpi gupta" userId="5ce4f23861899b28" providerId="LiveId" clId="{27ABDDE1-77CA-4F2B-93A7-F4632790F2E1}"/>
    <pc:docChg chg="undo custSel addSld delSld modSld">
      <pc:chgData name="shilpi gupta" userId="5ce4f23861899b28" providerId="LiveId" clId="{27ABDDE1-77CA-4F2B-93A7-F4632790F2E1}" dt="2024-07-04T06:19:57.453" v="2975"/>
      <pc:docMkLst>
        <pc:docMk/>
      </pc:docMkLst>
      <pc:sldChg chg="modSp add del">
        <pc:chgData name="shilpi gupta" userId="5ce4f23861899b28" providerId="LiveId" clId="{27ABDDE1-77CA-4F2B-93A7-F4632790F2E1}" dt="2024-07-04T06:19:50.501" v="2973"/>
        <pc:sldMkLst>
          <pc:docMk/>
          <pc:sldMk cId="0" sldId="302"/>
        </pc:sldMkLst>
        <pc:spChg chg="mod">
          <ac:chgData name="shilpi gupta" userId="5ce4f23861899b28" providerId="LiveId" clId="{27ABDDE1-77CA-4F2B-93A7-F4632790F2E1}" dt="2024-07-04T06:19:50.501" v="2973"/>
          <ac:spMkLst>
            <pc:docMk/>
            <pc:sldMk cId="0" sldId="302"/>
            <ac:spMk id="2" creationId="{00000000-0000-0000-0000-000000000000}"/>
          </ac:spMkLst>
        </pc:spChg>
      </pc:sldChg>
      <pc:sldChg chg="delSp modSp mod">
        <pc:chgData name="shilpi gupta" userId="5ce4f23861899b28" providerId="LiveId" clId="{27ABDDE1-77CA-4F2B-93A7-F4632790F2E1}" dt="2024-07-04T06:06:25.090" v="2971" actId="20577"/>
        <pc:sldMkLst>
          <pc:docMk/>
          <pc:sldMk cId="0" sldId="304"/>
        </pc:sldMkLst>
        <pc:spChg chg="mod">
          <ac:chgData name="shilpi gupta" userId="5ce4f23861899b28" providerId="LiveId" clId="{27ABDDE1-77CA-4F2B-93A7-F4632790F2E1}" dt="2024-07-04T06:06:25.090" v="2971" actId="20577"/>
          <ac:spMkLst>
            <pc:docMk/>
            <pc:sldMk cId="0" sldId="304"/>
            <ac:spMk id="4" creationId="{00000000-0000-0000-0000-000000000000}"/>
          </ac:spMkLst>
        </pc:spChg>
        <pc:picChg chg="del">
          <ac:chgData name="shilpi gupta" userId="5ce4f23861899b28" providerId="LiveId" clId="{27ABDDE1-77CA-4F2B-93A7-F4632790F2E1}" dt="2024-07-03T16:01:20.563" v="16" actId="478"/>
          <ac:picMkLst>
            <pc:docMk/>
            <pc:sldMk cId="0" sldId="304"/>
            <ac:picMk id="2" creationId="{FC095832-28E8-A112-7952-D2361A6A2FFD}"/>
          </ac:picMkLst>
        </pc:picChg>
      </pc:sldChg>
      <pc:sldChg chg="modSp mod">
        <pc:chgData name="shilpi gupta" userId="5ce4f23861899b28" providerId="LiveId" clId="{27ABDDE1-77CA-4F2B-93A7-F4632790F2E1}" dt="2024-07-04T06:19:57.453" v="2975"/>
        <pc:sldMkLst>
          <pc:docMk/>
          <pc:sldMk cId="167419589" sldId="388"/>
        </pc:sldMkLst>
        <pc:spChg chg="mod">
          <ac:chgData name="shilpi gupta" userId="5ce4f23861899b28" providerId="LiveId" clId="{27ABDDE1-77CA-4F2B-93A7-F4632790F2E1}" dt="2024-07-04T06:19:57.453" v="2975"/>
          <ac:spMkLst>
            <pc:docMk/>
            <pc:sldMk cId="167419589" sldId="388"/>
            <ac:spMk id="2" creationId="{8B5D87E3-35B0-415F-343B-678486D33F87}"/>
          </ac:spMkLst>
        </pc:spChg>
        <pc:spChg chg="mod">
          <ac:chgData name="shilpi gupta" userId="5ce4f23861899b28" providerId="LiveId" clId="{27ABDDE1-77CA-4F2B-93A7-F4632790F2E1}" dt="2024-07-04T05:52:02.518" v="2777" actId="20577"/>
          <ac:spMkLst>
            <pc:docMk/>
            <pc:sldMk cId="167419589" sldId="388"/>
            <ac:spMk id="3" creationId="{4F8FADB6-DA2D-0D2E-9764-B5634A029CB9}"/>
          </ac:spMkLst>
        </pc:spChg>
      </pc:sldChg>
      <pc:sldChg chg="delSp modSp del modAnim">
        <pc:chgData name="shilpi gupta" userId="5ce4f23861899b28" providerId="LiveId" clId="{27ABDDE1-77CA-4F2B-93A7-F4632790F2E1}" dt="2024-07-04T05:21:03.056" v="2309" actId="47"/>
        <pc:sldMkLst>
          <pc:docMk/>
          <pc:sldMk cId="1846679134" sldId="389"/>
        </pc:sldMkLst>
        <pc:spChg chg="mod">
          <ac:chgData name="shilpi gupta" userId="5ce4f23861899b28" providerId="LiveId" clId="{27ABDDE1-77CA-4F2B-93A7-F4632790F2E1}" dt="2024-07-03T17:43:06.726" v="1689" actId="20577"/>
          <ac:spMkLst>
            <pc:docMk/>
            <pc:sldMk cId="1846679134" sldId="389"/>
            <ac:spMk id="4" creationId="{662B0113-CF8D-EFAD-E784-C5A771EBE133}"/>
          </ac:spMkLst>
        </pc:spChg>
        <pc:spChg chg="del mod">
          <ac:chgData name="shilpi gupta" userId="5ce4f23861899b28" providerId="LiveId" clId="{27ABDDE1-77CA-4F2B-93A7-F4632790F2E1}" dt="2024-07-03T16:03:44.012" v="90" actId="478"/>
          <ac:spMkLst>
            <pc:docMk/>
            <pc:sldMk cId="1846679134" sldId="389"/>
            <ac:spMk id="24" creationId="{63DA49E2-B7E0-EDD3-2365-D156C0C3F2D6}"/>
          </ac:spMkLst>
        </pc:spChg>
        <pc:grpChg chg="del">
          <ac:chgData name="shilpi gupta" userId="5ce4f23861899b28" providerId="LiveId" clId="{27ABDDE1-77CA-4F2B-93A7-F4632790F2E1}" dt="2024-07-03T16:03:37.841" v="88" actId="478"/>
          <ac:grpSpMkLst>
            <pc:docMk/>
            <pc:sldMk cId="1846679134" sldId="389"/>
            <ac:grpSpMk id="5" creationId="{B7A7E829-8243-8A70-386A-547E2ACFFC1E}"/>
          </ac:grpSpMkLst>
        </pc:grpChg>
      </pc:sldChg>
      <pc:sldChg chg="del">
        <pc:chgData name="shilpi gupta" userId="5ce4f23861899b28" providerId="LiveId" clId="{27ABDDE1-77CA-4F2B-93A7-F4632790F2E1}" dt="2024-07-04T05:51:20.561" v="2722" actId="47"/>
        <pc:sldMkLst>
          <pc:docMk/>
          <pc:sldMk cId="735820354" sldId="390"/>
        </pc:sldMkLst>
      </pc:sldChg>
      <pc:sldChg chg="del">
        <pc:chgData name="shilpi gupta" userId="5ce4f23861899b28" providerId="LiveId" clId="{27ABDDE1-77CA-4F2B-93A7-F4632790F2E1}" dt="2024-07-04T05:51:22.334" v="2723" actId="47"/>
        <pc:sldMkLst>
          <pc:docMk/>
          <pc:sldMk cId="695999533" sldId="391"/>
        </pc:sldMkLst>
      </pc:sldChg>
      <pc:sldChg chg="del">
        <pc:chgData name="shilpi gupta" userId="5ce4f23861899b28" providerId="LiveId" clId="{27ABDDE1-77CA-4F2B-93A7-F4632790F2E1}" dt="2024-07-04T05:51:22.821" v="2724" actId="47"/>
        <pc:sldMkLst>
          <pc:docMk/>
          <pc:sldMk cId="1359862533" sldId="392"/>
        </pc:sldMkLst>
      </pc:sldChg>
      <pc:sldChg chg="del">
        <pc:chgData name="shilpi gupta" userId="5ce4f23861899b28" providerId="LiveId" clId="{27ABDDE1-77CA-4F2B-93A7-F4632790F2E1}" dt="2024-07-04T05:51:23.991" v="2726" actId="47"/>
        <pc:sldMkLst>
          <pc:docMk/>
          <pc:sldMk cId="3756879363" sldId="393"/>
        </pc:sldMkLst>
      </pc:sldChg>
      <pc:sldChg chg="del">
        <pc:chgData name="shilpi gupta" userId="5ce4f23861899b28" providerId="LiveId" clId="{27ABDDE1-77CA-4F2B-93A7-F4632790F2E1}" dt="2024-07-04T05:51:24.498" v="2727" actId="47"/>
        <pc:sldMkLst>
          <pc:docMk/>
          <pc:sldMk cId="1783019135" sldId="394"/>
        </pc:sldMkLst>
      </pc:sldChg>
      <pc:sldChg chg="del">
        <pc:chgData name="shilpi gupta" userId="5ce4f23861899b28" providerId="LiveId" clId="{27ABDDE1-77CA-4F2B-93A7-F4632790F2E1}" dt="2024-07-04T05:51:25.069" v="2728" actId="47"/>
        <pc:sldMkLst>
          <pc:docMk/>
          <pc:sldMk cId="3323151498" sldId="395"/>
        </pc:sldMkLst>
      </pc:sldChg>
      <pc:sldChg chg="del">
        <pc:chgData name="shilpi gupta" userId="5ce4f23861899b28" providerId="LiveId" clId="{27ABDDE1-77CA-4F2B-93A7-F4632790F2E1}" dt="2024-07-04T05:51:25.845" v="2730" actId="47"/>
        <pc:sldMkLst>
          <pc:docMk/>
          <pc:sldMk cId="3392727057" sldId="396"/>
        </pc:sldMkLst>
      </pc:sldChg>
      <pc:sldChg chg="del">
        <pc:chgData name="shilpi gupta" userId="5ce4f23861899b28" providerId="LiveId" clId="{27ABDDE1-77CA-4F2B-93A7-F4632790F2E1}" dt="2024-07-04T05:51:23.378" v="2725" actId="47"/>
        <pc:sldMkLst>
          <pc:docMk/>
          <pc:sldMk cId="3028868525" sldId="397"/>
        </pc:sldMkLst>
      </pc:sldChg>
      <pc:sldChg chg="del">
        <pc:chgData name="shilpi gupta" userId="5ce4f23861899b28" providerId="LiveId" clId="{27ABDDE1-77CA-4F2B-93A7-F4632790F2E1}" dt="2024-07-04T05:51:25.449" v="2729" actId="47"/>
        <pc:sldMkLst>
          <pc:docMk/>
          <pc:sldMk cId="4225241280" sldId="398"/>
        </pc:sldMkLst>
      </pc:sldChg>
      <pc:sldChg chg="del">
        <pc:chgData name="shilpi gupta" userId="5ce4f23861899b28" providerId="LiveId" clId="{27ABDDE1-77CA-4F2B-93A7-F4632790F2E1}" dt="2024-07-04T05:51:26.192" v="2731" actId="47"/>
        <pc:sldMkLst>
          <pc:docMk/>
          <pc:sldMk cId="793135350" sldId="399"/>
        </pc:sldMkLst>
      </pc:sldChg>
      <pc:sldChg chg="del">
        <pc:chgData name="shilpi gupta" userId="5ce4f23861899b28" providerId="LiveId" clId="{27ABDDE1-77CA-4F2B-93A7-F4632790F2E1}" dt="2024-07-04T05:51:26.588" v="2732" actId="47"/>
        <pc:sldMkLst>
          <pc:docMk/>
          <pc:sldMk cId="3885575790" sldId="400"/>
        </pc:sldMkLst>
      </pc:sldChg>
      <pc:sldChg chg="del">
        <pc:chgData name="shilpi gupta" userId="5ce4f23861899b28" providerId="LiveId" clId="{27ABDDE1-77CA-4F2B-93A7-F4632790F2E1}" dt="2024-07-04T05:51:27.084" v="2734" actId="47"/>
        <pc:sldMkLst>
          <pc:docMk/>
          <pc:sldMk cId="3573395298" sldId="401"/>
        </pc:sldMkLst>
      </pc:sldChg>
      <pc:sldChg chg="del">
        <pc:chgData name="shilpi gupta" userId="5ce4f23861899b28" providerId="LiveId" clId="{27ABDDE1-77CA-4F2B-93A7-F4632790F2E1}" dt="2024-07-04T05:51:27.363" v="2735" actId="47"/>
        <pc:sldMkLst>
          <pc:docMk/>
          <pc:sldMk cId="1359120024" sldId="402"/>
        </pc:sldMkLst>
      </pc:sldChg>
      <pc:sldChg chg="del">
        <pc:chgData name="shilpi gupta" userId="5ce4f23861899b28" providerId="LiveId" clId="{27ABDDE1-77CA-4F2B-93A7-F4632790F2E1}" dt="2024-07-04T05:51:28.959" v="2740" actId="47"/>
        <pc:sldMkLst>
          <pc:docMk/>
          <pc:sldMk cId="4255904878" sldId="403"/>
        </pc:sldMkLst>
      </pc:sldChg>
      <pc:sldChg chg="del">
        <pc:chgData name="shilpi gupta" userId="5ce4f23861899b28" providerId="LiveId" clId="{27ABDDE1-77CA-4F2B-93A7-F4632790F2E1}" dt="2024-07-04T05:51:27.635" v="2736" actId="47"/>
        <pc:sldMkLst>
          <pc:docMk/>
          <pc:sldMk cId="536366573" sldId="404"/>
        </pc:sldMkLst>
      </pc:sldChg>
      <pc:sldChg chg="del">
        <pc:chgData name="shilpi gupta" userId="5ce4f23861899b28" providerId="LiveId" clId="{27ABDDE1-77CA-4F2B-93A7-F4632790F2E1}" dt="2024-07-04T05:51:28.660" v="2739" actId="47"/>
        <pc:sldMkLst>
          <pc:docMk/>
          <pc:sldMk cId="800292098" sldId="405"/>
        </pc:sldMkLst>
      </pc:sldChg>
      <pc:sldChg chg="del">
        <pc:chgData name="shilpi gupta" userId="5ce4f23861899b28" providerId="LiveId" clId="{27ABDDE1-77CA-4F2B-93A7-F4632790F2E1}" dt="2024-07-04T05:51:27.886" v="2737" actId="47"/>
        <pc:sldMkLst>
          <pc:docMk/>
          <pc:sldMk cId="3154168863" sldId="406"/>
        </pc:sldMkLst>
      </pc:sldChg>
      <pc:sldChg chg="del">
        <pc:chgData name="shilpi gupta" userId="5ce4f23861899b28" providerId="LiveId" clId="{27ABDDE1-77CA-4F2B-93A7-F4632790F2E1}" dt="2024-07-04T05:51:28.107" v="2738" actId="47"/>
        <pc:sldMkLst>
          <pc:docMk/>
          <pc:sldMk cId="3315944715" sldId="407"/>
        </pc:sldMkLst>
      </pc:sldChg>
      <pc:sldChg chg="del">
        <pc:chgData name="shilpi gupta" userId="5ce4f23861899b28" providerId="LiveId" clId="{27ABDDE1-77CA-4F2B-93A7-F4632790F2E1}" dt="2024-07-04T05:51:26.840" v="2733" actId="47"/>
        <pc:sldMkLst>
          <pc:docMk/>
          <pc:sldMk cId="1650859253" sldId="408"/>
        </pc:sldMkLst>
      </pc:sldChg>
      <pc:sldChg chg="addSp modSp new mod">
        <pc:chgData name="shilpi gupta" userId="5ce4f23861899b28" providerId="LiveId" clId="{27ABDDE1-77CA-4F2B-93A7-F4632790F2E1}" dt="2024-07-04T05:54:52.576" v="2959" actId="1076"/>
        <pc:sldMkLst>
          <pc:docMk/>
          <pc:sldMk cId="2813677158" sldId="409"/>
        </pc:sldMkLst>
        <pc:spChg chg="mod">
          <ac:chgData name="shilpi gupta" userId="5ce4f23861899b28" providerId="LiveId" clId="{27ABDDE1-77CA-4F2B-93A7-F4632790F2E1}" dt="2024-07-04T05:54:36.999" v="2955" actId="5793"/>
          <ac:spMkLst>
            <pc:docMk/>
            <pc:sldMk cId="2813677158" sldId="409"/>
            <ac:spMk id="2" creationId="{B209F1C3-A618-E9FB-B8BD-8B2365B75A94}"/>
          </ac:spMkLst>
        </pc:spChg>
        <pc:spChg chg="mod">
          <ac:chgData name="shilpi gupta" userId="5ce4f23861899b28" providerId="LiveId" clId="{27ABDDE1-77CA-4F2B-93A7-F4632790F2E1}" dt="2024-07-04T05:54:07.437" v="2918" actId="20577"/>
          <ac:spMkLst>
            <pc:docMk/>
            <pc:sldMk cId="2813677158" sldId="409"/>
            <ac:spMk id="3" creationId="{3453CE05-7A5A-D64E-1F0A-0C4C15BAB0A5}"/>
          </ac:spMkLst>
        </pc:spChg>
        <pc:spChg chg="add mod">
          <ac:chgData name="shilpi gupta" userId="5ce4f23861899b28" providerId="LiveId" clId="{27ABDDE1-77CA-4F2B-93A7-F4632790F2E1}" dt="2024-07-04T05:54:46.400" v="2957" actId="1076"/>
          <ac:spMkLst>
            <pc:docMk/>
            <pc:sldMk cId="2813677158" sldId="409"/>
            <ac:spMk id="4" creationId="{F01999D4-A4E8-B256-735A-5BF59F202930}"/>
          </ac:spMkLst>
        </pc:spChg>
        <pc:spChg chg="add mod">
          <ac:chgData name="shilpi gupta" userId="5ce4f23861899b28" providerId="LiveId" clId="{27ABDDE1-77CA-4F2B-93A7-F4632790F2E1}" dt="2024-07-04T05:54:44.464" v="2956" actId="1076"/>
          <ac:spMkLst>
            <pc:docMk/>
            <pc:sldMk cId="2813677158" sldId="409"/>
            <ac:spMk id="5" creationId="{373BC412-94C1-95C2-0788-070F52977BCD}"/>
          </ac:spMkLst>
        </pc:spChg>
        <pc:spChg chg="add mod">
          <ac:chgData name="shilpi gupta" userId="5ce4f23861899b28" providerId="LiveId" clId="{27ABDDE1-77CA-4F2B-93A7-F4632790F2E1}" dt="2024-07-04T05:54:52.576" v="2959" actId="1076"/>
          <ac:spMkLst>
            <pc:docMk/>
            <pc:sldMk cId="2813677158" sldId="409"/>
            <ac:spMk id="6" creationId="{D9D8CF38-F322-E0EB-4483-02F9429223BA}"/>
          </ac:spMkLst>
        </pc:spChg>
        <pc:spChg chg="add mod">
          <ac:chgData name="shilpi gupta" userId="5ce4f23861899b28" providerId="LiveId" clId="{27ABDDE1-77CA-4F2B-93A7-F4632790F2E1}" dt="2024-07-04T05:54:50.186" v="2958" actId="1076"/>
          <ac:spMkLst>
            <pc:docMk/>
            <pc:sldMk cId="2813677158" sldId="409"/>
            <ac:spMk id="7" creationId="{6CFB534E-3873-C4C8-B763-F4CD7CE6BA30}"/>
          </ac:spMkLst>
        </pc:spChg>
      </pc:sldChg>
      <pc:sldChg chg="addSp delSp modSp new mod">
        <pc:chgData name="shilpi gupta" userId="5ce4f23861899b28" providerId="LiveId" clId="{27ABDDE1-77CA-4F2B-93A7-F4632790F2E1}" dt="2024-07-04T05:52:30.758" v="2802" actId="1076"/>
        <pc:sldMkLst>
          <pc:docMk/>
          <pc:sldMk cId="166562318" sldId="410"/>
        </pc:sldMkLst>
        <pc:spChg chg="del">
          <ac:chgData name="shilpi gupta" userId="5ce4f23861899b28" providerId="LiveId" clId="{27ABDDE1-77CA-4F2B-93A7-F4632790F2E1}" dt="2024-07-03T16:18:16.203" v="260" actId="3680"/>
          <ac:spMkLst>
            <pc:docMk/>
            <pc:sldMk cId="166562318" sldId="410"/>
            <ac:spMk id="2" creationId="{E1F1BA01-C677-479E-434E-1D0D5BA2C615}"/>
          </ac:spMkLst>
        </pc:spChg>
        <pc:spChg chg="mod">
          <ac:chgData name="shilpi gupta" userId="5ce4f23861899b28" providerId="LiveId" clId="{27ABDDE1-77CA-4F2B-93A7-F4632790F2E1}" dt="2024-07-04T05:52:30.758" v="2802" actId="1076"/>
          <ac:spMkLst>
            <pc:docMk/>
            <pc:sldMk cId="166562318" sldId="410"/>
            <ac:spMk id="3" creationId="{DBC3005A-3112-222E-54B2-E144DF3402A4}"/>
          </ac:spMkLst>
        </pc:spChg>
        <pc:graphicFrameChg chg="add mod ord modGraphic">
          <ac:chgData name="shilpi gupta" userId="5ce4f23861899b28" providerId="LiveId" clId="{27ABDDE1-77CA-4F2B-93A7-F4632790F2E1}" dt="2024-07-03T16:19:35.970" v="326" actId="1076"/>
          <ac:graphicFrameMkLst>
            <pc:docMk/>
            <pc:sldMk cId="166562318" sldId="410"/>
            <ac:graphicFrameMk id="4" creationId="{DFF4567E-207A-66C6-C1B4-39282DF6E74F}"/>
          </ac:graphicFrameMkLst>
        </pc:graphicFrameChg>
        <pc:graphicFrameChg chg="add mod modGraphic">
          <ac:chgData name="shilpi gupta" userId="5ce4f23861899b28" providerId="LiveId" clId="{27ABDDE1-77CA-4F2B-93A7-F4632790F2E1}" dt="2024-07-03T16:20:50.994" v="348" actId="20577"/>
          <ac:graphicFrameMkLst>
            <pc:docMk/>
            <pc:sldMk cId="166562318" sldId="410"/>
            <ac:graphicFrameMk id="5" creationId="{2881E4B3-F26F-8CA8-A0E6-7F400BB83B21}"/>
          </ac:graphicFrameMkLst>
        </pc:graphicFrameChg>
        <pc:graphicFrameChg chg="add mod modGraphic">
          <ac:chgData name="shilpi gupta" userId="5ce4f23861899b28" providerId="LiveId" clId="{27ABDDE1-77CA-4F2B-93A7-F4632790F2E1}" dt="2024-07-03T16:20:57.404" v="357" actId="20577"/>
          <ac:graphicFrameMkLst>
            <pc:docMk/>
            <pc:sldMk cId="166562318" sldId="410"/>
            <ac:graphicFrameMk id="6" creationId="{A7D91E19-5380-6DC2-68EA-D931206D757F}"/>
          </ac:graphicFrameMkLst>
        </pc:graphicFrameChg>
        <pc:graphicFrameChg chg="add mod modGraphic">
          <ac:chgData name="shilpi gupta" userId="5ce4f23861899b28" providerId="LiveId" clId="{27ABDDE1-77CA-4F2B-93A7-F4632790F2E1}" dt="2024-07-03T16:24:56.331" v="386" actId="20577"/>
          <ac:graphicFrameMkLst>
            <pc:docMk/>
            <pc:sldMk cId="166562318" sldId="410"/>
            <ac:graphicFrameMk id="7" creationId="{774DAE81-90EE-80BD-48B4-4CCA5ED2C850}"/>
          </ac:graphicFrameMkLst>
        </pc:graphicFrameChg>
      </pc:sldChg>
      <pc:sldChg chg="addSp delSp modSp new mod">
        <pc:chgData name="shilpi gupta" userId="5ce4f23861899b28" providerId="LiveId" clId="{27ABDDE1-77CA-4F2B-93A7-F4632790F2E1}" dt="2024-07-04T05:09:23.547" v="2128" actId="20577"/>
        <pc:sldMkLst>
          <pc:docMk/>
          <pc:sldMk cId="2063079179" sldId="411"/>
        </pc:sldMkLst>
        <pc:spChg chg="del mod">
          <ac:chgData name="shilpi gupta" userId="5ce4f23861899b28" providerId="LiveId" clId="{27ABDDE1-77CA-4F2B-93A7-F4632790F2E1}" dt="2024-07-03T16:29:54.641" v="391" actId="478"/>
          <ac:spMkLst>
            <pc:docMk/>
            <pc:sldMk cId="2063079179" sldId="411"/>
            <ac:spMk id="2" creationId="{72CD6A8D-C6BA-BF0F-AE2D-9C857BB45FF8}"/>
          </ac:spMkLst>
        </pc:spChg>
        <pc:spChg chg="mod">
          <ac:chgData name="shilpi gupta" userId="5ce4f23861899b28" providerId="LiveId" clId="{27ABDDE1-77CA-4F2B-93A7-F4632790F2E1}" dt="2024-07-04T05:09:23.547" v="2128" actId="20577"/>
          <ac:spMkLst>
            <pc:docMk/>
            <pc:sldMk cId="2063079179" sldId="411"/>
            <ac:spMk id="3" creationId="{CD6FDE1D-9514-5569-C613-229800993DDB}"/>
          </ac:spMkLst>
        </pc:spChg>
        <pc:graphicFrameChg chg="add mod modGraphic">
          <ac:chgData name="shilpi gupta" userId="5ce4f23861899b28" providerId="LiveId" clId="{27ABDDE1-77CA-4F2B-93A7-F4632790F2E1}" dt="2024-07-03T16:31:43.198" v="403" actId="20577"/>
          <ac:graphicFrameMkLst>
            <pc:docMk/>
            <pc:sldMk cId="2063079179" sldId="411"/>
            <ac:graphicFrameMk id="4" creationId="{BF83D06D-68C4-F577-A500-1BB8A1F5D4F6}"/>
          </ac:graphicFrameMkLst>
        </pc:graphicFrameChg>
        <pc:graphicFrameChg chg="add mod modGraphic">
          <ac:chgData name="shilpi gupta" userId="5ce4f23861899b28" providerId="LiveId" clId="{27ABDDE1-77CA-4F2B-93A7-F4632790F2E1}" dt="2024-07-03T16:31:54.905" v="404" actId="20577"/>
          <ac:graphicFrameMkLst>
            <pc:docMk/>
            <pc:sldMk cId="2063079179" sldId="411"/>
            <ac:graphicFrameMk id="5" creationId="{583842A7-C80D-D0B7-FB43-7E433CF86C14}"/>
          </ac:graphicFrameMkLst>
        </pc:graphicFrameChg>
        <pc:graphicFrameChg chg="add mod modGraphic">
          <ac:chgData name="shilpi gupta" userId="5ce4f23861899b28" providerId="LiveId" clId="{27ABDDE1-77CA-4F2B-93A7-F4632790F2E1}" dt="2024-07-03T16:32:00.087" v="419" actId="20577"/>
          <ac:graphicFrameMkLst>
            <pc:docMk/>
            <pc:sldMk cId="2063079179" sldId="411"/>
            <ac:graphicFrameMk id="6" creationId="{503F7B02-3F85-089D-B1EF-BADB64935443}"/>
          </ac:graphicFrameMkLst>
        </pc:graphicFrameChg>
        <pc:graphicFrameChg chg="add mod modGraphic">
          <ac:chgData name="shilpi gupta" userId="5ce4f23861899b28" providerId="LiveId" clId="{27ABDDE1-77CA-4F2B-93A7-F4632790F2E1}" dt="2024-07-03T16:33:58.866" v="434" actId="20577"/>
          <ac:graphicFrameMkLst>
            <pc:docMk/>
            <pc:sldMk cId="2063079179" sldId="411"/>
            <ac:graphicFrameMk id="7" creationId="{FF0128B8-232C-8ED8-BCB5-715032054CF8}"/>
          </ac:graphicFrameMkLst>
        </pc:graphicFrameChg>
      </pc:sldChg>
      <pc:sldChg chg="addSp modSp new mod">
        <pc:chgData name="shilpi gupta" userId="5ce4f23861899b28" providerId="LiveId" clId="{27ABDDE1-77CA-4F2B-93A7-F4632790F2E1}" dt="2024-07-04T05:10:36.367" v="2165" actId="20577"/>
        <pc:sldMkLst>
          <pc:docMk/>
          <pc:sldMk cId="3614777971" sldId="412"/>
        </pc:sldMkLst>
        <pc:spChg chg="mod">
          <ac:chgData name="shilpi gupta" userId="5ce4f23861899b28" providerId="LiveId" clId="{27ABDDE1-77CA-4F2B-93A7-F4632790F2E1}" dt="2024-07-03T16:44:59.689" v="610" actId="20577"/>
          <ac:spMkLst>
            <pc:docMk/>
            <pc:sldMk cId="3614777971" sldId="412"/>
            <ac:spMk id="2" creationId="{F2AE5E32-7AB8-F257-876E-4D71A1E27903}"/>
          </ac:spMkLst>
        </pc:spChg>
        <pc:spChg chg="mod">
          <ac:chgData name="shilpi gupta" userId="5ce4f23861899b28" providerId="LiveId" clId="{27ABDDE1-77CA-4F2B-93A7-F4632790F2E1}" dt="2024-07-03T16:46:52.773" v="611" actId="20577"/>
          <ac:spMkLst>
            <pc:docMk/>
            <pc:sldMk cId="3614777971" sldId="412"/>
            <ac:spMk id="3" creationId="{8A8203CB-987E-6009-7C14-E486D09CEB6F}"/>
          </ac:spMkLst>
        </pc:spChg>
        <pc:spChg chg="add mod">
          <ac:chgData name="shilpi gupta" userId="5ce4f23861899b28" providerId="LiveId" clId="{27ABDDE1-77CA-4F2B-93A7-F4632790F2E1}" dt="2024-07-04T05:10:36.367" v="2165" actId="20577"/>
          <ac:spMkLst>
            <pc:docMk/>
            <pc:sldMk cId="3614777971" sldId="412"/>
            <ac:spMk id="4" creationId="{65ABADB1-89FA-45CA-B8D1-B250ABC5D327}"/>
          </ac:spMkLst>
        </pc:spChg>
      </pc:sldChg>
      <pc:sldChg chg="modSp new mod">
        <pc:chgData name="shilpi gupta" userId="5ce4f23861899b28" providerId="LiveId" clId="{27ABDDE1-77CA-4F2B-93A7-F4632790F2E1}" dt="2024-07-04T05:10:20.881" v="2160" actId="20577"/>
        <pc:sldMkLst>
          <pc:docMk/>
          <pc:sldMk cId="1038916553" sldId="413"/>
        </pc:sldMkLst>
        <pc:spChg chg="mod">
          <ac:chgData name="shilpi gupta" userId="5ce4f23861899b28" providerId="LiveId" clId="{27ABDDE1-77CA-4F2B-93A7-F4632790F2E1}" dt="2024-07-03T16:55:36.634" v="758" actId="20577"/>
          <ac:spMkLst>
            <pc:docMk/>
            <pc:sldMk cId="1038916553" sldId="413"/>
            <ac:spMk id="2" creationId="{24B8673D-970A-B2B3-4A8D-10B6D90F47DE}"/>
          </ac:spMkLst>
        </pc:spChg>
        <pc:spChg chg="mod">
          <ac:chgData name="shilpi gupta" userId="5ce4f23861899b28" providerId="LiveId" clId="{27ABDDE1-77CA-4F2B-93A7-F4632790F2E1}" dt="2024-07-04T05:10:20.881" v="2160" actId="20577"/>
          <ac:spMkLst>
            <pc:docMk/>
            <pc:sldMk cId="1038916553" sldId="413"/>
            <ac:spMk id="3" creationId="{4B5E310C-8C23-5EF2-1850-0104C7CA3FC9}"/>
          </ac:spMkLst>
        </pc:spChg>
      </pc:sldChg>
      <pc:sldChg chg="modSp new mod">
        <pc:chgData name="shilpi gupta" userId="5ce4f23861899b28" providerId="LiveId" clId="{27ABDDE1-77CA-4F2B-93A7-F4632790F2E1}" dt="2024-07-04T05:38:35.702" v="2504" actId="20577"/>
        <pc:sldMkLst>
          <pc:docMk/>
          <pc:sldMk cId="4265711643" sldId="414"/>
        </pc:sldMkLst>
        <pc:spChg chg="mod">
          <ac:chgData name="shilpi gupta" userId="5ce4f23861899b28" providerId="LiveId" clId="{27ABDDE1-77CA-4F2B-93A7-F4632790F2E1}" dt="2024-07-04T05:38:35.702" v="2504" actId="20577"/>
          <ac:spMkLst>
            <pc:docMk/>
            <pc:sldMk cId="4265711643" sldId="414"/>
            <ac:spMk id="2" creationId="{2338B7E6-6DE1-3374-D4E1-F9E81FCABA97}"/>
          </ac:spMkLst>
        </pc:spChg>
        <pc:spChg chg="mod">
          <ac:chgData name="shilpi gupta" userId="5ce4f23861899b28" providerId="LiveId" clId="{27ABDDE1-77CA-4F2B-93A7-F4632790F2E1}" dt="2024-07-04T05:17:36.905" v="2203" actId="20577"/>
          <ac:spMkLst>
            <pc:docMk/>
            <pc:sldMk cId="4265711643" sldId="414"/>
            <ac:spMk id="3" creationId="{818AC95D-C364-8E9C-1D64-6751F1A911C8}"/>
          </ac:spMkLst>
        </pc:spChg>
      </pc:sldChg>
      <pc:sldChg chg="modSp new mod">
        <pc:chgData name="shilpi gupta" userId="5ce4f23861899b28" providerId="LiveId" clId="{27ABDDE1-77CA-4F2B-93A7-F4632790F2E1}" dt="2024-07-04T05:19:31.058" v="2237" actId="20577"/>
        <pc:sldMkLst>
          <pc:docMk/>
          <pc:sldMk cId="2756897544" sldId="415"/>
        </pc:sldMkLst>
        <pc:spChg chg="mod">
          <ac:chgData name="shilpi gupta" userId="5ce4f23861899b28" providerId="LiveId" clId="{27ABDDE1-77CA-4F2B-93A7-F4632790F2E1}" dt="2024-07-03T17:16:52.223" v="1038" actId="20577"/>
          <ac:spMkLst>
            <pc:docMk/>
            <pc:sldMk cId="2756897544" sldId="415"/>
            <ac:spMk id="2" creationId="{D00029E4-589A-A8BB-BBCF-F10E6B69B116}"/>
          </ac:spMkLst>
        </pc:spChg>
        <pc:spChg chg="mod">
          <ac:chgData name="shilpi gupta" userId="5ce4f23861899b28" providerId="LiveId" clId="{27ABDDE1-77CA-4F2B-93A7-F4632790F2E1}" dt="2024-07-04T05:19:31.058" v="2237" actId="20577"/>
          <ac:spMkLst>
            <pc:docMk/>
            <pc:sldMk cId="2756897544" sldId="415"/>
            <ac:spMk id="3" creationId="{2F3ED93C-4ECE-5B39-4961-DD02E600110F}"/>
          </ac:spMkLst>
        </pc:spChg>
      </pc:sldChg>
      <pc:sldChg chg="modSp new mod">
        <pc:chgData name="shilpi gupta" userId="5ce4f23861899b28" providerId="LiveId" clId="{27ABDDE1-77CA-4F2B-93A7-F4632790F2E1}" dt="2024-07-04T05:19:49.449" v="2263" actId="20577"/>
        <pc:sldMkLst>
          <pc:docMk/>
          <pc:sldMk cId="3648844078" sldId="416"/>
        </pc:sldMkLst>
        <pc:spChg chg="mod">
          <ac:chgData name="shilpi gupta" userId="5ce4f23861899b28" providerId="LiveId" clId="{27ABDDE1-77CA-4F2B-93A7-F4632790F2E1}" dt="2024-07-03T17:28:00.332" v="1246" actId="20577"/>
          <ac:spMkLst>
            <pc:docMk/>
            <pc:sldMk cId="3648844078" sldId="416"/>
            <ac:spMk id="2" creationId="{590A77BD-B0A8-2D64-C3DA-6FED567CD14B}"/>
          </ac:spMkLst>
        </pc:spChg>
        <pc:spChg chg="mod">
          <ac:chgData name="shilpi gupta" userId="5ce4f23861899b28" providerId="LiveId" clId="{27ABDDE1-77CA-4F2B-93A7-F4632790F2E1}" dt="2024-07-04T05:19:49.449" v="2263" actId="20577"/>
          <ac:spMkLst>
            <pc:docMk/>
            <pc:sldMk cId="3648844078" sldId="416"/>
            <ac:spMk id="3" creationId="{060D6D0F-1801-5417-EEB5-0A8605F428E4}"/>
          </ac:spMkLst>
        </pc:spChg>
      </pc:sldChg>
      <pc:sldChg chg="modSp new mod">
        <pc:chgData name="shilpi gupta" userId="5ce4f23861899b28" providerId="LiveId" clId="{27ABDDE1-77CA-4F2B-93A7-F4632790F2E1}" dt="2024-07-04T05:20:04.489" v="2290" actId="20577"/>
        <pc:sldMkLst>
          <pc:docMk/>
          <pc:sldMk cId="2536853033" sldId="417"/>
        </pc:sldMkLst>
        <pc:spChg chg="mod">
          <ac:chgData name="shilpi gupta" userId="5ce4f23861899b28" providerId="LiveId" clId="{27ABDDE1-77CA-4F2B-93A7-F4632790F2E1}" dt="2024-07-03T17:31:42.015" v="1421" actId="20577"/>
          <ac:spMkLst>
            <pc:docMk/>
            <pc:sldMk cId="2536853033" sldId="417"/>
            <ac:spMk id="2" creationId="{664FBD1D-E47D-7E76-20AC-A6596A82740B}"/>
          </ac:spMkLst>
        </pc:spChg>
        <pc:spChg chg="mod">
          <ac:chgData name="shilpi gupta" userId="5ce4f23861899b28" providerId="LiveId" clId="{27ABDDE1-77CA-4F2B-93A7-F4632790F2E1}" dt="2024-07-04T05:20:04.489" v="2290" actId="20577"/>
          <ac:spMkLst>
            <pc:docMk/>
            <pc:sldMk cId="2536853033" sldId="417"/>
            <ac:spMk id="3" creationId="{16F614B2-2794-B382-28B0-198873AB0FB6}"/>
          </ac:spMkLst>
        </pc:spChg>
      </pc:sldChg>
      <pc:sldChg chg="addSp delSp modSp new mod">
        <pc:chgData name="shilpi gupta" userId="5ce4f23861899b28" providerId="LiveId" clId="{27ABDDE1-77CA-4F2B-93A7-F4632790F2E1}" dt="2024-07-03T17:40:18.947" v="1650" actId="20577"/>
        <pc:sldMkLst>
          <pc:docMk/>
          <pc:sldMk cId="4291185242" sldId="418"/>
        </pc:sldMkLst>
        <pc:spChg chg="del">
          <ac:chgData name="shilpi gupta" userId="5ce4f23861899b28" providerId="LiveId" clId="{27ABDDE1-77CA-4F2B-93A7-F4632790F2E1}" dt="2024-07-03T17:33:34.047" v="1423" actId="3680"/>
          <ac:spMkLst>
            <pc:docMk/>
            <pc:sldMk cId="4291185242" sldId="418"/>
            <ac:spMk id="2" creationId="{F1B8CBFB-FEB5-7C66-2574-7AEB216B965D}"/>
          </ac:spMkLst>
        </pc:spChg>
        <pc:spChg chg="mod">
          <ac:chgData name="shilpi gupta" userId="5ce4f23861899b28" providerId="LiveId" clId="{27ABDDE1-77CA-4F2B-93A7-F4632790F2E1}" dt="2024-07-03T17:40:18.947" v="1650" actId="20577"/>
          <ac:spMkLst>
            <pc:docMk/>
            <pc:sldMk cId="4291185242" sldId="418"/>
            <ac:spMk id="3" creationId="{D96F76AA-9380-7B79-333C-9B465AE55388}"/>
          </ac:spMkLst>
        </pc:spChg>
        <pc:graphicFrameChg chg="add mod ord modGraphic">
          <ac:chgData name="shilpi gupta" userId="5ce4f23861899b28" providerId="LiveId" clId="{27ABDDE1-77CA-4F2B-93A7-F4632790F2E1}" dt="2024-07-03T17:40:10.863" v="1639" actId="1076"/>
          <ac:graphicFrameMkLst>
            <pc:docMk/>
            <pc:sldMk cId="4291185242" sldId="418"/>
            <ac:graphicFrameMk id="4" creationId="{0E0F0314-393A-65DA-08A7-5F858FAED210}"/>
          </ac:graphicFrameMkLst>
        </pc:graphicFrameChg>
        <pc:graphicFrameChg chg="add mod modGraphic">
          <ac:chgData name="shilpi gupta" userId="5ce4f23861899b28" providerId="LiveId" clId="{27ABDDE1-77CA-4F2B-93A7-F4632790F2E1}" dt="2024-07-03T17:40:06.823" v="1638" actId="1076"/>
          <ac:graphicFrameMkLst>
            <pc:docMk/>
            <pc:sldMk cId="4291185242" sldId="418"/>
            <ac:graphicFrameMk id="5" creationId="{243F984E-FD3E-94F4-F0DF-78C1BD5F00E2}"/>
          </ac:graphicFrameMkLst>
        </pc:graphicFrameChg>
      </pc:sldChg>
      <pc:sldChg chg="modSp new mod">
        <pc:chgData name="shilpi gupta" userId="5ce4f23861899b28" providerId="LiveId" clId="{27ABDDE1-77CA-4F2B-93A7-F4632790F2E1}" dt="2024-07-04T05:51:08.559" v="2721" actId="14100"/>
        <pc:sldMkLst>
          <pc:docMk/>
          <pc:sldMk cId="2335677432" sldId="419"/>
        </pc:sldMkLst>
        <pc:spChg chg="mod">
          <ac:chgData name="shilpi gupta" userId="5ce4f23861899b28" providerId="LiveId" clId="{27ABDDE1-77CA-4F2B-93A7-F4632790F2E1}" dt="2024-07-04T05:51:03.793" v="2720" actId="404"/>
          <ac:spMkLst>
            <pc:docMk/>
            <pc:sldMk cId="2335677432" sldId="419"/>
            <ac:spMk id="2" creationId="{919BD33D-7A88-DBA3-C168-7761527D9B78}"/>
          </ac:spMkLst>
        </pc:spChg>
        <pc:spChg chg="mod">
          <ac:chgData name="shilpi gupta" userId="5ce4f23861899b28" providerId="LiveId" clId="{27ABDDE1-77CA-4F2B-93A7-F4632790F2E1}" dt="2024-07-04T05:51:08.559" v="2721" actId="14100"/>
          <ac:spMkLst>
            <pc:docMk/>
            <pc:sldMk cId="2335677432" sldId="419"/>
            <ac:spMk id="3" creationId="{952CA2E8-D430-A526-0A89-ED1A597E39FB}"/>
          </ac:spMkLst>
        </pc:spChg>
      </pc:sldChg>
      <pc:sldChg chg="modSp new mod">
        <pc:chgData name="shilpi gupta" userId="5ce4f23861899b28" providerId="LiveId" clId="{27ABDDE1-77CA-4F2B-93A7-F4632790F2E1}" dt="2024-07-03T17:46:06.293" v="1911" actId="20577"/>
        <pc:sldMkLst>
          <pc:docMk/>
          <pc:sldMk cId="3987542283" sldId="420"/>
        </pc:sldMkLst>
        <pc:spChg chg="mod">
          <ac:chgData name="shilpi gupta" userId="5ce4f23861899b28" providerId="LiveId" clId="{27ABDDE1-77CA-4F2B-93A7-F4632790F2E1}" dt="2024-07-03T17:46:06.293" v="1911" actId="20577"/>
          <ac:spMkLst>
            <pc:docMk/>
            <pc:sldMk cId="3987542283" sldId="420"/>
            <ac:spMk id="2" creationId="{3C3A8464-1C6C-D3B1-9FFA-A6D96E0274ED}"/>
          </ac:spMkLst>
        </pc:spChg>
        <pc:spChg chg="mod">
          <ac:chgData name="shilpi gupta" userId="5ce4f23861899b28" providerId="LiveId" clId="{27ABDDE1-77CA-4F2B-93A7-F4632790F2E1}" dt="2024-07-03T17:44:52.041" v="1808" actId="20577"/>
          <ac:spMkLst>
            <pc:docMk/>
            <pc:sldMk cId="3987542283" sldId="420"/>
            <ac:spMk id="3" creationId="{79B5C0C0-92A8-12D7-9A2E-04D670D016E7}"/>
          </ac:spMkLst>
        </pc:spChg>
      </pc:sldChg>
      <pc:sldChg chg="modSp new mod">
        <pc:chgData name="shilpi gupta" userId="5ce4f23861899b28" providerId="LiveId" clId="{27ABDDE1-77CA-4F2B-93A7-F4632790F2E1}" dt="2024-07-04T05:20:54.887" v="2308" actId="20577"/>
        <pc:sldMkLst>
          <pc:docMk/>
          <pc:sldMk cId="3262915207" sldId="421"/>
        </pc:sldMkLst>
        <pc:spChg chg="mod">
          <ac:chgData name="shilpi gupta" userId="5ce4f23861899b28" providerId="LiveId" clId="{27ABDDE1-77CA-4F2B-93A7-F4632790F2E1}" dt="2024-07-03T17:50:57.295" v="2066" actId="20577"/>
          <ac:spMkLst>
            <pc:docMk/>
            <pc:sldMk cId="3262915207" sldId="421"/>
            <ac:spMk id="2" creationId="{10489D67-C2F5-E678-D204-669C0AADFA9C}"/>
          </ac:spMkLst>
        </pc:spChg>
        <pc:spChg chg="mod">
          <ac:chgData name="shilpi gupta" userId="5ce4f23861899b28" providerId="LiveId" clId="{27ABDDE1-77CA-4F2B-93A7-F4632790F2E1}" dt="2024-07-04T05:20:54.887" v="2308" actId="20577"/>
          <ac:spMkLst>
            <pc:docMk/>
            <pc:sldMk cId="3262915207" sldId="421"/>
            <ac:spMk id="3" creationId="{EEDF24CE-C16D-CF59-F5F9-B33CCE8DACDE}"/>
          </ac:spMkLst>
        </pc:spChg>
      </pc:sldChg>
      <pc:sldChg chg="modSp new add del mod">
        <pc:chgData name="shilpi gupta" userId="5ce4f23861899b28" providerId="LiveId" clId="{27ABDDE1-77CA-4F2B-93A7-F4632790F2E1}" dt="2024-07-04T05:51:34.957" v="2743" actId="2696"/>
        <pc:sldMkLst>
          <pc:docMk/>
          <pc:sldMk cId="3045163044" sldId="422"/>
        </pc:sldMkLst>
        <pc:spChg chg="mod">
          <ac:chgData name="shilpi gupta" userId="5ce4f23861899b28" providerId="LiveId" clId="{27ABDDE1-77CA-4F2B-93A7-F4632790F2E1}" dt="2024-07-04T05:36:04.273" v="2448" actId="15"/>
          <ac:spMkLst>
            <pc:docMk/>
            <pc:sldMk cId="3045163044" sldId="422"/>
            <ac:spMk id="2" creationId="{6AC6C76A-D748-5735-C092-465BECDF3778}"/>
          </ac:spMkLst>
        </pc:spChg>
        <pc:spChg chg="mod">
          <ac:chgData name="shilpi gupta" userId="5ce4f23861899b28" providerId="LiveId" clId="{27ABDDE1-77CA-4F2B-93A7-F4632790F2E1}" dt="2024-07-04T05:21:17.641" v="2331" actId="20577"/>
          <ac:spMkLst>
            <pc:docMk/>
            <pc:sldMk cId="3045163044" sldId="422"/>
            <ac:spMk id="3" creationId="{0F100DA4-4388-60A9-AA66-F11E3927189A}"/>
          </ac:spMkLst>
        </pc:spChg>
      </pc:sldChg>
    </pc:docChg>
  </pc:docChgLst>
  <pc:docChgLst>
    <pc:chgData name="shilpi gupta" userId="5ce4f23861899b28" providerId="LiveId" clId="{7C71A5E1-59A8-4160-A00A-0B38FFE46761}"/>
    <pc:docChg chg="undo custSel addSld delSld modSld sldOrd">
      <pc:chgData name="shilpi gupta" userId="5ce4f23861899b28" providerId="LiveId" clId="{7C71A5E1-59A8-4160-A00A-0B38FFE46761}" dt="2024-06-04T10:39:41.880" v="4504" actId="20577"/>
      <pc:docMkLst>
        <pc:docMk/>
      </pc:docMkLst>
      <pc:sldChg chg="addSp modSp ord modAnim">
        <pc:chgData name="shilpi gupta" userId="5ce4f23861899b28" providerId="LiveId" clId="{7C71A5E1-59A8-4160-A00A-0B38FFE46761}" dt="2024-06-04T10:31:27.026" v="4147" actId="20577"/>
        <pc:sldMkLst>
          <pc:docMk/>
          <pc:sldMk cId="0" sldId="275"/>
        </pc:sldMkLst>
        <pc:spChg chg="mod">
          <ac:chgData name="shilpi gupta" userId="5ce4f23861899b28" providerId="LiveId" clId="{7C71A5E1-59A8-4160-A00A-0B38FFE46761}" dt="2024-06-04T10:31:27.026" v="4147" actId="20577"/>
          <ac:spMkLst>
            <pc:docMk/>
            <pc:sldMk cId="0" sldId="275"/>
            <ac:spMk id="2" creationId="{00000000-0000-0000-0000-000000000000}"/>
          </ac:spMkLst>
        </pc:spChg>
        <pc:spChg chg="mod">
          <ac:chgData name="shilpi gupta" userId="5ce4f23861899b28" providerId="LiveId" clId="{7C71A5E1-59A8-4160-A00A-0B38FFE46761}" dt="2024-06-04T04:40:02.413" v="306" actId="20577"/>
          <ac:spMkLst>
            <pc:docMk/>
            <pc:sldMk cId="0" sldId="275"/>
            <ac:spMk id="3" creationId="{00000000-0000-0000-0000-000000000000}"/>
          </ac:spMkLst>
        </pc:spChg>
        <pc:picChg chg="add mod">
          <ac:chgData name="shilpi gupta" userId="5ce4f23861899b28" providerId="LiveId" clId="{7C71A5E1-59A8-4160-A00A-0B38FFE46761}" dt="2024-06-04T04:42:03.452" v="369" actId="14100"/>
          <ac:picMkLst>
            <pc:docMk/>
            <pc:sldMk cId="0" sldId="275"/>
            <ac:picMk id="2050" creationId="{0052B5F7-0777-39A9-B784-94FDF7F61B3B}"/>
          </ac:picMkLst>
        </pc:picChg>
      </pc:sldChg>
      <pc:sldChg chg="addSp delSp modSp ord modAnim">
        <pc:chgData name="shilpi gupta" userId="5ce4f23861899b28" providerId="LiveId" clId="{7C71A5E1-59A8-4160-A00A-0B38FFE46761}" dt="2024-06-04T04:57:04.517" v="763"/>
        <pc:sldMkLst>
          <pc:docMk/>
          <pc:sldMk cId="0" sldId="279"/>
        </pc:sldMkLst>
        <pc:spChg chg="mod">
          <ac:chgData name="shilpi gupta" userId="5ce4f23861899b28" providerId="LiveId" clId="{7C71A5E1-59A8-4160-A00A-0B38FFE46761}" dt="2024-06-04T04:39:51.229" v="300" actId="20577"/>
          <ac:spMkLst>
            <pc:docMk/>
            <pc:sldMk cId="0" sldId="279"/>
            <ac:spMk id="3" creationId="{00000000-0000-0000-0000-000000000000}"/>
          </ac:spMkLst>
        </pc:spChg>
        <pc:spChg chg="mod">
          <ac:chgData name="shilpi gupta" userId="5ce4f23861899b28" providerId="LiveId" clId="{7C71A5E1-59A8-4160-A00A-0B38FFE46761}" dt="2024-06-04T04:36:41.033" v="285" actId="20577"/>
          <ac:spMkLst>
            <pc:docMk/>
            <pc:sldMk cId="0" sldId="279"/>
            <ac:spMk id="18434" creationId="{00000000-0000-0000-0000-000000000000}"/>
          </ac:spMkLst>
        </pc:spChg>
        <pc:picChg chg="add del mod">
          <ac:chgData name="shilpi gupta" userId="5ce4f23861899b28" providerId="LiveId" clId="{7C71A5E1-59A8-4160-A00A-0B38FFE46761}" dt="2024-06-04T04:39:26.796" v="291" actId="478"/>
          <ac:picMkLst>
            <pc:docMk/>
            <pc:sldMk cId="0" sldId="279"/>
            <ac:picMk id="4" creationId="{6D11B0C2-758A-B3F9-E1F9-3F2BB40B6FA7}"/>
          </ac:picMkLst>
        </pc:picChg>
        <pc:picChg chg="add del mod">
          <ac:chgData name="shilpi gupta" userId="5ce4f23861899b28" providerId="LiveId" clId="{7C71A5E1-59A8-4160-A00A-0B38FFE46761}" dt="2024-06-04T04:39:26.796" v="291" actId="478"/>
          <ac:picMkLst>
            <pc:docMk/>
            <pc:sldMk cId="0" sldId="279"/>
            <ac:picMk id="1026" creationId="{D9056BC3-C037-CF7F-B63C-9587B9ABEA76}"/>
          </ac:picMkLst>
        </pc:picChg>
        <pc:picChg chg="add mod">
          <ac:chgData name="shilpi gupta" userId="5ce4f23861899b28" providerId="LiveId" clId="{7C71A5E1-59A8-4160-A00A-0B38FFE46761}" dt="2024-06-04T04:39:35.706" v="294" actId="14100"/>
          <ac:picMkLst>
            <pc:docMk/>
            <pc:sldMk cId="0" sldId="279"/>
            <ac:picMk id="1028" creationId="{72A41910-6655-810A-231A-55F5E22D2A49}"/>
          </ac:picMkLst>
        </pc:picChg>
      </pc:sldChg>
      <pc:sldChg chg="modSp modAnim">
        <pc:chgData name="shilpi gupta" userId="5ce4f23861899b28" providerId="LiveId" clId="{7C71A5E1-59A8-4160-A00A-0B38FFE46761}" dt="2024-06-04T05:52:54.820" v="3463" actId="20577"/>
        <pc:sldMkLst>
          <pc:docMk/>
          <pc:sldMk cId="0" sldId="302"/>
        </pc:sldMkLst>
        <pc:spChg chg="mod">
          <ac:chgData name="shilpi gupta" userId="5ce4f23861899b28" providerId="LiveId" clId="{7C71A5E1-59A8-4160-A00A-0B38FFE46761}" dt="2024-06-04T05:52:54.820" v="3463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7C71A5E1-59A8-4160-A00A-0B38FFE46761}" dt="2024-06-04T10:39:41.880" v="4504" actId="20577"/>
        <pc:sldMkLst>
          <pc:docMk/>
          <pc:sldMk cId="0" sldId="303"/>
        </pc:sldMkLst>
        <pc:spChg chg="mod">
          <ac:chgData name="shilpi gupta" userId="5ce4f23861899b28" providerId="LiveId" clId="{7C71A5E1-59A8-4160-A00A-0B38FFE46761}" dt="2024-06-04T05:50:52.986" v="3344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7C71A5E1-59A8-4160-A00A-0B38FFE46761}" dt="2024-06-04T10:39:41.880" v="4504" actId="20577"/>
          <ac:spMkLst>
            <pc:docMk/>
            <pc:sldMk cId="0" sldId="303"/>
            <ac:spMk id="3" creationId="{00000000-0000-0000-0000-000000000000}"/>
          </ac:spMkLst>
        </pc:spChg>
      </pc:sldChg>
      <pc:sldChg chg="delSp modSp">
        <pc:chgData name="shilpi gupta" userId="5ce4f23861899b28" providerId="LiveId" clId="{7C71A5E1-59A8-4160-A00A-0B38FFE46761}" dt="2024-06-04T10:39:30.712" v="4490" actId="6549"/>
        <pc:sldMkLst>
          <pc:docMk/>
          <pc:sldMk cId="0" sldId="304"/>
        </pc:sldMkLst>
        <pc:spChg chg="mod">
          <ac:chgData name="shilpi gupta" userId="5ce4f23861899b28" providerId="LiveId" clId="{7C71A5E1-59A8-4160-A00A-0B38FFE46761}" dt="2024-06-04T10:39:30.712" v="4490" actId="6549"/>
          <ac:spMkLst>
            <pc:docMk/>
            <pc:sldMk cId="0" sldId="304"/>
            <ac:spMk id="4" creationId="{00000000-0000-0000-0000-000000000000}"/>
          </ac:spMkLst>
        </pc:spChg>
        <pc:picChg chg="del">
          <ac:chgData name="shilpi gupta" userId="5ce4f23861899b28" providerId="LiveId" clId="{7C71A5E1-59A8-4160-A00A-0B38FFE46761}" dt="2024-06-04T04:32:50.131" v="38" actId="21"/>
          <ac:picMkLst>
            <pc:docMk/>
            <pc:sldMk cId="0" sldId="304"/>
            <ac:picMk id="1026" creationId="{7BA36D8F-A981-D598-3D75-0EE82880BA0F}"/>
          </ac:picMkLst>
        </pc:picChg>
      </pc:sldChg>
      <pc:sldChg chg="addSp delSp modSp mod setBg">
        <pc:chgData name="shilpi gupta" userId="5ce4f23861899b28" providerId="LiveId" clId="{7C71A5E1-59A8-4160-A00A-0B38FFE46761}" dt="2024-06-04T10:30:33.096" v="4098" actId="6549"/>
        <pc:sldMkLst>
          <pc:docMk/>
          <pc:sldMk cId="708743409" sldId="307"/>
        </pc:sldMkLst>
        <pc:spChg chg="add del mod ord">
          <ac:chgData name="shilpi gupta" userId="5ce4f23861899b28" providerId="LiveId" clId="{7C71A5E1-59A8-4160-A00A-0B38FFE46761}" dt="2024-06-04T10:30:33.096" v="4098" actId="6549"/>
          <ac:spMkLst>
            <pc:docMk/>
            <pc:sldMk cId="708743409" sldId="307"/>
            <ac:spMk id="2" creationId="{09AA7424-A152-FA87-5886-3DE45620650F}"/>
          </ac:spMkLst>
        </pc:spChg>
        <pc:spChg chg="mod">
          <ac:chgData name="shilpi gupta" userId="5ce4f23861899b28" providerId="LiveId" clId="{7C71A5E1-59A8-4160-A00A-0B38FFE46761}" dt="2024-06-04T04:45:37.169" v="561" actId="26606"/>
          <ac:spMkLst>
            <pc:docMk/>
            <pc:sldMk cId="708743409" sldId="307"/>
            <ac:spMk id="3" creationId="{F9EC34FE-9B94-628C-6382-6CFF5BDCD1CC}"/>
          </ac:spMkLst>
        </pc:spChg>
        <pc:spChg chg="add mod">
          <ac:chgData name="shilpi gupta" userId="5ce4f23861899b28" providerId="LiveId" clId="{7C71A5E1-59A8-4160-A00A-0B38FFE46761}" dt="2024-06-04T04:45:27.857" v="558" actId="21"/>
          <ac:spMkLst>
            <pc:docMk/>
            <pc:sldMk cId="708743409" sldId="307"/>
            <ac:spMk id="4" creationId="{763A4B81-E3FB-9F64-91B4-D717F66100E8}"/>
          </ac:spMkLst>
        </pc:spChg>
        <pc:grpChg chg="add del">
          <ac:chgData name="shilpi gupta" userId="5ce4f23861899b28" providerId="LiveId" clId="{7C71A5E1-59A8-4160-A00A-0B38FFE46761}" dt="2024-06-04T04:45:37.169" v="561" actId="26606"/>
          <ac:grpSpMkLst>
            <pc:docMk/>
            <pc:sldMk cId="708743409" sldId="307"/>
            <ac:grpSpMk id="3079" creationId="{3AFCAD34-1AFC-BC1A-F6B2-C34C63912EAB}"/>
          </ac:grpSpMkLst>
        </pc:grpChg>
        <pc:picChg chg="add del mod">
          <ac:chgData name="shilpi gupta" userId="5ce4f23861899b28" providerId="LiveId" clId="{7C71A5E1-59A8-4160-A00A-0B38FFE46761}" dt="2024-06-04T04:45:45.828" v="565" actId="1076"/>
          <ac:picMkLst>
            <pc:docMk/>
            <pc:sldMk cId="708743409" sldId="307"/>
            <ac:picMk id="3074" creationId="{009FD1C1-063C-CEDE-3680-1409F37DE074}"/>
          </ac:picMkLst>
        </pc:picChg>
      </pc:sldChg>
      <pc:sldChg chg="addSp modSp mod">
        <pc:chgData name="shilpi gupta" userId="5ce4f23861899b28" providerId="LiveId" clId="{7C71A5E1-59A8-4160-A00A-0B38FFE46761}" dt="2024-06-04T06:09:47.375" v="3514" actId="14100"/>
        <pc:sldMkLst>
          <pc:docMk/>
          <pc:sldMk cId="87849002" sldId="308"/>
        </pc:sldMkLst>
        <pc:spChg chg="mod">
          <ac:chgData name="shilpi gupta" userId="5ce4f23861899b28" providerId="LiveId" clId="{7C71A5E1-59A8-4160-A00A-0B38FFE46761}" dt="2024-06-04T04:56:04.676" v="703" actId="20577"/>
          <ac:spMkLst>
            <pc:docMk/>
            <pc:sldMk cId="87849002" sldId="308"/>
            <ac:spMk id="2" creationId="{38970656-2DCA-0809-2AF1-20D7308BBC0C}"/>
          </ac:spMkLst>
        </pc:spChg>
        <pc:spChg chg="mod">
          <ac:chgData name="shilpi gupta" userId="5ce4f23861899b28" providerId="LiveId" clId="{7C71A5E1-59A8-4160-A00A-0B38FFE46761}" dt="2024-06-04T04:54:24.405" v="577" actId="20577"/>
          <ac:spMkLst>
            <pc:docMk/>
            <pc:sldMk cId="87849002" sldId="308"/>
            <ac:spMk id="3" creationId="{FA0D1B9E-E50F-DCCC-43BD-4A11A6569274}"/>
          </ac:spMkLst>
        </pc:spChg>
        <pc:picChg chg="add mod">
          <ac:chgData name="shilpi gupta" userId="5ce4f23861899b28" providerId="LiveId" clId="{7C71A5E1-59A8-4160-A00A-0B38FFE46761}" dt="2024-06-04T06:09:47.375" v="3514" actId="14100"/>
          <ac:picMkLst>
            <pc:docMk/>
            <pc:sldMk cId="87849002" sldId="308"/>
            <ac:picMk id="5122" creationId="{D2B720D4-544D-261C-7D5E-B504933AD782}"/>
          </ac:picMkLst>
        </pc:picChg>
      </pc:sldChg>
      <pc:sldChg chg="addSp delSp modSp mod">
        <pc:chgData name="shilpi gupta" userId="5ce4f23861899b28" providerId="LiveId" clId="{7C71A5E1-59A8-4160-A00A-0B38FFE46761}" dt="2024-06-04T06:15:22.782" v="3602" actId="14100"/>
        <pc:sldMkLst>
          <pc:docMk/>
          <pc:sldMk cId="234866709" sldId="309"/>
        </pc:sldMkLst>
        <pc:spChg chg="mod">
          <ac:chgData name="shilpi gupta" userId="5ce4f23861899b28" providerId="LiveId" clId="{7C71A5E1-59A8-4160-A00A-0B38FFE46761}" dt="2024-06-04T04:58:39.575" v="859" actId="20577"/>
          <ac:spMkLst>
            <pc:docMk/>
            <pc:sldMk cId="234866709" sldId="309"/>
            <ac:spMk id="2" creationId="{627C541B-7D55-2F89-0607-A2010E030F22}"/>
          </ac:spMkLst>
        </pc:spChg>
        <pc:spChg chg="mod">
          <ac:chgData name="shilpi gupta" userId="5ce4f23861899b28" providerId="LiveId" clId="{7C71A5E1-59A8-4160-A00A-0B38FFE46761}" dt="2024-06-04T04:56:22.246" v="714" actId="20577"/>
          <ac:spMkLst>
            <pc:docMk/>
            <pc:sldMk cId="234866709" sldId="309"/>
            <ac:spMk id="3" creationId="{057F8ED8-3E6E-2556-FA11-4A615E4B6A51}"/>
          </ac:spMkLst>
        </pc:spChg>
        <pc:picChg chg="add del mod">
          <ac:chgData name="shilpi gupta" userId="5ce4f23861899b28" providerId="LiveId" clId="{7C71A5E1-59A8-4160-A00A-0B38FFE46761}" dt="2024-06-04T06:14:37.789" v="3594" actId="478"/>
          <ac:picMkLst>
            <pc:docMk/>
            <pc:sldMk cId="234866709" sldId="309"/>
            <ac:picMk id="7170" creationId="{3CE57C27-F5AB-25F0-D1C1-B48372849DEB}"/>
          </ac:picMkLst>
        </pc:picChg>
        <pc:picChg chg="add del mod">
          <ac:chgData name="shilpi gupta" userId="5ce4f23861899b28" providerId="LiveId" clId="{7C71A5E1-59A8-4160-A00A-0B38FFE46761}" dt="2024-06-04T06:14:37.789" v="3594" actId="478"/>
          <ac:picMkLst>
            <pc:docMk/>
            <pc:sldMk cId="234866709" sldId="309"/>
            <ac:picMk id="7172" creationId="{E9E8D8F7-AD32-7876-C624-34F8CD77A14D}"/>
          </ac:picMkLst>
        </pc:picChg>
        <pc:picChg chg="add mod">
          <ac:chgData name="shilpi gupta" userId="5ce4f23861899b28" providerId="LiveId" clId="{7C71A5E1-59A8-4160-A00A-0B38FFE46761}" dt="2024-06-04T06:15:22.782" v="3602" actId="14100"/>
          <ac:picMkLst>
            <pc:docMk/>
            <pc:sldMk cId="234866709" sldId="309"/>
            <ac:picMk id="7174" creationId="{51D89A67-DD5D-4B08-C38B-E7C73979B539}"/>
          </ac:picMkLst>
        </pc:picChg>
      </pc:sldChg>
      <pc:sldChg chg="addSp modSp mod">
        <pc:chgData name="shilpi gupta" userId="5ce4f23861899b28" providerId="LiveId" clId="{7C71A5E1-59A8-4160-A00A-0B38FFE46761}" dt="2024-06-04T06:48:25.129" v="3977" actId="14100"/>
        <pc:sldMkLst>
          <pc:docMk/>
          <pc:sldMk cId="1348417969" sldId="310"/>
        </pc:sldMkLst>
        <pc:spChg chg="mod">
          <ac:chgData name="shilpi gupta" userId="5ce4f23861899b28" providerId="LiveId" clId="{7C71A5E1-59A8-4160-A00A-0B38FFE46761}" dt="2024-06-04T05:01:31.888" v="1087" actId="20577"/>
          <ac:spMkLst>
            <pc:docMk/>
            <pc:sldMk cId="1348417969" sldId="310"/>
            <ac:spMk id="2" creationId="{CB7FAB84-3BD1-48F7-E1B2-E8DFBC607AAF}"/>
          </ac:spMkLst>
        </pc:spChg>
        <pc:spChg chg="mod">
          <ac:chgData name="shilpi gupta" userId="5ce4f23861899b28" providerId="LiveId" clId="{7C71A5E1-59A8-4160-A00A-0B38FFE46761}" dt="2024-06-04T04:59:46.945" v="934" actId="6549"/>
          <ac:spMkLst>
            <pc:docMk/>
            <pc:sldMk cId="1348417969" sldId="310"/>
            <ac:spMk id="3" creationId="{69275696-C9CC-14F6-5A69-F5B777B5235E}"/>
          </ac:spMkLst>
        </pc:spChg>
        <pc:picChg chg="add mod">
          <ac:chgData name="shilpi gupta" userId="5ce4f23861899b28" providerId="LiveId" clId="{7C71A5E1-59A8-4160-A00A-0B38FFE46761}" dt="2024-06-04T06:48:25.129" v="3977" actId="14100"/>
          <ac:picMkLst>
            <pc:docMk/>
            <pc:sldMk cId="1348417969" sldId="310"/>
            <ac:picMk id="14338" creationId="{17B0ACE6-5308-0B99-3CAB-D83972C300C5}"/>
          </ac:picMkLst>
        </pc:picChg>
      </pc:sldChg>
      <pc:sldChg chg="addSp modSp mod">
        <pc:chgData name="shilpi gupta" userId="5ce4f23861899b28" providerId="LiveId" clId="{7C71A5E1-59A8-4160-A00A-0B38FFE46761}" dt="2024-06-04T10:34:58.051" v="4369" actId="20577"/>
        <pc:sldMkLst>
          <pc:docMk/>
          <pc:sldMk cId="1901877650" sldId="311"/>
        </pc:sldMkLst>
        <pc:spChg chg="mod">
          <ac:chgData name="shilpi gupta" userId="5ce4f23861899b28" providerId="LiveId" clId="{7C71A5E1-59A8-4160-A00A-0B38FFE46761}" dt="2024-06-04T10:34:58.051" v="4369" actId="20577"/>
          <ac:spMkLst>
            <pc:docMk/>
            <pc:sldMk cId="1901877650" sldId="311"/>
            <ac:spMk id="2" creationId="{3E2ED4A9-9905-4C24-F5DB-0262CEFBBBB9}"/>
          </ac:spMkLst>
        </pc:spChg>
        <pc:spChg chg="mod">
          <ac:chgData name="shilpi gupta" userId="5ce4f23861899b28" providerId="LiveId" clId="{7C71A5E1-59A8-4160-A00A-0B38FFE46761}" dt="2024-06-04T05:11:30.466" v="1823" actId="20577"/>
          <ac:spMkLst>
            <pc:docMk/>
            <pc:sldMk cId="1901877650" sldId="311"/>
            <ac:spMk id="3" creationId="{16C3B71B-D392-F5C5-EC07-0CBA638B7C26}"/>
          </ac:spMkLst>
        </pc:spChg>
        <pc:picChg chg="add mod">
          <ac:chgData name="shilpi gupta" userId="5ce4f23861899b28" providerId="LiveId" clId="{7C71A5E1-59A8-4160-A00A-0B38FFE46761}" dt="2024-06-04T07:03:33.487" v="4086" actId="1076"/>
          <ac:picMkLst>
            <pc:docMk/>
            <pc:sldMk cId="1901877650" sldId="311"/>
            <ac:picMk id="20482" creationId="{6AC5DF44-3B5C-48AC-41F1-5B446B446D55}"/>
          </ac:picMkLst>
        </pc:picChg>
        <pc:picChg chg="add mod">
          <ac:chgData name="shilpi gupta" userId="5ce4f23861899b28" providerId="LiveId" clId="{7C71A5E1-59A8-4160-A00A-0B38FFE46761}" dt="2024-06-04T07:03:52.682" v="4090" actId="14100"/>
          <ac:picMkLst>
            <pc:docMk/>
            <pc:sldMk cId="1901877650" sldId="311"/>
            <ac:picMk id="20484" creationId="{6AFFF552-2B06-E675-B5B3-C4A6EA0A92B5}"/>
          </ac:picMkLst>
        </pc:picChg>
      </pc:sldChg>
      <pc:sldChg chg="del">
        <pc:chgData name="shilpi gupta" userId="5ce4f23861899b28" providerId="LiveId" clId="{7C71A5E1-59A8-4160-A00A-0B38FFE46761}" dt="2024-06-04T05:21:39.006" v="2177" actId="47"/>
        <pc:sldMkLst>
          <pc:docMk/>
          <pc:sldMk cId="2624257296" sldId="312"/>
        </pc:sldMkLst>
      </pc:sldChg>
      <pc:sldChg chg="del">
        <pc:chgData name="shilpi gupta" userId="5ce4f23861899b28" providerId="LiveId" clId="{7C71A5E1-59A8-4160-A00A-0B38FFE46761}" dt="2024-06-04T05:21:39.506" v="2178" actId="47"/>
        <pc:sldMkLst>
          <pc:docMk/>
          <pc:sldMk cId="2945510849" sldId="313"/>
        </pc:sldMkLst>
      </pc:sldChg>
      <pc:sldChg chg="del">
        <pc:chgData name="shilpi gupta" userId="5ce4f23861899b28" providerId="LiveId" clId="{7C71A5E1-59A8-4160-A00A-0B38FFE46761}" dt="2024-06-04T05:21:39.913" v="2179" actId="47"/>
        <pc:sldMkLst>
          <pc:docMk/>
          <pc:sldMk cId="3227058457" sldId="314"/>
        </pc:sldMkLst>
      </pc:sldChg>
      <pc:sldChg chg="del">
        <pc:chgData name="shilpi gupta" userId="5ce4f23861899b28" providerId="LiveId" clId="{7C71A5E1-59A8-4160-A00A-0B38FFE46761}" dt="2024-06-04T05:21:40.241" v="2180" actId="47"/>
        <pc:sldMkLst>
          <pc:docMk/>
          <pc:sldMk cId="657843468" sldId="315"/>
        </pc:sldMkLst>
      </pc:sldChg>
      <pc:sldChg chg="del">
        <pc:chgData name="shilpi gupta" userId="5ce4f23861899b28" providerId="LiveId" clId="{7C71A5E1-59A8-4160-A00A-0B38FFE46761}" dt="2024-06-04T05:21:40.523" v="2181" actId="47"/>
        <pc:sldMkLst>
          <pc:docMk/>
          <pc:sldMk cId="586535592" sldId="316"/>
        </pc:sldMkLst>
      </pc:sldChg>
      <pc:sldChg chg="del">
        <pc:chgData name="shilpi gupta" userId="5ce4f23861899b28" providerId="LiveId" clId="{7C71A5E1-59A8-4160-A00A-0B38FFE46761}" dt="2024-06-04T05:21:40.773" v="2182" actId="47"/>
        <pc:sldMkLst>
          <pc:docMk/>
          <pc:sldMk cId="1854470539" sldId="317"/>
        </pc:sldMkLst>
      </pc:sldChg>
      <pc:sldChg chg="del">
        <pc:chgData name="shilpi gupta" userId="5ce4f23861899b28" providerId="LiveId" clId="{7C71A5E1-59A8-4160-A00A-0B38FFE46761}" dt="2024-06-04T05:21:41.788" v="2183" actId="47"/>
        <pc:sldMkLst>
          <pc:docMk/>
          <pc:sldMk cId="4081438048" sldId="318"/>
        </pc:sldMkLst>
      </pc:sldChg>
      <pc:sldChg chg="modSp mod">
        <pc:chgData name="shilpi gupta" userId="5ce4f23861899b28" providerId="LiveId" clId="{7C71A5E1-59A8-4160-A00A-0B38FFE46761}" dt="2024-06-04T05:26:12.173" v="2643" actId="20577"/>
        <pc:sldMkLst>
          <pc:docMk/>
          <pc:sldMk cId="1505337766" sldId="319"/>
        </pc:sldMkLst>
        <pc:spChg chg="mod">
          <ac:chgData name="shilpi gupta" userId="5ce4f23861899b28" providerId="LiveId" clId="{7C71A5E1-59A8-4160-A00A-0B38FFE46761}" dt="2024-06-04T05:26:12.173" v="2643" actId="20577"/>
          <ac:spMkLst>
            <pc:docMk/>
            <pc:sldMk cId="1505337766" sldId="319"/>
            <ac:spMk id="2" creationId="{C83DB603-715B-4D90-970F-FE852BF398CA}"/>
          </ac:spMkLst>
        </pc:spChg>
        <pc:spChg chg="mod">
          <ac:chgData name="shilpi gupta" userId="5ce4f23861899b28" providerId="LiveId" clId="{7C71A5E1-59A8-4160-A00A-0B38FFE46761}" dt="2024-06-04T05:25:44.261" v="2627" actId="20577"/>
          <ac:spMkLst>
            <pc:docMk/>
            <pc:sldMk cId="1505337766" sldId="319"/>
            <ac:spMk id="3" creationId="{9C29F74C-D94E-57EE-D5B3-790DCC9555B3}"/>
          </ac:spMkLst>
        </pc:spChg>
      </pc:sldChg>
      <pc:sldChg chg="modSp mod">
        <pc:chgData name="shilpi gupta" userId="5ce4f23861899b28" providerId="LiveId" clId="{7C71A5E1-59A8-4160-A00A-0B38FFE46761}" dt="2024-06-04T05:51:34.368" v="3410" actId="20577"/>
        <pc:sldMkLst>
          <pc:docMk/>
          <pc:sldMk cId="2548785845" sldId="321"/>
        </pc:sldMkLst>
        <pc:spChg chg="mod">
          <ac:chgData name="shilpi gupta" userId="5ce4f23861899b28" providerId="LiveId" clId="{7C71A5E1-59A8-4160-A00A-0B38FFE46761}" dt="2024-06-04T05:51:34.368" v="3410" actId="20577"/>
          <ac:spMkLst>
            <pc:docMk/>
            <pc:sldMk cId="2548785845" sldId="321"/>
            <ac:spMk id="2" creationId="{F183039E-F441-F90B-6139-24CC79E84327}"/>
          </ac:spMkLst>
        </pc:spChg>
        <pc:spChg chg="mod">
          <ac:chgData name="shilpi gupta" userId="5ce4f23861899b28" providerId="LiveId" clId="{7C71A5E1-59A8-4160-A00A-0B38FFE46761}" dt="2024-06-04T05:48:24.170" v="3162" actId="20577"/>
          <ac:spMkLst>
            <pc:docMk/>
            <pc:sldMk cId="2548785845" sldId="321"/>
            <ac:spMk id="3" creationId="{06425A2D-A6A7-C665-75EB-26B68224B4C4}"/>
          </ac:spMkLst>
        </pc:spChg>
      </pc:sldChg>
      <pc:sldChg chg="modSp mod">
        <pc:chgData name="shilpi gupta" userId="5ce4f23861899b28" providerId="LiveId" clId="{7C71A5E1-59A8-4160-A00A-0B38FFE46761}" dt="2024-06-04T05:51:47.889" v="3422" actId="20577"/>
        <pc:sldMkLst>
          <pc:docMk/>
          <pc:sldMk cId="221513343" sldId="322"/>
        </pc:sldMkLst>
        <pc:spChg chg="mod">
          <ac:chgData name="shilpi gupta" userId="5ce4f23861899b28" providerId="LiveId" clId="{7C71A5E1-59A8-4160-A00A-0B38FFE46761}" dt="2024-06-04T05:51:47.889" v="3422" actId="20577"/>
          <ac:spMkLst>
            <pc:docMk/>
            <pc:sldMk cId="221513343" sldId="322"/>
            <ac:spMk id="2" creationId="{87E62548-71D8-7A8A-7585-969CB13A56AB}"/>
          </ac:spMkLst>
        </pc:spChg>
      </pc:sldChg>
      <pc:sldChg chg="del">
        <pc:chgData name="shilpi gupta" userId="5ce4f23861899b28" providerId="LiveId" clId="{7C71A5E1-59A8-4160-A00A-0B38FFE46761}" dt="2024-06-04T05:51:54.385" v="3423" actId="47"/>
        <pc:sldMkLst>
          <pc:docMk/>
          <pc:sldMk cId="3711207397" sldId="323"/>
        </pc:sldMkLst>
      </pc:sldChg>
      <pc:sldChg chg="del">
        <pc:chgData name="shilpi gupta" userId="5ce4f23861899b28" providerId="LiveId" clId="{7C71A5E1-59A8-4160-A00A-0B38FFE46761}" dt="2024-06-04T05:51:55.682" v="3424" actId="47"/>
        <pc:sldMkLst>
          <pc:docMk/>
          <pc:sldMk cId="546927331" sldId="324"/>
        </pc:sldMkLst>
      </pc:sldChg>
      <pc:sldChg chg="modSp mod">
        <pc:chgData name="shilpi gupta" userId="5ce4f23861899b28" providerId="LiveId" clId="{7C71A5E1-59A8-4160-A00A-0B38FFE46761}" dt="2024-06-04T05:25:31.362" v="2625" actId="20577"/>
        <pc:sldMkLst>
          <pc:docMk/>
          <pc:sldMk cId="1669534364" sldId="325"/>
        </pc:sldMkLst>
        <pc:spChg chg="mod">
          <ac:chgData name="shilpi gupta" userId="5ce4f23861899b28" providerId="LiveId" clId="{7C71A5E1-59A8-4160-A00A-0B38FFE46761}" dt="2024-06-04T05:25:08.265" v="2588" actId="20577"/>
          <ac:spMkLst>
            <pc:docMk/>
            <pc:sldMk cId="1669534364" sldId="325"/>
            <ac:spMk id="2" creationId="{91496193-CA8D-6C1E-A960-F4D50E67F164}"/>
          </ac:spMkLst>
        </pc:spChg>
        <pc:spChg chg="mod">
          <ac:chgData name="shilpi gupta" userId="5ce4f23861899b28" providerId="LiveId" clId="{7C71A5E1-59A8-4160-A00A-0B38FFE46761}" dt="2024-06-04T05:25:31.362" v="2625" actId="20577"/>
          <ac:spMkLst>
            <pc:docMk/>
            <pc:sldMk cId="1669534364" sldId="325"/>
            <ac:spMk id="3" creationId="{C012548D-9165-AA9F-2E18-DE9377DC929A}"/>
          </ac:spMkLst>
        </pc:spChg>
      </pc:sldChg>
      <pc:sldChg chg="del">
        <pc:chgData name="shilpi gupta" userId="5ce4f23861899b28" providerId="LiveId" clId="{7C71A5E1-59A8-4160-A00A-0B38FFE46761}" dt="2024-06-04T05:51:56.402" v="3425" actId="47"/>
        <pc:sldMkLst>
          <pc:docMk/>
          <pc:sldMk cId="1666525737" sldId="326"/>
        </pc:sldMkLst>
      </pc:sldChg>
      <pc:sldChg chg="del">
        <pc:chgData name="shilpi gupta" userId="5ce4f23861899b28" providerId="LiveId" clId="{7C71A5E1-59A8-4160-A00A-0B38FFE46761}" dt="2024-06-04T05:51:57.136" v="3426" actId="47"/>
        <pc:sldMkLst>
          <pc:docMk/>
          <pc:sldMk cId="3045406790" sldId="327"/>
        </pc:sldMkLst>
      </pc:sldChg>
      <pc:sldChg chg="del">
        <pc:chgData name="shilpi gupta" userId="5ce4f23861899b28" providerId="LiveId" clId="{7C71A5E1-59A8-4160-A00A-0B38FFE46761}" dt="2024-06-04T05:51:57.497" v="3427" actId="47"/>
        <pc:sldMkLst>
          <pc:docMk/>
          <pc:sldMk cId="1089236490" sldId="328"/>
        </pc:sldMkLst>
      </pc:sldChg>
      <pc:sldChg chg="del">
        <pc:chgData name="shilpi gupta" userId="5ce4f23861899b28" providerId="LiveId" clId="{7C71A5E1-59A8-4160-A00A-0B38FFE46761}" dt="2024-06-04T05:51:58.342" v="3429" actId="47"/>
        <pc:sldMkLst>
          <pc:docMk/>
          <pc:sldMk cId="1375260716" sldId="329"/>
        </pc:sldMkLst>
      </pc:sldChg>
      <pc:sldChg chg="del">
        <pc:chgData name="shilpi gupta" userId="5ce4f23861899b28" providerId="LiveId" clId="{7C71A5E1-59A8-4160-A00A-0B38FFE46761}" dt="2024-06-04T05:51:57.982" v="3428" actId="47"/>
        <pc:sldMkLst>
          <pc:docMk/>
          <pc:sldMk cId="829989937" sldId="330"/>
        </pc:sldMkLst>
      </pc:sldChg>
      <pc:sldChg chg="del">
        <pc:chgData name="shilpi gupta" userId="5ce4f23861899b28" providerId="LiveId" clId="{7C71A5E1-59A8-4160-A00A-0B38FFE46761}" dt="2024-06-04T05:51:58.748" v="3430" actId="47"/>
        <pc:sldMkLst>
          <pc:docMk/>
          <pc:sldMk cId="4201570771" sldId="331"/>
        </pc:sldMkLst>
      </pc:sldChg>
      <pc:sldChg chg="del">
        <pc:chgData name="shilpi gupta" userId="5ce4f23861899b28" providerId="LiveId" clId="{7C71A5E1-59A8-4160-A00A-0B38FFE46761}" dt="2024-06-04T05:51:59.264" v="3431" actId="47"/>
        <pc:sldMkLst>
          <pc:docMk/>
          <pc:sldMk cId="2142973947" sldId="332"/>
        </pc:sldMkLst>
      </pc:sldChg>
      <pc:sldChg chg="addSp modSp new mod">
        <pc:chgData name="shilpi gupta" userId="5ce4f23861899b28" providerId="LiveId" clId="{7C71A5E1-59A8-4160-A00A-0B38FFE46761}" dt="2024-06-04T06:13:10.758" v="3588" actId="14100"/>
        <pc:sldMkLst>
          <pc:docMk/>
          <pc:sldMk cId="1712939539" sldId="333"/>
        </pc:sldMkLst>
        <pc:spChg chg="mod">
          <ac:chgData name="shilpi gupta" userId="5ce4f23861899b28" providerId="LiveId" clId="{7C71A5E1-59A8-4160-A00A-0B38FFE46761}" dt="2024-06-04T06:13:02.815" v="3586" actId="1076"/>
          <ac:spMkLst>
            <pc:docMk/>
            <pc:sldMk cId="1712939539" sldId="333"/>
            <ac:spMk id="2" creationId="{6E36E732-C9CD-2A69-AAF1-82667F5D773F}"/>
          </ac:spMkLst>
        </pc:spChg>
        <pc:spChg chg="mod">
          <ac:chgData name="shilpi gupta" userId="5ce4f23861899b28" providerId="LiveId" clId="{7C71A5E1-59A8-4160-A00A-0B38FFE46761}" dt="2024-06-04T05:02:06.823" v="1100" actId="20577"/>
          <ac:spMkLst>
            <pc:docMk/>
            <pc:sldMk cId="1712939539" sldId="333"/>
            <ac:spMk id="3" creationId="{9B932945-1630-776D-03BA-235A69824254}"/>
          </ac:spMkLst>
        </pc:spChg>
        <pc:picChg chg="add mod">
          <ac:chgData name="shilpi gupta" userId="5ce4f23861899b28" providerId="LiveId" clId="{7C71A5E1-59A8-4160-A00A-0B38FFE46761}" dt="2024-06-04T06:13:10.758" v="3588" actId="14100"/>
          <ac:picMkLst>
            <pc:docMk/>
            <pc:sldMk cId="1712939539" sldId="333"/>
            <ac:picMk id="6146" creationId="{279959C2-72CD-A66F-94D0-973426E6F06B}"/>
          </ac:picMkLst>
        </pc:picChg>
      </pc:sldChg>
      <pc:sldChg chg="addSp modSp new mod">
        <pc:chgData name="shilpi gupta" userId="5ce4f23861899b28" providerId="LiveId" clId="{7C71A5E1-59A8-4160-A00A-0B38FFE46761}" dt="2024-06-04T06:21:28.659" v="3735" actId="14100"/>
        <pc:sldMkLst>
          <pc:docMk/>
          <pc:sldMk cId="4037977067" sldId="334"/>
        </pc:sldMkLst>
        <pc:spChg chg="mod">
          <ac:chgData name="shilpi gupta" userId="5ce4f23861899b28" providerId="LiveId" clId="{7C71A5E1-59A8-4160-A00A-0B38FFE46761}" dt="2024-06-04T06:21:20.550" v="3733" actId="1076"/>
          <ac:spMkLst>
            <pc:docMk/>
            <pc:sldMk cId="4037977067" sldId="334"/>
            <ac:spMk id="2" creationId="{6EAE65DE-A04C-E3F3-8F32-0D880D89ED90}"/>
          </ac:spMkLst>
        </pc:spChg>
        <pc:spChg chg="mod">
          <ac:chgData name="shilpi gupta" userId="5ce4f23861899b28" providerId="LiveId" clId="{7C71A5E1-59A8-4160-A00A-0B38FFE46761}" dt="2024-06-04T05:03:11.728" v="1174" actId="20577"/>
          <ac:spMkLst>
            <pc:docMk/>
            <pc:sldMk cId="4037977067" sldId="334"/>
            <ac:spMk id="3" creationId="{2DE8422E-178A-6004-749A-186EE5DB7831}"/>
          </ac:spMkLst>
        </pc:spChg>
        <pc:picChg chg="add mod">
          <ac:chgData name="shilpi gupta" userId="5ce4f23861899b28" providerId="LiveId" clId="{7C71A5E1-59A8-4160-A00A-0B38FFE46761}" dt="2024-06-04T06:21:28.659" v="3735" actId="14100"/>
          <ac:picMkLst>
            <pc:docMk/>
            <pc:sldMk cId="4037977067" sldId="334"/>
            <ac:picMk id="9218" creationId="{7BE49202-9CD1-D93E-7CDB-89B5B5479156}"/>
          </ac:picMkLst>
        </pc:picChg>
      </pc:sldChg>
      <pc:sldChg chg="addSp modSp new mod">
        <pc:chgData name="shilpi gupta" userId="5ce4f23861899b28" providerId="LiveId" clId="{7C71A5E1-59A8-4160-A00A-0B38FFE46761}" dt="2024-06-04T06:30:42.580" v="3848" actId="5793"/>
        <pc:sldMkLst>
          <pc:docMk/>
          <pc:sldMk cId="606556862" sldId="335"/>
        </pc:sldMkLst>
        <pc:spChg chg="mod">
          <ac:chgData name="shilpi gupta" userId="5ce4f23861899b28" providerId="LiveId" clId="{7C71A5E1-59A8-4160-A00A-0B38FFE46761}" dt="2024-06-04T06:30:42.580" v="3848" actId="5793"/>
          <ac:spMkLst>
            <pc:docMk/>
            <pc:sldMk cId="606556862" sldId="335"/>
            <ac:spMk id="2" creationId="{B22228E9-F7E0-1577-1C79-8919D7E50B0C}"/>
          </ac:spMkLst>
        </pc:spChg>
        <pc:spChg chg="mod">
          <ac:chgData name="shilpi gupta" userId="5ce4f23861899b28" providerId="LiveId" clId="{7C71A5E1-59A8-4160-A00A-0B38FFE46761}" dt="2024-06-04T05:04:27.599" v="1243" actId="20577"/>
          <ac:spMkLst>
            <pc:docMk/>
            <pc:sldMk cId="606556862" sldId="335"/>
            <ac:spMk id="3" creationId="{570F8C1F-9044-E591-AD15-93476D8FB102}"/>
          </ac:spMkLst>
        </pc:spChg>
        <pc:picChg chg="add mod">
          <ac:chgData name="shilpi gupta" userId="5ce4f23861899b28" providerId="LiveId" clId="{7C71A5E1-59A8-4160-A00A-0B38FFE46761}" dt="2024-06-04T06:27:55.029" v="3784" actId="14100"/>
          <ac:picMkLst>
            <pc:docMk/>
            <pc:sldMk cId="606556862" sldId="335"/>
            <ac:picMk id="11266" creationId="{13988388-A70D-FF7A-E7A3-0138A4640991}"/>
          </ac:picMkLst>
        </pc:picChg>
      </pc:sldChg>
      <pc:sldChg chg="addSp modSp new mod">
        <pc:chgData name="shilpi gupta" userId="5ce4f23861899b28" providerId="LiveId" clId="{7C71A5E1-59A8-4160-A00A-0B38FFE46761}" dt="2024-06-04T06:33:21.783" v="3910" actId="20577"/>
        <pc:sldMkLst>
          <pc:docMk/>
          <pc:sldMk cId="22792181" sldId="336"/>
        </pc:sldMkLst>
        <pc:spChg chg="mod">
          <ac:chgData name="shilpi gupta" userId="5ce4f23861899b28" providerId="LiveId" clId="{7C71A5E1-59A8-4160-A00A-0B38FFE46761}" dt="2024-06-04T06:33:21.783" v="3910" actId="20577"/>
          <ac:spMkLst>
            <pc:docMk/>
            <pc:sldMk cId="22792181" sldId="336"/>
            <ac:spMk id="2" creationId="{E203108F-378A-83B1-D945-795B00A430E8}"/>
          </ac:spMkLst>
        </pc:spChg>
        <pc:spChg chg="mod">
          <ac:chgData name="shilpi gupta" userId="5ce4f23861899b28" providerId="LiveId" clId="{7C71A5E1-59A8-4160-A00A-0B38FFE46761}" dt="2024-06-04T05:05:06.468" v="1312" actId="20577"/>
          <ac:spMkLst>
            <pc:docMk/>
            <pc:sldMk cId="22792181" sldId="336"/>
            <ac:spMk id="3" creationId="{C81727EA-ADD2-EBFB-5BE9-42E1C3A1F564}"/>
          </ac:spMkLst>
        </pc:spChg>
        <pc:spChg chg="add">
          <ac:chgData name="shilpi gupta" userId="5ce4f23861899b28" providerId="LiveId" clId="{7C71A5E1-59A8-4160-A00A-0B38FFE46761}" dt="2024-06-04T06:31:17.408" v="3849"/>
          <ac:spMkLst>
            <pc:docMk/>
            <pc:sldMk cId="22792181" sldId="336"/>
            <ac:spMk id="4" creationId="{4100A05E-33B1-9771-BBBB-CA95E1873B90}"/>
          </ac:spMkLst>
        </pc:spChg>
        <pc:spChg chg="add mod">
          <ac:chgData name="shilpi gupta" userId="5ce4f23861899b28" providerId="LiveId" clId="{7C71A5E1-59A8-4160-A00A-0B38FFE46761}" dt="2024-06-04T06:31:40.557" v="3852" actId="14100"/>
          <ac:spMkLst>
            <pc:docMk/>
            <pc:sldMk cId="22792181" sldId="336"/>
            <ac:spMk id="5" creationId="{4BBE1A22-9FBE-2C4B-AFC2-99FCB6376A7A}"/>
          </ac:spMkLst>
        </pc:spChg>
        <pc:picChg chg="add mod">
          <ac:chgData name="shilpi gupta" userId="5ce4f23861899b28" providerId="LiveId" clId="{7C71A5E1-59A8-4160-A00A-0B38FFE46761}" dt="2024-06-04T06:32:17.214" v="3856" actId="14100"/>
          <ac:picMkLst>
            <pc:docMk/>
            <pc:sldMk cId="22792181" sldId="336"/>
            <ac:picMk id="12294" creationId="{8D85EB3D-A9ED-4CDD-4B9D-CA0E46FB82B8}"/>
          </ac:picMkLst>
        </pc:picChg>
      </pc:sldChg>
      <pc:sldChg chg="addSp modSp new mod">
        <pc:chgData name="shilpi gupta" userId="5ce4f23861899b28" providerId="LiveId" clId="{7C71A5E1-59A8-4160-A00A-0B38FFE46761}" dt="2024-06-04T06:17:29.030" v="3675" actId="1076"/>
        <pc:sldMkLst>
          <pc:docMk/>
          <pc:sldMk cId="135979500" sldId="337"/>
        </pc:sldMkLst>
        <pc:spChg chg="mod">
          <ac:chgData name="shilpi gupta" userId="5ce4f23861899b28" providerId="LiveId" clId="{7C71A5E1-59A8-4160-A00A-0B38FFE46761}" dt="2024-06-04T06:17:21.881" v="3672" actId="1076"/>
          <ac:spMkLst>
            <pc:docMk/>
            <pc:sldMk cId="135979500" sldId="337"/>
            <ac:spMk id="2" creationId="{1DA09C41-D941-0173-7DF9-7A0F35F4B544}"/>
          </ac:spMkLst>
        </pc:spChg>
        <pc:spChg chg="mod">
          <ac:chgData name="shilpi gupta" userId="5ce4f23861899b28" providerId="LiveId" clId="{7C71A5E1-59A8-4160-A00A-0B38FFE46761}" dt="2024-06-04T05:05:47.779" v="1376" actId="20577"/>
          <ac:spMkLst>
            <pc:docMk/>
            <pc:sldMk cId="135979500" sldId="337"/>
            <ac:spMk id="3" creationId="{E451A7D5-4D00-222F-209E-ABC37782A437}"/>
          </ac:spMkLst>
        </pc:spChg>
        <pc:picChg chg="add mod">
          <ac:chgData name="shilpi gupta" userId="5ce4f23861899b28" providerId="LiveId" clId="{7C71A5E1-59A8-4160-A00A-0B38FFE46761}" dt="2024-06-04T06:17:29.030" v="3675" actId="1076"/>
          <ac:picMkLst>
            <pc:docMk/>
            <pc:sldMk cId="135979500" sldId="337"/>
            <ac:picMk id="8194" creationId="{FEE07D7D-0EA8-4EFD-ACFC-0A3A7C6B7918}"/>
          </ac:picMkLst>
        </pc:picChg>
      </pc:sldChg>
      <pc:sldChg chg="addSp modSp new mod">
        <pc:chgData name="shilpi gupta" userId="5ce4f23861899b28" providerId="LiveId" clId="{7C71A5E1-59A8-4160-A00A-0B38FFE46761}" dt="2024-06-04T07:00:15.380" v="4062" actId="1076"/>
        <pc:sldMkLst>
          <pc:docMk/>
          <pc:sldMk cId="3497618042" sldId="338"/>
        </pc:sldMkLst>
        <pc:spChg chg="mod">
          <ac:chgData name="shilpi gupta" userId="5ce4f23861899b28" providerId="LiveId" clId="{7C71A5E1-59A8-4160-A00A-0B38FFE46761}" dt="2024-06-04T06:49:49.755" v="4057" actId="20577"/>
          <ac:spMkLst>
            <pc:docMk/>
            <pc:sldMk cId="3497618042" sldId="338"/>
            <ac:spMk id="2" creationId="{8D92D16D-C3C5-5834-079D-8524804897BF}"/>
          </ac:spMkLst>
        </pc:spChg>
        <pc:spChg chg="mod">
          <ac:chgData name="shilpi gupta" userId="5ce4f23861899b28" providerId="LiveId" clId="{7C71A5E1-59A8-4160-A00A-0B38FFE46761}" dt="2024-06-04T05:06:35.435" v="1448" actId="20577"/>
          <ac:spMkLst>
            <pc:docMk/>
            <pc:sldMk cId="3497618042" sldId="338"/>
            <ac:spMk id="3" creationId="{B79DEFDB-D577-BFDF-B747-55D4C7B5320A}"/>
          </ac:spMkLst>
        </pc:spChg>
        <pc:picChg chg="add mod">
          <ac:chgData name="shilpi gupta" userId="5ce4f23861899b28" providerId="LiveId" clId="{7C71A5E1-59A8-4160-A00A-0B38FFE46761}" dt="2024-06-04T07:00:15.380" v="4062" actId="1076"/>
          <ac:picMkLst>
            <pc:docMk/>
            <pc:sldMk cId="3497618042" sldId="338"/>
            <ac:picMk id="15362" creationId="{3725E45F-DD77-D154-D0EC-81C3231A5EC5}"/>
          </ac:picMkLst>
        </pc:picChg>
      </pc:sldChg>
      <pc:sldChg chg="addSp modSp new mod">
        <pc:chgData name="shilpi gupta" userId="5ce4f23861899b28" providerId="LiveId" clId="{7C71A5E1-59A8-4160-A00A-0B38FFE46761}" dt="2024-06-04T06:47:42.685" v="3974" actId="14100"/>
        <pc:sldMkLst>
          <pc:docMk/>
          <pc:sldMk cId="2641425170" sldId="339"/>
        </pc:sldMkLst>
        <pc:spChg chg="mod">
          <ac:chgData name="shilpi gupta" userId="5ce4f23861899b28" providerId="LiveId" clId="{7C71A5E1-59A8-4160-A00A-0B38FFE46761}" dt="2024-06-04T06:47:36.105" v="3972" actId="1076"/>
          <ac:spMkLst>
            <pc:docMk/>
            <pc:sldMk cId="2641425170" sldId="339"/>
            <ac:spMk id="2" creationId="{8E190585-A05A-59D9-BF34-08E03B0ECFF5}"/>
          </ac:spMkLst>
        </pc:spChg>
        <pc:spChg chg="mod">
          <ac:chgData name="shilpi gupta" userId="5ce4f23861899b28" providerId="LiveId" clId="{7C71A5E1-59A8-4160-A00A-0B38FFE46761}" dt="2024-06-04T05:07:13.376" v="1500" actId="20577"/>
          <ac:spMkLst>
            <pc:docMk/>
            <pc:sldMk cId="2641425170" sldId="339"/>
            <ac:spMk id="3" creationId="{61B145A2-9352-5928-FE57-26A5A0650B40}"/>
          </ac:spMkLst>
        </pc:spChg>
        <pc:picChg chg="add mod">
          <ac:chgData name="shilpi gupta" userId="5ce4f23861899b28" providerId="LiveId" clId="{7C71A5E1-59A8-4160-A00A-0B38FFE46761}" dt="2024-06-04T06:47:42.685" v="3974" actId="14100"/>
          <ac:picMkLst>
            <pc:docMk/>
            <pc:sldMk cId="2641425170" sldId="339"/>
            <ac:picMk id="13314" creationId="{BC489DB8-5E80-EFAF-E4F5-46F73FE80E15}"/>
          </ac:picMkLst>
        </pc:picChg>
      </pc:sldChg>
      <pc:sldChg chg="addSp modSp new mod">
        <pc:chgData name="shilpi gupta" userId="5ce4f23861899b28" providerId="LiveId" clId="{7C71A5E1-59A8-4160-A00A-0B38FFE46761}" dt="2024-06-04T10:33:43.811" v="4283" actId="20577"/>
        <pc:sldMkLst>
          <pc:docMk/>
          <pc:sldMk cId="1215620177" sldId="340"/>
        </pc:sldMkLst>
        <pc:spChg chg="mod">
          <ac:chgData name="shilpi gupta" userId="5ce4f23861899b28" providerId="LiveId" clId="{7C71A5E1-59A8-4160-A00A-0B38FFE46761}" dt="2024-06-04T10:33:43.811" v="4283" actId="20577"/>
          <ac:spMkLst>
            <pc:docMk/>
            <pc:sldMk cId="1215620177" sldId="340"/>
            <ac:spMk id="2" creationId="{43F3F442-D914-6244-86B8-6013F87C7249}"/>
          </ac:spMkLst>
        </pc:spChg>
        <pc:spChg chg="mod">
          <ac:chgData name="shilpi gupta" userId="5ce4f23861899b28" providerId="LiveId" clId="{7C71A5E1-59A8-4160-A00A-0B38FFE46761}" dt="2024-06-04T05:08:16.803" v="1544" actId="122"/>
          <ac:spMkLst>
            <pc:docMk/>
            <pc:sldMk cId="1215620177" sldId="340"/>
            <ac:spMk id="3" creationId="{3E42849C-8093-B5F1-26D5-EB95713A7E7F}"/>
          </ac:spMkLst>
        </pc:spChg>
        <pc:picChg chg="add mod">
          <ac:chgData name="shilpi gupta" userId="5ce4f23861899b28" providerId="LiveId" clId="{7C71A5E1-59A8-4160-A00A-0B38FFE46761}" dt="2024-06-04T07:01:22.648" v="4067" actId="1076"/>
          <ac:picMkLst>
            <pc:docMk/>
            <pc:sldMk cId="1215620177" sldId="340"/>
            <ac:picMk id="16386" creationId="{CF53E9C0-5BF9-CE4B-AD29-BBED7381FD40}"/>
          </ac:picMkLst>
        </pc:picChg>
      </pc:sldChg>
      <pc:sldChg chg="addSp modSp new mod">
        <pc:chgData name="shilpi gupta" userId="5ce4f23861899b28" providerId="LiveId" clId="{7C71A5E1-59A8-4160-A00A-0B38FFE46761}" dt="2024-06-04T10:32:43.447" v="4198" actId="20577"/>
        <pc:sldMkLst>
          <pc:docMk/>
          <pc:sldMk cId="1176877588" sldId="341"/>
        </pc:sldMkLst>
        <pc:spChg chg="mod">
          <ac:chgData name="shilpi gupta" userId="5ce4f23861899b28" providerId="LiveId" clId="{7C71A5E1-59A8-4160-A00A-0B38FFE46761}" dt="2024-06-04T10:32:43.447" v="4198" actId="20577"/>
          <ac:spMkLst>
            <pc:docMk/>
            <pc:sldMk cId="1176877588" sldId="341"/>
            <ac:spMk id="2" creationId="{95578CE7-9125-BEF6-8970-4B79180DA374}"/>
          </ac:spMkLst>
        </pc:spChg>
        <pc:spChg chg="mod">
          <ac:chgData name="shilpi gupta" userId="5ce4f23861899b28" providerId="LiveId" clId="{7C71A5E1-59A8-4160-A00A-0B38FFE46761}" dt="2024-06-04T05:08:58.005" v="1619" actId="5793"/>
          <ac:spMkLst>
            <pc:docMk/>
            <pc:sldMk cId="1176877588" sldId="341"/>
            <ac:spMk id="3" creationId="{9054C8ED-1261-5C4D-3AFE-913F92BF16BB}"/>
          </ac:spMkLst>
        </pc:spChg>
        <pc:picChg chg="add mod">
          <ac:chgData name="shilpi gupta" userId="5ce4f23861899b28" providerId="LiveId" clId="{7C71A5E1-59A8-4160-A00A-0B38FFE46761}" dt="2024-06-04T07:01:51.156" v="4071" actId="14100"/>
          <ac:picMkLst>
            <pc:docMk/>
            <pc:sldMk cId="1176877588" sldId="341"/>
            <ac:picMk id="17410" creationId="{B24B678D-2562-A280-C5D4-A79A32AFACBB}"/>
          </ac:picMkLst>
        </pc:picChg>
      </pc:sldChg>
      <pc:sldChg chg="addSp modSp new mod">
        <pc:chgData name="shilpi gupta" userId="5ce4f23861899b28" providerId="LiveId" clId="{7C71A5E1-59A8-4160-A00A-0B38FFE46761}" dt="2024-06-04T10:34:31.862" v="4328" actId="20577"/>
        <pc:sldMkLst>
          <pc:docMk/>
          <pc:sldMk cId="750782383" sldId="342"/>
        </pc:sldMkLst>
        <pc:spChg chg="mod">
          <ac:chgData name="shilpi gupta" userId="5ce4f23861899b28" providerId="LiveId" clId="{7C71A5E1-59A8-4160-A00A-0B38FFE46761}" dt="2024-06-04T10:34:31.862" v="4328" actId="20577"/>
          <ac:spMkLst>
            <pc:docMk/>
            <pc:sldMk cId="750782383" sldId="342"/>
            <ac:spMk id="2" creationId="{B995D59A-35E3-615F-7E94-97442378539D}"/>
          </ac:spMkLst>
        </pc:spChg>
        <pc:spChg chg="mod">
          <ac:chgData name="shilpi gupta" userId="5ce4f23861899b28" providerId="LiveId" clId="{7C71A5E1-59A8-4160-A00A-0B38FFE46761}" dt="2024-06-04T05:10:00.230" v="1701" actId="20577"/>
          <ac:spMkLst>
            <pc:docMk/>
            <pc:sldMk cId="750782383" sldId="342"/>
            <ac:spMk id="3" creationId="{969DE6C3-8A94-5290-8687-831FD744CA90}"/>
          </ac:spMkLst>
        </pc:spChg>
        <pc:picChg chg="add mod">
          <ac:chgData name="shilpi gupta" userId="5ce4f23861899b28" providerId="LiveId" clId="{7C71A5E1-59A8-4160-A00A-0B38FFE46761}" dt="2024-06-04T07:02:23.081" v="4074" actId="14100"/>
          <ac:picMkLst>
            <pc:docMk/>
            <pc:sldMk cId="750782383" sldId="342"/>
            <ac:picMk id="18434" creationId="{E05626A3-5B99-2AD5-422F-C7CA5C52388C}"/>
          </ac:picMkLst>
        </pc:picChg>
      </pc:sldChg>
      <pc:sldChg chg="addSp delSp modSp new mod">
        <pc:chgData name="shilpi gupta" userId="5ce4f23861899b28" providerId="LiveId" clId="{7C71A5E1-59A8-4160-A00A-0B38FFE46761}" dt="2024-06-04T10:33:11.931" v="4242" actId="20577"/>
        <pc:sldMkLst>
          <pc:docMk/>
          <pc:sldMk cId="2435071444" sldId="343"/>
        </pc:sldMkLst>
        <pc:spChg chg="mod">
          <ac:chgData name="shilpi gupta" userId="5ce4f23861899b28" providerId="LiveId" clId="{7C71A5E1-59A8-4160-A00A-0B38FFE46761}" dt="2024-06-04T10:33:11.931" v="4242" actId="20577"/>
          <ac:spMkLst>
            <pc:docMk/>
            <pc:sldMk cId="2435071444" sldId="343"/>
            <ac:spMk id="2" creationId="{C53E04F5-C1C7-3FC6-74C6-2B9D0E8D3D05}"/>
          </ac:spMkLst>
        </pc:spChg>
        <pc:spChg chg="mod">
          <ac:chgData name="shilpi gupta" userId="5ce4f23861899b28" providerId="LiveId" clId="{7C71A5E1-59A8-4160-A00A-0B38FFE46761}" dt="2024-06-04T05:10:40.215" v="1769" actId="20577"/>
          <ac:spMkLst>
            <pc:docMk/>
            <pc:sldMk cId="2435071444" sldId="343"/>
            <ac:spMk id="3" creationId="{598A6069-5653-D7DE-8174-4D714E6B8A3D}"/>
          </ac:spMkLst>
        </pc:spChg>
        <pc:picChg chg="add del mod">
          <ac:chgData name="shilpi gupta" userId="5ce4f23861899b28" providerId="LiveId" clId="{7C71A5E1-59A8-4160-A00A-0B38FFE46761}" dt="2024-06-04T07:03:05.498" v="4080" actId="478"/>
          <ac:picMkLst>
            <pc:docMk/>
            <pc:sldMk cId="2435071444" sldId="343"/>
            <ac:picMk id="19458" creationId="{33BD67CD-6348-A8E7-4363-E0F96765A9E5}"/>
          </ac:picMkLst>
        </pc:picChg>
        <pc:picChg chg="add mod">
          <ac:chgData name="shilpi gupta" userId="5ce4f23861899b28" providerId="LiveId" clId="{7C71A5E1-59A8-4160-A00A-0B38FFE46761}" dt="2024-06-04T07:03:08.595" v="4081" actId="1076"/>
          <ac:picMkLst>
            <pc:docMk/>
            <pc:sldMk cId="2435071444" sldId="343"/>
            <ac:picMk id="19460" creationId="{D75F9BCC-49CA-DB3A-2CBE-DF4226040B57}"/>
          </ac:picMkLst>
        </pc:picChg>
      </pc:sldChg>
      <pc:sldChg chg="addSp modSp new mod">
        <pc:chgData name="shilpi gupta" userId="5ce4f23861899b28" providerId="LiveId" clId="{7C71A5E1-59A8-4160-A00A-0B38FFE46761}" dt="2024-06-04T10:35:30.379" v="4412" actId="20577"/>
        <pc:sldMkLst>
          <pc:docMk/>
          <pc:sldMk cId="2678338694" sldId="344"/>
        </pc:sldMkLst>
        <pc:spChg chg="mod">
          <ac:chgData name="shilpi gupta" userId="5ce4f23861899b28" providerId="LiveId" clId="{7C71A5E1-59A8-4160-A00A-0B38FFE46761}" dt="2024-06-04T10:35:30.379" v="4412" actId="20577"/>
          <ac:spMkLst>
            <pc:docMk/>
            <pc:sldMk cId="2678338694" sldId="344"/>
            <ac:spMk id="2" creationId="{E7F8045F-3782-4945-0EB9-B0F816DBAB6D}"/>
          </ac:spMkLst>
        </pc:spChg>
        <pc:spChg chg="mod">
          <ac:chgData name="shilpi gupta" userId="5ce4f23861899b28" providerId="LiveId" clId="{7C71A5E1-59A8-4160-A00A-0B38FFE46761}" dt="2024-06-04T05:17:47.922" v="1959" actId="20577"/>
          <ac:spMkLst>
            <pc:docMk/>
            <pc:sldMk cId="2678338694" sldId="344"/>
            <ac:spMk id="3" creationId="{CAAC859F-F700-636E-3882-D76A826D8BA5}"/>
          </ac:spMkLst>
        </pc:spChg>
        <pc:picChg chg="add mod">
          <ac:chgData name="shilpi gupta" userId="5ce4f23861899b28" providerId="LiveId" clId="{7C71A5E1-59A8-4160-A00A-0B38FFE46761}" dt="2024-06-04T07:04:51.496" v="4092" actId="1076"/>
          <ac:picMkLst>
            <pc:docMk/>
            <pc:sldMk cId="2678338694" sldId="344"/>
            <ac:picMk id="21506" creationId="{F71AF602-4DF4-03A9-6C2C-C311C5DD7718}"/>
          </ac:picMkLst>
        </pc:picChg>
      </pc:sldChg>
      <pc:sldChg chg="addSp modSp new mod">
        <pc:chgData name="shilpi gupta" userId="5ce4f23861899b28" providerId="LiveId" clId="{7C71A5E1-59A8-4160-A00A-0B38FFE46761}" dt="2024-06-04T06:26:21.579" v="3780" actId="20577"/>
        <pc:sldMkLst>
          <pc:docMk/>
          <pc:sldMk cId="2484143763" sldId="345"/>
        </pc:sldMkLst>
        <pc:spChg chg="mod">
          <ac:chgData name="shilpi gupta" userId="5ce4f23861899b28" providerId="LiveId" clId="{7C71A5E1-59A8-4160-A00A-0B38FFE46761}" dt="2024-06-04T06:26:21.579" v="3780" actId="20577"/>
          <ac:spMkLst>
            <pc:docMk/>
            <pc:sldMk cId="2484143763" sldId="345"/>
            <ac:spMk id="2" creationId="{FC512197-0F03-9ABA-9C54-2F764E6ED542}"/>
          </ac:spMkLst>
        </pc:spChg>
        <pc:spChg chg="mod">
          <ac:chgData name="shilpi gupta" userId="5ce4f23861899b28" providerId="LiveId" clId="{7C71A5E1-59A8-4160-A00A-0B38FFE46761}" dt="2024-06-04T05:19:18.889" v="2018" actId="20577"/>
          <ac:spMkLst>
            <pc:docMk/>
            <pc:sldMk cId="2484143763" sldId="345"/>
            <ac:spMk id="3" creationId="{73EF61E1-F134-DCA1-8475-1631F9BAE65B}"/>
          </ac:spMkLst>
        </pc:spChg>
        <pc:picChg chg="add mod">
          <ac:chgData name="shilpi gupta" userId="5ce4f23861899b28" providerId="LiveId" clId="{7C71A5E1-59A8-4160-A00A-0B38FFE46761}" dt="2024-06-04T06:25:24.704" v="3737" actId="1076"/>
          <ac:picMkLst>
            <pc:docMk/>
            <pc:sldMk cId="2484143763" sldId="345"/>
            <ac:picMk id="10242" creationId="{86C00446-C568-B0B2-11EC-E21D282E6583}"/>
          </ac:picMkLst>
        </pc:picChg>
      </pc:sldChg>
      <pc:sldChg chg="addSp modSp new mod">
        <pc:chgData name="shilpi gupta" userId="5ce4f23861899b28" providerId="LiveId" clId="{7C71A5E1-59A8-4160-A00A-0B38FFE46761}" dt="2024-06-04T10:31:43.450" v="4151" actId="15"/>
        <pc:sldMkLst>
          <pc:docMk/>
          <pc:sldMk cId="1501342414" sldId="346"/>
        </pc:sldMkLst>
        <pc:spChg chg="mod">
          <ac:chgData name="shilpi gupta" userId="5ce4f23861899b28" providerId="LiveId" clId="{7C71A5E1-59A8-4160-A00A-0B38FFE46761}" dt="2024-06-04T10:31:43.450" v="4151" actId="15"/>
          <ac:spMkLst>
            <pc:docMk/>
            <pc:sldMk cId="1501342414" sldId="346"/>
            <ac:spMk id="2" creationId="{63FAF45E-95AE-4BD7-FA3D-DA7975C41CA8}"/>
          </ac:spMkLst>
        </pc:spChg>
        <pc:spChg chg="mod">
          <ac:chgData name="shilpi gupta" userId="5ce4f23861899b28" providerId="LiveId" clId="{7C71A5E1-59A8-4160-A00A-0B38FFE46761}" dt="2024-06-04T05:20:03.837" v="2063" actId="20577"/>
          <ac:spMkLst>
            <pc:docMk/>
            <pc:sldMk cId="1501342414" sldId="346"/>
            <ac:spMk id="3" creationId="{35E9BCA0-DC52-3B90-E191-CAF2AA6C0CBB}"/>
          </ac:spMkLst>
        </pc:spChg>
        <pc:picChg chg="add mod">
          <ac:chgData name="shilpi gupta" userId="5ce4f23861899b28" providerId="LiveId" clId="{7C71A5E1-59A8-4160-A00A-0B38FFE46761}" dt="2024-06-04T05:53:36.120" v="3467" actId="1076"/>
          <ac:picMkLst>
            <pc:docMk/>
            <pc:sldMk cId="1501342414" sldId="346"/>
            <ac:picMk id="4098" creationId="{267FE674-1CD8-0894-B6B5-02D2144D95D2}"/>
          </ac:picMkLst>
        </pc:picChg>
      </pc:sldChg>
      <pc:sldChg chg="addSp modSp new mod">
        <pc:chgData name="shilpi gupta" userId="5ce4f23861899b28" providerId="LiveId" clId="{7C71A5E1-59A8-4160-A00A-0B38FFE46761}" dt="2024-06-04T10:35:49.335" v="4444" actId="20577"/>
        <pc:sldMkLst>
          <pc:docMk/>
          <pc:sldMk cId="3834998318" sldId="347"/>
        </pc:sldMkLst>
        <pc:spChg chg="mod">
          <ac:chgData name="shilpi gupta" userId="5ce4f23861899b28" providerId="LiveId" clId="{7C71A5E1-59A8-4160-A00A-0B38FFE46761}" dt="2024-06-04T10:35:49.335" v="4444" actId="20577"/>
          <ac:spMkLst>
            <pc:docMk/>
            <pc:sldMk cId="3834998318" sldId="347"/>
            <ac:spMk id="2" creationId="{926661EF-6F6D-640E-C675-ABE84C1CE5E0}"/>
          </ac:spMkLst>
        </pc:spChg>
        <pc:spChg chg="mod">
          <ac:chgData name="shilpi gupta" userId="5ce4f23861899b28" providerId="LiveId" clId="{7C71A5E1-59A8-4160-A00A-0B38FFE46761}" dt="2024-06-04T05:20:52.042" v="2132" actId="20577"/>
          <ac:spMkLst>
            <pc:docMk/>
            <pc:sldMk cId="3834998318" sldId="347"/>
            <ac:spMk id="3" creationId="{60619CFD-1B97-0C47-6E4E-68D2202418C2}"/>
          </ac:spMkLst>
        </pc:spChg>
        <pc:picChg chg="add mod">
          <ac:chgData name="shilpi gupta" userId="5ce4f23861899b28" providerId="LiveId" clId="{7C71A5E1-59A8-4160-A00A-0B38FFE46761}" dt="2024-06-04T10:30:09.039" v="4095" actId="14100"/>
          <ac:picMkLst>
            <pc:docMk/>
            <pc:sldMk cId="3834998318" sldId="347"/>
            <ac:picMk id="22530" creationId="{7E674AAD-89DE-81CB-9F3F-7874D7D41C92}"/>
          </ac:picMkLst>
        </pc:picChg>
      </pc:sldChg>
      <pc:sldChg chg="modSp new mod">
        <pc:chgData name="shilpi gupta" userId="5ce4f23861899b28" providerId="LiveId" clId="{7C71A5E1-59A8-4160-A00A-0B38FFE46761}" dt="2024-06-04T05:27:11.171" v="2752" actId="20577"/>
        <pc:sldMkLst>
          <pc:docMk/>
          <pc:sldMk cId="2877479272" sldId="348"/>
        </pc:sldMkLst>
        <pc:spChg chg="mod">
          <ac:chgData name="shilpi gupta" userId="5ce4f23861899b28" providerId="LiveId" clId="{7C71A5E1-59A8-4160-A00A-0B38FFE46761}" dt="2024-06-04T05:27:11.171" v="2752" actId="20577"/>
          <ac:spMkLst>
            <pc:docMk/>
            <pc:sldMk cId="2877479272" sldId="348"/>
            <ac:spMk id="2" creationId="{3D7E50FE-A527-AAE6-A758-729C61E9B3A8}"/>
          </ac:spMkLst>
        </pc:spChg>
        <pc:spChg chg="mod">
          <ac:chgData name="shilpi gupta" userId="5ce4f23861899b28" providerId="LiveId" clId="{7C71A5E1-59A8-4160-A00A-0B38FFE46761}" dt="2024-06-04T05:26:25.705" v="2669" actId="20577"/>
          <ac:spMkLst>
            <pc:docMk/>
            <pc:sldMk cId="2877479272" sldId="348"/>
            <ac:spMk id="3" creationId="{CF862DD0-3EE2-0A9B-DA4A-0BF40372905E}"/>
          </ac:spMkLst>
        </pc:spChg>
      </pc:sldChg>
      <pc:sldChg chg="modSp new mod">
        <pc:chgData name="shilpi gupta" userId="5ce4f23861899b28" providerId="LiveId" clId="{7C71A5E1-59A8-4160-A00A-0B38FFE46761}" dt="2024-06-04T05:45:24.869" v="2897" actId="20577"/>
        <pc:sldMkLst>
          <pc:docMk/>
          <pc:sldMk cId="1115755604" sldId="349"/>
        </pc:sldMkLst>
        <pc:spChg chg="mod">
          <ac:chgData name="shilpi gupta" userId="5ce4f23861899b28" providerId="LiveId" clId="{7C71A5E1-59A8-4160-A00A-0B38FFE46761}" dt="2024-06-04T05:45:24.869" v="2897" actId="20577"/>
          <ac:spMkLst>
            <pc:docMk/>
            <pc:sldMk cId="1115755604" sldId="349"/>
            <ac:spMk id="2" creationId="{7F6E13F0-0005-92A7-3B22-290D25A328EE}"/>
          </ac:spMkLst>
        </pc:spChg>
        <pc:spChg chg="mod">
          <ac:chgData name="shilpi gupta" userId="5ce4f23861899b28" providerId="LiveId" clId="{7C71A5E1-59A8-4160-A00A-0B38FFE46761}" dt="2024-06-04T05:27:53.950" v="2781" actId="20577"/>
          <ac:spMkLst>
            <pc:docMk/>
            <pc:sldMk cId="1115755604" sldId="349"/>
            <ac:spMk id="3" creationId="{AC83470F-6980-F88E-7730-B2D42B784210}"/>
          </ac:spMkLst>
        </pc:spChg>
      </pc:sldChg>
      <pc:sldChg chg="modSp new mod">
        <pc:chgData name="shilpi gupta" userId="5ce4f23861899b28" providerId="LiveId" clId="{7C71A5E1-59A8-4160-A00A-0B38FFE46761}" dt="2024-06-04T05:47:51.311" v="3134" actId="20577"/>
        <pc:sldMkLst>
          <pc:docMk/>
          <pc:sldMk cId="285496156" sldId="350"/>
        </pc:sldMkLst>
        <pc:spChg chg="mod">
          <ac:chgData name="shilpi gupta" userId="5ce4f23861899b28" providerId="LiveId" clId="{7C71A5E1-59A8-4160-A00A-0B38FFE46761}" dt="2024-06-04T05:47:51.311" v="3134" actId="20577"/>
          <ac:spMkLst>
            <pc:docMk/>
            <pc:sldMk cId="285496156" sldId="350"/>
            <ac:spMk id="2" creationId="{87A74EB0-20A0-4506-A145-47AEF415A8A9}"/>
          </ac:spMkLst>
        </pc:spChg>
        <pc:spChg chg="mod">
          <ac:chgData name="shilpi gupta" userId="5ce4f23861899b28" providerId="LiveId" clId="{7C71A5E1-59A8-4160-A00A-0B38FFE46761}" dt="2024-06-04T05:45:41.701" v="2926" actId="20577"/>
          <ac:spMkLst>
            <pc:docMk/>
            <pc:sldMk cId="285496156" sldId="350"/>
            <ac:spMk id="3" creationId="{0F404136-2313-DC51-EF39-8FABC4FCEA37}"/>
          </ac:spMkLst>
        </pc:spChg>
      </pc:sldChg>
      <pc:sldChg chg="modSp new mod">
        <pc:chgData name="shilpi gupta" userId="5ce4f23861899b28" providerId="LiveId" clId="{7C71A5E1-59A8-4160-A00A-0B38FFE46761}" dt="2024-06-04T05:49:46.975" v="3256" actId="20577"/>
        <pc:sldMkLst>
          <pc:docMk/>
          <pc:sldMk cId="2907807612" sldId="351"/>
        </pc:sldMkLst>
        <pc:spChg chg="mod">
          <ac:chgData name="shilpi gupta" userId="5ce4f23861899b28" providerId="LiveId" clId="{7C71A5E1-59A8-4160-A00A-0B38FFE46761}" dt="2024-06-04T05:49:46.975" v="3256" actId="20577"/>
          <ac:spMkLst>
            <pc:docMk/>
            <pc:sldMk cId="2907807612" sldId="351"/>
            <ac:spMk id="2" creationId="{02D79CD0-BB1C-22F7-2434-325AB930ED48}"/>
          </ac:spMkLst>
        </pc:spChg>
        <pc:spChg chg="mod">
          <ac:chgData name="shilpi gupta" userId="5ce4f23861899b28" providerId="LiveId" clId="{7C71A5E1-59A8-4160-A00A-0B38FFE46761}" dt="2024-06-04T05:48:44.754" v="3183" actId="20577"/>
          <ac:spMkLst>
            <pc:docMk/>
            <pc:sldMk cId="2907807612" sldId="351"/>
            <ac:spMk id="3" creationId="{A3C10C61-1C75-1567-60B3-1879581E2EAF}"/>
          </ac:spMkLst>
        </pc:spChg>
      </pc:sldChg>
      <pc:sldChg chg="new del">
        <pc:chgData name="shilpi gupta" userId="5ce4f23861899b28" providerId="LiveId" clId="{7C71A5E1-59A8-4160-A00A-0B38FFE46761}" dt="2024-06-04T05:47:56.252" v="3136" actId="47"/>
        <pc:sldMkLst>
          <pc:docMk/>
          <pc:sldMk cId="3800529301" sldId="35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4/25/25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68691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4/25/25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4/25/25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4/25/25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4/25/25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4/25/25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4/25/25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4/25/25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4/25/25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4/25/25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4/25/25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4/25/25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4/25/25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altLang="en-US" sz="4000" dirty="0"/>
              <a:t>Spanish I</a:t>
            </a:r>
          </a:p>
        </p:txBody>
      </p:sp>
      <p:sp>
        <p:nvSpPr>
          <p:cNvPr id="4" name="Content Placeholder 1"/>
          <p:cNvSpPr>
            <a:spLocks noGrp="1"/>
          </p:cNvSpPr>
          <p:nvPr/>
        </p:nvSpPr>
        <p:spPr>
          <a:xfrm>
            <a:off x="660400" y="2336483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220" indent="0">
              <a:buNone/>
            </a:pPr>
            <a:r>
              <a:rPr lang="en-IN" altLang="en-US" sz="3200" dirty="0"/>
              <a:t>El Verbo </a:t>
            </a:r>
            <a:r>
              <a:rPr lang="en-IN" altLang="en-US" sz="3200" dirty="0" err="1"/>
              <a:t>Gustar</a:t>
            </a:r>
            <a:r>
              <a:rPr lang="en-IN" altLang="en-US" sz="3200" dirty="0"/>
              <a:t> </a:t>
            </a:r>
          </a:p>
          <a:p>
            <a:pPr marL="109220" indent="0">
              <a:buNone/>
            </a:pPr>
            <a:endParaRPr lang="en-IN" altLang="en-US" sz="3200" dirty="0"/>
          </a:p>
          <a:p>
            <a:pPr marL="109220" indent="0">
              <a:buNone/>
            </a:pPr>
            <a:r>
              <a:rPr lang="en-IN" altLang="en-US" sz="3200" dirty="0"/>
              <a:t>(</a:t>
            </a:r>
            <a:r>
              <a:rPr lang="en-IN" altLang="en-US" sz="3200" dirty="0" err="1"/>
              <a:t>Gustar</a:t>
            </a:r>
            <a:r>
              <a:rPr lang="en-IN" altLang="en-US" sz="3200" dirty="0"/>
              <a:t> Verb- To like)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5D87E3-35B0-415F-343B-678486D33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Gustar</a:t>
            </a:r>
            <a:r>
              <a:rPr lang="en-US" dirty="0"/>
              <a:t> verb </a:t>
            </a:r>
          </a:p>
          <a:p>
            <a:r>
              <a:rPr lang="en-US" dirty="0"/>
              <a:t>Conjugation of Verb </a:t>
            </a:r>
            <a:r>
              <a:rPr lang="en-US" dirty="0" err="1"/>
              <a:t>Gustar</a:t>
            </a:r>
            <a:endParaRPr lang="en-US" dirty="0"/>
          </a:p>
          <a:p>
            <a:r>
              <a:rPr lang="es-ES" dirty="0"/>
              <a:t>Gustar </a:t>
            </a:r>
            <a:r>
              <a:rPr lang="es-ES" dirty="0" err="1"/>
              <a:t>verb</a:t>
            </a:r>
            <a:r>
              <a:rPr lang="es-ES" dirty="0"/>
              <a:t> and </a:t>
            </a:r>
            <a:r>
              <a:rPr lang="es-ES" dirty="0" err="1"/>
              <a:t>subjects</a:t>
            </a:r>
            <a:endParaRPr lang="es-ES" dirty="0"/>
          </a:p>
          <a:p>
            <a:r>
              <a:rPr lang="es-ES" dirty="0"/>
              <a:t>Gustar with other </a:t>
            </a:r>
            <a:r>
              <a:rPr lang="es-ES" dirty="0" err="1"/>
              <a:t>verbs</a:t>
            </a:r>
            <a:r>
              <a:rPr lang="es-ES" dirty="0"/>
              <a:t> </a:t>
            </a:r>
          </a:p>
          <a:p>
            <a:r>
              <a:rPr lang="es-ES" dirty="0"/>
              <a:t>Gustar with </a:t>
            </a:r>
            <a:r>
              <a:rPr lang="es-ES" dirty="0" err="1"/>
              <a:t>negation</a:t>
            </a:r>
            <a:endParaRPr lang="es-ES" dirty="0"/>
          </a:p>
          <a:p>
            <a:r>
              <a:rPr lang="en-US" dirty="0"/>
              <a:t>Verbs like </a:t>
            </a:r>
            <a:r>
              <a:rPr lang="en-US" dirty="0" err="1"/>
              <a:t>gustar</a:t>
            </a:r>
            <a:endParaRPr lang="es-E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8FADB6-DA2D-0D2E-9764-B5634A029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			</a:t>
            </a:r>
            <a:r>
              <a:rPr lang="en-US" dirty="0" err="1"/>
              <a:t>Gustar</a:t>
            </a:r>
            <a:r>
              <a:rPr lang="en-US" dirty="0"/>
              <a:t> Verb</a:t>
            </a:r>
          </a:p>
        </p:txBody>
      </p:sp>
    </p:spTree>
    <p:extLst>
      <p:ext uri="{BB962C8B-B14F-4D97-AF65-F5344CB8AC3E}">
        <p14:creationId xmlns:p14="http://schemas.microsoft.com/office/powerpoint/2010/main" val="167419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09F1C3-A618-E9FB-B8BD-8B2365B75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Meaning  </a:t>
            </a:r>
            <a:r>
              <a:rPr lang="en-US"/>
              <a:t>- to like</a:t>
            </a:r>
            <a:r>
              <a:rPr lang="en-US" dirty="0"/>
              <a:t>/ to please</a:t>
            </a:r>
          </a:p>
          <a:p>
            <a:pPr marL="109220" indent="0">
              <a:buNone/>
            </a:pPr>
            <a:endParaRPr lang="en-US" dirty="0"/>
          </a:p>
          <a:p>
            <a:r>
              <a:rPr lang="en-US" dirty="0"/>
              <a:t>SUBJECT                                OBJECT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 </a:t>
            </a:r>
            <a:r>
              <a:rPr lang="en-US" i="1" dirty="0"/>
              <a:t>like</a:t>
            </a:r>
            <a:r>
              <a:rPr lang="en-US" dirty="0"/>
              <a:t> Pizza       			Pizza </a:t>
            </a:r>
            <a:r>
              <a:rPr lang="en-US" i="1" dirty="0"/>
              <a:t>is pleasing to </a:t>
            </a:r>
            <a:r>
              <a:rPr lang="en-US" dirty="0"/>
              <a:t>me.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53CE05-7A5A-D64E-1F0A-0C4C15BAB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GUSTAR Verb 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01999D4-A4E8-B256-735A-5BF59F202930}"/>
              </a:ext>
            </a:extLst>
          </p:cNvPr>
          <p:cNvSpPr/>
          <p:nvPr/>
        </p:nvSpPr>
        <p:spPr>
          <a:xfrm>
            <a:off x="4648200" y="259399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373BC412-94C1-95C2-0788-070F52977BCD}"/>
              </a:ext>
            </a:extLst>
          </p:cNvPr>
          <p:cNvSpPr/>
          <p:nvPr/>
        </p:nvSpPr>
        <p:spPr>
          <a:xfrm rot="5400000">
            <a:off x="4939284" y="2604494"/>
            <a:ext cx="484632" cy="1066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9D8CF38-F322-E0EB-4483-02F9429223BA}"/>
              </a:ext>
            </a:extLst>
          </p:cNvPr>
          <p:cNvSpPr/>
          <p:nvPr/>
        </p:nvSpPr>
        <p:spPr>
          <a:xfrm>
            <a:off x="4203192" y="443945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6CFB534E-3873-C4C8-B763-F4CD7CE6BA30}"/>
              </a:ext>
            </a:extLst>
          </p:cNvPr>
          <p:cNvSpPr/>
          <p:nvPr/>
        </p:nvSpPr>
        <p:spPr>
          <a:xfrm rot="5400000">
            <a:off x="4465545" y="4390682"/>
            <a:ext cx="484632" cy="10668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06F64C-4654-503D-A016-02621F03DD12}"/>
              </a:ext>
            </a:extLst>
          </p:cNvPr>
          <p:cNvSpPr txBox="1"/>
          <p:nvPr/>
        </p:nvSpPr>
        <p:spPr>
          <a:xfrm>
            <a:off x="2700169" y="602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3677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F4567E-207A-66C6-C1B4-39282DF6E7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1031661"/>
              </p:ext>
            </p:extLst>
          </p:nvPr>
        </p:nvGraphicFramePr>
        <p:xfrm>
          <a:off x="381000" y="2264569"/>
          <a:ext cx="7696200" cy="2328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8100">
                  <a:extLst>
                    <a:ext uri="{9D8B030D-6E8A-4147-A177-3AD203B41FA5}">
                      <a16:colId xmlns:a16="http://schemas.microsoft.com/office/drawing/2014/main" val="733686197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4223724615"/>
                    </a:ext>
                  </a:extLst>
                </a:gridCol>
              </a:tblGrid>
              <a:tr h="776287">
                <a:tc>
                  <a:txBody>
                    <a:bodyPr/>
                    <a:lstStyle/>
                    <a:p>
                      <a:r>
                        <a:rPr lang="en-US" dirty="0"/>
                        <a:t>Me  </a:t>
                      </a:r>
                      <a:r>
                        <a:rPr lang="en-US" dirty="0" err="1"/>
                        <a:t>Gusta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Nos </a:t>
                      </a:r>
                      <a:r>
                        <a:rPr lang="en-US" dirty="0" err="1"/>
                        <a:t>Gusta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84574"/>
                  </a:ext>
                </a:extLst>
              </a:tr>
              <a:tr h="776287">
                <a:tc>
                  <a:txBody>
                    <a:bodyPr/>
                    <a:lstStyle/>
                    <a:p>
                      <a:r>
                        <a:rPr lang="en-US" dirty="0" err="1"/>
                        <a:t>Te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Gusta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Gusta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566909"/>
                  </a:ext>
                </a:extLst>
              </a:tr>
              <a:tr h="776287">
                <a:tc>
                  <a:txBody>
                    <a:bodyPr/>
                    <a:lstStyle/>
                    <a:p>
                      <a:r>
                        <a:rPr lang="en-US" dirty="0"/>
                        <a:t>Le </a:t>
                      </a:r>
                      <a:r>
                        <a:rPr lang="en-US" dirty="0" err="1"/>
                        <a:t>Gusta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Les </a:t>
                      </a:r>
                      <a:r>
                        <a:rPr lang="en-US" dirty="0" err="1"/>
                        <a:t>Gusta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950977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BC3005A-3112-222E-54B2-E144DF340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66787"/>
            <a:ext cx="10972800" cy="1143000"/>
          </a:xfrm>
        </p:spPr>
        <p:txBody>
          <a:bodyPr/>
          <a:lstStyle/>
          <a:p>
            <a:r>
              <a:rPr lang="en-US" dirty="0"/>
              <a:t>Conjugation of Verb </a:t>
            </a:r>
            <a:r>
              <a:rPr lang="en-US" dirty="0" err="1"/>
              <a:t>Gustar</a:t>
            </a:r>
            <a:r>
              <a:rPr lang="en-US" dirty="0"/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81E4B3-F26F-8CA8-A0E6-7F400BB83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465076"/>
              </p:ext>
            </p:extLst>
          </p:nvPr>
        </p:nvGraphicFramePr>
        <p:xfrm>
          <a:off x="8839200" y="1987876"/>
          <a:ext cx="2743200" cy="838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712979218"/>
                    </a:ext>
                  </a:extLst>
                </a:gridCol>
              </a:tblGrid>
              <a:tr h="838199">
                <a:tc>
                  <a:txBody>
                    <a:bodyPr/>
                    <a:lstStyle/>
                    <a:p>
                      <a:r>
                        <a:rPr lang="en-US" dirty="0"/>
                        <a:t>Pizza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23337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D91E19-5380-6DC2-68EA-D931206D75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684303"/>
              </p:ext>
            </p:extLst>
          </p:nvPr>
        </p:nvGraphicFramePr>
        <p:xfrm>
          <a:off x="8866682" y="3039252"/>
          <a:ext cx="2743200" cy="9820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712979218"/>
                    </a:ext>
                  </a:extLst>
                </a:gridCol>
              </a:tblGrid>
              <a:tr h="982083">
                <a:tc>
                  <a:txBody>
                    <a:bodyPr/>
                    <a:lstStyle/>
                    <a:p>
                      <a:r>
                        <a:rPr lang="en-US" dirty="0"/>
                        <a:t>Chocolate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23337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4DAE81-90EE-80BD-48B4-4CCA5ED2C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602730"/>
              </p:ext>
            </p:extLst>
          </p:nvPr>
        </p:nvGraphicFramePr>
        <p:xfrm>
          <a:off x="8839200" y="4234513"/>
          <a:ext cx="2743200" cy="838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712979218"/>
                    </a:ext>
                  </a:extLst>
                </a:gridCol>
              </a:tblGrid>
              <a:tr h="838199">
                <a:tc>
                  <a:txBody>
                    <a:bodyPr/>
                    <a:lstStyle/>
                    <a:p>
                      <a:r>
                        <a:rPr lang="en-US" dirty="0"/>
                        <a:t>Mi Familia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233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562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6FDE1D-9514-5569-C613-229800993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Conjugation of Verb </a:t>
            </a:r>
            <a:r>
              <a:rPr lang="en-US" dirty="0" err="1"/>
              <a:t>Gustar</a:t>
            </a:r>
            <a:r>
              <a:rPr lang="en-US" dirty="0"/>
              <a:t>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F83D06D-68C4-F577-A500-1BB8A1F5D4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7860115"/>
              </p:ext>
            </p:extLst>
          </p:nvPr>
        </p:nvGraphicFramePr>
        <p:xfrm>
          <a:off x="381000" y="2264569"/>
          <a:ext cx="7696200" cy="2328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8100">
                  <a:extLst>
                    <a:ext uri="{9D8B030D-6E8A-4147-A177-3AD203B41FA5}">
                      <a16:colId xmlns:a16="http://schemas.microsoft.com/office/drawing/2014/main" val="733686197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4223724615"/>
                    </a:ext>
                  </a:extLst>
                </a:gridCol>
              </a:tblGrid>
              <a:tr h="776287">
                <a:tc>
                  <a:txBody>
                    <a:bodyPr/>
                    <a:lstStyle/>
                    <a:p>
                      <a:r>
                        <a:rPr lang="en-US" dirty="0"/>
                        <a:t>Me  </a:t>
                      </a:r>
                      <a:r>
                        <a:rPr lang="en-US" dirty="0" err="1"/>
                        <a:t>Gustan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Nos </a:t>
                      </a:r>
                      <a:r>
                        <a:rPr lang="en-US" dirty="0" err="1"/>
                        <a:t>Gustan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84574"/>
                  </a:ext>
                </a:extLst>
              </a:tr>
              <a:tr h="776287">
                <a:tc>
                  <a:txBody>
                    <a:bodyPr/>
                    <a:lstStyle/>
                    <a:p>
                      <a:r>
                        <a:rPr lang="en-US" dirty="0" err="1"/>
                        <a:t>Te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Gustan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Gustan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566909"/>
                  </a:ext>
                </a:extLst>
              </a:tr>
              <a:tr h="776287">
                <a:tc>
                  <a:txBody>
                    <a:bodyPr/>
                    <a:lstStyle/>
                    <a:p>
                      <a:r>
                        <a:rPr lang="en-US" dirty="0"/>
                        <a:t>Le </a:t>
                      </a:r>
                      <a:r>
                        <a:rPr lang="en-US" dirty="0" err="1"/>
                        <a:t>Gustan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Les </a:t>
                      </a:r>
                      <a:r>
                        <a:rPr lang="en-US" dirty="0" err="1"/>
                        <a:t>Gustan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95097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3842A7-C80D-D0B7-FB43-7E433CF86C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328632"/>
              </p:ext>
            </p:extLst>
          </p:nvPr>
        </p:nvGraphicFramePr>
        <p:xfrm>
          <a:off x="8839200" y="1987876"/>
          <a:ext cx="2743200" cy="838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712979218"/>
                    </a:ext>
                  </a:extLst>
                </a:gridCol>
              </a:tblGrid>
              <a:tr h="838199">
                <a:tc>
                  <a:txBody>
                    <a:bodyPr/>
                    <a:lstStyle/>
                    <a:p>
                      <a:r>
                        <a:rPr lang="en-US" dirty="0"/>
                        <a:t>Pizzas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23337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3F7B02-3F85-089D-B1EF-BADB64935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74001"/>
              </p:ext>
            </p:extLst>
          </p:nvPr>
        </p:nvGraphicFramePr>
        <p:xfrm>
          <a:off x="8852941" y="3081103"/>
          <a:ext cx="2743200" cy="838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712979218"/>
                    </a:ext>
                  </a:extLst>
                </a:gridCol>
              </a:tblGrid>
              <a:tr h="838199">
                <a:tc>
                  <a:txBody>
                    <a:bodyPr/>
                    <a:lstStyle/>
                    <a:p>
                      <a:r>
                        <a:rPr lang="en-US" dirty="0"/>
                        <a:t>chocolates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23337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F0128B8-232C-8ED8-BCB5-715032054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256798"/>
              </p:ext>
            </p:extLst>
          </p:nvPr>
        </p:nvGraphicFramePr>
        <p:xfrm>
          <a:off x="8852941" y="4174330"/>
          <a:ext cx="2743200" cy="838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712979218"/>
                    </a:ext>
                  </a:extLst>
                </a:gridCol>
              </a:tblGrid>
              <a:tr h="838199">
                <a:tc>
                  <a:txBody>
                    <a:bodyPr/>
                    <a:lstStyle/>
                    <a:p>
                      <a:r>
                        <a:rPr lang="en-US" dirty="0"/>
                        <a:t>Mis padres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233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3079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AE5E32-7AB8-F257-876E-4D71A1E27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like you.  - Me </a:t>
            </a:r>
            <a:r>
              <a:rPr lang="en-US" dirty="0" err="1"/>
              <a:t>gustas</a:t>
            </a:r>
            <a:r>
              <a:rPr lang="en-US" dirty="0"/>
              <a:t> </a:t>
            </a:r>
            <a:r>
              <a:rPr lang="en-US" dirty="0" err="1"/>
              <a:t>tú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 like you all. – Me </a:t>
            </a:r>
            <a:r>
              <a:rPr lang="en-US" dirty="0" err="1"/>
              <a:t>gustáis</a:t>
            </a:r>
            <a:r>
              <a:rPr lang="en-US" dirty="0"/>
              <a:t> </a:t>
            </a:r>
            <a:r>
              <a:rPr lang="en-US" dirty="0" err="1"/>
              <a:t>vosotros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 like him.- Me </a:t>
            </a:r>
            <a:r>
              <a:rPr lang="en-US" dirty="0" err="1"/>
              <a:t>gusta</a:t>
            </a:r>
            <a:r>
              <a:rPr lang="en-US" dirty="0"/>
              <a:t> </a:t>
            </a:r>
            <a:r>
              <a:rPr lang="en-US" dirty="0" err="1"/>
              <a:t>él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 like them.- Me </a:t>
            </a:r>
            <a:r>
              <a:rPr lang="en-US" dirty="0" err="1"/>
              <a:t>gustan</a:t>
            </a:r>
            <a:r>
              <a:rPr lang="en-US" dirty="0"/>
              <a:t> </a:t>
            </a:r>
            <a:r>
              <a:rPr lang="en-US" dirty="0" err="1"/>
              <a:t>ellos</a:t>
            </a:r>
            <a:r>
              <a:rPr lang="en-US" dirty="0"/>
              <a:t>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8203CB-987E-6009-7C14-E486D09CE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 </a:t>
            </a:r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5ABADB1-89FA-45CA-B8D1-B250ABC5D327}"/>
              </a:ext>
            </a:extLst>
          </p:cNvPr>
          <p:cNvSpPr txBox="1">
            <a:spLocks/>
          </p:cNvSpPr>
          <p:nvPr/>
        </p:nvSpPr>
        <p:spPr>
          <a:xfrm>
            <a:off x="762000" y="427038"/>
            <a:ext cx="109728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kern="1200">
                <a:solidFill>
                  <a:srgbClr val="1DE7FF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US" dirty="0"/>
              <a:t> </a:t>
            </a:r>
            <a:r>
              <a:rPr lang="en-US" dirty="0" err="1"/>
              <a:t>Gustar</a:t>
            </a:r>
            <a:r>
              <a:rPr lang="en-US" dirty="0"/>
              <a:t> (I like…)</a:t>
            </a:r>
          </a:p>
        </p:txBody>
      </p:sp>
    </p:spTree>
    <p:extLst>
      <p:ext uri="{BB962C8B-B14F-4D97-AF65-F5344CB8AC3E}">
        <p14:creationId xmlns:p14="http://schemas.microsoft.com/office/powerpoint/2010/main" val="3614777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B8673D-970A-B2B3-4A8D-10B6D90F4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You</a:t>
            </a:r>
            <a:r>
              <a:rPr lang="es-ES" dirty="0"/>
              <a:t> like me. - Te gusto yo.</a:t>
            </a:r>
          </a:p>
          <a:p>
            <a:endParaRPr lang="es-ES" dirty="0"/>
          </a:p>
          <a:p>
            <a:r>
              <a:rPr lang="es-ES" dirty="0" err="1"/>
              <a:t>You</a:t>
            </a:r>
            <a:r>
              <a:rPr lang="es-ES" dirty="0"/>
              <a:t> like </a:t>
            </a:r>
            <a:r>
              <a:rPr lang="es-ES" dirty="0" err="1"/>
              <a:t>us</a:t>
            </a:r>
            <a:r>
              <a:rPr lang="es-ES" dirty="0"/>
              <a:t>. - Te gustamos nosotros. </a:t>
            </a:r>
          </a:p>
          <a:p>
            <a:endParaRPr lang="es-ES" dirty="0"/>
          </a:p>
          <a:p>
            <a:r>
              <a:rPr lang="es-ES" dirty="0" err="1"/>
              <a:t>You</a:t>
            </a:r>
            <a:r>
              <a:rPr lang="es-ES" dirty="0"/>
              <a:t> like her. – Te gusta ella.</a:t>
            </a:r>
          </a:p>
          <a:p>
            <a:endParaRPr lang="es-ES" dirty="0"/>
          </a:p>
          <a:p>
            <a:r>
              <a:rPr lang="es-ES" dirty="0" err="1"/>
              <a:t>You</a:t>
            </a:r>
            <a:r>
              <a:rPr lang="es-ES" dirty="0"/>
              <a:t> like </a:t>
            </a:r>
            <a:r>
              <a:rPr lang="es-ES" dirty="0" err="1"/>
              <a:t>them</a:t>
            </a:r>
            <a:r>
              <a:rPr lang="es-ES" dirty="0"/>
              <a:t>. – Te gustan ellos.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5E310C-8C23-5EF2-1850-0104C7CA3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Gustar</a:t>
            </a:r>
            <a:r>
              <a:rPr lang="en-US" dirty="0"/>
              <a:t> (You like…)</a:t>
            </a:r>
          </a:p>
        </p:txBody>
      </p:sp>
    </p:spTree>
    <p:extLst>
      <p:ext uri="{BB962C8B-B14F-4D97-AF65-F5344CB8AC3E}">
        <p14:creationId xmlns:p14="http://schemas.microsoft.com/office/powerpoint/2010/main" val="1038916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38B7E6-6DE1-3374-D4E1-F9E81FCAB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He/She </a:t>
            </a:r>
            <a:r>
              <a:rPr lang="es-ES" dirty="0" err="1"/>
              <a:t>likes</a:t>
            </a:r>
            <a:r>
              <a:rPr lang="es-ES" dirty="0"/>
              <a:t> me. – Le gusto yo.</a:t>
            </a:r>
          </a:p>
          <a:p>
            <a:endParaRPr lang="es-ES" dirty="0"/>
          </a:p>
          <a:p>
            <a:r>
              <a:rPr lang="es-ES" dirty="0"/>
              <a:t>He/She </a:t>
            </a:r>
            <a:r>
              <a:rPr lang="es-ES" dirty="0" err="1"/>
              <a:t>likes</a:t>
            </a:r>
            <a:r>
              <a:rPr lang="es-ES" dirty="0"/>
              <a:t> </a:t>
            </a:r>
            <a:r>
              <a:rPr lang="es-ES" dirty="0" err="1"/>
              <a:t>us</a:t>
            </a:r>
            <a:r>
              <a:rPr lang="es-ES" dirty="0"/>
              <a:t>. - Le gustamos nosotros. </a:t>
            </a:r>
          </a:p>
          <a:p>
            <a:endParaRPr lang="es-ES" dirty="0"/>
          </a:p>
          <a:p>
            <a:r>
              <a:rPr lang="es-ES" dirty="0"/>
              <a:t>He/She </a:t>
            </a:r>
            <a:r>
              <a:rPr lang="es-ES" dirty="0" err="1"/>
              <a:t>likes</a:t>
            </a:r>
            <a:r>
              <a:rPr lang="es-ES" dirty="0"/>
              <a:t> </a:t>
            </a:r>
            <a:r>
              <a:rPr lang="es-ES" dirty="0" err="1"/>
              <a:t>You</a:t>
            </a:r>
            <a:r>
              <a:rPr lang="es-ES" dirty="0"/>
              <a:t>. – Le gustas tú.</a:t>
            </a:r>
          </a:p>
          <a:p>
            <a:endParaRPr lang="es-ES" dirty="0"/>
          </a:p>
          <a:p>
            <a:r>
              <a:rPr lang="es-ES" dirty="0"/>
              <a:t>He/She </a:t>
            </a:r>
            <a:r>
              <a:rPr lang="es-ES" dirty="0" err="1"/>
              <a:t>likes</a:t>
            </a:r>
            <a:r>
              <a:rPr lang="es-ES" dirty="0"/>
              <a:t> </a:t>
            </a:r>
            <a:r>
              <a:rPr lang="es-ES" dirty="0" err="1"/>
              <a:t>You</a:t>
            </a:r>
            <a:r>
              <a:rPr lang="es-ES" dirty="0"/>
              <a:t> </a:t>
            </a:r>
            <a:r>
              <a:rPr lang="es-ES" dirty="0" err="1"/>
              <a:t>all</a:t>
            </a:r>
            <a:r>
              <a:rPr lang="es-ES" dirty="0"/>
              <a:t>. – Le gustan Vosotros.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8AC95D-C364-8E9C-1D64-6751F1A91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Gustar</a:t>
            </a:r>
            <a:r>
              <a:rPr lang="en-US" dirty="0"/>
              <a:t> (He likes…) (She likes…)</a:t>
            </a:r>
          </a:p>
        </p:txBody>
      </p:sp>
    </p:spTree>
    <p:extLst>
      <p:ext uri="{BB962C8B-B14F-4D97-AF65-F5344CB8AC3E}">
        <p14:creationId xmlns:p14="http://schemas.microsoft.com/office/powerpoint/2010/main" val="4265711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0029E4-589A-A8BB-BBCF-F10E6B69B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We like </a:t>
            </a:r>
            <a:r>
              <a:rPr lang="es-ES" dirty="0" err="1"/>
              <a:t>you</a:t>
            </a:r>
            <a:r>
              <a:rPr lang="es-ES" dirty="0"/>
              <a:t>. – Nos gustas tú.</a:t>
            </a:r>
          </a:p>
          <a:p>
            <a:endParaRPr lang="es-ES" dirty="0"/>
          </a:p>
          <a:p>
            <a:r>
              <a:rPr lang="es-ES" dirty="0"/>
              <a:t>We like </a:t>
            </a:r>
            <a:r>
              <a:rPr lang="es-ES" dirty="0" err="1"/>
              <a:t>you</a:t>
            </a:r>
            <a:r>
              <a:rPr lang="es-ES" dirty="0"/>
              <a:t> </a:t>
            </a:r>
            <a:r>
              <a:rPr lang="es-ES" dirty="0" err="1"/>
              <a:t>all</a:t>
            </a:r>
            <a:r>
              <a:rPr lang="es-ES" dirty="0"/>
              <a:t>. – Nos gustáis vosotros. </a:t>
            </a:r>
          </a:p>
          <a:p>
            <a:endParaRPr lang="es-ES" dirty="0"/>
          </a:p>
          <a:p>
            <a:r>
              <a:rPr lang="es-ES" dirty="0"/>
              <a:t>We like </a:t>
            </a:r>
            <a:r>
              <a:rPr lang="es-ES" dirty="0" err="1"/>
              <a:t>him</a:t>
            </a:r>
            <a:r>
              <a:rPr lang="es-ES" dirty="0"/>
              <a:t>. – Nos gusta él.</a:t>
            </a:r>
          </a:p>
          <a:p>
            <a:endParaRPr lang="es-ES" dirty="0"/>
          </a:p>
          <a:p>
            <a:r>
              <a:rPr lang="es-ES" dirty="0"/>
              <a:t>We like </a:t>
            </a:r>
            <a:r>
              <a:rPr lang="es-ES" dirty="0" err="1"/>
              <a:t>them</a:t>
            </a:r>
            <a:r>
              <a:rPr lang="es-ES" dirty="0"/>
              <a:t>. – Nos gustan ellos.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3ED93C-4ECE-5B39-4961-DD02E6001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Gustar</a:t>
            </a:r>
            <a:r>
              <a:rPr lang="en-US" dirty="0"/>
              <a:t> (We like…)</a:t>
            </a:r>
          </a:p>
        </p:txBody>
      </p:sp>
    </p:spTree>
    <p:extLst>
      <p:ext uri="{BB962C8B-B14F-4D97-AF65-F5344CB8AC3E}">
        <p14:creationId xmlns:p14="http://schemas.microsoft.com/office/powerpoint/2010/main" val="2756897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0A77BD-B0A8-2D64-C3DA-6FED567CD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You</a:t>
            </a:r>
            <a:r>
              <a:rPr lang="es-ES" dirty="0"/>
              <a:t> </a:t>
            </a:r>
            <a:r>
              <a:rPr lang="es-ES" dirty="0" err="1"/>
              <a:t>all</a:t>
            </a:r>
            <a:r>
              <a:rPr lang="es-ES" dirty="0"/>
              <a:t> like me.-  Os gusto yo.</a:t>
            </a:r>
          </a:p>
          <a:p>
            <a:endParaRPr lang="es-ES" dirty="0"/>
          </a:p>
          <a:p>
            <a:r>
              <a:rPr lang="es-ES" dirty="0" err="1"/>
              <a:t>You</a:t>
            </a:r>
            <a:r>
              <a:rPr lang="es-ES" dirty="0"/>
              <a:t> </a:t>
            </a:r>
            <a:r>
              <a:rPr lang="es-ES" dirty="0" err="1"/>
              <a:t>all</a:t>
            </a:r>
            <a:r>
              <a:rPr lang="es-ES" dirty="0"/>
              <a:t> like </a:t>
            </a:r>
            <a:r>
              <a:rPr lang="es-ES" dirty="0" err="1"/>
              <a:t>us</a:t>
            </a:r>
            <a:r>
              <a:rPr lang="es-ES" dirty="0"/>
              <a:t>. -Os gustamos nosotros. </a:t>
            </a:r>
          </a:p>
          <a:p>
            <a:endParaRPr lang="es-ES" dirty="0"/>
          </a:p>
          <a:p>
            <a:r>
              <a:rPr lang="es-ES" dirty="0" err="1"/>
              <a:t>You</a:t>
            </a:r>
            <a:r>
              <a:rPr lang="es-ES" dirty="0"/>
              <a:t> </a:t>
            </a:r>
            <a:r>
              <a:rPr lang="es-ES" dirty="0" err="1"/>
              <a:t>all</a:t>
            </a:r>
            <a:r>
              <a:rPr lang="es-ES" dirty="0"/>
              <a:t> like </a:t>
            </a:r>
            <a:r>
              <a:rPr lang="es-ES" dirty="0" err="1"/>
              <a:t>him</a:t>
            </a:r>
            <a:r>
              <a:rPr lang="es-ES" dirty="0"/>
              <a:t>. – Os gusta él.</a:t>
            </a:r>
          </a:p>
          <a:p>
            <a:endParaRPr lang="es-ES" dirty="0"/>
          </a:p>
          <a:p>
            <a:r>
              <a:rPr lang="es-ES" dirty="0" err="1"/>
              <a:t>You</a:t>
            </a:r>
            <a:r>
              <a:rPr lang="es-ES" dirty="0"/>
              <a:t> </a:t>
            </a:r>
            <a:r>
              <a:rPr lang="es-ES" dirty="0" err="1"/>
              <a:t>all</a:t>
            </a:r>
            <a:r>
              <a:rPr lang="es-ES" dirty="0"/>
              <a:t> like </a:t>
            </a:r>
            <a:r>
              <a:rPr lang="es-ES" dirty="0" err="1"/>
              <a:t>them</a:t>
            </a:r>
            <a:r>
              <a:rPr lang="es-ES" dirty="0"/>
              <a:t>. – Os gustan ellos.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0D6D0F-1801-5417-EEB5-0A8605F42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Gustar</a:t>
            </a:r>
            <a:r>
              <a:rPr lang="en-US" dirty="0"/>
              <a:t> (You all like…)</a:t>
            </a:r>
          </a:p>
        </p:txBody>
      </p:sp>
    </p:spTree>
    <p:extLst>
      <p:ext uri="{BB962C8B-B14F-4D97-AF65-F5344CB8AC3E}">
        <p14:creationId xmlns:p14="http://schemas.microsoft.com/office/powerpoint/2010/main" val="3648844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4FBD1D-E47D-7E76-20AC-A6596A827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 They like me. – Les gusto yo. </a:t>
            </a:r>
          </a:p>
          <a:p>
            <a:endParaRPr lang="es-ES" dirty="0"/>
          </a:p>
          <a:p>
            <a:r>
              <a:rPr lang="es-ES" dirty="0"/>
              <a:t>They like </a:t>
            </a:r>
            <a:r>
              <a:rPr lang="es-ES" dirty="0" err="1"/>
              <a:t>us</a:t>
            </a:r>
            <a:r>
              <a:rPr lang="es-ES" dirty="0"/>
              <a:t>. – Les gustamos nosotros.</a:t>
            </a:r>
          </a:p>
          <a:p>
            <a:endParaRPr lang="es-ES" dirty="0"/>
          </a:p>
          <a:p>
            <a:r>
              <a:rPr lang="es-ES" dirty="0"/>
              <a:t>They like </a:t>
            </a:r>
            <a:r>
              <a:rPr lang="es-ES" dirty="0" err="1"/>
              <a:t>you</a:t>
            </a:r>
            <a:r>
              <a:rPr lang="es-ES" dirty="0"/>
              <a:t>. – Les gustas tú.</a:t>
            </a:r>
          </a:p>
          <a:p>
            <a:endParaRPr lang="es-ES" dirty="0"/>
          </a:p>
          <a:p>
            <a:r>
              <a:rPr lang="es-ES" dirty="0"/>
              <a:t>They like </a:t>
            </a:r>
            <a:r>
              <a:rPr lang="es-ES" dirty="0" err="1"/>
              <a:t>you</a:t>
            </a:r>
            <a:r>
              <a:rPr lang="es-ES" dirty="0"/>
              <a:t> </a:t>
            </a:r>
            <a:r>
              <a:rPr lang="es-ES" dirty="0" err="1"/>
              <a:t>all</a:t>
            </a:r>
            <a:r>
              <a:rPr lang="es-ES" dirty="0"/>
              <a:t>.- Les gustáis vosotros.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F614B2-2794-B382-28B0-198873AB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Gustar</a:t>
            </a:r>
            <a:r>
              <a:rPr lang="en-US" dirty="0"/>
              <a:t> (They like…)</a:t>
            </a:r>
          </a:p>
        </p:txBody>
      </p:sp>
    </p:spTree>
    <p:extLst>
      <p:ext uri="{BB962C8B-B14F-4D97-AF65-F5344CB8AC3E}">
        <p14:creationId xmlns:p14="http://schemas.microsoft.com/office/powerpoint/2010/main" val="2536853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E0F0314-393A-65DA-08A7-5F858FAED2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3138536"/>
              </p:ext>
            </p:extLst>
          </p:nvPr>
        </p:nvGraphicFramePr>
        <p:xfrm>
          <a:off x="1828800" y="1417638"/>
          <a:ext cx="2133600" cy="4386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4187362876"/>
                    </a:ext>
                  </a:extLst>
                </a:gridCol>
              </a:tblGrid>
              <a:tr h="731044">
                <a:tc>
                  <a:txBody>
                    <a:bodyPr/>
                    <a:lstStyle/>
                    <a:p>
                      <a:r>
                        <a:rPr lang="es-ES" dirty="0"/>
                        <a:t> Me Gusta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048131"/>
                  </a:ext>
                </a:extLst>
              </a:tr>
              <a:tr h="731044">
                <a:tc>
                  <a:txBody>
                    <a:bodyPr/>
                    <a:lstStyle/>
                    <a:p>
                      <a:r>
                        <a:rPr lang="es-ES" dirty="0"/>
                        <a:t>Te gusta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8546412"/>
                  </a:ext>
                </a:extLst>
              </a:tr>
              <a:tr h="731044">
                <a:tc>
                  <a:txBody>
                    <a:bodyPr/>
                    <a:lstStyle/>
                    <a:p>
                      <a:r>
                        <a:rPr lang="es-ES" dirty="0"/>
                        <a:t>Le gusta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126059"/>
                  </a:ext>
                </a:extLst>
              </a:tr>
              <a:tr h="731044">
                <a:tc>
                  <a:txBody>
                    <a:bodyPr/>
                    <a:lstStyle/>
                    <a:p>
                      <a:r>
                        <a:rPr lang="es-ES" dirty="0"/>
                        <a:t>Nos gusta 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978295"/>
                  </a:ext>
                </a:extLst>
              </a:tr>
              <a:tr h="731044">
                <a:tc>
                  <a:txBody>
                    <a:bodyPr/>
                    <a:lstStyle/>
                    <a:p>
                      <a:r>
                        <a:rPr lang="es-ES" dirty="0"/>
                        <a:t>Os gusta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49336"/>
                  </a:ext>
                </a:extLst>
              </a:tr>
              <a:tr h="731044">
                <a:tc>
                  <a:txBody>
                    <a:bodyPr/>
                    <a:lstStyle/>
                    <a:p>
                      <a:r>
                        <a:rPr lang="es-ES" dirty="0"/>
                        <a:t>Les gusta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711208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96F76AA-9380-7B79-333C-9B465AE55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Subjects</a:t>
            </a:r>
            <a:r>
              <a:rPr lang="es-ES" dirty="0"/>
              <a:t> 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3F984E-FD3E-94F4-F0DF-78C1BD5F00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380098"/>
              </p:ext>
            </p:extLst>
          </p:nvPr>
        </p:nvGraphicFramePr>
        <p:xfrm>
          <a:off x="7239000" y="1481138"/>
          <a:ext cx="3124200" cy="4386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200">
                  <a:extLst>
                    <a:ext uri="{9D8B030D-6E8A-4147-A177-3AD203B41FA5}">
                      <a16:colId xmlns:a16="http://schemas.microsoft.com/office/drawing/2014/main" val="800113518"/>
                    </a:ext>
                  </a:extLst>
                </a:gridCol>
              </a:tblGrid>
              <a:tr h="731044">
                <a:tc>
                  <a:txBody>
                    <a:bodyPr/>
                    <a:lstStyle/>
                    <a:p>
                      <a:r>
                        <a:rPr lang="es-ES" dirty="0"/>
                        <a:t>A mí 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914649"/>
                  </a:ext>
                </a:extLst>
              </a:tr>
              <a:tr h="731044">
                <a:tc>
                  <a:txBody>
                    <a:bodyPr/>
                    <a:lstStyle/>
                    <a:p>
                      <a:r>
                        <a:rPr lang="es-ES" dirty="0"/>
                        <a:t>A ti 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282213"/>
                  </a:ext>
                </a:extLst>
              </a:tr>
              <a:tr h="731044">
                <a:tc>
                  <a:txBody>
                    <a:bodyPr/>
                    <a:lstStyle/>
                    <a:p>
                      <a:r>
                        <a:rPr lang="es-ES" dirty="0"/>
                        <a:t>A él/ella/usted le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77309"/>
                  </a:ext>
                </a:extLst>
              </a:tr>
              <a:tr h="731044">
                <a:tc>
                  <a:txBody>
                    <a:bodyPr/>
                    <a:lstStyle/>
                    <a:p>
                      <a:r>
                        <a:rPr lang="es-ES" dirty="0"/>
                        <a:t>A nosotros nos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123122"/>
                  </a:ext>
                </a:extLst>
              </a:tr>
              <a:tr h="731044">
                <a:tc>
                  <a:txBody>
                    <a:bodyPr/>
                    <a:lstStyle/>
                    <a:p>
                      <a:r>
                        <a:rPr lang="es-ES" dirty="0"/>
                        <a:t>A vosotros os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39391"/>
                  </a:ext>
                </a:extLst>
              </a:tr>
              <a:tr h="731044">
                <a:tc>
                  <a:txBody>
                    <a:bodyPr/>
                    <a:lstStyle/>
                    <a:p>
                      <a:r>
                        <a:rPr lang="es-ES" dirty="0"/>
                        <a:t>A ellos/ellas/ustedes les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222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1185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9BD33D-7A88-DBA3-C168-7761527D9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4940300"/>
          </a:xfrm>
        </p:spPr>
        <p:txBody>
          <a:bodyPr/>
          <a:lstStyle/>
          <a:p>
            <a:r>
              <a:rPr lang="es-ES" sz="2800" dirty="0"/>
              <a:t>A mí me gusta el chocolate.</a:t>
            </a:r>
          </a:p>
          <a:p>
            <a:r>
              <a:rPr lang="es-ES" sz="2800" dirty="0"/>
              <a:t>A ti te gusta la casa. </a:t>
            </a:r>
          </a:p>
          <a:p>
            <a:r>
              <a:rPr lang="es-ES" sz="2800" dirty="0"/>
              <a:t>A ella le gusta pizza.</a:t>
            </a:r>
          </a:p>
          <a:p>
            <a:r>
              <a:rPr lang="es-ES" sz="2800" dirty="0"/>
              <a:t>A él le gusta la película. </a:t>
            </a:r>
          </a:p>
          <a:p>
            <a:r>
              <a:rPr lang="es-ES" sz="2800" dirty="0"/>
              <a:t>A usted le gusta bocadillo.  </a:t>
            </a:r>
          </a:p>
          <a:p>
            <a:r>
              <a:rPr lang="es-ES" sz="2800" dirty="0"/>
              <a:t>A nosotros nos gusta el perro.</a:t>
            </a:r>
          </a:p>
          <a:p>
            <a:r>
              <a:rPr lang="es-ES" sz="2800" dirty="0"/>
              <a:t>A vosotros os gusta pasta. </a:t>
            </a:r>
          </a:p>
          <a:p>
            <a:r>
              <a:rPr lang="es-ES" sz="2800" dirty="0"/>
              <a:t>A ellos les gusta </a:t>
            </a:r>
            <a:r>
              <a:rPr lang="es-ES" sz="2800" dirty="0" err="1"/>
              <a:t>biriyani</a:t>
            </a:r>
            <a:r>
              <a:rPr lang="es-ES" sz="2800" dirty="0"/>
              <a:t>. </a:t>
            </a:r>
          </a:p>
          <a:p>
            <a:r>
              <a:rPr lang="es-ES" sz="2800" dirty="0"/>
              <a:t>A ellas les gustan las flores. </a:t>
            </a:r>
          </a:p>
          <a:p>
            <a:r>
              <a:rPr lang="es-ES" sz="2800" dirty="0"/>
              <a:t>A ustedes les gustan las frutas.   </a:t>
            </a:r>
            <a:endParaRPr 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2CA2E8-D430-A526-0A89-ED1A597E3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92162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2335677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3A8464-1C6C-D3B1-9FFA-A6D96E027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 mí me gusta bailar. </a:t>
            </a:r>
          </a:p>
          <a:p>
            <a:endParaRPr lang="es-ES" dirty="0"/>
          </a:p>
          <a:p>
            <a:r>
              <a:rPr lang="es-ES" dirty="0"/>
              <a:t>A </a:t>
            </a:r>
            <a:r>
              <a:rPr lang="es-ES" dirty="0" err="1"/>
              <a:t>tí</a:t>
            </a:r>
            <a:r>
              <a:rPr lang="es-ES" dirty="0"/>
              <a:t> te gusta comer y cocinar. </a:t>
            </a:r>
          </a:p>
          <a:p>
            <a:endParaRPr lang="es-ES" dirty="0"/>
          </a:p>
          <a:p>
            <a:r>
              <a:rPr lang="es-ES" dirty="0"/>
              <a:t>A ella le gusta estudiar y leer.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B5C0C0-92A8-12D7-9A2E-04D670D01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 Gustar with other </a:t>
            </a:r>
            <a:r>
              <a:rPr lang="es-ES" dirty="0" err="1"/>
              <a:t>verbs</a:t>
            </a:r>
            <a:r>
              <a:rPr lang="es-ES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542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489D67-C2F5-E678-D204-669C0AADF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 mí no me gusta cocinar. </a:t>
            </a:r>
          </a:p>
          <a:p>
            <a:endParaRPr lang="es-ES" dirty="0"/>
          </a:p>
          <a:p>
            <a:r>
              <a:rPr lang="es-ES" dirty="0"/>
              <a:t>A </a:t>
            </a:r>
            <a:r>
              <a:rPr lang="es-ES" dirty="0" err="1"/>
              <a:t>tí</a:t>
            </a:r>
            <a:r>
              <a:rPr lang="es-ES" dirty="0"/>
              <a:t> no te gusta pasta. </a:t>
            </a:r>
          </a:p>
          <a:p>
            <a:endParaRPr lang="es-ES" dirty="0"/>
          </a:p>
          <a:p>
            <a:r>
              <a:rPr lang="es-ES" dirty="0"/>
              <a:t>A nosotros no nos </a:t>
            </a:r>
            <a:r>
              <a:rPr lang="es-ES"/>
              <a:t>gusta estudiar.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DF24CE-C16D-CF59-F5F9-B33CCE8DA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 Gustar with </a:t>
            </a:r>
            <a:r>
              <a:rPr lang="es-ES" dirty="0" err="1"/>
              <a:t>negation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915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C6C76A-D748-5735-C092-465BECDF3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Encantar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 A m</a:t>
            </a:r>
            <a:r>
              <a:rPr lang="es-ES" dirty="0"/>
              <a:t>í me encanta bailar. </a:t>
            </a:r>
            <a:endParaRPr lang="en-US" dirty="0"/>
          </a:p>
          <a:p>
            <a:pPr marL="109220" indent="0">
              <a:buNone/>
            </a:pPr>
            <a:r>
              <a:rPr lang="en-US" dirty="0"/>
              <a:t> </a:t>
            </a:r>
          </a:p>
          <a:p>
            <a:r>
              <a:rPr lang="en-US" dirty="0" err="1"/>
              <a:t>Interesar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 </a:t>
            </a:r>
            <a:r>
              <a:rPr lang="en-US" dirty="0" err="1"/>
              <a:t>mí</a:t>
            </a:r>
            <a:r>
              <a:rPr lang="en-US" dirty="0"/>
              <a:t> me </a:t>
            </a:r>
            <a:r>
              <a:rPr lang="en-US" dirty="0" err="1"/>
              <a:t>interesa</a:t>
            </a:r>
            <a:r>
              <a:rPr lang="en-US" dirty="0"/>
              <a:t> </a:t>
            </a:r>
            <a:r>
              <a:rPr lang="en-US" dirty="0" err="1"/>
              <a:t>matemática</a:t>
            </a:r>
            <a:r>
              <a:rPr lang="en-US" dirty="0"/>
              <a:t>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100DA4-4388-60A9-AA66-F11E39271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Verbs like </a:t>
            </a:r>
            <a:r>
              <a:rPr lang="en-US" dirty="0" err="1"/>
              <a:t>gustar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5163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err="1"/>
              <a:t>Gustar</a:t>
            </a:r>
            <a:r>
              <a:rPr lang="en-US" sz="3200" dirty="0"/>
              <a:t> verb </a:t>
            </a:r>
          </a:p>
          <a:p>
            <a:r>
              <a:rPr lang="en-US" sz="3200" dirty="0"/>
              <a:t>Conjugation of Verb </a:t>
            </a:r>
            <a:r>
              <a:rPr lang="en-US" sz="3200" dirty="0" err="1"/>
              <a:t>Gustar</a:t>
            </a:r>
            <a:endParaRPr lang="en-US" sz="3200" dirty="0"/>
          </a:p>
          <a:p>
            <a:r>
              <a:rPr lang="es-ES" sz="3200" dirty="0"/>
              <a:t>Gustar </a:t>
            </a:r>
            <a:r>
              <a:rPr lang="es-ES" sz="3200" dirty="0" err="1"/>
              <a:t>verb</a:t>
            </a:r>
            <a:r>
              <a:rPr lang="es-ES" sz="3200" dirty="0"/>
              <a:t> and </a:t>
            </a:r>
            <a:r>
              <a:rPr lang="es-ES" sz="3200" dirty="0" err="1"/>
              <a:t>subjects</a:t>
            </a:r>
            <a:endParaRPr lang="es-ES" sz="3200" dirty="0"/>
          </a:p>
          <a:p>
            <a:r>
              <a:rPr lang="es-ES" sz="3200" dirty="0"/>
              <a:t>Gustar with other </a:t>
            </a:r>
            <a:r>
              <a:rPr lang="es-ES" sz="3200" dirty="0" err="1"/>
              <a:t>verbs</a:t>
            </a:r>
            <a:r>
              <a:rPr lang="es-ES" sz="3200" dirty="0"/>
              <a:t> </a:t>
            </a:r>
          </a:p>
          <a:p>
            <a:r>
              <a:rPr lang="es-ES" sz="3200" dirty="0"/>
              <a:t>Gustar with </a:t>
            </a:r>
            <a:r>
              <a:rPr lang="es-ES" sz="3200" dirty="0" err="1"/>
              <a:t>negation</a:t>
            </a:r>
            <a:endParaRPr lang="es-ES" sz="3200" dirty="0"/>
          </a:p>
          <a:p>
            <a:r>
              <a:rPr lang="en-US" sz="3200" dirty="0"/>
              <a:t>Verbs like </a:t>
            </a:r>
            <a:r>
              <a:rPr lang="en-US" sz="3200" dirty="0" err="1"/>
              <a:t>gustar</a:t>
            </a:r>
            <a:endParaRPr lang="es-ES" sz="3200" dirty="0"/>
          </a:p>
          <a:p>
            <a:endParaRPr lang="en-IN" alt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altLang="en-US" dirty="0"/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3" grpId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22554</TotalTime>
  <Words>571</Words>
  <Application>Microsoft Macintosh PowerPoint</Application>
  <PresentationFormat>Widescreen</PresentationFormat>
  <Paragraphs>136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Black</vt:lpstr>
      <vt:lpstr>Calibri</vt:lpstr>
      <vt:lpstr>Lucida Sans Unicode</vt:lpstr>
      <vt:lpstr>Verdana</vt:lpstr>
      <vt:lpstr>Wingdings 2</vt:lpstr>
      <vt:lpstr>Wingdings 3</vt:lpstr>
      <vt:lpstr>Concourse</vt:lpstr>
      <vt:lpstr>Spanish I</vt:lpstr>
      <vt:lpstr>    Gustar Verb</vt:lpstr>
      <vt:lpstr>GUSTAR Verb </vt:lpstr>
      <vt:lpstr>Conjugation of Verb Gustar </vt:lpstr>
      <vt:lpstr>Conjugation of Verb Gustar </vt:lpstr>
      <vt:lpstr> </vt:lpstr>
      <vt:lpstr> Gustar (You like…)</vt:lpstr>
      <vt:lpstr>Gustar (He likes…) (She likes…)</vt:lpstr>
      <vt:lpstr>Gustar (We like…)</vt:lpstr>
      <vt:lpstr> Gustar (You all like…)</vt:lpstr>
      <vt:lpstr> Gustar (They like…)</vt:lpstr>
      <vt:lpstr>Subjects </vt:lpstr>
      <vt:lpstr>Examples</vt:lpstr>
      <vt:lpstr> Gustar with other verbs </vt:lpstr>
      <vt:lpstr> Gustar with negation</vt:lpstr>
      <vt:lpstr> Verbs like gustar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</dc:creator>
  <cp:lastModifiedBy>Apoorva Karnwal</cp:lastModifiedBy>
  <cp:revision>152</cp:revision>
  <dcterms:created xsi:type="dcterms:W3CDTF">2007-10-19T05:42:00Z</dcterms:created>
  <dcterms:modified xsi:type="dcterms:W3CDTF">2025-04-25T03:24:40Z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23D8D464D3DE4274B7E58EBE81E74B16_13</vt:lpwstr>
  </property>
  <property fmtid="{D5CDD505-2E9C-101B-9397-08002B2CF9AE}" pid="3" name="KSOProductBuildVer">
    <vt:lpwstr>1033-12.2.0.13472</vt:lpwstr>
  </property>
</Properties>
</file>