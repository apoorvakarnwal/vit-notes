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304" r:id="rId2"/>
    <p:sldId id="303" r:id="rId3"/>
    <p:sldId id="305" r:id="rId4"/>
    <p:sldId id="306" r:id="rId5"/>
    <p:sldId id="308" r:id="rId6"/>
    <p:sldId id="309" r:id="rId7"/>
    <p:sldId id="310" r:id="rId8"/>
    <p:sldId id="311" r:id="rId9"/>
    <p:sldId id="312" r:id="rId10"/>
    <p:sldId id="319" r:id="rId11"/>
    <p:sldId id="322" r:id="rId12"/>
    <p:sldId id="338" r:id="rId13"/>
    <p:sldId id="323" r:id="rId14"/>
    <p:sldId id="321" r:id="rId15"/>
    <p:sldId id="320" r:id="rId16"/>
    <p:sldId id="313" r:id="rId17"/>
    <p:sldId id="314" r:id="rId18"/>
    <p:sldId id="324" r:id="rId19"/>
    <p:sldId id="325" r:id="rId20"/>
    <p:sldId id="315" r:id="rId21"/>
    <p:sldId id="326" r:id="rId22"/>
    <p:sldId id="327" r:id="rId23"/>
    <p:sldId id="316" r:id="rId24"/>
    <p:sldId id="328" r:id="rId25"/>
    <p:sldId id="329" r:id="rId26"/>
    <p:sldId id="330" r:id="rId27"/>
    <p:sldId id="317" r:id="rId28"/>
    <p:sldId id="331" r:id="rId29"/>
    <p:sldId id="332" r:id="rId30"/>
    <p:sldId id="333" r:id="rId31"/>
    <p:sldId id="334" r:id="rId32"/>
    <p:sldId id="335" r:id="rId33"/>
    <p:sldId id="336" r:id="rId34"/>
    <p:sldId id="318" r:id="rId35"/>
    <p:sldId id="337" r:id="rId3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560B3-1815-490F-87C1-97190297F61F}" v="705" dt="2024-04-26T10:31:08.6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2" autoAdjust="0"/>
    <p:restoredTop sz="93969" autoAdjust="0"/>
  </p:normalViewPr>
  <p:slideViewPr>
    <p:cSldViewPr showGuides="1">
      <p:cViewPr varScale="1">
        <p:scale>
          <a:sx n="37" d="100"/>
          <a:sy n="37" d="100"/>
        </p:scale>
        <p:origin x="642" y="54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4-18T06:08:02.969" v="455" actId="6549"/>
      <pc:docMkLst>
        <pc:docMk/>
      </pc:docMkLst>
      <pc:sldChg chg="modSp ord modAnim">
        <pc:chgData name="shilpi gupta" userId="5ce4f23861899b28" providerId="LiveId" clId="{40D7E8D2-96ED-490B-BBBC-13D7568EB809}" dt="2024-04-18T06:08:02.969" v="455" actId="6549"/>
        <pc:sldMkLst>
          <pc:docMk/>
          <pc:sldMk cId="0" sldId="261"/>
        </pc:sldMkLst>
        <pc:spChg chg="mod">
          <ac:chgData name="shilpi gupta" userId="5ce4f23861899b28" providerId="LiveId" clId="{40D7E8D2-96ED-490B-BBBC-13D7568EB809}" dt="2024-04-18T06:08:02.969" v="455" actId="6549"/>
          <ac:spMkLst>
            <pc:docMk/>
            <pc:sldMk cId="0" sldId="261"/>
            <ac:spMk id="3" creationId="{00000000-0000-0000-0000-000000000000}"/>
          </ac:spMkLst>
        </pc:spChg>
      </pc:sldChg>
      <pc:sldChg chg="ord">
        <pc:chgData name="shilpi gupta" userId="5ce4f23861899b28" providerId="LiveId" clId="{40D7E8D2-96ED-490B-BBBC-13D7568EB809}" dt="2024-04-09T10:31:43.178" v="151"/>
        <pc:sldMkLst>
          <pc:docMk/>
          <pc:sldMk cId="0" sldId="262"/>
        </pc:sldMkLst>
      </pc:sldChg>
      <pc:sldChg chg="ord">
        <pc:chgData name="shilpi gupta" userId="5ce4f23861899b28" providerId="LiveId" clId="{40D7E8D2-96ED-490B-BBBC-13D7568EB809}" dt="2024-04-09T10:31:52.740" v="153"/>
        <pc:sldMkLst>
          <pc:docMk/>
          <pc:sldMk cId="0" sldId="263"/>
        </pc:sldMkLst>
      </pc:sldChg>
      <pc:sldChg chg="ord">
        <pc:chgData name="shilpi gupta" userId="5ce4f23861899b28" providerId="LiveId" clId="{40D7E8D2-96ED-490B-BBBC-13D7568EB809}" dt="2024-04-09T10:32:05.950" v="155"/>
        <pc:sldMkLst>
          <pc:docMk/>
          <pc:sldMk cId="0" sldId="264"/>
        </pc:sldMkLst>
      </pc:sldChg>
      <pc:sldChg chg="ord">
        <pc:chgData name="shilpi gupta" userId="5ce4f23861899b28" providerId="LiveId" clId="{40D7E8D2-96ED-490B-BBBC-13D7568EB809}" dt="2024-04-09T10:35:34.538" v="337"/>
        <pc:sldMkLst>
          <pc:docMk/>
          <pc:sldMk cId="0" sldId="279"/>
        </pc:sldMkLst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  <pc:spChg chg="mod">
          <ac:chgData name="shilpi gupta" userId="5ce4f23861899b28" providerId="LiveId" clId="{40D7E8D2-96ED-490B-BBBC-13D7568EB809}" dt="2024-04-09T09:53:49.408" v="15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shilpi gupta" userId="5ce4f23861899b28" providerId="LiveId" clId="{40D7E8D2-96ED-490B-BBBC-13D7568EB809}" dt="2024-04-09T08:49:34.802" v="11" actId="20577"/>
          <ac:spMkLst>
            <pc:docMk/>
            <pc:sldMk cId="0" sldId="283"/>
            <ac:spMk id="13" creationId="{00000000-0000-0000-0000-000000000000}"/>
          </ac:spMkLst>
        </pc:spChg>
      </pc:sldChg>
      <pc:sldChg chg="modSp modAnim">
        <pc:chgData name="shilpi gupta" userId="5ce4f23861899b28" providerId="LiveId" clId="{40D7E8D2-96ED-490B-BBBC-13D7568EB809}" dt="2024-04-09T10:01:59.035" v="147" actId="20577"/>
        <pc:sldMkLst>
          <pc:docMk/>
          <pc:sldMk cId="0" sldId="303"/>
        </pc:sldMkLst>
        <pc:spChg chg="mod">
          <ac:chgData name="shilpi gupta" userId="5ce4f23861899b28" providerId="LiveId" clId="{40D7E8D2-96ED-490B-BBBC-13D7568EB809}" dt="2024-04-09T10:01:59.035" v="147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40D7E8D2-96ED-490B-BBBC-13D7568EB809}" dt="2024-04-09T10:00:25.826" v="92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40D7E8D2-96ED-490B-BBBC-13D7568EB809}" dt="2024-04-09T09:59:51.349" v="55" actId="20577"/>
        <pc:sldMkLst>
          <pc:docMk/>
          <pc:sldMk cId="0" sldId="304"/>
        </pc:sldMkLst>
        <pc:spChg chg="mod">
          <ac:chgData name="shilpi gupta" userId="5ce4f23861899b28" providerId="LiveId" clId="{40D7E8D2-96ED-490B-BBBC-13D7568EB809}" dt="2024-04-09T09:59:51.349" v="55" actId="20577"/>
          <ac:spMkLst>
            <pc:docMk/>
            <pc:sldMk cId="0" sldId="304"/>
            <ac:spMk id="3" creationId="{00000000-0000-0000-0000-000000000000}"/>
          </ac:spMkLst>
        </pc:spChg>
        <pc:spChg chg="mod">
          <ac:chgData name="shilpi gupta" userId="5ce4f23861899b28" providerId="LiveId" clId="{40D7E8D2-96ED-490B-BBBC-13D7568EB809}" dt="2024-04-09T09:59:42.309" v="46"/>
          <ac:spMkLst>
            <pc:docMk/>
            <pc:sldMk cId="0" sldId="304"/>
            <ac:spMk id="4" creationId="{00000000-0000-0000-0000-000000000000}"/>
          </ac:spMkLst>
        </pc:spChg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</pc:docChg>
  </pc:docChgLst>
  <pc:docChgLst>
    <pc:chgData name="shilpi gupta" userId="5ce4f23861899b28" providerId="LiveId" clId="{80C560B3-1815-490F-87C1-97190297F61F}"/>
    <pc:docChg chg="undo redo custSel addSld delSld modSld">
      <pc:chgData name="shilpi gupta" userId="5ce4f23861899b28" providerId="LiveId" clId="{80C560B3-1815-490F-87C1-97190297F61F}" dt="2024-05-07T09:08:30.498" v="3977" actId="313"/>
      <pc:docMkLst>
        <pc:docMk/>
      </pc:docMkLst>
      <pc:sldChg chg="modSp del">
        <pc:chgData name="shilpi gupta" userId="5ce4f23861899b28" providerId="LiveId" clId="{80C560B3-1815-490F-87C1-97190297F61F}" dt="2024-04-26T06:11:22.002" v="3225" actId="47"/>
        <pc:sldMkLst>
          <pc:docMk/>
          <pc:sldMk cId="0" sldId="256"/>
        </pc:sldMkLst>
        <pc:spChg chg="mod">
          <ac:chgData name="shilpi gupta" userId="5ce4f23861899b28" providerId="LiveId" clId="{80C560B3-1815-490F-87C1-97190297F61F}" dt="2024-04-23T05:58:49.265" v="205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shilpi gupta" userId="5ce4f23861899b28" providerId="LiveId" clId="{80C560B3-1815-490F-87C1-97190297F61F}" dt="2024-04-26T06:11:22.718" v="3226" actId="47"/>
        <pc:sldMkLst>
          <pc:docMk/>
          <pc:sldMk cId="0" sldId="257"/>
        </pc:sldMkLst>
      </pc:sldChg>
      <pc:sldChg chg="del">
        <pc:chgData name="shilpi gupta" userId="5ce4f23861899b28" providerId="LiveId" clId="{80C560B3-1815-490F-87C1-97190297F61F}" dt="2024-04-26T06:11:23.785" v="3228" actId="47"/>
        <pc:sldMkLst>
          <pc:docMk/>
          <pc:sldMk cId="0" sldId="261"/>
        </pc:sldMkLst>
      </pc:sldChg>
      <pc:sldChg chg="del">
        <pc:chgData name="shilpi gupta" userId="5ce4f23861899b28" providerId="LiveId" clId="{80C560B3-1815-490F-87C1-97190297F61F}" dt="2024-04-26T06:11:24.185" v="3229" actId="47"/>
        <pc:sldMkLst>
          <pc:docMk/>
          <pc:sldMk cId="0" sldId="262"/>
        </pc:sldMkLst>
      </pc:sldChg>
      <pc:sldChg chg="del">
        <pc:chgData name="shilpi gupta" userId="5ce4f23861899b28" providerId="LiveId" clId="{80C560B3-1815-490F-87C1-97190297F61F}" dt="2024-04-26T06:11:24.468" v="3230" actId="47"/>
        <pc:sldMkLst>
          <pc:docMk/>
          <pc:sldMk cId="0" sldId="263"/>
        </pc:sldMkLst>
      </pc:sldChg>
      <pc:sldChg chg="del">
        <pc:chgData name="shilpi gupta" userId="5ce4f23861899b28" providerId="LiveId" clId="{80C560B3-1815-490F-87C1-97190297F61F}" dt="2024-04-26T06:11:24.718" v="3231" actId="47"/>
        <pc:sldMkLst>
          <pc:docMk/>
          <pc:sldMk cId="0" sldId="264"/>
        </pc:sldMkLst>
      </pc:sldChg>
      <pc:sldChg chg="del">
        <pc:chgData name="shilpi gupta" userId="5ce4f23861899b28" providerId="LiveId" clId="{80C560B3-1815-490F-87C1-97190297F61F}" dt="2024-04-26T06:11:25.351" v="3234" actId="47"/>
        <pc:sldMkLst>
          <pc:docMk/>
          <pc:sldMk cId="0" sldId="265"/>
        </pc:sldMkLst>
      </pc:sldChg>
      <pc:sldChg chg="del">
        <pc:chgData name="shilpi gupta" userId="5ce4f23861899b28" providerId="LiveId" clId="{80C560B3-1815-490F-87C1-97190297F61F}" dt="2024-04-26T06:11:25.551" v="3235" actId="47"/>
        <pc:sldMkLst>
          <pc:docMk/>
          <pc:sldMk cId="0" sldId="266"/>
        </pc:sldMkLst>
      </pc:sldChg>
      <pc:sldChg chg="del">
        <pc:chgData name="shilpi gupta" userId="5ce4f23861899b28" providerId="LiveId" clId="{80C560B3-1815-490F-87C1-97190297F61F}" dt="2024-04-26T06:11:25.768" v="3236" actId="47"/>
        <pc:sldMkLst>
          <pc:docMk/>
          <pc:sldMk cId="0" sldId="267"/>
        </pc:sldMkLst>
      </pc:sldChg>
      <pc:sldChg chg="del">
        <pc:chgData name="shilpi gupta" userId="5ce4f23861899b28" providerId="LiveId" clId="{80C560B3-1815-490F-87C1-97190297F61F}" dt="2024-04-26T06:11:26.019" v="3237" actId="47"/>
        <pc:sldMkLst>
          <pc:docMk/>
          <pc:sldMk cId="0" sldId="268"/>
        </pc:sldMkLst>
      </pc:sldChg>
      <pc:sldChg chg="del">
        <pc:chgData name="shilpi gupta" userId="5ce4f23861899b28" providerId="LiveId" clId="{80C560B3-1815-490F-87C1-97190297F61F}" dt="2024-04-26T06:11:26.201" v="3238" actId="47"/>
        <pc:sldMkLst>
          <pc:docMk/>
          <pc:sldMk cId="0" sldId="269"/>
        </pc:sldMkLst>
      </pc:sldChg>
      <pc:sldChg chg="del">
        <pc:chgData name="shilpi gupta" userId="5ce4f23861899b28" providerId="LiveId" clId="{80C560B3-1815-490F-87C1-97190297F61F}" dt="2024-04-26T06:11:26.451" v="3239" actId="47"/>
        <pc:sldMkLst>
          <pc:docMk/>
          <pc:sldMk cId="0" sldId="270"/>
        </pc:sldMkLst>
      </pc:sldChg>
      <pc:sldChg chg="del">
        <pc:chgData name="shilpi gupta" userId="5ce4f23861899b28" providerId="LiveId" clId="{80C560B3-1815-490F-87C1-97190297F61F}" dt="2024-04-26T06:11:27.051" v="3242" actId="47"/>
        <pc:sldMkLst>
          <pc:docMk/>
          <pc:sldMk cId="0" sldId="271"/>
        </pc:sldMkLst>
      </pc:sldChg>
      <pc:sldChg chg="del">
        <pc:chgData name="shilpi gupta" userId="5ce4f23861899b28" providerId="LiveId" clId="{80C560B3-1815-490F-87C1-97190297F61F}" dt="2024-04-26T06:11:26.851" v="3241" actId="47"/>
        <pc:sldMkLst>
          <pc:docMk/>
          <pc:sldMk cId="0" sldId="272"/>
        </pc:sldMkLst>
      </pc:sldChg>
      <pc:sldChg chg="del">
        <pc:chgData name="shilpi gupta" userId="5ce4f23861899b28" providerId="LiveId" clId="{80C560B3-1815-490F-87C1-97190297F61F}" dt="2024-04-26T06:11:27.268" v="3243" actId="47"/>
        <pc:sldMkLst>
          <pc:docMk/>
          <pc:sldMk cId="0" sldId="273"/>
        </pc:sldMkLst>
      </pc:sldChg>
      <pc:sldChg chg="del">
        <pc:chgData name="shilpi gupta" userId="5ce4f23861899b28" providerId="LiveId" clId="{80C560B3-1815-490F-87C1-97190297F61F}" dt="2024-04-26T06:11:25.118" v="3233" actId="47"/>
        <pc:sldMkLst>
          <pc:docMk/>
          <pc:sldMk cId="0" sldId="275"/>
        </pc:sldMkLst>
      </pc:sldChg>
      <pc:sldChg chg="del">
        <pc:chgData name="shilpi gupta" userId="5ce4f23861899b28" providerId="LiveId" clId="{80C560B3-1815-490F-87C1-97190297F61F}" dt="2024-04-26T06:11:26.651" v="3240" actId="47"/>
        <pc:sldMkLst>
          <pc:docMk/>
          <pc:sldMk cId="0" sldId="278"/>
        </pc:sldMkLst>
      </pc:sldChg>
      <pc:sldChg chg="del">
        <pc:chgData name="shilpi gupta" userId="5ce4f23861899b28" providerId="LiveId" clId="{80C560B3-1815-490F-87C1-97190297F61F}" dt="2024-04-26T06:11:24.934" v="3232" actId="47"/>
        <pc:sldMkLst>
          <pc:docMk/>
          <pc:sldMk cId="0" sldId="279"/>
        </pc:sldMkLst>
      </pc:sldChg>
      <pc:sldChg chg="del">
        <pc:chgData name="shilpi gupta" userId="5ce4f23861899b28" providerId="LiveId" clId="{80C560B3-1815-490F-87C1-97190297F61F}" dt="2024-04-26T06:11:23.367" v="3227" actId="47"/>
        <pc:sldMkLst>
          <pc:docMk/>
          <pc:sldMk cId="0" sldId="283"/>
        </pc:sldMkLst>
      </pc:sldChg>
      <pc:sldChg chg="del">
        <pc:chgData name="shilpi gupta" userId="5ce4f23861899b28" providerId="LiveId" clId="{80C560B3-1815-490F-87C1-97190297F61F}" dt="2024-04-26T06:11:27.501" v="3244" actId="47"/>
        <pc:sldMkLst>
          <pc:docMk/>
          <pc:sldMk cId="0" sldId="302"/>
        </pc:sldMkLst>
      </pc:sldChg>
      <pc:sldChg chg="modSp modAnim">
        <pc:chgData name="shilpi gupta" userId="5ce4f23861899b28" providerId="LiveId" clId="{80C560B3-1815-490F-87C1-97190297F61F}" dt="2024-04-26T10:29:06.264" v="3733" actId="20577"/>
        <pc:sldMkLst>
          <pc:docMk/>
          <pc:sldMk cId="0" sldId="303"/>
        </pc:sldMkLst>
        <pc:spChg chg="mod">
          <ac:chgData name="shilpi gupta" userId="5ce4f23861899b28" providerId="LiveId" clId="{80C560B3-1815-490F-87C1-97190297F61F}" dt="2024-04-26T10:29:06.264" v="3733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shilpi gupta" userId="5ce4f23861899b28" providerId="LiveId" clId="{80C560B3-1815-490F-87C1-97190297F61F}" dt="2024-04-21T05:26:44.564" v="54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">
        <pc:chgData name="shilpi gupta" userId="5ce4f23861899b28" providerId="LiveId" clId="{80C560B3-1815-490F-87C1-97190297F61F}" dt="2024-04-26T06:16:13.221" v="3291" actId="20577"/>
        <pc:sldMkLst>
          <pc:docMk/>
          <pc:sldMk cId="0" sldId="304"/>
        </pc:sldMkLst>
        <pc:spChg chg="mod">
          <ac:chgData name="shilpi gupta" userId="5ce4f23861899b28" providerId="LiveId" clId="{80C560B3-1815-490F-87C1-97190297F61F}" dt="2024-04-26T06:16:13.221" v="3291" actId="20577"/>
          <ac:spMkLst>
            <pc:docMk/>
            <pc:sldMk cId="0" sldId="304"/>
            <ac:spMk id="4" creationId="{00000000-0000-0000-0000-000000000000}"/>
          </ac:spMkLst>
        </pc:spChg>
      </pc:sldChg>
      <pc:sldChg chg="modSp add mod modAnim">
        <pc:chgData name="shilpi gupta" userId="5ce4f23861899b28" providerId="LiveId" clId="{80C560B3-1815-490F-87C1-97190297F61F}" dt="2024-04-26T10:30:21.445" v="3772" actId="6549"/>
        <pc:sldMkLst>
          <pc:docMk/>
          <pc:sldMk cId="2194425734" sldId="305"/>
        </pc:sldMkLst>
        <pc:spChg chg="mod">
          <ac:chgData name="shilpi gupta" userId="5ce4f23861899b28" providerId="LiveId" clId="{80C560B3-1815-490F-87C1-97190297F61F}" dt="2024-04-26T09:30:41.826" v="3564" actId="20577"/>
          <ac:spMkLst>
            <pc:docMk/>
            <pc:sldMk cId="2194425734" sldId="305"/>
            <ac:spMk id="2" creationId="{00000000-0000-0000-0000-000000000000}"/>
          </ac:spMkLst>
        </pc:spChg>
        <pc:spChg chg="mod">
          <ac:chgData name="shilpi gupta" userId="5ce4f23861899b28" providerId="LiveId" clId="{80C560B3-1815-490F-87C1-97190297F61F}" dt="2024-04-26T10:30:21.445" v="3772" actId="6549"/>
          <ac:spMkLst>
            <pc:docMk/>
            <pc:sldMk cId="2194425734" sldId="305"/>
            <ac:spMk id="3" creationId="{00000000-0000-0000-0000-000000000000}"/>
          </ac:spMkLst>
        </pc:spChg>
      </pc:sldChg>
      <pc:sldChg chg="modSp add mod modAnim">
        <pc:chgData name="shilpi gupta" userId="5ce4f23861899b28" providerId="LiveId" clId="{80C560B3-1815-490F-87C1-97190297F61F}" dt="2024-04-26T10:31:12.339" v="3852" actId="14100"/>
        <pc:sldMkLst>
          <pc:docMk/>
          <pc:sldMk cId="165127264" sldId="306"/>
        </pc:sldMkLst>
        <pc:spChg chg="mod">
          <ac:chgData name="shilpi gupta" userId="5ce4f23861899b28" providerId="LiveId" clId="{80C560B3-1815-490F-87C1-97190297F61F}" dt="2024-04-25T05:56:00.426" v="565" actId="20577"/>
          <ac:spMkLst>
            <pc:docMk/>
            <pc:sldMk cId="165127264" sldId="306"/>
            <ac:spMk id="2" creationId="{00000000-0000-0000-0000-000000000000}"/>
          </ac:spMkLst>
        </pc:spChg>
        <pc:spChg chg="mod">
          <ac:chgData name="shilpi gupta" userId="5ce4f23861899b28" providerId="LiveId" clId="{80C560B3-1815-490F-87C1-97190297F61F}" dt="2024-04-26T10:31:12.339" v="3852" actId="14100"/>
          <ac:spMkLst>
            <pc:docMk/>
            <pc:sldMk cId="165127264" sldId="306"/>
            <ac:spMk id="3" creationId="{00000000-0000-0000-0000-000000000000}"/>
          </ac:spMkLst>
        </pc:spChg>
      </pc:sldChg>
      <pc:sldChg chg="modSp new del mod">
        <pc:chgData name="shilpi gupta" userId="5ce4f23861899b28" providerId="LiveId" clId="{80C560B3-1815-490F-87C1-97190297F61F}" dt="2024-04-26T06:11:17.702" v="3224" actId="47"/>
        <pc:sldMkLst>
          <pc:docMk/>
          <pc:sldMk cId="3782311324" sldId="307"/>
        </pc:sldMkLst>
        <pc:spChg chg="mod">
          <ac:chgData name="shilpi gupta" userId="5ce4f23861899b28" providerId="LiveId" clId="{80C560B3-1815-490F-87C1-97190297F61F}" dt="2024-04-23T06:04:14.913" v="464" actId="6549"/>
          <ac:spMkLst>
            <pc:docMk/>
            <pc:sldMk cId="3782311324" sldId="307"/>
            <ac:spMk id="2" creationId="{FAF93A13-9F22-1D07-A35E-34AFC47757EE}"/>
          </ac:spMkLst>
        </pc:spChg>
        <pc:spChg chg="mod">
          <ac:chgData name="shilpi gupta" userId="5ce4f23861899b28" providerId="LiveId" clId="{80C560B3-1815-490F-87C1-97190297F61F}" dt="2024-04-23T06:03:42.153" v="446"/>
          <ac:spMkLst>
            <pc:docMk/>
            <pc:sldMk cId="3782311324" sldId="307"/>
            <ac:spMk id="3" creationId="{E3C76184-C585-67C1-6621-0325B201B5B9}"/>
          </ac:spMkLst>
        </pc:spChg>
      </pc:sldChg>
      <pc:sldChg chg="modSp new mod">
        <pc:chgData name="shilpi gupta" userId="5ce4f23861899b28" providerId="LiveId" clId="{80C560B3-1815-490F-87C1-97190297F61F}" dt="2024-04-26T10:30:59.505" v="3849" actId="27636"/>
        <pc:sldMkLst>
          <pc:docMk/>
          <pc:sldMk cId="3964594579" sldId="308"/>
        </pc:sldMkLst>
        <pc:spChg chg="mod">
          <ac:chgData name="shilpi gupta" userId="5ce4f23861899b28" providerId="LiveId" clId="{80C560B3-1815-490F-87C1-97190297F61F}" dt="2024-04-23T06:05:53.269" v="550" actId="5793"/>
          <ac:spMkLst>
            <pc:docMk/>
            <pc:sldMk cId="3964594579" sldId="308"/>
            <ac:spMk id="2" creationId="{108D1178-9A84-AB05-34EC-8C691BC1DB28}"/>
          </ac:spMkLst>
        </pc:spChg>
        <pc:spChg chg="mod">
          <ac:chgData name="shilpi gupta" userId="5ce4f23861899b28" providerId="LiveId" clId="{80C560B3-1815-490F-87C1-97190297F61F}" dt="2024-04-26T10:30:59.505" v="3849" actId="27636"/>
          <ac:spMkLst>
            <pc:docMk/>
            <pc:sldMk cId="3964594579" sldId="308"/>
            <ac:spMk id="3" creationId="{D7946D2E-CB23-DBA5-CFF3-C084EDD01924}"/>
          </ac:spMkLst>
        </pc:spChg>
      </pc:sldChg>
      <pc:sldChg chg="modSp new mod">
        <pc:chgData name="shilpi gupta" userId="5ce4f23861899b28" providerId="LiveId" clId="{80C560B3-1815-490F-87C1-97190297F61F}" dt="2024-04-26T10:31:37.549" v="3899" actId="20577"/>
        <pc:sldMkLst>
          <pc:docMk/>
          <pc:sldMk cId="474166384" sldId="309"/>
        </pc:sldMkLst>
        <pc:spChg chg="mod">
          <ac:chgData name="shilpi gupta" userId="5ce4f23861899b28" providerId="LiveId" clId="{80C560B3-1815-490F-87C1-97190297F61F}" dt="2024-04-25T05:57:30.222" v="573" actId="5793"/>
          <ac:spMkLst>
            <pc:docMk/>
            <pc:sldMk cId="474166384" sldId="309"/>
            <ac:spMk id="2" creationId="{F1F1A789-BCE9-1A34-F1C5-D4DDF2E78507}"/>
          </ac:spMkLst>
        </pc:spChg>
        <pc:spChg chg="mod">
          <ac:chgData name="shilpi gupta" userId="5ce4f23861899b28" providerId="LiveId" clId="{80C560B3-1815-490F-87C1-97190297F61F}" dt="2024-04-26T10:31:37.549" v="3899" actId="20577"/>
          <ac:spMkLst>
            <pc:docMk/>
            <pc:sldMk cId="474166384" sldId="309"/>
            <ac:spMk id="3" creationId="{C0D1C043-9B9F-6356-A2E1-E8190227BC4B}"/>
          </ac:spMkLst>
        </pc:spChg>
      </pc:sldChg>
      <pc:sldChg chg="modSp new mod">
        <pc:chgData name="shilpi gupta" userId="5ce4f23861899b28" providerId="LiveId" clId="{80C560B3-1815-490F-87C1-97190297F61F}" dt="2024-04-30T09:44:49.446" v="3964" actId="20577"/>
        <pc:sldMkLst>
          <pc:docMk/>
          <pc:sldMk cId="3650195899" sldId="310"/>
        </pc:sldMkLst>
        <pc:spChg chg="mod">
          <ac:chgData name="shilpi gupta" userId="5ce4f23861899b28" providerId="LiveId" clId="{80C560B3-1815-490F-87C1-97190297F61F}" dt="2024-04-26T10:34:15.164" v="3954" actId="20577"/>
          <ac:spMkLst>
            <pc:docMk/>
            <pc:sldMk cId="3650195899" sldId="310"/>
            <ac:spMk id="2" creationId="{C8A1D923-582E-8C13-1B32-5B737B844255}"/>
          </ac:spMkLst>
        </pc:spChg>
        <pc:spChg chg="mod">
          <ac:chgData name="shilpi gupta" userId="5ce4f23861899b28" providerId="LiveId" clId="{80C560B3-1815-490F-87C1-97190297F61F}" dt="2024-04-30T09:44:49.446" v="3964" actId="20577"/>
          <ac:spMkLst>
            <pc:docMk/>
            <pc:sldMk cId="3650195899" sldId="310"/>
            <ac:spMk id="3" creationId="{6BBCA319-79A4-8825-3D32-71801E2069E2}"/>
          </ac:spMkLst>
        </pc:spChg>
      </pc:sldChg>
      <pc:sldChg chg="modSp new mod">
        <pc:chgData name="shilpi gupta" userId="5ce4f23861899b28" providerId="LiveId" clId="{80C560B3-1815-490F-87C1-97190297F61F}" dt="2024-04-30T09:45:34.467" v="3970" actId="20577"/>
        <pc:sldMkLst>
          <pc:docMk/>
          <pc:sldMk cId="3915267678" sldId="311"/>
        </pc:sldMkLst>
        <pc:spChg chg="mod">
          <ac:chgData name="shilpi gupta" userId="5ce4f23861899b28" providerId="LiveId" clId="{80C560B3-1815-490F-87C1-97190297F61F}" dt="2024-04-30T09:45:34.467" v="3970" actId="20577"/>
          <ac:spMkLst>
            <pc:docMk/>
            <pc:sldMk cId="3915267678" sldId="311"/>
            <ac:spMk id="2" creationId="{BD0012CC-6E63-43F8-0751-D4303D6CD785}"/>
          </ac:spMkLst>
        </pc:spChg>
        <pc:spChg chg="mod">
          <ac:chgData name="shilpi gupta" userId="5ce4f23861899b28" providerId="LiveId" clId="{80C560B3-1815-490F-87C1-97190297F61F}" dt="2024-04-25T06:05:02.300" v="626" actId="20577"/>
          <ac:spMkLst>
            <pc:docMk/>
            <pc:sldMk cId="3915267678" sldId="311"/>
            <ac:spMk id="3" creationId="{642BEC05-C794-541F-C79A-EE84629D649D}"/>
          </ac:spMkLst>
        </pc:spChg>
      </pc:sldChg>
      <pc:sldChg chg="modSp new mod">
        <pc:chgData name="shilpi gupta" userId="5ce4f23861899b28" providerId="LiveId" clId="{80C560B3-1815-490F-87C1-97190297F61F}" dt="2024-04-25T06:06:34.613" v="659" actId="20577"/>
        <pc:sldMkLst>
          <pc:docMk/>
          <pc:sldMk cId="2338210253" sldId="312"/>
        </pc:sldMkLst>
        <pc:spChg chg="mod">
          <ac:chgData name="shilpi gupta" userId="5ce4f23861899b28" providerId="LiveId" clId="{80C560B3-1815-490F-87C1-97190297F61F}" dt="2024-04-25T06:06:34.613" v="659" actId="20577"/>
          <ac:spMkLst>
            <pc:docMk/>
            <pc:sldMk cId="2338210253" sldId="312"/>
            <ac:spMk id="2" creationId="{D9D53D5A-72F9-EE70-5612-AE51554D4FC8}"/>
          </ac:spMkLst>
        </pc:spChg>
        <pc:spChg chg="mod">
          <ac:chgData name="shilpi gupta" userId="5ce4f23861899b28" providerId="LiveId" clId="{80C560B3-1815-490F-87C1-97190297F61F}" dt="2024-04-25T06:05:45.299" v="656" actId="20577"/>
          <ac:spMkLst>
            <pc:docMk/>
            <pc:sldMk cId="2338210253" sldId="312"/>
            <ac:spMk id="3" creationId="{6EBD434C-C6C5-6390-FA75-7139A888E368}"/>
          </ac:spMkLst>
        </pc:spChg>
      </pc:sldChg>
      <pc:sldChg chg="modSp new mod">
        <pc:chgData name="shilpi gupta" userId="5ce4f23861899b28" providerId="LiveId" clId="{80C560B3-1815-490F-87C1-97190297F61F}" dt="2024-04-25T12:13:13.046" v="2492" actId="27636"/>
        <pc:sldMkLst>
          <pc:docMk/>
          <pc:sldMk cId="974050672" sldId="313"/>
        </pc:sldMkLst>
        <pc:spChg chg="mod">
          <ac:chgData name="shilpi gupta" userId="5ce4f23861899b28" providerId="LiveId" clId="{80C560B3-1815-490F-87C1-97190297F61F}" dt="2024-04-25T11:52:59.491" v="2126" actId="5793"/>
          <ac:spMkLst>
            <pc:docMk/>
            <pc:sldMk cId="974050672" sldId="313"/>
            <ac:spMk id="2" creationId="{14223552-950C-16BD-D286-61A6D8D74A9C}"/>
          </ac:spMkLst>
        </pc:spChg>
        <pc:spChg chg="mod">
          <ac:chgData name="shilpi gupta" userId="5ce4f23861899b28" providerId="LiveId" clId="{80C560B3-1815-490F-87C1-97190297F61F}" dt="2024-04-25T12:13:13.046" v="2492" actId="27636"/>
          <ac:spMkLst>
            <pc:docMk/>
            <pc:sldMk cId="974050672" sldId="313"/>
            <ac:spMk id="3" creationId="{9ECE96D7-B337-ABAC-7A97-467EACF4C930}"/>
          </ac:spMkLst>
        </pc:spChg>
      </pc:sldChg>
      <pc:sldChg chg="modSp new mod">
        <pc:chgData name="shilpi gupta" userId="5ce4f23861899b28" providerId="LiveId" clId="{80C560B3-1815-490F-87C1-97190297F61F}" dt="2024-04-25T12:13:19.682" v="2494" actId="27636"/>
        <pc:sldMkLst>
          <pc:docMk/>
          <pc:sldMk cId="3080442165" sldId="314"/>
        </pc:sldMkLst>
        <pc:spChg chg="mod">
          <ac:chgData name="shilpi gupta" userId="5ce4f23861899b28" providerId="LiveId" clId="{80C560B3-1815-490F-87C1-97190297F61F}" dt="2024-04-25T11:54:11.785" v="2288" actId="20577"/>
          <ac:spMkLst>
            <pc:docMk/>
            <pc:sldMk cId="3080442165" sldId="314"/>
            <ac:spMk id="2" creationId="{CFBA74BF-3551-46C2-D381-AB25D98D32F6}"/>
          </ac:spMkLst>
        </pc:spChg>
        <pc:spChg chg="mod">
          <ac:chgData name="shilpi gupta" userId="5ce4f23861899b28" providerId="LiveId" clId="{80C560B3-1815-490F-87C1-97190297F61F}" dt="2024-04-25T12:13:19.682" v="2494" actId="27636"/>
          <ac:spMkLst>
            <pc:docMk/>
            <pc:sldMk cId="3080442165" sldId="314"/>
            <ac:spMk id="3" creationId="{AA176E44-4E7E-1C9A-B650-0CE21EC3CD64}"/>
          </ac:spMkLst>
        </pc:spChg>
      </pc:sldChg>
      <pc:sldChg chg="modSp new mod">
        <pc:chgData name="shilpi gupta" userId="5ce4f23861899b28" providerId="LiveId" clId="{80C560B3-1815-490F-87C1-97190297F61F}" dt="2024-04-25T12:12:06.170" v="2423" actId="20577"/>
        <pc:sldMkLst>
          <pc:docMk/>
          <pc:sldMk cId="2400384585" sldId="315"/>
        </pc:sldMkLst>
        <pc:spChg chg="mod">
          <ac:chgData name="shilpi gupta" userId="5ce4f23861899b28" providerId="LiveId" clId="{80C560B3-1815-490F-87C1-97190297F61F}" dt="2024-04-25T12:12:06.170" v="2423" actId="20577"/>
          <ac:spMkLst>
            <pc:docMk/>
            <pc:sldMk cId="2400384585" sldId="315"/>
            <ac:spMk id="2" creationId="{E71C643F-0A2E-AD03-AE8A-74D20AB17DF5}"/>
          </ac:spMkLst>
        </pc:spChg>
        <pc:spChg chg="mod">
          <ac:chgData name="shilpi gupta" userId="5ce4f23861899b28" providerId="LiveId" clId="{80C560B3-1815-490F-87C1-97190297F61F}" dt="2024-04-25T06:18:49.395" v="861" actId="20577"/>
          <ac:spMkLst>
            <pc:docMk/>
            <pc:sldMk cId="2400384585" sldId="315"/>
            <ac:spMk id="3" creationId="{7509D46B-C6A9-D24B-B91B-472D031436A2}"/>
          </ac:spMkLst>
        </pc:spChg>
      </pc:sldChg>
      <pc:sldChg chg="modSp new mod">
        <pc:chgData name="shilpi gupta" userId="5ce4f23861899b28" providerId="LiveId" clId="{80C560B3-1815-490F-87C1-97190297F61F}" dt="2024-04-26T06:18:26.065" v="3352" actId="20577"/>
        <pc:sldMkLst>
          <pc:docMk/>
          <pc:sldMk cId="3442503050" sldId="316"/>
        </pc:sldMkLst>
        <pc:spChg chg="mod">
          <ac:chgData name="shilpi gupta" userId="5ce4f23861899b28" providerId="LiveId" clId="{80C560B3-1815-490F-87C1-97190297F61F}" dt="2024-04-25T12:17:54.104" v="2657" actId="6549"/>
          <ac:spMkLst>
            <pc:docMk/>
            <pc:sldMk cId="3442503050" sldId="316"/>
            <ac:spMk id="2" creationId="{51810944-3D70-DBA5-D51D-2DEDF913319E}"/>
          </ac:spMkLst>
        </pc:spChg>
        <pc:spChg chg="mod">
          <ac:chgData name="shilpi gupta" userId="5ce4f23861899b28" providerId="LiveId" clId="{80C560B3-1815-490F-87C1-97190297F61F}" dt="2024-04-26T06:18:26.065" v="3352" actId="20577"/>
          <ac:spMkLst>
            <pc:docMk/>
            <pc:sldMk cId="3442503050" sldId="316"/>
            <ac:spMk id="3" creationId="{12562439-A3F0-A630-99E1-14E88D305356}"/>
          </ac:spMkLst>
        </pc:spChg>
      </pc:sldChg>
      <pc:sldChg chg="modSp new mod">
        <pc:chgData name="shilpi gupta" userId="5ce4f23861899b28" providerId="LiveId" clId="{80C560B3-1815-490F-87C1-97190297F61F}" dt="2024-04-26T05:29:23.501" v="2887" actId="20577"/>
        <pc:sldMkLst>
          <pc:docMk/>
          <pc:sldMk cId="3526712041" sldId="317"/>
        </pc:sldMkLst>
        <pc:spChg chg="mod">
          <ac:chgData name="shilpi gupta" userId="5ce4f23861899b28" providerId="LiveId" clId="{80C560B3-1815-490F-87C1-97190297F61F}" dt="2024-04-26T05:29:23.501" v="2887" actId="20577"/>
          <ac:spMkLst>
            <pc:docMk/>
            <pc:sldMk cId="3526712041" sldId="317"/>
            <ac:spMk id="2" creationId="{8146029B-BD4A-C7EE-F9F7-095AB4AB4A23}"/>
          </ac:spMkLst>
        </pc:spChg>
        <pc:spChg chg="mod">
          <ac:chgData name="shilpi gupta" userId="5ce4f23861899b28" providerId="LiveId" clId="{80C560B3-1815-490F-87C1-97190297F61F}" dt="2024-04-25T06:25:27.850" v="1055" actId="20577"/>
          <ac:spMkLst>
            <pc:docMk/>
            <pc:sldMk cId="3526712041" sldId="317"/>
            <ac:spMk id="3" creationId="{81F155A7-5518-9937-7C43-2F3978F54942}"/>
          </ac:spMkLst>
        </pc:spChg>
      </pc:sldChg>
      <pc:sldChg chg="modSp new add del mod">
        <pc:chgData name="shilpi gupta" userId="5ce4f23861899b28" providerId="LiveId" clId="{80C560B3-1815-490F-87C1-97190297F61F}" dt="2024-04-26T06:23:05.852" v="3425" actId="20577"/>
        <pc:sldMkLst>
          <pc:docMk/>
          <pc:sldMk cId="3755708835" sldId="318"/>
        </pc:sldMkLst>
        <pc:spChg chg="mod">
          <ac:chgData name="shilpi gupta" userId="5ce4f23861899b28" providerId="LiveId" clId="{80C560B3-1815-490F-87C1-97190297F61F}" dt="2024-04-26T06:23:05.852" v="3425" actId="20577"/>
          <ac:spMkLst>
            <pc:docMk/>
            <pc:sldMk cId="3755708835" sldId="318"/>
            <ac:spMk id="2" creationId="{FC7CF517-A3B2-BC7F-E6BE-1E6D94D41583}"/>
          </ac:spMkLst>
        </pc:spChg>
        <pc:spChg chg="mod">
          <ac:chgData name="shilpi gupta" userId="5ce4f23861899b28" providerId="LiveId" clId="{80C560B3-1815-490F-87C1-97190297F61F}" dt="2024-04-25T06:29:59.831" v="1182" actId="20577"/>
          <ac:spMkLst>
            <pc:docMk/>
            <pc:sldMk cId="3755708835" sldId="318"/>
            <ac:spMk id="3" creationId="{856C7505-98C4-752B-3E5D-05EBB6967474}"/>
          </ac:spMkLst>
        </pc:spChg>
      </pc:sldChg>
      <pc:sldChg chg="modSp new mod">
        <pc:chgData name="shilpi gupta" userId="5ce4f23861899b28" providerId="LiveId" clId="{80C560B3-1815-490F-87C1-97190297F61F}" dt="2024-04-26T09:41:01.814" v="3703" actId="6549"/>
        <pc:sldMkLst>
          <pc:docMk/>
          <pc:sldMk cId="1917124311" sldId="319"/>
        </pc:sldMkLst>
        <pc:spChg chg="mod">
          <ac:chgData name="shilpi gupta" userId="5ce4f23861899b28" providerId="LiveId" clId="{80C560B3-1815-490F-87C1-97190297F61F}" dt="2024-04-25T09:14:00.386" v="1705" actId="5793"/>
          <ac:spMkLst>
            <pc:docMk/>
            <pc:sldMk cId="1917124311" sldId="319"/>
            <ac:spMk id="2" creationId="{631DF680-D938-4865-2053-8D9E0B2AF78A}"/>
          </ac:spMkLst>
        </pc:spChg>
        <pc:spChg chg="mod">
          <ac:chgData name="shilpi gupta" userId="5ce4f23861899b28" providerId="LiveId" clId="{80C560B3-1815-490F-87C1-97190297F61F}" dt="2024-04-26T09:41:01.814" v="3703" actId="6549"/>
          <ac:spMkLst>
            <pc:docMk/>
            <pc:sldMk cId="1917124311" sldId="319"/>
            <ac:spMk id="3" creationId="{39551892-79A5-7D94-5910-E4B6FFD84B9D}"/>
          </ac:spMkLst>
        </pc:spChg>
      </pc:sldChg>
      <pc:sldChg chg="modSp new mod">
        <pc:chgData name="shilpi gupta" userId="5ce4f23861899b28" providerId="LiveId" clId="{80C560B3-1815-490F-87C1-97190297F61F}" dt="2024-04-25T12:13:05.867" v="2490" actId="20577"/>
        <pc:sldMkLst>
          <pc:docMk/>
          <pc:sldMk cId="4276027357" sldId="320"/>
        </pc:sldMkLst>
        <pc:spChg chg="mod">
          <ac:chgData name="shilpi gupta" userId="5ce4f23861899b28" providerId="LiveId" clId="{80C560B3-1815-490F-87C1-97190297F61F}" dt="2024-04-25T11:52:28.023" v="2114" actId="20577"/>
          <ac:spMkLst>
            <pc:docMk/>
            <pc:sldMk cId="4276027357" sldId="320"/>
            <ac:spMk id="2" creationId="{9952DE62-F10C-778D-0028-35351FDE299A}"/>
          </ac:spMkLst>
        </pc:spChg>
        <pc:spChg chg="mod">
          <ac:chgData name="shilpi gupta" userId="5ce4f23861899b28" providerId="LiveId" clId="{80C560B3-1815-490F-87C1-97190297F61F}" dt="2024-04-25T12:13:05.867" v="2490" actId="20577"/>
          <ac:spMkLst>
            <pc:docMk/>
            <pc:sldMk cId="4276027357" sldId="320"/>
            <ac:spMk id="3" creationId="{AA84CB5C-7A6B-481D-6CA2-B86C4BBB27C6}"/>
          </ac:spMkLst>
        </pc:spChg>
      </pc:sldChg>
      <pc:sldChg chg="modSp new mod">
        <pc:chgData name="shilpi gupta" userId="5ce4f23861899b28" providerId="LiveId" clId="{80C560B3-1815-490F-87C1-97190297F61F}" dt="2024-04-25T12:12:53.373" v="2466" actId="6549"/>
        <pc:sldMkLst>
          <pc:docMk/>
          <pc:sldMk cId="1618720822" sldId="321"/>
        </pc:sldMkLst>
        <pc:spChg chg="mod">
          <ac:chgData name="shilpi gupta" userId="5ce4f23861899b28" providerId="LiveId" clId="{80C560B3-1815-490F-87C1-97190297F61F}" dt="2024-04-25T11:43:49.330" v="1997" actId="20577"/>
          <ac:spMkLst>
            <pc:docMk/>
            <pc:sldMk cId="1618720822" sldId="321"/>
            <ac:spMk id="2" creationId="{39E6A287-F53E-F967-1826-A2BFF23F1F25}"/>
          </ac:spMkLst>
        </pc:spChg>
        <pc:spChg chg="mod">
          <ac:chgData name="shilpi gupta" userId="5ce4f23861899b28" providerId="LiveId" clId="{80C560B3-1815-490F-87C1-97190297F61F}" dt="2024-04-25T12:12:53.373" v="2466" actId="6549"/>
          <ac:spMkLst>
            <pc:docMk/>
            <pc:sldMk cId="1618720822" sldId="321"/>
            <ac:spMk id="3" creationId="{96825DB0-35BE-7592-4808-E51BCCDFC0D3}"/>
          </ac:spMkLst>
        </pc:spChg>
      </pc:sldChg>
      <pc:sldChg chg="modSp new mod">
        <pc:chgData name="shilpi gupta" userId="5ce4f23861899b28" providerId="LiveId" clId="{80C560B3-1815-490F-87C1-97190297F61F}" dt="2024-04-25T12:12:40.136" v="2438" actId="6549"/>
        <pc:sldMkLst>
          <pc:docMk/>
          <pc:sldMk cId="3047494057" sldId="322"/>
        </pc:sldMkLst>
        <pc:spChg chg="mod">
          <ac:chgData name="shilpi gupta" userId="5ce4f23861899b28" providerId="LiveId" clId="{80C560B3-1815-490F-87C1-97190297F61F}" dt="2024-04-25T09:32:31.314" v="1797" actId="20577"/>
          <ac:spMkLst>
            <pc:docMk/>
            <pc:sldMk cId="3047494057" sldId="322"/>
            <ac:spMk id="2" creationId="{EB6D9100-36AE-BDDF-EC77-E72D31175E95}"/>
          </ac:spMkLst>
        </pc:spChg>
        <pc:spChg chg="mod">
          <ac:chgData name="shilpi gupta" userId="5ce4f23861899b28" providerId="LiveId" clId="{80C560B3-1815-490F-87C1-97190297F61F}" dt="2024-04-25T12:12:40.136" v="2438" actId="6549"/>
          <ac:spMkLst>
            <pc:docMk/>
            <pc:sldMk cId="3047494057" sldId="322"/>
            <ac:spMk id="3" creationId="{F0C16967-51DA-3B94-44F8-9399483A09C7}"/>
          </ac:spMkLst>
        </pc:spChg>
      </pc:sldChg>
      <pc:sldChg chg="modSp new mod">
        <pc:chgData name="shilpi gupta" userId="5ce4f23861899b28" providerId="LiveId" clId="{80C560B3-1815-490F-87C1-97190297F61F}" dt="2024-04-25T12:12:46.961" v="2452" actId="6549"/>
        <pc:sldMkLst>
          <pc:docMk/>
          <pc:sldMk cId="3028725121" sldId="323"/>
        </pc:sldMkLst>
        <pc:spChg chg="mod">
          <ac:chgData name="shilpi gupta" userId="5ce4f23861899b28" providerId="LiveId" clId="{80C560B3-1815-490F-87C1-97190297F61F}" dt="2024-04-25T11:41:49.582" v="1905" actId="20577"/>
          <ac:spMkLst>
            <pc:docMk/>
            <pc:sldMk cId="3028725121" sldId="323"/>
            <ac:spMk id="2" creationId="{744521BB-54E6-48B8-05FE-1514231D96DE}"/>
          </ac:spMkLst>
        </pc:spChg>
        <pc:spChg chg="mod">
          <ac:chgData name="shilpi gupta" userId="5ce4f23861899b28" providerId="LiveId" clId="{80C560B3-1815-490F-87C1-97190297F61F}" dt="2024-04-25T12:12:46.961" v="2452" actId="6549"/>
          <ac:spMkLst>
            <pc:docMk/>
            <pc:sldMk cId="3028725121" sldId="323"/>
            <ac:spMk id="3" creationId="{3E3829B6-1930-5F02-DD4C-345B7FB12B0A}"/>
          </ac:spMkLst>
        </pc:spChg>
      </pc:sldChg>
      <pc:sldChg chg="modSp new mod">
        <pc:chgData name="shilpi gupta" userId="5ce4f23861899b28" providerId="LiveId" clId="{80C560B3-1815-490F-87C1-97190297F61F}" dt="2024-04-25T12:13:34.915" v="2505" actId="20577"/>
        <pc:sldMkLst>
          <pc:docMk/>
          <pc:sldMk cId="2795469768" sldId="324"/>
        </pc:sldMkLst>
        <pc:spChg chg="mod">
          <ac:chgData name="shilpi gupta" userId="5ce4f23861899b28" providerId="LiveId" clId="{80C560B3-1815-490F-87C1-97190297F61F}" dt="2024-04-25T12:09:33.295" v="2313" actId="20577"/>
          <ac:spMkLst>
            <pc:docMk/>
            <pc:sldMk cId="2795469768" sldId="324"/>
            <ac:spMk id="2" creationId="{95114AE4-3F6C-068C-E3D4-63D1D4DCF055}"/>
          </ac:spMkLst>
        </pc:spChg>
        <pc:spChg chg="mod">
          <ac:chgData name="shilpi gupta" userId="5ce4f23861899b28" providerId="LiveId" clId="{80C560B3-1815-490F-87C1-97190297F61F}" dt="2024-04-25T12:13:34.915" v="2505" actId="20577"/>
          <ac:spMkLst>
            <pc:docMk/>
            <pc:sldMk cId="2795469768" sldId="324"/>
            <ac:spMk id="3" creationId="{927F0E67-1052-5EDA-7295-8EBD4CA80226}"/>
          </ac:spMkLst>
        </pc:spChg>
      </pc:sldChg>
      <pc:sldChg chg="modSp new mod">
        <pc:chgData name="shilpi gupta" userId="5ce4f23861899b28" providerId="LiveId" clId="{80C560B3-1815-490F-87C1-97190297F61F}" dt="2024-04-25T12:13:40.467" v="2507" actId="27636"/>
        <pc:sldMkLst>
          <pc:docMk/>
          <pc:sldMk cId="2590381027" sldId="325"/>
        </pc:sldMkLst>
        <pc:spChg chg="mod">
          <ac:chgData name="shilpi gupta" userId="5ce4f23861899b28" providerId="LiveId" clId="{80C560B3-1815-490F-87C1-97190297F61F}" dt="2024-04-25T12:11:30.434" v="2411" actId="20577"/>
          <ac:spMkLst>
            <pc:docMk/>
            <pc:sldMk cId="2590381027" sldId="325"/>
            <ac:spMk id="2" creationId="{7FB898B7-FE2B-6DE9-CE1C-D041149E3F88}"/>
          </ac:spMkLst>
        </pc:spChg>
        <pc:spChg chg="mod">
          <ac:chgData name="shilpi gupta" userId="5ce4f23861899b28" providerId="LiveId" clId="{80C560B3-1815-490F-87C1-97190297F61F}" dt="2024-04-25T12:13:40.467" v="2507" actId="27636"/>
          <ac:spMkLst>
            <pc:docMk/>
            <pc:sldMk cId="2590381027" sldId="325"/>
            <ac:spMk id="3" creationId="{F0430EE6-5B91-8FEB-6894-C48DF290D68D}"/>
          </ac:spMkLst>
        </pc:spChg>
      </pc:sldChg>
      <pc:sldChg chg="modSp new mod">
        <pc:chgData name="shilpi gupta" userId="5ce4f23861899b28" providerId="LiveId" clId="{80C560B3-1815-490F-87C1-97190297F61F}" dt="2024-04-25T12:16:12.258" v="2607" actId="20577"/>
        <pc:sldMkLst>
          <pc:docMk/>
          <pc:sldMk cId="2289829724" sldId="326"/>
        </pc:sldMkLst>
        <pc:spChg chg="mod">
          <ac:chgData name="shilpi gupta" userId="5ce4f23861899b28" providerId="LiveId" clId="{80C560B3-1815-490F-87C1-97190297F61F}" dt="2024-04-25T12:16:12.258" v="2607" actId="20577"/>
          <ac:spMkLst>
            <pc:docMk/>
            <pc:sldMk cId="2289829724" sldId="326"/>
            <ac:spMk id="2" creationId="{9A037A0F-5149-9E72-80FF-81A1695A0ABC}"/>
          </ac:spMkLst>
        </pc:spChg>
        <pc:spChg chg="mod">
          <ac:chgData name="shilpi gupta" userId="5ce4f23861899b28" providerId="LiveId" clId="{80C560B3-1815-490F-87C1-97190297F61F}" dt="2024-04-25T12:14:07.541" v="2533" actId="27636"/>
          <ac:spMkLst>
            <pc:docMk/>
            <pc:sldMk cId="2289829724" sldId="326"/>
            <ac:spMk id="3" creationId="{AC6A60AF-67CC-F485-67CE-937E5C8609C5}"/>
          </ac:spMkLst>
        </pc:spChg>
      </pc:sldChg>
      <pc:sldChg chg="modSp new mod">
        <pc:chgData name="shilpi gupta" userId="5ce4f23861899b28" providerId="LiveId" clId="{80C560B3-1815-490F-87C1-97190297F61F}" dt="2024-04-25T12:16:36.733" v="2621" actId="20577"/>
        <pc:sldMkLst>
          <pc:docMk/>
          <pc:sldMk cId="3468983920" sldId="327"/>
        </pc:sldMkLst>
        <pc:spChg chg="mod">
          <ac:chgData name="shilpi gupta" userId="5ce4f23861899b28" providerId="LiveId" clId="{80C560B3-1815-490F-87C1-97190297F61F}" dt="2024-04-25T12:16:36.733" v="2621" actId="20577"/>
          <ac:spMkLst>
            <pc:docMk/>
            <pc:sldMk cId="3468983920" sldId="327"/>
            <ac:spMk id="2" creationId="{B671A96B-0170-FC1B-418C-1530C2B8CDFB}"/>
          </ac:spMkLst>
        </pc:spChg>
        <pc:spChg chg="mod">
          <ac:chgData name="shilpi gupta" userId="5ce4f23861899b28" providerId="LiveId" clId="{80C560B3-1815-490F-87C1-97190297F61F}" dt="2024-04-25T12:14:31.360" v="2558" actId="20577"/>
          <ac:spMkLst>
            <pc:docMk/>
            <pc:sldMk cId="3468983920" sldId="327"/>
            <ac:spMk id="3" creationId="{74C2768D-8193-27D6-4B93-A95987C736AB}"/>
          </ac:spMkLst>
        </pc:spChg>
      </pc:sldChg>
      <pc:sldChg chg="modSp new mod">
        <pc:chgData name="shilpi gupta" userId="5ce4f23861899b28" providerId="LiveId" clId="{80C560B3-1815-490F-87C1-97190297F61F}" dt="2024-04-25T12:18:51.111" v="2709" actId="20577"/>
        <pc:sldMkLst>
          <pc:docMk/>
          <pc:sldMk cId="3213773696" sldId="328"/>
        </pc:sldMkLst>
        <pc:spChg chg="mod">
          <ac:chgData name="shilpi gupta" userId="5ce4f23861899b28" providerId="LiveId" clId="{80C560B3-1815-490F-87C1-97190297F61F}" dt="2024-04-25T12:18:51.111" v="2709" actId="20577"/>
          <ac:spMkLst>
            <pc:docMk/>
            <pc:sldMk cId="3213773696" sldId="328"/>
            <ac:spMk id="2" creationId="{A82BE758-6ECF-C9B9-FC73-1C887611C1C5}"/>
          </ac:spMkLst>
        </pc:spChg>
        <pc:spChg chg="mod">
          <ac:chgData name="shilpi gupta" userId="5ce4f23861899b28" providerId="LiveId" clId="{80C560B3-1815-490F-87C1-97190297F61F}" dt="2024-04-25T12:18:24.235" v="2677" actId="20577"/>
          <ac:spMkLst>
            <pc:docMk/>
            <pc:sldMk cId="3213773696" sldId="328"/>
            <ac:spMk id="3" creationId="{7B2E0FB5-1890-EB6F-3440-E7D840E45290}"/>
          </ac:spMkLst>
        </pc:spChg>
      </pc:sldChg>
      <pc:sldChg chg="modSp new mod">
        <pc:chgData name="shilpi gupta" userId="5ce4f23861899b28" providerId="LiveId" clId="{80C560B3-1815-490F-87C1-97190297F61F}" dt="2024-04-25T12:20:21.889" v="2747" actId="20577"/>
        <pc:sldMkLst>
          <pc:docMk/>
          <pc:sldMk cId="2553443671" sldId="329"/>
        </pc:sldMkLst>
        <pc:spChg chg="mod">
          <ac:chgData name="shilpi gupta" userId="5ce4f23861899b28" providerId="LiveId" clId="{80C560B3-1815-490F-87C1-97190297F61F}" dt="2024-04-25T12:20:21.889" v="2747" actId="20577"/>
          <ac:spMkLst>
            <pc:docMk/>
            <pc:sldMk cId="2553443671" sldId="329"/>
            <ac:spMk id="2" creationId="{5D9684AB-5C2F-931A-1045-1BA36E58E32F}"/>
          </ac:spMkLst>
        </pc:spChg>
        <pc:spChg chg="mod">
          <ac:chgData name="shilpi gupta" userId="5ce4f23861899b28" providerId="LiveId" clId="{80C560B3-1815-490F-87C1-97190297F61F}" dt="2024-04-25T12:19:37.118" v="2727" actId="20577"/>
          <ac:spMkLst>
            <pc:docMk/>
            <pc:sldMk cId="2553443671" sldId="329"/>
            <ac:spMk id="3" creationId="{D3C2EF4A-98CF-7855-71B7-D189946F535A}"/>
          </ac:spMkLst>
        </pc:spChg>
      </pc:sldChg>
      <pc:sldChg chg="modSp new mod">
        <pc:chgData name="shilpi gupta" userId="5ce4f23861899b28" providerId="LiveId" clId="{80C560B3-1815-490F-87C1-97190297F61F}" dt="2024-04-26T05:50:42.242" v="2911" actId="20577"/>
        <pc:sldMkLst>
          <pc:docMk/>
          <pc:sldMk cId="3561910626" sldId="330"/>
        </pc:sldMkLst>
        <pc:spChg chg="mod">
          <ac:chgData name="shilpi gupta" userId="5ce4f23861899b28" providerId="LiveId" clId="{80C560B3-1815-490F-87C1-97190297F61F}" dt="2024-04-26T05:50:42.242" v="2911" actId="20577"/>
          <ac:spMkLst>
            <pc:docMk/>
            <pc:sldMk cId="3561910626" sldId="330"/>
            <ac:spMk id="2" creationId="{E73165BD-3E26-8E00-F0BB-3F6B4E8F6F8B}"/>
          </ac:spMkLst>
        </pc:spChg>
        <pc:spChg chg="mod">
          <ac:chgData name="shilpi gupta" userId="5ce4f23861899b28" providerId="LiveId" clId="{80C560B3-1815-490F-87C1-97190297F61F}" dt="2024-04-25T12:20:52.608" v="2791" actId="20577"/>
          <ac:spMkLst>
            <pc:docMk/>
            <pc:sldMk cId="3561910626" sldId="330"/>
            <ac:spMk id="3" creationId="{3276AE46-575F-2828-C3D4-5F6CE48F9503}"/>
          </ac:spMkLst>
        </pc:spChg>
      </pc:sldChg>
      <pc:sldChg chg="modSp new mod">
        <pc:chgData name="shilpi gupta" userId="5ce4f23861899b28" providerId="LiveId" clId="{80C560B3-1815-490F-87C1-97190297F61F}" dt="2024-04-26T05:52:04.323" v="2975" actId="20577"/>
        <pc:sldMkLst>
          <pc:docMk/>
          <pc:sldMk cId="2961343143" sldId="331"/>
        </pc:sldMkLst>
        <pc:spChg chg="mod">
          <ac:chgData name="shilpi gupta" userId="5ce4f23861899b28" providerId="LiveId" clId="{80C560B3-1815-490F-87C1-97190297F61F}" dt="2024-04-26T05:52:04.323" v="2975" actId="20577"/>
          <ac:spMkLst>
            <pc:docMk/>
            <pc:sldMk cId="2961343143" sldId="331"/>
            <ac:spMk id="2" creationId="{059263E0-E240-6A19-62E3-63BF2892CFA3}"/>
          </ac:spMkLst>
        </pc:spChg>
        <pc:spChg chg="mod">
          <ac:chgData name="shilpi gupta" userId="5ce4f23861899b28" providerId="LiveId" clId="{80C560B3-1815-490F-87C1-97190297F61F}" dt="2024-04-26T05:45:51.505" v="2893" actId="20577"/>
          <ac:spMkLst>
            <pc:docMk/>
            <pc:sldMk cId="2961343143" sldId="331"/>
            <ac:spMk id="3" creationId="{10881D27-8826-BA63-314F-7EE99B94BA5D}"/>
          </ac:spMkLst>
        </pc:spChg>
      </pc:sldChg>
      <pc:sldChg chg="modSp new mod">
        <pc:chgData name="shilpi gupta" userId="5ce4f23861899b28" providerId="LiveId" clId="{80C560B3-1815-490F-87C1-97190297F61F}" dt="2024-04-26T05:58:22.555" v="3055" actId="20577"/>
        <pc:sldMkLst>
          <pc:docMk/>
          <pc:sldMk cId="3180085445" sldId="332"/>
        </pc:sldMkLst>
        <pc:spChg chg="mod">
          <ac:chgData name="shilpi gupta" userId="5ce4f23861899b28" providerId="LiveId" clId="{80C560B3-1815-490F-87C1-97190297F61F}" dt="2024-04-26T05:58:22.555" v="3055" actId="20577"/>
          <ac:spMkLst>
            <pc:docMk/>
            <pc:sldMk cId="3180085445" sldId="332"/>
            <ac:spMk id="2" creationId="{969FD01C-C8AA-FBAA-889E-56960614D452}"/>
          </ac:spMkLst>
        </pc:spChg>
        <pc:spChg chg="mod">
          <ac:chgData name="shilpi gupta" userId="5ce4f23861899b28" providerId="LiveId" clId="{80C560B3-1815-490F-87C1-97190297F61F}" dt="2024-04-26T05:52:25.637" v="2984" actId="20577"/>
          <ac:spMkLst>
            <pc:docMk/>
            <pc:sldMk cId="3180085445" sldId="332"/>
            <ac:spMk id="3" creationId="{E5BF6050-0954-629E-BBE4-D257FE9268D3}"/>
          </ac:spMkLst>
        </pc:spChg>
      </pc:sldChg>
      <pc:sldChg chg="modSp new mod">
        <pc:chgData name="shilpi gupta" userId="5ce4f23861899b28" providerId="LiveId" clId="{80C560B3-1815-490F-87C1-97190297F61F}" dt="2024-04-26T06:02:50.609" v="3156" actId="20577"/>
        <pc:sldMkLst>
          <pc:docMk/>
          <pc:sldMk cId="208720976" sldId="333"/>
        </pc:sldMkLst>
        <pc:spChg chg="mod">
          <ac:chgData name="shilpi gupta" userId="5ce4f23861899b28" providerId="LiveId" clId="{80C560B3-1815-490F-87C1-97190297F61F}" dt="2024-04-26T06:02:50.609" v="3156" actId="20577"/>
          <ac:spMkLst>
            <pc:docMk/>
            <pc:sldMk cId="208720976" sldId="333"/>
            <ac:spMk id="2" creationId="{07C862AD-D970-E5B7-6F3A-AAE61331E695}"/>
          </ac:spMkLst>
        </pc:spChg>
        <pc:spChg chg="mod">
          <ac:chgData name="shilpi gupta" userId="5ce4f23861899b28" providerId="LiveId" clId="{80C560B3-1815-490F-87C1-97190297F61F}" dt="2024-04-26T06:00:57.681" v="3064" actId="20577"/>
          <ac:spMkLst>
            <pc:docMk/>
            <pc:sldMk cId="208720976" sldId="333"/>
            <ac:spMk id="3" creationId="{CB3ED7D8-E299-ABC5-1473-E05F5FBFB59D}"/>
          </ac:spMkLst>
        </pc:spChg>
      </pc:sldChg>
      <pc:sldChg chg="modSp new mod">
        <pc:chgData name="shilpi gupta" userId="5ce4f23861899b28" providerId="LiveId" clId="{80C560B3-1815-490F-87C1-97190297F61F}" dt="2024-04-26T06:03:01.975" v="3170" actId="20577"/>
        <pc:sldMkLst>
          <pc:docMk/>
          <pc:sldMk cId="3840580126" sldId="334"/>
        </pc:sldMkLst>
        <pc:spChg chg="mod">
          <ac:chgData name="shilpi gupta" userId="5ce4f23861899b28" providerId="LiveId" clId="{80C560B3-1815-490F-87C1-97190297F61F}" dt="2024-04-26T06:03:01.975" v="3170" actId="20577"/>
          <ac:spMkLst>
            <pc:docMk/>
            <pc:sldMk cId="3840580126" sldId="334"/>
            <ac:spMk id="2" creationId="{CA531556-6191-FA4B-6353-641C9179731C}"/>
          </ac:spMkLst>
        </pc:spChg>
        <pc:spChg chg="mod">
          <ac:chgData name="shilpi gupta" userId="5ce4f23861899b28" providerId="LiveId" clId="{80C560B3-1815-490F-87C1-97190297F61F}" dt="2024-04-26T06:02:17.260" v="3132" actId="6549"/>
          <ac:spMkLst>
            <pc:docMk/>
            <pc:sldMk cId="3840580126" sldId="334"/>
            <ac:spMk id="3" creationId="{FEFB2C3F-8F14-AC33-0026-2E2C30E6F71A}"/>
          </ac:spMkLst>
        </pc:spChg>
      </pc:sldChg>
      <pc:sldChg chg="modSp new add del mod">
        <pc:chgData name="shilpi gupta" userId="5ce4f23861899b28" providerId="LiveId" clId="{80C560B3-1815-490F-87C1-97190297F61F}" dt="2024-04-26T06:11:32.751" v="3248" actId="47"/>
        <pc:sldMkLst>
          <pc:docMk/>
          <pc:sldMk cId="2024538477" sldId="335"/>
        </pc:sldMkLst>
        <pc:spChg chg="mod">
          <ac:chgData name="shilpi gupta" userId="5ce4f23861899b28" providerId="LiveId" clId="{80C560B3-1815-490F-87C1-97190297F61F}" dt="2024-04-26T06:09:17.624" v="3186" actId="20577"/>
          <ac:spMkLst>
            <pc:docMk/>
            <pc:sldMk cId="2024538477" sldId="335"/>
            <ac:spMk id="2" creationId="{775DA5CD-7B67-E745-F874-C9586D5B1314}"/>
          </ac:spMkLst>
        </pc:spChg>
        <pc:spChg chg="mod">
          <ac:chgData name="shilpi gupta" userId="5ce4f23861899b28" providerId="LiveId" clId="{80C560B3-1815-490F-87C1-97190297F61F}" dt="2024-04-26T06:08:50.275" v="3177"/>
          <ac:spMkLst>
            <pc:docMk/>
            <pc:sldMk cId="2024538477" sldId="335"/>
            <ac:spMk id="3" creationId="{0A3E6785-7DD2-8F08-3DC2-C69DF1B1D1D4}"/>
          </ac:spMkLst>
        </pc:spChg>
      </pc:sldChg>
      <pc:sldChg chg="modSp new add del mod">
        <pc:chgData name="shilpi gupta" userId="5ce4f23861899b28" providerId="LiveId" clId="{80C560B3-1815-490F-87C1-97190297F61F}" dt="2024-04-26T06:11:33.801" v="3249" actId="47"/>
        <pc:sldMkLst>
          <pc:docMk/>
          <pc:sldMk cId="4184886169" sldId="336"/>
        </pc:sldMkLst>
        <pc:spChg chg="mod">
          <ac:chgData name="shilpi gupta" userId="5ce4f23861899b28" providerId="LiveId" clId="{80C560B3-1815-490F-87C1-97190297F61F}" dt="2024-04-26T06:10:57.070" v="3223" actId="5793"/>
          <ac:spMkLst>
            <pc:docMk/>
            <pc:sldMk cId="4184886169" sldId="336"/>
            <ac:spMk id="2" creationId="{3E0939BE-0849-1678-C20D-0DE084787DBC}"/>
          </ac:spMkLst>
        </pc:spChg>
        <pc:spChg chg="mod">
          <ac:chgData name="shilpi gupta" userId="5ce4f23861899b28" providerId="LiveId" clId="{80C560B3-1815-490F-87C1-97190297F61F}" dt="2024-04-26T06:10:34.404" v="3216" actId="20577"/>
          <ac:spMkLst>
            <pc:docMk/>
            <pc:sldMk cId="4184886169" sldId="336"/>
            <ac:spMk id="3" creationId="{5E502BDA-C8A0-EEEE-27AE-3F060A767BAE}"/>
          </ac:spMkLst>
        </pc:spChg>
      </pc:sldChg>
      <pc:sldChg chg="modSp new mod">
        <pc:chgData name="shilpi gupta" userId="5ce4f23861899b28" providerId="LiveId" clId="{80C560B3-1815-490F-87C1-97190297F61F}" dt="2024-05-07T09:08:30.498" v="3977" actId="313"/>
        <pc:sldMkLst>
          <pc:docMk/>
          <pc:sldMk cId="3281158390" sldId="337"/>
        </pc:sldMkLst>
        <pc:spChg chg="mod">
          <ac:chgData name="shilpi gupta" userId="5ce4f23861899b28" providerId="LiveId" clId="{80C560B3-1815-490F-87C1-97190297F61F}" dt="2024-05-07T09:08:30.498" v="3977" actId="313"/>
          <ac:spMkLst>
            <pc:docMk/>
            <pc:sldMk cId="3281158390" sldId="337"/>
            <ac:spMk id="2" creationId="{3B78B349-8D7D-994B-40F8-E8C6BB223108}"/>
          </ac:spMkLst>
        </pc:spChg>
        <pc:spChg chg="mod">
          <ac:chgData name="shilpi gupta" userId="5ce4f23861899b28" providerId="LiveId" clId="{80C560B3-1815-490F-87C1-97190297F61F}" dt="2024-04-26T06:15:40.972" v="3288"/>
          <ac:spMkLst>
            <pc:docMk/>
            <pc:sldMk cId="3281158390" sldId="337"/>
            <ac:spMk id="3" creationId="{0848A03A-610C-08EB-5651-0286F47FEF24}"/>
          </ac:spMkLst>
        </pc:spChg>
      </pc:sldChg>
      <pc:sldChg chg="modSp new mod">
        <pc:chgData name="shilpi gupta" userId="5ce4f23861899b28" providerId="LiveId" clId="{80C560B3-1815-490F-87C1-97190297F61F}" dt="2024-04-26T09:34:10.270" v="3689" actId="20577"/>
        <pc:sldMkLst>
          <pc:docMk/>
          <pc:sldMk cId="1247625088" sldId="338"/>
        </pc:sldMkLst>
        <pc:spChg chg="mod">
          <ac:chgData name="shilpi gupta" userId="5ce4f23861899b28" providerId="LiveId" clId="{80C560B3-1815-490F-87C1-97190297F61F}" dt="2024-04-26T09:34:10.270" v="3689" actId="20577"/>
          <ac:spMkLst>
            <pc:docMk/>
            <pc:sldMk cId="1247625088" sldId="338"/>
            <ac:spMk id="2" creationId="{BA5D8DC1-8005-4830-320C-8CE8F7FE7FA7}"/>
          </ac:spMkLst>
        </pc:spChg>
        <pc:spChg chg="mod">
          <ac:chgData name="shilpi gupta" userId="5ce4f23861899b28" providerId="LiveId" clId="{80C560B3-1815-490F-87C1-97190297F61F}" dt="2024-04-26T09:33:48.662" v="3665" actId="20577"/>
          <ac:spMkLst>
            <pc:docMk/>
            <pc:sldMk cId="1247625088" sldId="338"/>
            <ac:spMk id="3" creationId="{C31B4275-1751-AE13-8FB7-A438BC3774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26-Apr-24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F820A3-7102-41C1-9F28-E583712E3628}" type="slidenum">
              <a:rPr lang="en-US" altLang="en-US" smtClean="0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77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26-Apr-24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26-Apr-24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26-Apr-24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26-Apr-24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26-Apr-24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26-Apr-24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26-Apr-24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26-Apr-24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26-Apr-24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26-Apr-24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26-Apr-24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26-Apr-24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El </a:t>
            </a:r>
            <a:r>
              <a:rPr lang="en-IN" altLang="en-US" sz="3200" dirty="0" err="1"/>
              <a:t>Abecedario</a:t>
            </a:r>
            <a:r>
              <a:rPr lang="en-IN" altLang="en-US" sz="3200" dirty="0"/>
              <a:t> (Alphabets)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dirty="0">
                <a:sym typeface="+mn-ea"/>
              </a:rPr>
              <a:t>Spanish alphabets </a:t>
            </a:r>
          </a:p>
          <a:p>
            <a:pPr algn="just"/>
            <a:r>
              <a:rPr lang="en-IN" altLang="en-US" dirty="0">
                <a:sym typeface="+mn-ea"/>
              </a:rPr>
              <a:t>Differences between English and Spanish Alphabets</a:t>
            </a:r>
            <a:endParaRPr lang="en-IN" altLang="en-US" dirty="0"/>
          </a:p>
          <a:p>
            <a:pPr algn="just"/>
            <a:r>
              <a:rPr lang="en-IN" altLang="en-US" dirty="0">
                <a:sym typeface="+mn-ea"/>
              </a:rPr>
              <a:t>Spanish vowels and their sound</a:t>
            </a:r>
          </a:p>
          <a:p>
            <a:pPr algn="just"/>
            <a:r>
              <a:rPr lang="en-IN" altLang="en-US" dirty="0">
                <a:sym typeface="+mn-ea"/>
              </a:rPr>
              <a:t>Spanish consonants and their sound</a:t>
            </a:r>
          </a:p>
          <a:p>
            <a:pPr marL="109220" indent="0" algn="just">
              <a:buNone/>
            </a:pPr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El </a:t>
            </a:r>
            <a:r>
              <a:rPr lang="en-IN" altLang="en-US" dirty="0" err="1"/>
              <a:t>Abecedario</a:t>
            </a:r>
            <a:r>
              <a:rPr lang="en-IN" alt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dirty="0">
                <a:sym typeface="+mn-ea"/>
              </a:rPr>
              <a:t>A: aa</a:t>
            </a:r>
          </a:p>
          <a:p>
            <a:pPr algn="just"/>
            <a:r>
              <a:rPr lang="en-IN" altLang="en-US" dirty="0">
                <a:sym typeface="+mn-ea"/>
              </a:rPr>
              <a:t>B: be</a:t>
            </a:r>
          </a:p>
          <a:p>
            <a:pPr algn="just"/>
            <a:r>
              <a:rPr lang="en-IN" altLang="en-US" dirty="0">
                <a:sym typeface="+mn-ea"/>
              </a:rPr>
              <a:t>C: </a:t>
            </a:r>
            <a:r>
              <a:rPr lang="en-IN" altLang="en-US" dirty="0" err="1">
                <a:sym typeface="+mn-ea"/>
              </a:rPr>
              <a:t>ce</a:t>
            </a:r>
            <a:r>
              <a:rPr lang="en-IN" altLang="en-US" dirty="0">
                <a:sym typeface="+mn-ea"/>
              </a:rPr>
              <a:t> </a:t>
            </a:r>
          </a:p>
          <a:p>
            <a:pPr algn="just"/>
            <a:r>
              <a:rPr lang="en-IN" altLang="en-US" dirty="0">
                <a:sym typeface="+mn-ea"/>
              </a:rPr>
              <a:t>Ch: </a:t>
            </a:r>
            <a:r>
              <a:rPr lang="en-IN" altLang="en-US" dirty="0" err="1">
                <a:sym typeface="+mn-ea"/>
              </a:rPr>
              <a:t>che</a:t>
            </a:r>
            <a:endParaRPr lang="en-IN" altLang="en-US" dirty="0">
              <a:sym typeface="+mn-ea"/>
            </a:endParaRPr>
          </a:p>
          <a:p>
            <a:pPr algn="just"/>
            <a:r>
              <a:rPr lang="en-IN" altLang="en-US" dirty="0">
                <a:sym typeface="+mn-ea"/>
              </a:rPr>
              <a:t>D: de</a:t>
            </a:r>
          </a:p>
          <a:p>
            <a:pPr algn="just"/>
            <a:r>
              <a:rPr lang="en-IN" altLang="en-US" dirty="0">
                <a:sym typeface="+mn-ea"/>
              </a:rPr>
              <a:t>E: e</a:t>
            </a:r>
          </a:p>
          <a:p>
            <a:pPr algn="just"/>
            <a:r>
              <a:rPr lang="en-IN" altLang="en-US" dirty="0">
                <a:sym typeface="+mn-ea"/>
              </a:rPr>
              <a:t>F: </a:t>
            </a:r>
            <a:r>
              <a:rPr lang="en-IN" altLang="en-US" dirty="0" err="1">
                <a:sym typeface="+mn-ea"/>
              </a:rPr>
              <a:t>efe</a:t>
            </a:r>
            <a:endParaRPr lang="en-IN" altLang="en-US" dirty="0">
              <a:sym typeface="+mn-ea"/>
            </a:endParaRPr>
          </a:p>
          <a:p>
            <a:pPr algn="just"/>
            <a:r>
              <a:rPr lang="en-IN" altLang="en-US" dirty="0">
                <a:sym typeface="+mn-ea"/>
              </a:rPr>
              <a:t>G: </a:t>
            </a:r>
            <a:r>
              <a:rPr lang="en-IN" altLang="en-US" dirty="0" err="1">
                <a:sym typeface="+mn-ea"/>
              </a:rPr>
              <a:t>ge</a:t>
            </a:r>
            <a:endParaRPr lang="en-IN" altLang="en-US" dirty="0">
              <a:sym typeface="+mn-ea"/>
            </a:endParaRPr>
          </a:p>
          <a:p>
            <a:pPr algn="just"/>
            <a:r>
              <a:rPr lang="en-IN" altLang="en-US" dirty="0">
                <a:sym typeface="+mn-ea"/>
              </a:rPr>
              <a:t>H: </a:t>
            </a:r>
            <a:r>
              <a:rPr lang="en-IN" altLang="en-US" dirty="0" err="1">
                <a:sym typeface="+mn-ea"/>
              </a:rPr>
              <a:t>hache</a:t>
            </a:r>
            <a:endParaRPr lang="en-IN" altLang="en-US" dirty="0"/>
          </a:p>
          <a:p>
            <a:pPr marL="109220" indent="0" algn="just">
              <a:buNone/>
            </a:pPr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Spanish alphabets and their sound </a:t>
            </a:r>
          </a:p>
        </p:txBody>
      </p:sp>
    </p:spTree>
    <p:extLst>
      <p:ext uri="{BB962C8B-B14F-4D97-AF65-F5344CB8AC3E}">
        <p14:creationId xmlns:p14="http://schemas.microsoft.com/office/powerpoint/2010/main" val="219442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 algn="just">
              <a:buNone/>
            </a:pPr>
            <a:r>
              <a:rPr lang="en-IN" altLang="en-US" dirty="0">
                <a:sym typeface="+mn-ea"/>
              </a:rPr>
              <a:t>        </a:t>
            </a:r>
          </a:p>
          <a:p>
            <a:pPr algn="just"/>
            <a:r>
              <a:rPr lang="en-IN" altLang="en-US" dirty="0">
                <a:sym typeface="+mn-ea"/>
              </a:rPr>
              <a:t>I: </a:t>
            </a:r>
            <a:r>
              <a:rPr lang="en-IN" altLang="en-US" dirty="0" err="1">
                <a:sym typeface="+mn-ea"/>
              </a:rPr>
              <a:t>i</a:t>
            </a:r>
            <a:endParaRPr lang="en-IN" altLang="en-US" dirty="0">
              <a:sym typeface="+mn-ea"/>
            </a:endParaRPr>
          </a:p>
          <a:p>
            <a:pPr algn="just"/>
            <a:r>
              <a:rPr lang="en-IN" altLang="en-US" dirty="0">
                <a:sym typeface="+mn-ea"/>
              </a:rPr>
              <a:t>J: jota</a:t>
            </a:r>
          </a:p>
          <a:p>
            <a:pPr algn="just"/>
            <a:r>
              <a:rPr lang="en-IN" altLang="en-US" dirty="0">
                <a:sym typeface="+mn-ea"/>
              </a:rPr>
              <a:t>K: ka</a:t>
            </a:r>
          </a:p>
          <a:p>
            <a:pPr algn="just"/>
            <a:r>
              <a:rPr lang="en-IN" altLang="en-US" dirty="0">
                <a:sym typeface="+mn-ea"/>
              </a:rPr>
              <a:t>L: </a:t>
            </a:r>
            <a:r>
              <a:rPr lang="en-IN" altLang="en-US" dirty="0" err="1">
                <a:sym typeface="+mn-ea"/>
              </a:rPr>
              <a:t>ele</a:t>
            </a:r>
            <a:endParaRPr lang="en-IN" altLang="en-US" dirty="0">
              <a:sym typeface="+mn-ea"/>
            </a:endParaRPr>
          </a:p>
          <a:p>
            <a:pPr algn="just"/>
            <a:r>
              <a:rPr lang="en-IN" altLang="en-US" dirty="0">
                <a:sym typeface="+mn-ea"/>
              </a:rPr>
              <a:t>LL: </a:t>
            </a:r>
            <a:r>
              <a:rPr lang="en-IN" altLang="en-US" dirty="0" err="1">
                <a:sym typeface="+mn-ea"/>
              </a:rPr>
              <a:t>elle</a:t>
            </a:r>
            <a:endParaRPr lang="en-IN" altLang="en-US" dirty="0">
              <a:sym typeface="+mn-ea"/>
            </a:endParaRPr>
          </a:p>
          <a:p>
            <a:pPr algn="just"/>
            <a:r>
              <a:rPr lang="en-IN" altLang="en-US" dirty="0">
                <a:sym typeface="+mn-ea"/>
              </a:rPr>
              <a:t>M: </a:t>
            </a:r>
            <a:r>
              <a:rPr lang="en-IN" altLang="en-US" dirty="0" err="1">
                <a:sym typeface="+mn-ea"/>
              </a:rPr>
              <a:t>eme</a:t>
            </a:r>
            <a:endParaRPr lang="en-IN" altLang="en-US" dirty="0">
              <a:sym typeface="+mn-ea"/>
            </a:endParaRPr>
          </a:p>
          <a:p>
            <a:pPr algn="just"/>
            <a:r>
              <a:rPr lang="en-IN" altLang="en-US" dirty="0">
                <a:sym typeface="+mn-ea"/>
              </a:rPr>
              <a:t>N: </a:t>
            </a:r>
            <a:r>
              <a:rPr lang="en-IN" altLang="en-US" dirty="0" err="1">
                <a:sym typeface="+mn-ea"/>
              </a:rPr>
              <a:t>ene</a:t>
            </a:r>
            <a:endParaRPr lang="en-IN" altLang="en-US" dirty="0">
              <a:sym typeface="+mn-ea"/>
            </a:endParaRPr>
          </a:p>
          <a:p>
            <a:pPr marL="109220" indent="0" algn="just">
              <a:buNone/>
            </a:pPr>
            <a:endParaRPr lang="en-IN" altLang="en-US" dirty="0"/>
          </a:p>
          <a:p>
            <a:pPr marL="109220" indent="0" algn="just">
              <a:buNone/>
            </a:pPr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0600" y="279400"/>
            <a:ext cx="12039600" cy="1143000"/>
          </a:xfrm>
        </p:spPr>
        <p:txBody>
          <a:bodyPr>
            <a:normAutofit/>
          </a:bodyPr>
          <a:lstStyle/>
          <a:p>
            <a:r>
              <a:rPr lang="en-IN" altLang="en-US" dirty="0"/>
              <a:t>Spanish alphabets and their sound    </a:t>
            </a:r>
          </a:p>
        </p:txBody>
      </p:sp>
    </p:spTree>
    <p:extLst>
      <p:ext uri="{BB962C8B-B14F-4D97-AF65-F5344CB8AC3E}">
        <p14:creationId xmlns:p14="http://schemas.microsoft.com/office/powerpoint/2010/main" val="16512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8D1178-9A84-AB05-34EC-8C691BC1D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Ñ: eñe</a:t>
            </a:r>
          </a:p>
          <a:p>
            <a:r>
              <a:rPr lang="es-ES" dirty="0"/>
              <a:t>O: o</a:t>
            </a:r>
          </a:p>
          <a:p>
            <a:r>
              <a:rPr lang="es-ES" dirty="0"/>
              <a:t>P: pe</a:t>
            </a:r>
          </a:p>
          <a:p>
            <a:r>
              <a:rPr lang="es-ES" dirty="0"/>
              <a:t>Q: </a:t>
            </a:r>
            <a:r>
              <a:rPr lang="es-ES" dirty="0" err="1"/>
              <a:t>cu</a:t>
            </a:r>
            <a:endParaRPr lang="es-ES" dirty="0"/>
          </a:p>
          <a:p>
            <a:r>
              <a:rPr lang="es-ES" dirty="0"/>
              <a:t>R: ere</a:t>
            </a:r>
          </a:p>
          <a:p>
            <a:r>
              <a:rPr lang="es-ES" dirty="0"/>
              <a:t>RR: Doble ere</a:t>
            </a:r>
          </a:p>
          <a:p>
            <a:r>
              <a:rPr lang="es-ES" dirty="0"/>
              <a:t>S : ese</a:t>
            </a:r>
          </a:p>
          <a:p>
            <a:r>
              <a:rPr lang="es-ES" dirty="0"/>
              <a:t>T: te</a:t>
            </a:r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946D2E-CB23-DBA5-CFF3-C084EDD0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Spanish alphabets and their sound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59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F1A789-BCE9-1A34-F1C5-D4DDF2E78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s-ES" altLang="en-US" sz="3600" dirty="0"/>
              <a:t>U: u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n-US" sz="3600" dirty="0"/>
              <a:t>V: ve 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n-US" sz="3600" dirty="0"/>
              <a:t>W: doble u  / doble v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n-US" sz="3600" dirty="0"/>
              <a:t>X: equis 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n-US" sz="3600" dirty="0"/>
              <a:t>Y: i griega </a:t>
            </a:r>
          </a:p>
          <a:p>
            <a:pPr eaLnBrk="1" hangingPunct="1">
              <a:lnSpc>
                <a:spcPct val="80000"/>
              </a:lnSpc>
            </a:pPr>
            <a:r>
              <a:rPr lang="es-ES" altLang="en-US" sz="3600" dirty="0"/>
              <a:t>Z: zeta</a:t>
            </a:r>
          </a:p>
          <a:p>
            <a:endParaRPr lang="en-US" dirty="0"/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D1C043-9B9F-6356-A2E1-E8190227B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Spanish alphabets and their sound </a:t>
            </a:r>
          </a:p>
        </p:txBody>
      </p:sp>
    </p:spTree>
    <p:extLst>
      <p:ext uri="{BB962C8B-B14F-4D97-AF65-F5344CB8AC3E}">
        <p14:creationId xmlns:p14="http://schemas.microsoft.com/office/powerpoint/2010/main" val="474166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A1D923-582E-8C13-1B32-5B737B844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More letters in Spanish alphabets (30)</a:t>
            </a:r>
          </a:p>
          <a:p>
            <a:pPr marL="109220" indent="0">
              <a:buNone/>
            </a:pPr>
            <a:r>
              <a:rPr lang="en-US" altLang="en-US" dirty="0"/>
              <a:t>CH (</a:t>
            </a:r>
            <a:r>
              <a:rPr lang="en-US" altLang="en-US" dirty="0" err="1"/>
              <a:t>che</a:t>
            </a:r>
            <a:r>
              <a:rPr lang="en-US" altLang="en-US" dirty="0"/>
              <a:t>), LL (Elle), Ñ (</a:t>
            </a:r>
            <a:r>
              <a:rPr lang="en-US" altLang="en-US" dirty="0" err="1"/>
              <a:t>eñe</a:t>
            </a:r>
            <a:r>
              <a:rPr lang="en-US" altLang="en-US" dirty="0"/>
              <a:t>), RR (</a:t>
            </a:r>
            <a:r>
              <a:rPr lang="en-US" altLang="en-US" dirty="0" err="1"/>
              <a:t>Erre</a:t>
            </a:r>
            <a:r>
              <a:rPr lang="en-US" altLang="en-US" dirty="0"/>
              <a:t>)</a:t>
            </a:r>
          </a:p>
          <a:p>
            <a:pPr marL="109220" indent="0">
              <a:buNone/>
            </a:pPr>
            <a:endParaRPr lang="en-US" altLang="en-US" dirty="0"/>
          </a:p>
          <a:p>
            <a:r>
              <a:rPr lang="en-US" altLang="en-US" dirty="0"/>
              <a:t>Difference sound of vowels and consonants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BCA319-79A4-8825-3D32-71801E20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dirty="0"/>
              <a:t>Differences between English and Spanish Alphabets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195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0012CC-6E63-43F8-0751-D4303D6CD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A= aa (</a:t>
            </a:r>
            <a:r>
              <a:rPr lang="en-US" altLang="en-US" dirty="0" err="1"/>
              <a:t>Águila</a:t>
            </a:r>
            <a:r>
              <a:rPr lang="en-US" altLang="en-US" dirty="0"/>
              <a:t> – Eagle)</a:t>
            </a:r>
          </a:p>
          <a:p>
            <a:pPr eaLnBrk="1" hangingPunct="1"/>
            <a:r>
              <a:rPr lang="en-US" altLang="en-US" dirty="0"/>
              <a:t>E= a (Escuela- School)</a:t>
            </a:r>
          </a:p>
          <a:p>
            <a:pPr eaLnBrk="1" hangingPunct="1"/>
            <a:r>
              <a:rPr lang="en-US" altLang="en-US" dirty="0"/>
              <a:t>I= </a:t>
            </a:r>
            <a:r>
              <a:rPr lang="en-US" altLang="en-US" dirty="0" err="1"/>
              <a:t>i</a:t>
            </a:r>
            <a:r>
              <a:rPr lang="en-US" altLang="en-US" dirty="0"/>
              <a:t> (Bicicleta- Bicycle)</a:t>
            </a:r>
          </a:p>
          <a:p>
            <a:pPr eaLnBrk="1" hangingPunct="1"/>
            <a:r>
              <a:rPr lang="en-US" altLang="en-US" dirty="0"/>
              <a:t>O= o (Chico- boy)</a:t>
            </a:r>
          </a:p>
          <a:p>
            <a:pPr eaLnBrk="1" hangingPunct="1"/>
            <a:r>
              <a:rPr lang="en-US" altLang="en-US" dirty="0"/>
              <a:t>U= u (</a:t>
            </a:r>
            <a:r>
              <a:rPr lang="en-US" altLang="en-US" dirty="0" err="1"/>
              <a:t>Guapo</a:t>
            </a:r>
            <a:r>
              <a:rPr lang="en-US" altLang="en-US" dirty="0"/>
              <a:t>- handsome)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2BEC05-C794-541F-C79A-EE84629D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Vowels and their sound in Spanish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6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D53D5A-72F9-EE70-5612-AE51554D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Most sound similar to English</a:t>
            </a:r>
          </a:p>
          <a:p>
            <a:pPr eaLnBrk="1" hangingPunct="1"/>
            <a:r>
              <a:rPr lang="en-US" altLang="en-US" dirty="0"/>
              <a:t>Some are different . . . Let’s see!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</a:t>
            </a:r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BD434C-C6C5-6390-FA75-7139A888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Consonants </a:t>
            </a:r>
          </a:p>
        </p:txBody>
      </p:sp>
    </p:spTree>
    <p:extLst>
      <p:ext uri="{BB962C8B-B14F-4D97-AF65-F5344CB8AC3E}">
        <p14:creationId xmlns:p14="http://schemas.microsoft.com/office/powerpoint/2010/main" val="2338210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1DF680-D938-4865-2053-8D9E0B2AF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220" indent="0">
              <a:buNone/>
            </a:pPr>
            <a:endParaRPr lang="en-US" dirty="0"/>
          </a:p>
          <a:p>
            <a:r>
              <a:rPr lang="en-US" dirty="0"/>
              <a:t>Bicicleta (Bicycle)</a:t>
            </a:r>
          </a:p>
          <a:p>
            <a:r>
              <a:rPr lang="en-US" dirty="0"/>
              <a:t>Bueno (good)</a:t>
            </a:r>
          </a:p>
          <a:p>
            <a:r>
              <a:rPr lang="en-US" dirty="0" err="1"/>
              <a:t>Barato</a:t>
            </a:r>
            <a:r>
              <a:rPr lang="en-US" dirty="0"/>
              <a:t> (Cheap)</a:t>
            </a:r>
          </a:p>
          <a:p>
            <a:r>
              <a:rPr lang="en-US" dirty="0"/>
              <a:t>Bonito (beautiful)</a:t>
            </a:r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r>
              <a:rPr lang="en-US" dirty="0"/>
              <a:t>	</a:t>
            </a:r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551892-79A5-7D94-5910-E4B6FFD84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The consonant B (be) </a:t>
            </a:r>
          </a:p>
        </p:txBody>
      </p:sp>
    </p:spTree>
    <p:extLst>
      <p:ext uri="{BB962C8B-B14F-4D97-AF65-F5344CB8AC3E}">
        <p14:creationId xmlns:p14="http://schemas.microsoft.com/office/powerpoint/2010/main" val="1917124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6D9100-36AE-BDDF-EC77-E72D31175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600" dirty="0"/>
              <a:t>Sounds like “s” if followed by e or </a:t>
            </a:r>
            <a:r>
              <a:rPr lang="en-US" altLang="en-US" sz="3600" dirty="0" err="1"/>
              <a:t>i</a:t>
            </a:r>
            <a:endParaRPr lang="en-US" altLang="en-US" sz="3600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For </a:t>
            </a:r>
            <a:r>
              <a:rPr lang="en-US" altLang="en-US" dirty="0" err="1"/>
              <a:t>example:Celoso</a:t>
            </a:r>
            <a:r>
              <a:rPr lang="en-US" altLang="en-US" dirty="0"/>
              <a:t> (jealous)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Ciencias</a:t>
            </a:r>
            <a:r>
              <a:rPr lang="en-US" altLang="en-US" dirty="0"/>
              <a:t> (science)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dirty="0"/>
              <a:t>			</a:t>
            </a:r>
            <a:r>
              <a:rPr lang="en-US" altLang="en-US" dirty="0" err="1"/>
              <a:t>Cicatriz</a:t>
            </a:r>
            <a:r>
              <a:rPr lang="en-US" altLang="en-US" dirty="0"/>
              <a:t> (scar)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Sounds </a:t>
            </a:r>
            <a:r>
              <a:rPr lang="en-US" altLang="en-US" sz="3600" dirty="0"/>
              <a:t>like “k” if followed by a, o and u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600" dirty="0"/>
              <a:t>For example: Casa (house)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sz="3600" dirty="0"/>
              <a:t>			   Caracol (seashell)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sz="3600" dirty="0"/>
              <a:t>			   Cuatro (four)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C16967-51DA-3B94-44F8-9399483A0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consonant C (</a:t>
            </a:r>
            <a:r>
              <a:rPr lang="en-US" dirty="0" err="1"/>
              <a:t>ce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04749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5D8DC1-8005-4830-320C-8CE8F7FE7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Champú</a:t>
            </a:r>
            <a:r>
              <a:rPr lang="en-US" dirty="0"/>
              <a:t> (shampoo)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1B4275-1751-AE13-8FB7-A438BC37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The consonant Ch (</a:t>
            </a:r>
            <a:r>
              <a:rPr lang="en-US" dirty="0" err="1"/>
              <a:t>che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762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4521BB-54E6-48B8-05FE-1514231D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Danza (dance)</a:t>
            </a:r>
          </a:p>
          <a:p>
            <a:r>
              <a:rPr lang="en-US" dirty="0" err="1"/>
              <a:t>Dedo</a:t>
            </a:r>
            <a:r>
              <a:rPr lang="en-US" dirty="0"/>
              <a:t> (finger)</a:t>
            </a:r>
          </a:p>
          <a:p>
            <a:r>
              <a:rPr lang="en-US" dirty="0" err="1"/>
              <a:t>Diferente</a:t>
            </a:r>
            <a:r>
              <a:rPr lang="en-US" dirty="0"/>
              <a:t> (different)</a:t>
            </a:r>
          </a:p>
          <a:p>
            <a:r>
              <a:rPr lang="en-US" dirty="0" err="1"/>
              <a:t>Duda</a:t>
            </a:r>
            <a:r>
              <a:rPr lang="en-US" dirty="0"/>
              <a:t> (doubt)</a:t>
            </a:r>
          </a:p>
          <a:p>
            <a:r>
              <a:rPr lang="en-US" dirty="0"/>
              <a:t>Dorado (golden)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3829B6-1930-5F02-DD4C-345B7FB1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consonant D (de) </a:t>
            </a:r>
          </a:p>
        </p:txBody>
      </p:sp>
    </p:spTree>
    <p:extLst>
      <p:ext uri="{BB962C8B-B14F-4D97-AF65-F5344CB8AC3E}">
        <p14:creationId xmlns:p14="http://schemas.microsoft.com/office/powerpoint/2010/main" val="3028725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E6A287-F53E-F967-1826-A2BFF23F1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Falda (Skirt)</a:t>
            </a:r>
          </a:p>
          <a:p>
            <a:r>
              <a:rPr lang="en-US" dirty="0" err="1"/>
              <a:t>Fiebre</a:t>
            </a:r>
            <a:r>
              <a:rPr lang="en-US" dirty="0"/>
              <a:t> (fever)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825DB0-35BE-7592-4808-E51BCCDF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consonant F (</a:t>
            </a:r>
            <a:r>
              <a:rPr lang="en-US" dirty="0" err="1"/>
              <a:t>efe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618720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52DE62-F10C-778D-0028-35351FDE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Sounds like “</a:t>
            </a:r>
            <a:r>
              <a:rPr lang="en-US" altLang="en-US" sz="3600" dirty="0" err="1"/>
              <a:t>kh</a:t>
            </a:r>
            <a:r>
              <a:rPr lang="en-US" altLang="en-US" sz="3600" dirty="0"/>
              <a:t>” if followed by e or </a:t>
            </a:r>
            <a:r>
              <a:rPr lang="en-US" altLang="en-US" sz="3600" dirty="0" err="1"/>
              <a:t>i</a:t>
            </a:r>
            <a:endParaRPr lang="en-US" altLang="en-US" sz="3600" dirty="0"/>
          </a:p>
          <a:p>
            <a:pPr eaLnBrk="1" hangingPunct="1"/>
            <a:r>
              <a:rPr lang="es-ES" altLang="en-US" dirty="0"/>
              <a:t>For example: General (general)</a:t>
            </a:r>
          </a:p>
          <a:p>
            <a:pPr marL="109220" indent="0" eaLnBrk="1" hangingPunct="1">
              <a:buNone/>
            </a:pPr>
            <a:r>
              <a:rPr lang="es-ES" altLang="en-US" dirty="0"/>
              <a:t>			   Gimnasio (</a:t>
            </a:r>
            <a:r>
              <a:rPr lang="es-ES" altLang="en-US" dirty="0" err="1"/>
              <a:t>gymnasium</a:t>
            </a:r>
            <a:r>
              <a:rPr lang="es-ES" altLang="en-US" dirty="0"/>
              <a:t>)</a:t>
            </a:r>
          </a:p>
          <a:p>
            <a:pPr marL="109220" indent="0" eaLnBrk="1" hangingPunct="1">
              <a:buNone/>
            </a:pPr>
            <a:r>
              <a:rPr lang="es-ES" altLang="en-US" dirty="0"/>
              <a:t>			   Gigante (</a:t>
            </a:r>
            <a:r>
              <a:rPr lang="es-ES" altLang="en-US" dirty="0" err="1"/>
              <a:t>giant</a:t>
            </a:r>
            <a:r>
              <a:rPr lang="es-ES" altLang="en-US" dirty="0"/>
              <a:t>)</a:t>
            </a:r>
          </a:p>
          <a:p>
            <a:pPr eaLnBrk="1" hangingPunct="1"/>
            <a:r>
              <a:rPr lang="en-US" altLang="en-US" sz="3600" dirty="0"/>
              <a:t>Sounds like “g in girl” if followed by a, o, u</a:t>
            </a:r>
          </a:p>
          <a:p>
            <a:pPr eaLnBrk="1" hangingPunct="1"/>
            <a:r>
              <a:rPr lang="es-ES" altLang="en-US" sz="3600" dirty="0"/>
              <a:t>For example: Gaviota (</a:t>
            </a:r>
            <a:r>
              <a:rPr lang="es-ES" altLang="en-US" sz="3600" dirty="0" err="1"/>
              <a:t>seagull</a:t>
            </a:r>
            <a:r>
              <a:rPr lang="es-ES" altLang="en-US" sz="3600" dirty="0"/>
              <a:t>)</a:t>
            </a:r>
          </a:p>
          <a:p>
            <a:pPr marL="109220" indent="0" eaLnBrk="1" hangingPunct="1">
              <a:buNone/>
            </a:pPr>
            <a:r>
              <a:rPr lang="es-ES" altLang="en-US" dirty="0"/>
              <a:t>			   G</a:t>
            </a:r>
            <a:r>
              <a:rPr lang="es-ES" altLang="en-US" sz="3600" dirty="0"/>
              <a:t>allo (</a:t>
            </a:r>
            <a:r>
              <a:rPr lang="es-ES" altLang="en-US" sz="3600" dirty="0" err="1"/>
              <a:t>rooster</a:t>
            </a:r>
            <a:r>
              <a:rPr lang="es-ES" altLang="en-US" sz="3600" dirty="0"/>
              <a:t>)</a:t>
            </a:r>
          </a:p>
          <a:p>
            <a:pPr marL="109220" indent="0" eaLnBrk="1" hangingPunct="1">
              <a:buNone/>
            </a:pPr>
            <a:r>
              <a:rPr lang="es-ES" altLang="en-US" dirty="0"/>
              <a:t>			   guapo (</a:t>
            </a:r>
            <a:r>
              <a:rPr lang="es-ES" altLang="en-US" dirty="0" err="1"/>
              <a:t>Handsome</a:t>
            </a:r>
            <a:r>
              <a:rPr lang="es-ES" altLang="en-US" dirty="0"/>
              <a:t>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84CB5C-7A6B-481D-6CA2-B86C4BBB2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 consonant G (</a:t>
            </a:r>
            <a:r>
              <a:rPr lang="en-US" sz="3600" dirty="0" err="1"/>
              <a:t>ge</a:t>
            </a:r>
            <a:r>
              <a:rPr lang="en-US" sz="3600" dirty="0"/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4276027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223552-950C-16BD-D286-61A6D8D7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H is always silent Spanish 	</a:t>
            </a:r>
          </a:p>
          <a:p>
            <a:r>
              <a:rPr lang="en-US" dirty="0"/>
              <a:t> For example: 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sz="3600" b="1" dirty="0"/>
              <a:t>	</a:t>
            </a:r>
            <a:r>
              <a:rPr lang="es-ES" altLang="en-US" sz="3600" b="1" dirty="0"/>
              <a:t>Hamaca (</a:t>
            </a:r>
            <a:r>
              <a:rPr lang="es-ES" altLang="en-US" sz="3600" b="1" dirty="0" err="1"/>
              <a:t>hammock</a:t>
            </a:r>
            <a:r>
              <a:rPr lang="es-ES" altLang="en-US" sz="3600" b="1" dirty="0"/>
              <a:t>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s-ES" altLang="en-US" sz="3600" b="1" dirty="0"/>
              <a:t>	Helado (ice </a:t>
            </a:r>
            <a:r>
              <a:rPr lang="es-ES" altLang="en-US" sz="3600" b="1" dirty="0" err="1"/>
              <a:t>cream</a:t>
            </a:r>
            <a:r>
              <a:rPr lang="es-ES" altLang="en-US" sz="3600" b="1" dirty="0"/>
              <a:t>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s-ES" altLang="en-US" sz="3600" b="1" dirty="0"/>
              <a:t>	Hilo (</a:t>
            </a:r>
            <a:r>
              <a:rPr lang="es-ES" altLang="en-US" sz="3600" b="1" dirty="0" err="1"/>
              <a:t>thread</a:t>
            </a:r>
            <a:r>
              <a:rPr lang="es-ES" altLang="en-US" sz="3600" b="1" dirty="0"/>
              <a:t>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s-ES" altLang="en-US" sz="3600" b="1" dirty="0"/>
              <a:t>	Hormiga (</a:t>
            </a:r>
            <a:r>
              <a:rPr lang="es-ES" altLang="en-US" sz="3600" b="1" dirty="0" err="1"/>
              <a:t>ant</a:t>
            </a:r>
            <a:r>
              <a:rPr lang="es-ES" altLang="en-US" sz="3600" b="1" dirty="0"/>
              <a:t>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s-ES" altLang="en-US" sz="3600" b="1" dirty="0"/>
              <a:t>	Humanidad (</a:t>
            </a:r>
            <a:r>
              <a:rPr lang="es-ES" altLang="en-US" sz="3600" b="1" dirty="0" err="1"/>
              <a:t>humanity</a:t>
            </a:r>
            <a:r>
              <a:rPr lang="es-ES" altLang="en-US" sz="3600" b="1" dirty="0"/>
              <a:t>)</a:t>
            </a:r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CE96D7-B337-ABAC-7A97-467EACF4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letter H (</a:t>
            </a:r>
            <a:r>
              <a:rPr lang="en-US" dirty="0" err="1"/>
              <a:t>Hache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4050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BA74BF-3551-46C2-D381-AB25D98D3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J sounds Kha</a:t>
            </a:r>
          </a:p>
          <a:p>
            <a:r>
              <a:rPr lang="en-US" dirty="0"/>
              <a:t>For example: </a:t>
            </a:r>
            <a:r>
              <a:rPr lang="en-US" altLang="en-US" sz="3600" dirty="0" err="1"/>
              <a:t>Jalea</a:t>
            </a:r>
            <a:r>
              <a:rPr lang="en-US" altLang="en-US" sz="3600" dirty="0"/>
              <a:t> (jelly)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sz="3600" dirty="0"/>
              <a:t>			  Jefe (chief, leader)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sz="3600" dirty="0"/>
              <a:t>                       </a:t>
            </a:r>
            <a:r>
              <a:rPr lang="en-US" altLang="en-US" sz="3600" dirty="0" err="1"/>
              <a:t>Jirafa</a:t>
            </a:r>
            <a:r>
              <a:rPr lang="en-US" altLang="en-US" sz="3600" dirty="0"/>
              <a:t> (giraffe)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sz="3600" dirty="0"/>
              <a:t>                       Joven (young person)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sz="3600" dirty="0"/>
              <a:t>                       Jugo (juice)</a:t>
            </a:r>
          </a:p>
          <a:p>
            <a:pPr marL="109220" indent="0" eaLnBrk="1" hangingPunct="1">
              <a:lnSpc>
                <a:spcPct val="90000"/>
              </a:lnSpc>
              <a:buNone/>
            </a:pPr>
            <a:r>
              <a:rPr lang="en-US" altLang="en-US" sz="3600" dirty="0"/>
              <a:t>                       Junio (June)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176E44-4E7E-1C9A-B650-0CE21EC3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letter J(jota)</a:t>
            </a:r>
          </a:p>
        </p:txBody>
      </p:sp>
    </p:spTree>
    <p:extLst>
      <p:ext uri="{BB962C8B-B14F-4D97-AF65-F5344CB8AC3E}">
        <p14:creationId xmlns:p14="http://schemas.microsoft.com/office/powerpoint/2010/main" val="3080442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114AE4-3F6C-068C-E3D4-63D1D4DCF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Koala</a:t>
            </a:r>
          </a:p>
          <a:p>
            <a:r>
              <a:rPr lang="en-US" dirty="0"/>
              <a:t>Kilo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7F0E67-1052-5EDA-7295-8EBD4CA80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letter K (ka)</a:t>
            </a:r>
          </a:p>
        </p:txBody>
      </p:sp>
    </p:spTree>
    <p:extLst>
      <p:ext uri="{BB962C8B-B14F-4D97-AF65-F5344CB8AC3E}">
        <p14:creationId xmlns:p14="http://schemas.microsoft.com/office/powerpoint/2010/main" val="2795469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B898B7-FE2B-6DE9-CE1C-D041149E3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Lápiz</a:t>
            </a:r>
            <a:r>
              <a:rPr lang="en-US" dirty="0"/>
              <a:t> (pencil)</a:t>
            </a:r>
          </a:p>
          <a:p>
            <a:r>
              <a:rPr lang="en-US" dirty="0"/>
              <a:t>Lengua (tongue)</a:t>
            </a:r>
          </a:p>
          <a:p>
            <a:r>
              <a:rPr lang="en-US" dirty="0" err="1"/>
              <a:t>Literatura</a:t>
            </a:r>
            <a:r>
              <a:rPr lang="en-US" dirty="0"/>
              <a:t> (literature)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430EE6-5B91-8FEB-6894-C48DF290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letter L(</a:t>
            </a:r>
            <a:r>
              <a:rPr lang="en-US" dirty="0" err="1"/>
              <a:t>ele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90381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1C643F-0A2E-AD03-AE8A-74D20AB17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 sounds “</a:t>
            </a:r>
            <a:r>
              <a:rPr lang="en-US" dirty="0" err="1"/>
              <a:t>ly</a:t>
            </a:r>
            <a:r>
              <a:rPr lang="en-US" dirty="0"/>
              <a:t>” and also “Y”.</a:t>
            </a:r>
          </a:p>
          <a:p>
            <a:r>
              <a:rPr lang="en-US" dirty="0"/>
              <a:t>For example: </a:t>
            </a:r>
          </a:p>
          <a:p>
            <a:pPr marL="109220" indent="0" eaLnBrk="1" hangingPunct="1">
              <a:buNone/>
            </a:pPr>
            <a:r>
              <a:rPr lang="en-US" altLang="en-US" sz="3600" dirty="0"/>
              <a:t>	</a:t>
            </a:r>
            <a:r>
              <a:rPr lang="en-US" altLang="en-US" sz="3600" dirty="0" err="1"/>
              <a:t>calle</a:t>
            </a:r>
            <a:r>
              <a:rPr lang="en-US" altLang="en-US" sz="3600" dirty="0"/>
              <a:t> (street)</a:t>
            </a:r>
          </a:p>
          <a:p>
            <a:pPr marL="109220" indent="0" eaLnBrk="1" hangingPunct="1">
              <a:buNone/>
            </a:pPr>
            <a:r>
              <a:rPr lang="en-US" altLang="en-US" sz="3600" dirty="0"/>
              <a:t>	</a:t>
            </a:r>
            <a:r>
              <a:rPr lang="en-US" altLang="en-US" sz="3600" dirty="0" err="1"/>
              <a:t>bella</a:t>
            </a:r>
            <a:r>
              <a:rPr lang="en-US" altLang="en-US" sz="3600" dirty="0"/>
              <a:t> (beautiful)</a:t>
            </a:r>
          </a:p>
          <a:p>
            <a:pPr marL="109220" indent="0" eaLnBrk="1" hangingPunct="1">
              <a:buNone/>
            </a:pPr>
            <a:r>
              <a:rPr lang="en-US" altLang="en-US" sz="3600" dirty="0"/>
              <a:t>	</a:t>
            </a:r>
            <a:r>
              <a:rPr lang="en-US" altLang="en-US" sz="3600" dirty="0" err="1"/>
              <a:t>silla</a:t>
            </a:r>
            <a:r>
              <a:rPr lang="en-US" altLang="en-US" sz="3600" dirty="0"/>
              <a:t> (chair)</a:t>
            </a:r>
          </a:p>
          <a:p>
            <a:pPr marL="109220" indent="0" eaLnBrk="1" hangingPunct="1">
              <a:buNone/>
            </a:pPr>
            <a:r>
              <a:rPr lang="en-US" altLang="en-US" sz="3600" dirty="0"/>
              <a:t>	olla (pan) </a:t>
            </a:r>
          </a:p>
          <a:p>
            <a:pPr marL="109220" indent="0" eaLnBrk="1" hangingPunct="1">
              <a:buNone/>
            </a:pPr>
            <a:r>
              <a:rPr lang="en-US" altLang="en-US" sz="3600" dirty="0"/>
              <a:t>	</a:t>
            </a:r>
            <a:r>
              <a:rPr lang="en-US" altLang="en-US" dirty="0" err="1"/>
              <a:t>e</a:t>
            </a:r>
            <a:r>
              <a:rPr lang="en-US" altLang="en-US" sz="3600" dirty="0" err="1"/>
              <a:t>lla</a:t>
            </a:r>
            <a:r>
              <a:rPr lang="en-US" altLang="en-US" sz="3600" dirty="0"/>
              <a:t> (she)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09D46B-C6A9-D24B-B91B-472D0314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letter LL (</a:t>
            </a:r>
            <a:r>
              <a:rPr lang="en-US" dirty="0" err="1"/>
              <a:t>elle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0384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037A0F-5149-9E72-80FF-81A1695A0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Madre (mother)</a:t>
            </a:r>
          </a:p>
          <a:p>
            <a:r>
              <a:rPr lang="es-ES" dirty="0"/>
              <a:t>Mono (</a:t>
            </a:r>
            <a:r>
              <a:rPr lang="es-ES" dirty="0" err="1"/>
              <a:t>monkey</a:t>
            </a:r>
            <a:r>
              <a:rPr lang="es-ES" dirty="0"/>
              <a:t>)</a:t>
            </a:r>
          </a:p>
          <a:p>
            <a:r>
              <a:rPr lang="es-ES" dirty="0"/>
              <a:t>Mercado (</a:t>
            </a:r>
            <a:r>
              <a:rPr lang="es-ES" dirty="0" err="1"/>
              <a:t>market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6A60AF-67CC-F485-67CE-937E5C86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The </a:t>
            </a:r>
            <a:r>
              <a:rPr lang="es-ES" dirty="0" err="1"/>
              <a:t>Letter</a:t>
            </a:r>
            <a:r>
              <a:rPr lang="es-ES" dirty="0"/>
              <a:t> M (eme)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829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71A96B-0170-FC1B-418C-1530C2B8C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Nariz (</a:t>
            </a:r>
            <a:r>
              <a:rPr lang="es-ES" dirty="0" err="1"/>
              <a:t>nose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C2768D-8193-27D6-4B93-A95987C7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The </a:t>
            </a:r>
            <a:r>
              <a:rPr lang="es-ES" dirty="0" err="1"/>
              <a:t>Letter</a:t>
            </a:r>
            <a:r>
              <a:rPr lang="es-ES" dirty="0"/>
              <a:t> N (ene)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983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10944-3D70-DBA5-D51D-2DEDF9133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Ñ </a:t>
            </a:r>
            <a:r>
              <a:rPr lang="es-ES" dirty="0" err="1"/>
              <a:t>sounds</a:t>
            </a:r>
            <a:r>
              <a:rPr lang="es-ES" dirty="0"/>
              <a:t> “</a:t>
            </a:r>
            <a:r>
              <a:rPr lang="es-ES" dirty="0" err="1"/>
              <a:t>ny</a:t>
            </a:r>
            <a:r>
              <a:rPr lang="es-ES" dirty="0"/>
              <a:t>”, For example  </a:t>
            </a:r>
          </a:p>
          <a:p>
            <a:r>
              <a:rPr lang="en-US" altLang="en-US" sz="3600" dirty="0" err="1"/>
              <a:t>pestañas</a:t>
            </a:r>
            <a:r>
              <a:rPr lang="en-US" altLang="en-US" sz="3600" dirty="0"/>
              <a:t> (eyelashes)</a:t>
            </a:r>
          </a:p>
          <a:p>
            <a:pPr eaLnBrk="1" hangingPunct="1"/>
            <a:r>
              <a:rPr lang="en-US" altLang="en-US" sz="3600" dirty="0" err="1"/>
              <a:t>montaña</a:t>
            </a:r>
            <a:r>
              <a:rPr lang="en-US" altLang="en-US" sz="3600" dirty="0"/>
              <a:t> (mountain)</a:t>
            </a:r>
          </a:p>
          <a:p>
            <a:pPr eaLnBrk="1" hangingPunct="1"/>
            <a:r>
              <a:rPr lang="en-US" altLang="en-US" sz="3600" dirty="0" err="1"/>
              <a:t>baño</a:t>
            </a:r>
            <a:r>
              <a:rPr lang="en-US" altLang="en-US" sz="3600" dirty="0"/>
              <a:t> (bathroom)</a:t>
            </a:r>
          </a:p>
          <a:p>
            <a:pPr eaLnBrk="1" hangingPunct="1"/>
            <a:r>
              <a:rPr lang="en-US" altLang="en-US" sz="3600" dirty="0" err="1"/>
              <a:t>años</a:t>
            </a:r>
            <a:r>
              <a:rPr lang="en-US" altLang="en-US" sz="3600" dirty="0"/>
              <a:t> (years)  </a:t>
            </a:r>
          </a:p>
          <a:p>
            <a:pPr eaLnBrk="1" hangingPunct="1"/>
            <a:r>
              <a:rPr lang="en-US" altLang="en-US" sz="3600" dirty="0" err="1"/>
              <a:t>Mañana</a:t>
            </a:r>
            <a:r>
              <a:rPr lang="en-US" altLang="en-US" sz="3600" dirty="0"/>
              <a:t> (tomorrow, morning)</a:t>
            </a:r>
          </a:p>
          <a:p>
            <a:pPr marL="109220" indent="0">
              <a:buNone/>
            </a:pPr>
            <a:r>
              <a:rPr lang="es-ES" dirty="0"/>
              <a:t>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562439-A3F0-A630-99E1-14E88D30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letter </a:t>
            </a:r>
            <a:r>
              <a:rPr lang="es-ES" dirty="0"/>
              <a:t>Ñ (eñe)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03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2BE758-6ECF-C9B9-FC73-1C887611C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Padre </a:t>
            </a:r>
          </a:p>
          <a:p>
            <a:r>
              <a:rPr lang="es-ES" dirty="0"/>
              <a:t>Pobre</a:t>
            </a:r>
          </a:p>
          <a:p>
            <a:r>
              <a:rPr lang="es-ES" dirty="0"/>
              <a:t>Pájaro</a:t>
            </a:r>
          </a:p>
          <a:p>
            <a:r>
              <a:rPr lang="es-ES" dirty="0"/>
              <a:t>Pizarra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2E0FB5-1890-EB6F-3440-E7D840E45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The </a:t>
            </a:r>
            <a:r>
              <a:rPr lang="es-ES" dirty="0" err="1"/>
              <a:t>letter</a:t>
            </a:r>
            <a:r>
              <a:rPr lang="es-ES" dirty="0"/>
              <a:t> P (pe)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73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9684AB-5C2F-931A-1045-1BA36E58E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Queso </a:t>
            </a:r>
          </a:p>
          <a:p>
            <a:r>
              <a:rPr lang="es-ES" dirty="0"/>
              <a:t>Quien </a:t>
            </a:r>
          </a:p>
          <a:p>
            <a:r>
              <a:rPr lang="es-ES" dirty="0"/>
              <a:t>Que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C2EF4A-98CF-7855-71B7-D189946F5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The </a:t>
            </a:r>
            <a:r>
              <a:rPr lang="es-ES" dirty="0" err="1"/>
              <a:t>letter</a:t>
            </a:r>
            <a:r>
              <a:rPr lang="es-ES" dirty="0"/>
              <a:t> Q (</a:t>
            </a:r>
            <a:r>
              <a:rPr lang="es-ES" dirty="0" err="1"/>
              <a:t>cu</a:t>
            </a:r>
            <a:r>
              <a:rPr lang="es-ES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443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3165BD-3E26-8E00-F0BB-3F6B4E8F6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Ratón (Mouse)</a:t>
            </a:r>
          </a:p>
          <a:p>
            <a:r>
              <a:rPr lang="en-US" dirty="0"/>
              <a:t>Rojo (Red)</a:t>
            </a:r>
          </a:p>
          <a:p>
            <a:r>
              <a:rPr lang="en-US" dirty="0" err="1"/>
              <a:t>Relación</a:t>
            </a:r>
            <a:r>
              <a:rPr lang="en-US" dirty="0"/>
              <a:t> (Relation)</a:t>
            </a:r>
          </a:p>
          <a:p>
            <a:r>
              <a:rPr lang="en-US" dirty="0"/>
              <a:t>Regalo (Gift)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6AE46-575F-2828-C3D4-5F6CE48F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letter R (ere)</a:t>
            </a:r>
          </a:p>
        </p:txBody>
      </p:sp>
    </p:spTree>
    <p:extLst>
      <p:ext uri="{BB962C8B-B14F-4D97-AF65-F5344CB8AC3E}">
        <p14:creationId xmlns:p14="http://schemas.microsoft.com/office/powerpoint/2010/main" val="3561910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46029B-BD4A-C7EE-F9F7-095AB4AB4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 Always roll the ”</a:t>
            </a:r>
            <a:r>
              <a:rPr lang="es-ES" dirty="0" err="1"/>
              <a:t>rr</a:t>
            </a:r>
            <a:r>
              <a:rPr lang="es-ES" dirty="0"/>
              <a:t>”</a:t>
            </a:r>
          </a:p>
          <a:p>
            <a:r>
              <a:rPr lang="es-ES" dirty="0"/>
              <a:t>For example : Carro</a:t>
            </a:r>
          </a:p>
          <a:p>
            <a:pPr marL="109220" indent="0" eaLnBrk="1" hangingPunct="1">
              <a:buNone/>
            </a:pPr>
            <a:r>
              <a:rPr lang="es-ES" altLang="en-US" dirty="0"/>
              <a:t>			    P</a:t>
            </a:r>
            <a:r>
              <a:rPr lang="en-US" altLang="en-US" dirty="0" err="1"/>
              <a:t>erro</a:t>
            </a:r>
            <a:r>
              <a:rPr lang="en-US" altLang="en-US" dirty="0"/>
              <a:t> (dog)</a:t>
            </a:r>
          </a:p>
          <a:p>
            <a:pPr marL="109220" indent="0" eaLnBrk="1" hangingPunct="1">
              <a:buNone/>
            </a:pPr>
            <a:r>
              <a:rPr lang="en-US" altLang="en-US" dirty="0"/>
              <a:t>			    </a:t>
            </a:r>
            <a:r>
              <a:rPr lang="en-US" altLang="en-US" dirty="0" err="1"/>
              <a:t>Ferrocarril</a:t>
            </a:r>
            <a:r>
              <a:rPr lang="en-US" altLang="en-US" dirty="0"/>
              <a:t> (railroad)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155A7-5518-9937-7C43-2F3978F5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The </a:t>
            </a:r>
            <a:r>
              <a:rPr lang="es-ES" dirty="0" err="1"/>
              <a:t>letter</a:t>
            </a:r>
            <a:r>
              <a:rPr lang="es-ES" dirty="0"/>
              <a:t> </a:t>
            </a:r>
            <a:r>
              <a:rPr lang="es-ES" dirty="0" err="1"/>
              <a:t>rr</a:t>
            </a:r>
            <a:r>
              <a:rPr lang="es-ES" dirty="0"/>
              <a:t> (erre)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712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9263E0-E240-6A19-62E3-63BF2892C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Sacapuntas (</a:t>
            </a:r>
            <a:r>
              <a:rPr lang="es-ES" dirty="0" err="1"/>
              <a:t>Sharpner</a:t>
            </a:r>
            <a:r>
              <a:rPr lang="es-ES" dirty="0"/>
              <a:t>)</a:t>
            </a:r>
          </a:p>
          <a:p>
            <a:r>
              <a:rPr lang="es-ES" dirty="0"/>
              <a:t>Señor (Sir/ Mr.)</a:t>
            </a:r>
          </a:p>
          <a:p>
            <a:r>
              <a:rPr lang="es-ES" dirty="0"/>
              <a:t>Sol (</a:t>
            </a:r>
            <a:r>
              <a:rPr lang="es-ES" dirty="0" err="1"/>
              <a:t>Sun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881D27-8826-BA63-314F-7EE99B94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letter S (ese)</a:t>
            </a:r>
          </a:p>
        </p:txBody>
      </p:sp>
    </p:spTree>
    <p:extLst>
      <p:ext uri="{BB962C8B-B14F-4D97-AF65-F5344CB8AC3E}">
        <p14:creationId xmlns:p14="http://schemas.microsoft.com/office/powerpoint/2010/main" val="2961343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9FD01C-C8AA-FBAA-889E-56960614D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Teléfono (</a:t>
            </a:r>
            <a:r>
              <a:rPr lang="es-ES" dirty="0" err="1"/>
              <a:t>Telephone</a:t>
            </a:r>
            <a:r>
              <a:rPr lang="es-ES" dirty="0"/>
              <a:t>) </a:t>
            </a:r>
          </a:p>
          <a:p>
            <a:r>
              <a:rPr lang="es-ES" dirty="0"/>
              <a:t>Tiempo (</a:t>
            </a:r>
            <a:r>
              <a:rPr lang="es-ES" dirty="0" err="1"/>
              <a:t>Weather</a:t>
            </a:r>
            <a:r>
              <a:rPr lang="es-ES" dirty="0"/>
              <a:t>)</a:t>
            </a:r>
          </a:p>
          <a:p>
            <a:r>
              <a:rPr lang="es-ES" dirty="0"/>
              <a:t>Trabajar (to </a:t>
            </a:r>
            <a:r>
              <a:rPr lang="es-ES" dirty="0" err="1"/>
              <a:t>work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BF6050-0954-629E-BBE4-D257FE92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letter T (</a:t>
            </a:r>
            <a:r>
              <a:rPr lang="en-US" dirty="0" err="1"/>
              <a:t>te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0085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C862AD-D970-E5B7-6F3A-AAE61331E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Vela (</a:t>
            </a:r>
            <a:r>
              <a:rPr lang="es-ES" dirty="0" err="1"/>
              <a:t>candle</a:t>
            </a:r>
            <a:r>
              <a:rPr lang="es-ES" dirty="0"/>
              <a:t>)</a:t>
            </a:r>
          </a:p>
          <a:p>
            <a:r>
              <a:rPr lang="es-ES" dirty="0"/>
              <a:t>Vaso (</a:t>
            </a:r>
            <a:r>
              <a:rPr lang="es-ES" dirty="0" err="1"/>
              <a:t>glass</a:t>
            </a:r>
            <a:r>
              <a:rPr lang="es-ES" dirty="0"/>
              <a:t>)</a:t>
            </a:r>
          </a:p>
          <a:p>
            <a:r>
              <a:rPr lang="es-ES" dirty="0"/>
              <a:t>Vecino (</a:t>
            </a:r>
            <a:r>
              <a:rPr lang="es-ES" dirty="0" err="1"/>
              <a:t>Neighbour</a:t>
            </a:r>
            <a:r>
              <a:rPr lang="es-ES" dirty="0"/>
              <a:t>)</a:t>
            </a:r>
          </a:p>
          <a:p>
            <a:r>
              <a:rPr lang="es-ES" dirty="0"/>
              <a:t>Vacaciones (</a:t>
            </a:r>
            <a:r>
              <a:rPr lang="es-ES" dirty="0" err="1"/>
              <a:t>vacation</a:t>
            </a:r>
            <a:r>
              <a:rPr lang="es-ES" dirty="0"/>
              <a:t>)</a:t>
            </a:r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3ED7D8-E299-ABC5-1473-E05F5FBF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letter V (</a:t>
            </a:r>
            <a:r>
              <a:rPr lang="en-US" dirty="0" err="1"/>
              <a:t>ve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720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531556-6191-FA4B-6353-641C91797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Wafle (</a:t>
            </a:r>
            <a:r>
              <a:rPr lang="es-ES" dirty="0" err="1"/>
              <a:t>Waffle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FB2C3F-8F14-AC33-0026-2E2C30E6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letter W (doble u)</a:t>
            </a:r>
          </a:p>
        </p:txBody>
      </p:sp>
    </p:spTree>
    <p:extLst>
      <p:ext uri="{BB962C8B-B14F-4D97-AF65-F5344CB8AC3E}">
        <p14:creationId xmlns:p14="http://schemas.microsoft.com/office/powerpoint/2010/main" val="3840580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5DA5CD-7B67-E745-F874-C9586D5B1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Xilófono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E6785-7DD2-8F08-3DC2-C69DF1B1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letter X (</a:t>
            </a:r>
            <a:r>
              <a:rPr lang="es-ES" altLang="en-US" sz="4400" dirty="0"/>
              <a:t>equis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4538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0939BE-0849-1678-C20D-0DE084787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Yogur</a:t>
            </a:r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502BDA-C8A0-EEEE-27AE-3F060A76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letter Y (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griega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4886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7CF517-A3B2-BC7F-E6BE-1E6D94D41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Z </a:t>
            </a:r>
            <a:r>
              <a:rPr lang="es-ES" dirty="0" err="1"/>
              <a:t>sounds</a:t>
            </a:r>
            <a:r>
              <a:rPr lang="es-ES" dirty="0"/>
              <a:t> like S</a:t>
            </a:r>
          </a:p>
          <a:p>
            <a:r>
              <a:rPr lang="es-ES" dirty="0"/>
              <a:t>For example: </a:t>
            </a:r>
            <a:r>
              <a:rPr lang="en-US" altLang="en-US" sz="3600" dirty="0" err="1"/>
              <a:t>Zapato</a:t>
            </a:r>
            <a:r>
              <a:rPr lang="en-US" altLang="en-US" sz="3600" dirty="0"/>
              <a:t> (shoe)</a:t>
            </a:r>
          </a:p>
          <a:p>
            <a:pPr marL="109220" indent="0" eaLnBrk="1" hangingPunct="1">
              <a:lnSpc>
                <a:spcPct val="90000"/>
              </a:lnSpc>
              <a:buNone/>
              <a:defRPr/>
            </a:pPr>
            <a:r>
              <a:rPr lang="en-US" altLang="en-US" sz="3600" dirty="0"/>
              <a:t>			   </a:t>
            </a:r>
            <a:r>
              <a:rPr lang="en-US" altLang="en-US" sz="3600" dirty="0" err="1"/>
              <a:t>Bostezo</a:t>
            </a:r>
            <a:r>
              <a:rPr lang="en-US" altLang="en-US" sz="3600" dirty="0"/>
              <a:t> (yawn)</a:t>
            </a:r>
          </a:p>
          <a:p>
            <a:pPr marL="109220" indent="0" eaLnBrk="1" hangingPunct="1">
              <a:lnSpc>
                <a:spcPct val="90000"/>
              </a:lnSpc>
              <a:buNone/>
              <a:defRPr/>
            </a:pPr>
            <a:r>
              <a:rPr lang="en-US" altLang="en-US" sz="3600" dirty="0"/>
              <a:t>			   </a:t>
            </a:r>
            <a:r>
              <a:rPr lang="en-US" altLang="en-US" sz="3600" dirty="0" err="1"/>
              <a:t>Pizarra</a:t>
            </a:r>
            <a:r>
              <a:rPr lang="en-US" altLang="en-US" sz="3600" dirty="0"/>
              <a:t> (chalkboard)</a:t>
            </a:r>
          </a:p>
          <a:p>
            <a:pPr marL="109220" indent="0" eaLnBrk="1" hangingPunct="1">
              <a:lnSpc>
                <a:spcPct val="90000"/>
              </a:lnSpc>
              <a:buNone/>
              <a:defRPr/>
            </a:pPr>
            <a:r>
              <a:rPr lang="en-US" altLang="en-US" sz="3600" dirty="0"/>
              <a:t>			   </a:t>
            </a:r>
            <a:r>
              <a:rPr lang="en-US" altLang="en-US" sz="3600" dirty="0" err="1"/>
              <a:t>Zanahoria</a:t>
            </a:r>
            <a:r>
              <a:rPr lang="en-US" altLang="en-US" sz="3600" dirty="0"/>
              <a:t> (carrot) </a:t>
            </a:r>
          </a:p>
          <a:p>
            <a:pPr marL="109220" indent="0" eaLnBrk="1" hangingPunct="1">
              <a:lnSpc>
                <a:spcPct val="90000"/>
              </a:lnSpc>
              <a:buNone/>
              <a:defRPr/>
            </a:pPr>
            <a:r>
              <a:rPr lang="en-US" altLang="en-US" dirty="0"/>
              <a:t>			   </a:t>
            </a:r>
            <a:endParaRPr lang="en-US" altLang="en-US" sz="36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6C7505-98C4-752B-3E5D-05EBB696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The </a:t>
            </a:r>
            <a:r>
              <a:rPr lang="es-ES" dirty="0" err="1"/>
              <a:t>letter</a:t>
            </a:r>
            <a:r>
              <a:rPr lang="es-ES" dirty="0"/>
              <a:t> Z (Zeta)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708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78B349-8D7D-994B-40F8-E8C6BB22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Alphabets </a:t>
            </a:r>
          </a:p>
          <a:p>
            <a:r>
              <a:rPr lang="en-US" dirty="0"/>
              <a:t>Difference between Spanish and English Alphabets </a:t>
            </a:r>
          </a:p>
          <a:p>
            <a:r>
              <a:rPr lang="en-US" dirty="0"/>
              <a:t>Vowels and consonants in Spanish </a:t>
            </a:r>
          </a:p>
          <a:p>
            <a:r>
              <a:rPr lang="en-US" dirty="0"/>
              <a:t>Alphabets and their pronunciation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48A03A-610C-08EB-5651-0286F47F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281158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23420</TotalTime>
  <Words>915</Words>
  <Application>Microsoft Office PowerPoint</Application>
  <PresentationFormat>Widescreen</PresentationFormat>
  <Paragraphs>192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Black</vt:lpstr>
      <vt:lpstr>Calibri</vt:lpstr>
      <vt:lpstr>Lucida Sans Unicode</vt:lpstr>
      <vt:lpstr>Verdana</vt:lpstr>
      <vt:lpstr>Wingdings</vt:lpstr>
      <vt:lpstr>Wingdings 2</vt:lpstr>
      <vt:lpstr>Wingdings 3</vt:lpstr>
      <vt:lpstr>Concourse</vt:lpstr>
      <vt:lpstr>Spanish I</vt:lpstr>
      <vt:lpstr>El Abecedario </vt:lpstr>
      <vt:lpstr>Spanish alphabets and their sound </vt:lpstr>
      <vt:lpstr>Spanish alphabets and their sound    </vt:lpstr>
      <vt:lpstr>Spanish alphabets and their sound </vt:lpstr>
      <vt:lpstr>Spanish alphabets and their sound </vt:lpstr>
      <vt:lpstr>Differences between English and Spanish Alphabets</vt:lpstr>
      <vt:lpstr>Vowels and their sound in Spanish </vt:lpstr>
      <vt:lpstr>Consonants </vt:lpstr>
      <vt:lpstr> The consonant B (be) </vt:lpstr>
      <vt:lpstr>The consonant C (ce) </vt:lpstr>
      <vt:lpstr> The consonant Ch (che)</vt:lpstr>
      <vt:lpstr>The consonant D (de) </vt:lpstr>
      <vt:lpstr>The consonant F (efe) </vt:lpstr>
      <vt:lpstr>The consonant G (ge)  </vt:lpstr>
      <vt:lpstr>The letter H (Hache)</vt:lpstr>
      <vt:lpstr>The letter J(jota)</vt:lpstr>
      <vt:lpstr>The letter K (ka)</vt:lpstr>
      <vt:lpstr>The letter L(ele)</vt:lpstr>
      <vt:lpstr>The letter LL (elle)</vt:lpstr>
      <vt:lpstr>The Letter M (eme)</vt:lpstr>
      <vt:lpstr>The Letter N (ene)</vt:lpstr>
      <vt:lpstr>The letter Ñ (eñe)</vt:lpstr>
      <vt:lpstr>The letter P (pe)</vt:lpstr>
      <vt:lpstr>The letter Q (cu)</vt:lpstr>
      <vt:lpstr>The letter R (ere)</vt:lpstr>
      <vt:lpstr>The letter rr (erre)</vt:lpstr>
      <vt:lpstr>The letter S (ese)</vt:lpstr>
      <vt:lpstr>The letter T (te)</vt:lpstr>
      <vt:lpstr>The letter V (ve)</vt:lpstr>
      <vt:lpstr>The letter W (doble u)</vt:lpstr>
      <vt:lpstr>The letter X (equis)</vt:lpstr>
      <vt:lpstr>The letter Y (i griega)</vt:lpstr>
      <vt:lpstr>The letter Z (Zeta)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shilpi gupta</cp:lastModifiedBy>
  <cp:revision>150</cp:revision>
  <dcterms:created xsi:type="dcterms:W3CDTF">2007-10-19T05:42:00Z</dcterms:created>
  <dcterms:modified xsi:type="dcterms:W3CDTF">2024-05-07T09:08:41Z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