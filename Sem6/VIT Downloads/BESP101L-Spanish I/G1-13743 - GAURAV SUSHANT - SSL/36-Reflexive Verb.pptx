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3"/>
  </p:notesMasterIdLst>
  <p:sldIdLst>
    <p:sldId id="344" r:id="rId2"/>
    <p:sldId id="364" r:id="rId3"/>
    <p:sldId id="365" r:id="rId4"/>
    <p:sldId id="366" r:id="rId5"/>
    <p:sldId id="367" r:id="rId6"/>
    <p:sldId id="368" r:id="rId7"/>
    <p:sldId id="369" r:id="rId8"/>
    <p:sldId id="371" r:id="rId9"/>
    <p:sldId id="370" r:id="rId10"/>
    <p:sldId id="372" r:id="rId11"/>
    <p:sldId id="363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E3D83-89BA-449B-B8E1-819BB6DB6A14}" v="423" dt="2024-06-10T16:56:56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69" d="100"/>
          <a:sy n="69" d="100"/>
        </p:scale>
        <p:origin x="144" y="60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F7EE3D83-89BA-449B-B8E1-819BB6DB6A14}"/>
    <pc:docChg chg="undo custSel addSld delSld modSld">
      <pc:chgData name="Dr Gaurav Sushant" userId="ea0695df9e5e2b13" providerId="LiveId" clId="{F7EE3D83-89BA-449B-B8E1-819BB6DB6A14}" dt="2024-06-10T16:56:56.258" v="2262" actId="20577"/>
      <pc:docMkLst>
        <pc:docMk/>
      </pc:docMkLst>
      <pc:sldChg chg="modSp">
        <pc:chgData name="Dr Gaurav Sushant" userId="ea0695df9e5e2b13" providerId="LiveId" clId="{F7EE3D83-89BA-449B-B8E1-819BB6DB6A14}" dt="2024-06-10T11:26:25.666" v="6" actId="20577"/>
        <pc:sldMkLst>
          <pc:docMk/>
          <pc:sldMk cId="0" sldId="344"/>
        </pc:sldMkLst>
        <pc:spChg chg="mod">
          <ac:chgData name="Dr Gaurav Sushant" userId="ea0695df9e5e2b13" providerId="LiveId" clId="{F7EE3D83-89BA-449B-B8E1-819BB6DB6A14}" dt="2024-06-10T11:26:25.666" v="6" actId="20577"/>
          <ac:spMkLst>
            <pc:docMk/>
            <pc:sldMk cId="0" sldId="344"/>
            <ac:spMk id="3" creationId="{00000000-0000-0000-0000-000000000000}"/>
          </ac:spMkLst>
        </pc:spChg>
      </pc:sldChg>
      <pc:sldChg chg="del">
        <pc:chgData name="Dr Gaurav Sushant" userId="ea0695df9e5e2b13" providerId="LiveId" clId="{F7EE3D83-89BA-449B-B8E1-819BB6DB6A14}" dt="2024-06-10T15:51:17.450" v="467" actId="2696"/>
        <pc:sldMkLst>
          <pc:docMk/>
          <pc:sldMk cId="1372403013" sldId="345"/>
        </pc:sldMkLst>
      </pc:sldChg>
      <pc:sldChg chg="del">
        <pc:chgData name="Dr Gaurav Sushant" userId="ea0695df9e5e2b13" providerId="LiveId" clId="{F7EE3D83-89BA-449B-B8E1-819BB6DB6A14}" dt="2024-06-10T15:51:20.209" v="468" actId="47"/>
        <pc:sldMkLst>
          <pc:docMk/>
          <pc:sldMk cId="2788348876" sldId="346"/>
        </pc:sldMkLst>
      </pc:sldChg>
      <pc:sldChg chg="del">
        <pc:chgData name="Dr Gaurav Sushant" userId="ea0695df9e5e2b13" providerId="LiveId" clId="{F7EE3D83-89BA-449B-B8E1-819BB6DB6A14}" dt="2024-06-10T15:51:20.988" v="469" actId="47"/>
        <pc:sldMkLst>
          <pc:docMk/>
          <pc:sldMk cId="1992340874" sldId="347"/>
        </pc:sldMkLst>
      </pc:sldChg>
      <pc:sldChg chg="del">
        <pc:chgData name="Dr Gaurav Sushant" userId="ea0695df9e5e2b13" providerId="LiveId" clId="{F7EE3D83-89BA-449B-B8E1-819BB6DB6A14}" dt="2024-06-10T15:51:22.266" v="470" actId="47"/>
        <pc:sldMkLst>
          <pc:docMk/>
          <pc:sldMk cId="1430540756" sldId="348"/>
        </pc:sldMkLst>
      </pc:sldChg>
      <pc:sldChg chg="del">
        <pc:chgData name="Dr Gaurav Sushant" userId="ea0695df9e5e2b13" providerId="LiveId" clId="{F7EE3D83-89BA-449B-B8E1-819BB6DB6A14}" dt="2024-06-10T15:51:26.475" v="474" actId="47"/>
        <pc:sldMkLst>
          <pc:docMk/>
          <pc:sldMk cId="1990612186" sldId="349"/>
        </pc:sldMkLst>
      </pc:sldChg>
      <pc:sldChg chg="del">
        <pc:chgData name="Dr Gaurav Sushant" userId="ea0695df9e5e2b13" providerId="LiveId" clId="{F7EE3D83-89BA-449B-B8E1-819BB6DB6A14}" dt="2024-06-10T15:51:22.900" v="471" actId="47"/>
        <pc:sldMkLst>
          <pc:docMk/>
          <pc:sldMk cId="1437989092" sldId="350"/>
        </pc:sldMkLst>
      </pc:sldChg>
      <pc:sldChg chg="del">
        <pc:chgData name="Dr Gaurav Sushant" userId="ea0695df9e5e2b13" providerId="LiveId" clId="{F7EE3D83-89BA-449B-B8E1-819BB6DB6A14}" dt="2024-06-10T15:51:24.282" v="472" actId="47"/>
        <pc:sldMkLst>
          <pc:docMk/>
          <pc:sldMk cId="2928407764" sldId="351"/>
        </pc:sldMkLst>
      </pc:sldChg>
      <pc:sldChg chg="del">
        <pc:chgData name="Dr Gaurav Sushant" userId="ea0695df9e5e2b13" providerId="LiveId" clId="{F7EE3D83-89BA-449B-B8E1-819BB6DB6A14}" dt="2024-06-10T15:51:25.297" v="473" actId="47"/>
        <pc:sldMkLst>
          <pc:docMk/>
          <pc:sldMk cId="534326809" sldId="352"/>
        </pc:sldMkLst>
      </pc:sldChg>
      <pc:sldChg chg="del">
        <pc:chgData name="Dr Gaurav Sushant" userId="ea0695df9e5e2b13" providerId="LiveId" clId="{F7EE3D83-89BA-449B-B8E1-819BB6DB6A14}" dt="2024-06-10T15:51:28.091" v="475" actId="47"/>
        <pc:sldMkLst>
          <pc:docMk/>
          <pc:sldMk cId="2567321028" sldId="353"/>
        </pc:sldMkLst>
      </pc:sldChg>
      <pc:sldChg chg="del">
        <pc:chgData name="Dr Gaurav Sushant" userId="ea0695df9e5e2b13" providerId="LiveId" clId="{F7EE3D83-89BA-449B-B8E1-819BB6DB6A14}" dt="2024-06-10T15:51:33.673" v="476" actId="47"/>
        <pc:sldMkLst>
          <pc:docMk/>
          <pc:sldMk cId="249443855" sldId="354"/>
        </pc:sldMkLst>
      </pc:sldChg>
      <pc:sldChg chg="del">
        <pc:chgData name="Dr Gaurav Sushant" userId="ea0695df9e5e2b13" providerId="LiveId" clId="{F7EE3D83-89BA-449B-B8E1-819BB6DB6A14}" dt="2024-06-10T15:51:36.727" v="477" actId="47"/>
        <pc:sldMkLst>
          <pc:docMk/>
          <pc:sldMk cId="801478586" sldId="355"/>
        </pc:sldMkLst>
      </pc:sldChg>
      <pc:sldChg chg="del">
        <pc:chgData name="Dr Gaurav Sushant" userId="ea0695df9e5e2b13" providerId="LiveId" clId="{F7EE3D83-89BA-449B-B8E1-819BB6DB6A14}" dt="2024-06-10T15:51:37.639" v="478" actId="47"/>
        <pc:sldMkLst>
          <pc:docMk/>
          <pc:sldMk cId="1932523560" sldId="356"/>
        </pc:sldMkLst>
      </pc:sldChg>
      <pc:sldChg chg="del">
        <pc:chgData name="Dr Gaurav Sushant" userId="ea0695df9e5e2b13" providerId="LiveId" clId="{F7EE3D83-89BA-449B-B8E1-819BB6DB6A14}" dt="2024-06-10T15:51:38.259" v="479" actId="47"/>
        <pc:sldMkLst>
          <pc:docMk/>
          <pc:sldMk cId="3358473569" sldId="357"/>
        </pc:sldMkLst>
      </pc:sldChg>
      <pc:sldChg chg="del">
        <pc:chgData name="Dr Gaurav Sushant" userId="ea0695df9e5e2b13" providerId="LiveId" clId="{F7EE3D83-89BA-449B-B8E1-819BB6DB6A14}" dt="2024-06-10T15:51:41.107" v="482" actId="47"/>
        <pc:sldMkLst>
          <pc:docMk/>
          <pc:sldMk cId="2102124971" sldId="358"/>
        </pc:sldMkLst>
      </pc:sldChg>
      <pc:sldChg chg="del">
        <pc:chgData name="Dr Gaurav Sushant" userId="ea0695df9e5e2b13" providerId="LiveId" clId="{F7EE3D83-89BA-449B-B8E1-819BB6DB6A14}" dt="2024-06-10T15:51:38.806" v="480" actId="47"/>
        <pc:sldMkLst>
          <pc:docMk/>
          <pc:sldMk cId="4072882201" sldId="359"/>
        </pc:sldMkLst>
      </pc:sldChg>
      <pc:sldChg chg="del">
        <pc:chgData name="Dr Gaurav Sushant" userId="ea0695df9e5e2b13" providerId="LiveId" clId="{F7EE3D83-89BA-449B-B8E1-819BB6DB6A14}" dt="2024-06-10T15:51:40.314" v="481" actId="47"/>
        <pc:sldMkLst>
          <pc:docMk/>
          <pc:sldMk cId="1032704372" sldId="360"/>
        </pc:sldMkLst>
      </pc:sldChg>
      <pc:sldChg chg="del">
        <pc:chgData name="Dr Gaurav Sushant" userId="ea0695df9e5e2b13" providerId="LiveId" clId="{F7EE3D83-89BA-449B-B8E1-819BB6DB6A14}" dt="2024-06-10T15:51:42.262" v="483" actId="47"/>
        <pc:sldMkLst>
          <pc:docMk/>
          <pc:sldMk cId="965384691" sldId="361"/>
        </pc:sldMkLst>
      </pc:sldChg>
      <pc:sldChg chg="del">
        <pc:chgData name="Dr Gaurav Sushant" userId="ea0695df9e5e2b13" providerId="LiveId" clId="{F7EE3D83-89BA-449B-B8E1-819BB6DB6A14}" dt="2024-06-10T15:51:43.314" v="484" actId="47"/>
        <pc:sldMkLst>
          <pc:docMk/>
          <pc:sldMk cId="2506210676" sldId="362"/>
        </pc:sldMkLst>
      </pc:sldChg>
      <pc:sldChg chg="modSp modAnim">
        <pc:chgData name="Dr Gaurav Sushant" userId="ea0695df9e5e2b13" providerId="LiveId" clId="{F7EE3D83-89BA-449B-B8E1-819BB6DB6A14}" dt="2024-06-10T16:56:56.258" v="2262" actId="20577"/>
        <pc:sldMkLst>
          <pc:docMk/>
          <pc:sldMk cId="1621319633" sldId="363"/>
        </pc:sldMkLst>
        <pc:spChg chg="mod">
          <ac:chgData name="Dr Gaurav Sushant" userId="ea0695df9e5e2b13" providerId="LiveId" clId="{F7EE3D83-89BA-449B-B8E1-819BB6DB6A14}" dt="2024-06-10T16:56:56.258" v="2262" actId="20577"/>
          <ac:spMkLst>
            <pc:docMk/>
            <pc:sldMk cId="1621319633" sldId="363"/>
            <ac:spMk id="2" creationId="{83411FC0-F049-0CC0-3346-25154EC18C05}"/>
          </ac:spMkLst>
        </pc:spChg>
      </pc:sldChg>
      <pc:sldChg chg="modSp new mod modAnim">
        <pc:chgData name="Dr Gaurav Sushant" userId="ea0695df9e5e2b13" providerId="LiveId" clId="{F7EE3D83-89BA-449B-B8E1-819BB6DB6A14}" dt="2024-06-10T16:52:26.929" v="2040" actId="20577"/>
        <pc:sldMkLst>
          <pc:docMk/>
          <pc:sldMk cId="2052952385" sldId="364"/>
        </pc:sldMkLst>
        <pc:spChg chg="mod">
          <ac:chgData name="Dr Gaurav Sushant" userId="ea0695df9e5e2b13" providerId="LiveId" clId="{F7EE3D83-89BA-449B-B8E1-819BB6DB6A14}" dt="2024-06-10T16:52:26.929" v="2040" actId="20577"/>
          <ac:spMkLst>
            <pc:docMk/>
            <pc:sldMk cId="2052952385" sldId="364"/>
            <ac:spMk id="2" creationId="{07F45E2E-877E-14B6-F4E8-A25E82FBEACC}"/>
          </ac:spMkLst>
        </pc:spChg>
        <pc:spChg chg="mod">
          <ac:chgData name="Dr Gaurav Sushant" userId="ea0695df9e5e2b13" providerId="LiveId" clId="{F7EE3D83-89BA-449B-B8E1-819BB6DB6A14}" dt="2024-06-10T11:40:32.666" v="30" actId="14100"/>
          <ac:spMkLst>
            <pc:docMk/>
            <pc:sldMk cId="2052952385" sldId="364"/>
            <ac:spMk id="3" creationId="{2513B86E-0F1C-4280-53BB-F359F1DB4B44}"/>
          </ac:spMkLst>
        </pc:spChg>
      </pc:sldChg>
      <pc:sldChg chg="modSp new mod modAnim">
        <pc:chgData name="Dr Gaurav Sushant" userId="ea0695df9e5e2b13" providerId="LiveId" clId="{F7EE3D83-89BA-449B-B8E1-819BB6DB6A14}" dt="2024-06-10T16:45:21.182" v="1904" actId="20577"/>
        <pc:sldMkLst>
          <pc:docMk/>
          <pc:sldMk cId="3707948613" sldId="365"/>
        </pc:sldMkLst>
        <pc:spChg chg="mod">
          <ac:chgData name="Dr Gaurav Sushant" userId="ea0695df9e5e2b13" providerId="LiveId" clId="{F7EE3D83-89BA-449B-B8E1-819BB6DB6A14}" dt="2024-06-10T16:45:21.182" v="1904" actId="20577"/>
          <ac:spMkLst>
            <pc:docMk/>
            <pc:sldMk cId="3707948613" sldId="365"/>
            <ac:spMk id="2" creationId="{4DC6EC3B-E696-F7FA-B673-4D4EF977FF4A}"/>
          </ac:spMkLst>
        </pc:spChg>
        <pc:spChg chg="mod">
          <ac:chgData name="Dr Gaurav Sushant" userId="ea0695df9e5e2b13" providerId="LiveId" clId="{F7EE3D83-89BA-449B-B8E1-819BB6DB6A14}" dt="2024-06-10T11:42:23.638" v="82" actId="14100"/>
          <ac:spMkLst>
            <pc:docMk/>
            <pc:sldMk cId="3707948613" sldId="365"/>
            <ac:spMk id="3" creationId="{F5109937-7700-3967-BE8C-3D50F7938C51}"/>
          </ac:spMkLst>
        </pc:spChg>
      </pc:sldChg>
      <pc:sldChg chg="addSp delSp modSp new mod modAnim">
        <pc:chgData name="Dr Gaurav Sushant" userId="ea0695df9e5e2b13" providerId="LiveId" clId="{F7EE3D83-89BA-449B-B8E1-819BB6DB6A14}" dt="2024-06-10T16:46:26.854" v="1910" actId="5793"/>
        <pc:sldMkLst>
          <pc:docMk/>
          <pc:sldMk cId="2547489994" sldId="366"/>
        </pc:sldMkLst>
        <pc:spChg chg="mod">
          <ac:chgData name="Dr Gaurav Sushant" userId="ea0695df9e5e2b13" providerId="LiveId" clId="{F7EE3D83-89BA-449B-B8E1-819BB6DB6A14}" dt="2024-06-10T16:46:26.854" v="1910" actId="5793"/>
          <ac:spMkLst>
            <pc:docMk/>
            <pc:sldMk cId="2547489994" sldId="366"/>
            <ac:spMk id="2" creationId="{DCCDDA62-F593-5858-F2E4-1CB3CA8515AA}"/>
          </ac:spMkLst>
        </pc:spChg>
        <pc:spChg chg="del">
          <ac:chgData name="Dr Gaurav Sushant" userId="ea0695df9e5e2b13" providerId="LiveId" clId="{F7EE3D83-89BA-449B-B8E1-819BB6DB6A14}" dt="2024-06-10T11:46:37.336" v="182" actId="478"/>
          <ac:spMkLst>
            <pc:docMk/>
            <pc:sldMk cId="2547489994" sldId="366"/>
            <ac:spMk id="3" creationId="{9AACD7C9-FD0C-E174-B2AE-F6BE091632EB}"/>
          </ac:spMkLst>
        </pc:spChg>
        <pc:graphicFrameChg chg="add mod modGraphic">
          <ac:chgData name="Dr Gaurav Sushant" userId="ea0695df9e5e2b13" providerId="LiveId" clId="{F7EE3D83-89BA-449B-B8E1-819BB6DB6A14}" dt="2024-06-10T11:55:41.695" v="251" actId="1076"/>
          <ac:graphicFrameMkLst>
            <pc:docMk/>
            <pc:sldMk cId="2547489994" sldId="366"/>
            <ac:graphicFrameMk id="4" creationId="{756E6590-D894-CF92-4B1D-AB75FABCD1E8}"/>
          </ac:graphicFrameMkLst>
        </pc:graphicFrameChg>
        <pc:graphicFrameChg chg="add mod modGraphic">
          <ac:chgData name="Dr Gaurav Sushant" userId="ea0695df9e5e2b13" providerId="LiveId" clId="{F7EE3D83-89BA-449B-B8E1-819BB6DB6A14}" dt="2024-06-10T11:55:33.190" v="249" actId="1076"/>
          <ac:graphicFrameMkLst>
            <pc:docMk/>
            <pc:sldMk cId="2547489994" sldId="366"/>
            <ac:graphicFrameMk id="5" creationId="{ED4FDA3B-DEEE-2DEC-54EB-D5666C83CDF2}"/>
          </ac:graphicFrameMkLst>
        </pc:graphicFrameChg>
      </pc:sldChg>
      <pc:sldChg chg="addSp delSp modSp new mod modAnim">
        <pc:chgData name="Dr Gaurav Sushant" userId="ea0695df9e5e2b13" providerId="LiveId" clId="{F7EE3D83-89BA-449B-B8E1-819BB6DB6A14}" dt="2024-06-10T16:47:18.665" v="1914"/>
        <pc:sldMkLst>
          <pc:docMk/>
          <pc:sldMk cId="3920330649" sldId="367"/>
        </pc:sldMkLst>
        <pc:spChg chg="mod">
          <ac:chgData name="Dr Gaurav Sushant" userId="ea0695df9e5e2b13" providerId="LiveId" clId="{F7EE3D83-89BA-449B-B8E1-819BB6DB6A14}" dt="2024-06-10T12:04:13.037" v="410" actId="20577"/>
          <ac:spMkLst>
            <pc:docMk/>
            <pc:sldMk cId="3920330649" sldId="367"/>
            <ac:spMk id="2" creationId="{F4AD924C-54EE-B9F9-259D-A9DE91EC2245}"/>
          </ac:spMkLst>
        </pc:spChg>
        <pc:spChg chg="del">
          <ac:chgData name="Dr Gaurav Sushant" userId="ea0695df9e5e2b13" providerId="LiveId" clId="{F7EE3D83-89BA-449B-B8E1-819BB6DB6A14}" dt="2024-06-10T11:56:48.054" v="260" actId="478"/>
          <ac:spMkLst>
            <pc:docMk/>
            <pc:sldMk cId="3920330649" sldId="367"/>
            <ac:spMk id="3" creationId="{2F9C97B7-010C-5A89-7135-2DCD415708E0}"/>
          </ac:spMkLst>
        </pc:spChg>
        <pc:graphicFrameChg chg="add mod modGraphic">
          <ac:chgData name="Dr Gaurav Sushant" userId="ea0695df9e5e2b13" providerId="LiveId" clId="{F7EE3D83-89BA-449B-B8E1-819BB6DB6A14}" dt="2024-06-10T16:04:48.408" v="897" actId="33524"/>
          <ac:graphicFrameMkLst>
            <pc:docMk/>
            <pc:sldMk cId="3920330649" sldId="367"/>
            <ac:graphicFrameMk id="4" creationId="{43353689-616E-840A-7844-2D2016A9CA52}"/>
          </ac:graphicFrameMkLst>
        </pc:graphicFrameChg>
        <pc:graphicFrameChg chg="add mod modGraphic">
          <ac:chgData name="Dr Gaurav Sushant" userId="ea0695df9e5e2b13" providerId="LiveId" clId="{F7EE3D83-89BA-449B-B8E1-819BB6DB6A14}" dt="2024-06-10T16:04:51.560" v="898" actId="33524"/>
          <ac:graphicFrameMkLst>
            <pc:docMk/>
            <pc:sldMk cId="3920330649" sldId="367"/>
            <ac:graphicFrameMk id="5" creationId="{E6AE1FC5-06B7-3364-FCF3-D7760F44C9A7}"/>
          </ac:graphicFrameMkLst>
        </pc:graphicFrameChg>
      </pc:sldChg>
      <pc:sldChg chg="delSp modSp new mod modAnim">
        <pc:chgData name="Dr Gaurav Sushant" userId="ea0695df9e5e2b13" providerId="LiveId" clId="{F7EE3D83-89BA-449B-B8E1-819BB6DB6A14}" dt="2024-06-10T16:47:38.963" v="1915"/>
        <pc:sldMkLst>
          <pc:docMk/>
          <pc:sldMk cId="3809571964" sldId="368"/>
        </pc:sldMkLst>
        <pc:spChg chg="mod">
          <ac:chgData name="Dr Gaurav Sushant" userId="ea0695df9e5e2b13" providerId="LiveId" clId="{F7EE3D83-89BA-449B-B8E1-819BB6DB6A14}" dt="2024-06-10T15:58:56.288" v="731" actId="20577"/>
          <ac:spMkLst>
            <pc:docMk/>
            <pc:sldMk cId="3809571964" sldId="368"/>
            <ac:spMk id="2" creationId="{4E4BC7D3-C972-8BDA-80F0-7639B4D25D50}"/>
          </ac:spMkLst>
        </pc:spChg>
        <pc:spChg chg="del">
          <ac:chgData name="Dr Gaurav Sushant" userId="ea0695df9e5e2b13" providerId="LiveId" clId="{F7EE3D83-89BA-449B-B8E1-819BB6DB6A14}" dt="2024-06-10T15:52:36.175" v="486" actId="478"/>
          <ac:spMkLst>
            <pc:docMk/>
            <pc:sldMk cId="3809571964" sldId="368"/>
            <ac:spMk id="3" creationId="{A31F6F2E-5CD9-366E-21E3-82408DA1AB35}"/>
          </ac:spMkLst>
        </pc:spChg>
      </pc:sldChg>
      <pc:sldChg chg="addSp delSp modSp new mod modAnim">
        <pc:chgData name="Dr Gaurav Sushant" userId="ea0695df9e5e2b13" providerId="LiveId" clId="{F7EE3D83-89BA-449B-B8E1-819BB6DB6A14}" dt="2024-06-10T16:48:47.717" v="1922"/>
        <pc:sldMkLst>
          <pc:docMk/>
          <pc:sldMk cId="1369674754" sldId="369"/>
        </pc:sldMkLst>
        <pc:spChg chg="mod">
          <ac:chgData name="Dr Gaurav Sushant" userId="ea0695df9e5e2b13" providerId="LiveId" clId="{F7EE3D83-89BA-449B-B8E1-819BB6DB6A14}" dt="2024-06-10T16:06:45.990" v="941" actId="14100"/>
          <ac:spMkLst>
            <pc:docMk/>
            <pc:sldMk cId="1369674754" sldId="369"/>
            <ac:spMk id="2" creationId="{5FD0B031-C082-215E-19AF-C207AC790BB3}"/>
          </ac:spMkLst>
        </pc:spChg>
        <pc:spChg chg="mod">
          <ac:chgData name="Dr Gaurav Sushant" userId="ea0695df9e5e2b13" providerId="LiveId" clId="{F7EE3D83-89BA-449B-B8E1-819BB6DB6A14}" dt="2024-06-10T16:00:48.435" v="791" actId="14100"/>
          <ac:spMkLst>
            <pc:docMk/>
            <pc:sldMk cId="1369674754" sldId="369"/>
            <ac:spMk id="3" creationId="{8213D771-B34A-24D8-5A74-CD10D85D9AA9}"/>
          </ac:spMkLst>
        </pc:spChg>
        <pc:spChg chg="add del mod">
          <ac:chgData name="Dr Gaurav Sushant" userId="ea0695df9e5e2b13" providerId="LiveId" clId="{F7EE3D83-89BA-449B-B8E1-819BB6DB6A14}" dt="2024-06-10T16:06:12.178" v="936" actId="22"/>
          <ac:spMkLst>
            <pc:docMk/>
            <pc:sldMk cId="1369674754" sldId="369"/>
            <ac:spMk id="6" creationId="{4B080704-F415-2CA6-D324-13EB057A8067}"/>
          </ac:spMkLst>
        </pc:spChg>
        <pc:graphicFrameChg chg="add mod modGraphic">
          <ac:chgData name="Dr Gaurav Sushant" userId="ea0695df9e5e2b13" providerId="LiveId" clId="{F7EE3D83-89BA-449B-B8E1-819BB6DB6A14}" dt="2024-06-10T16:06:54.002" v="943" actId="1076"/>
          <ac:graphicFrameMkLst>
            <pc:docMk/>
            <pc:sldMk cId="1369674754" sldId="369"/>
            <ac:graphicFrameMk id="4" creationId="{EBEBCD59-11B0-08CF-E918-4814C6CCF7E5}"/>
          </ac:graphicFrameMkLst>
        </pc:graphicFrameChg>
        <pc:graphicFrameChg chg="add mod modGraphic">
          <ac:chgData name="Dr Gaurav Sushant" userId="ea0695df9e5e2b13" providerId="LiveId" clId="{F7EE3D83-89BA-449B-B8E1-819BB6DB6A14}" dt="2024-06-10T16:08:56.274" v="1054" actId="20577"/>
          <ac:graphicFrameMkLst>
            <pc:docMk/>
            <pc:sldMk cId="1369674754" sldId="369"/>
            <ac:graphicFrameMk id="7" creationId="{2694AE88-63E1-8B8B-65C6-7E03326218E8}"/>
          </ac:graphicFrameMkLst>
        </pc:graphicFrameChg>
      </pc:sldChg>
      <pc:sldChg chg="addSp modSp new mod modAnim">
        <pc:chgData name="Dr Gaurav Sushant" userId="ea0695df9e5e2b13" providerId="LiveId" clId="{F7EE3D83-89BA-449B-B8E1-819BB6DB6A14}" dt="2024-06-10T16:50:44.486" v="1945"/>
        <pc:sldMkLst>
          <pc:docMk/>
          <pc:sldMk cId="2434664882" sldId="370"/>
        </pc:sldMkLst>
        <pc:spChg chg="mod">
          <ac:chgData name="Dr Gaurav Sushant" userId="ea0695df9e5e2b13" providerId="LiveId" clId="{F7EE3D83-89BA-449B-B8E1-819BB6DB6A14}" dt="2024-06-10T16:50:13.507" v="1938" actId="20577"/>
          <ac:spMkLst>
            <pc:docMk/>
            <pc:sldMk cId="2434664882" sldId="370"/>
            <ac:spMk id="2" creationId="{504E375A-BF5D-FE1B-FF65-060DD9A1FB42}"/>
          </ac:spMkLst>
        </pc:spChg>
        <pc:spChg chg="mod">
          <ac:chgData name="Dr Gaurav Sushant" userId="ea0695df9e5e2b13" providerId="LiveId" clId="{F7EE3D83-89BA-449B-B8E1-819BB6DB6A14}" dt="2024-06-10T16:23:04.840" v="1276" actId="14100"/>
          <ac:spMkLst>
            <pc:docMk/>
            <pc:sldMk cId="2434664882" sldId="370"/>
            <ac:spMk id="3" creationId="{35C4862C-6A3A-6FFC-48FF-AB1D2FFFCA03}"/>
          </ac:spMkLst>
        </pc:spChg>
        <pc:spChg chg="add mod">
          <ac:chgData name="Dr Gaurav Sushant" userId="ea0695df9e5e2b13" providerId="LiveId" clId="{F7EE3D83-89BA-449B-B8E1-819BB6DB6A14}" dt="2024-06-10T16:40:29.049" v="1756" actId="20577"/>
          <ac:spMkLst>
            <pc:docMk/>
            <pc:sldMk cId="2434664882" sldId="370"/>
            <ac:spMk id="4" creationId="{3F29DE23-AA83-673C-0982-F70F77ADB958}"/>
          </ac:spMkLst>
        </pc:spChg>
        <pc:spChg chg="add mod">
          <ac:chgData name="Dr Gaurav Sushant" userId="ea0695df9e5e2b13" providerId="LiveId" clId="{F7EE3D83-89BA-449B-B8E1-819BB6DB6A14}" dt="2024-06-10T16:49:43.771" v="1930" actId="1076"/>
          <ac:spMkLst>
            <pc:docMk/>
            <pc:sldMk cId="2434664882" sldId="370"/>
            <ac:spMk id="5" creationId="{7B017CD4-DF84-E384-6D12-B4AEEF7ABF30}"/>
          </ac:spMkLst>
        </pc:spChg>
        <pc:spChg chg="add mod">
          <ac:chgData name="Dr Gaurav Sushant" userId="ea0695df9e5e2b13" providerId="LiveId" clId="{F7EE3D83-89BA-449B-B8E1-819BB6DB6A14}" dt="2024-06-10T16:41:49.052" v="1801" actId="1076"/>
          <ac:spMkLst>
            <pc:docMk/>
            <pc:sldMk cId="2434664882" sldId="370"/>
            <ac:spMk id="6" creationId="{74B79F04-3FE5-ECEA-10DF-B4D6032A1C33}"/>
          </ac:spMkLst>
        </pc:spChg>
        <pc:spChg chg="add mod">
          <ac:chgData name="Dr Gaurav Sushant" userId="ea0695df9e5e2b13" providerId="LiveId" clId="{F7EE3D83-89BA-449B-B8E1-819BB6DB6A14}" dt="2024-06-10T16:42:14.067" v="1817" actId="1076"/>
          <ac:spMkLst>
            <pc:docMk/>
            <pc:sldMk cId="2434664882" sldId="370"/>
            <ac:spMk id="7" creationId="{3BCEF6A9-5910-280A-A7D5-D399928D4392}"/>
          </ac:spMkLst>
        </pc:spChg>
        <pc:spChg chg="add mod">
          <ac:chgData name="Dr Gaurav Sushant" userId="ea0695df9e5e2b13" providerId="LiveId" clId="{F7EE3D83-89BA-449B-B8E1-819BB6DB6A14}" dt="2024-06-10T16:50:19.815" v="1939" actId="1076"/>
          <ac:spMkLst>
            <pc:docMk/>
            <pc:sldMk cId="2434664882" sldId="370"/>
            <ac:spMk id="8" creationId="{E6172030-193D-8D65-39A7-915A73CCD9BE}"/>
          </ac:spMkLst>
        </pc:spChg>
        <pc:spChg chg="add mod">
          <ac:chgData name="Dr Gaurav Sushant" userId="ea0695df9e5e2b13" providerId="LiveId" clId="{F7EE3D83-89BA-449B-B8E1-819BB6DB6A14}" dt="2024-06-10T16:43:01.337" v="1848" actId="1076"/>
          <ac:spMkLst>
            <pc:docMk/>
            <pc:sldMk cId="2434664882" sldId="370"/>
            <ac:spMk id="9" creationId="{2CA57815-5C17-C819-332B-45824A272B53}"/>
          </ac:spMkLst>
        </pc:spChg>
        <pc:spChg chg="add mod">
          <ac:chgData name="Dr Gaurav Sushant" userId="ea0695df9e5e2b13" providerId="LiveId" clId="{F7EE3D83-89BA-449B-B8E1-819BB6DB6A14}" dt="2024-06-10T16:43:45.601" v="1879" actId="1076"/>
          <ac:spMkLst>
            <pc:docMk/>
            <pc:sldMk cId="2434664882" sldId="370"/>
            <ac:spMk id="10" creationId="{BE0C9D08-7389-DBD3-89F4-19F917DD2BC6}"/>
          </ac:spMkLst>
        </pc:spChg>
        <pc:spChg chg="add mod">
          <ac:chgData name="Dr Gaurav Sushant" userId="ea0695df9e5e2b13" providerId="LiveId" clId="{F7EE3D83-89BA-449B-B8E1-819BB6DB6A14}" dt="2024-06-10T16:44:07.489" v="1894" actId="20577"/>
          <ac:spMkLst>
            <pc:docMk/>
            <pc:sldMk cId="2434664882" sldId="370"/>
            <ac:spMk id="11" creationId="{69BFEF94-F8CD-2A44-2E3B-5DDEE6D6217E}"/>
          </ac:spMkLst>
        </pc:spChg>
      </pc:sldChg>
      <pc:sldChg chg="modSp new mod modAnim">
        <pc:chgData name="Dr Gaurav Sushant" userId="ea0695df9e5e2b13" providerId="LiveId" clId="{F7EE3D83-89BA-449B-B8E1-819BB6DB6A14}" dt="2024-06-10T16:49:14.930" v="1924"/>
        <pc:sldMkLst>
          <pc:docMk/>
          <pc:sldMk cId="2559863115" sldId="371"/>
        </pc:sldMkLst>
        <pc:spChg chg="mod">
          <ac:chgData name="Dr Gaurav Sushant" userId="ea0695df9e5e2b13" providerId="LiveId" clId="{F7EE3D83-89BA-449B-B8E1-819BB6DB6A14}" dt="2024-06-10T16:31:36.926" v="1466" actId="14100"/>
          <ac:spMkLst>
            <pc:docMk/>
            <pc:sldMk cId="2559863115" sldId="371"/>
            <ac:spMk id="2" creationId="{F816A108-E7B3-07B0-4506-7C7C4DC7F622}"/>
          </ac:spMkLst>
        </pc:spChg>
        <pc:spChg chg="mod">
          <ac:chgData name="Dr Gaurav Sushant" userId="ea0695df9e5e2b13" providerId="LiveId" clId="{F7EE3D83-89BA-449B-B8E1-819BB6DB6A14}" dt="2024-06-10T16:31:27.773" v="1464" actId="14100"/>
          <ac:spMkLst>
            <pc:docMk/>
            <pc:sldMk cId="2559863115" sldId="371"/>
            <ac:spMk id="3" creationId="{7AAE60D6-0D97-18E9-4757-18AD38D3C913}"/>
          </ac:spMkLst>
        </pc:spChg>
      </pc:sldChg>
      <pc:sldChg chg="modSp new mod modAnim">
        <pc:chgData name="Dr Gaurav Sushant" userId="ea0695df9e5e2b13" providerId="LiveId" clId="{F7EE3D83-89BA-449B-B8E1-819BB6DB6A14}" dt="2024-06-10T16:50:56.263" v="1947"/>
        <pc:sldMkLst>
          <pc:docMk/>
          <pc:sldMk cId="2499340602" sldId="372"/>
        </pc:sldMkLst>
        <pc:spChg chg="mod">
          <ac:chgData name="Dr Gaurav Sushant" userId="ea0695df9e5e2b13" providerId="LiveId" clId="{F7EE3D83-89BA-449B-B8E1-819BB6DB6A14}" dt="2024-06-10T16:39:26.692" v="1729" actId="207"/>
          <ac:spMkLst>
            <pc:docMk/>
            <pc:sldMk cId="2499340602" sldId="372"/>
            <ac:spMk id="2" creationId="{0FE7BF33-A301-7635-2D15-F00635DB9A71}"/>
          </ac:spMkLst>
        </pc:spChg>
        <pc:spChg chg="mod">
          <ac:chgData name="Dr Gaurav Sushant" userId="ea0695df9e5e2b13" providerId="LiveId" clId="{F7EE3D83-89BA-449B-B8E1-819BB6DB6A14}" dt="2024-06-10T16:32:29.497" v="1491" actId="20577"/>
          <ac:spMkLst>
            <pc:docMk/>
            <pc:sldMk cId="2499340602" sldId="372"/>
            <ac:spMk id="3" creationId="{85A968A6-7A06-0DF3-4DCC-88366C969C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6/10/2024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6/10/2024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38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6/10/2024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27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6/10/2024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63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6/10/2024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227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6/10/2024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92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6/10/2024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74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6/10/2024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73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9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6/10/2024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3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6/10/2024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6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6/10/2024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5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6/10/2024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18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Los verbos reflexivos </a:t>
            </a:r>
            <a:endParaRPr lang="en-I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F45E2E-877E-14B6-F4E8-A25E82FB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4940300"/>
          </a:xfrm>
        </p:spPr>
        <p:txBody>
          <a:bodyPr/>
          <a:lstStyle/>
          <a:p>
            <a:r>
              <a:rPr lang="en-US" sz="3000" dirty="0"/>
              <a:t>Whenever you look at yourself in the mirror, bathe yourself, or worry yourself, you’re involved in a reflexive action. So, it is “You”, the subject, is doing something to yourself.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n-US" sz="3000" dirty="0"/>
              <a:t>Spanish delineates reflexive action by requiring the use of a reflexive verb and a reflexive pronoun, such as myself, yourself, or herself.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13B86E-0F1C-4280-53BB-F359F1DB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90600"/>
          </a:xfrm>
        </p:spPr>
        <p:txBody>
          <a:bodyPr>
            <a:normAutofit/>
          </a:bodyPr>
          <a:lstStyle/>
          <a:p>
            <a:r>
              <a:rPr lang="en-US" sz="4000" dirty="0"/>
              <a:t>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205295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C6EC3B-E696-F7FA-B673-4D4EF977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0900"/>
            <a:ext cx="11582400" cy="5702300"/>
          </a:xfrm>
        </p:spPr>
        <p:txBody>
          <a:bodyPr/>
          <a:lstStyle/>
          <a:p>
            <a:r>
              <a:rPr lang="en-US" sz="3000" dirty="0"/>
              <a:t>When creating a reflexive verb construction, you need a reflexive verb and a reflexive pronoun. So, the verb: </a:t>
            </a:r>
          </a:p>
          <a:p>
            <a:pPr marL="109220" indent="0" algn="ctr">
              <a:buNone/>
            </a:pPr>
            <a:r>
              <a:rPr lang="en-US" sz="3000" dirty="0"/>
              <a:t>To take a bath - to bath oneself (In Spanish)</a:t>
            </a:r>
          </a:p>
          <a:p>
            <a:pPr marL="109220" indent="0">
              <a:buNone/>
            </a:pPr>
            <a:r>
              <a:rPr lang="en-US" sz="3000" dirty="0"/>
              <a:t>To bath – </a:t>
            </a:r>
            <a:r>
              <a:rPr lang="en-US" sz="3000" b="1" dirty="0" err="1"/>
              <a:t>Bañar</a:t>
            </a:r>
            <a:r>
              <a:rPr lang="en-US" sz="3000" dirty="0"/>
              <a:t> (Regular Verb)</a:t>
            </a:r>
          </a:p>
          <a:p>
            <a:pPr marL="109220" indent="0">
              <a:buNone/>
            </a:pPr>
            <a:r>
              <a:rPr lang="en-US" sz="3000" dirty="0"/>
              <a:t>Oneself – </a:t>
            </a:r>
            <a:r>
              <a:rPr lang="en-US" sz="3000" b="1" dirty="0"/>
              <a:t>se </a:t>
            </a:r>
            <a:r>
              <a:rPr lang="en-US" sz="3000" dirty="0"/>
              <a:t>(Reflexive Pronoun)</a:t>
            </a:r>
          </a:p>
          <a:p>
            <a:r>
              <a:rPr lang="en-US" sz="3000" dirty="0"/>
              <a:t>So, the complete reflexive verb in Spanish for – to take a bath is </a:t>
            </a:r>
            <a:r>
              <a:rPr lang="en-US" sz="3000" b="1" dirty="0" err="1"/>
              <a:t>Bañarse</a:t>
            </a:r>
            <a:r>
              <a:rPr lang="en-US" sz="3000" b="1" dirty="0"/>
              <a:t>.</a:t>
            </a:r>
          </a:p>
          <a:p>
            <a:r>
              <a:rPr lang="en-US" sz="3000" dirty="0"/>
              <a:t>The verb </a:t>
            </a:r>
            <a:r>
              <a:rPr lang="en-US" sz="3000" dirty="0" err="1"/>
              <a:t>Bañar</a:t>
            </a:r>
            <a:r>
              <a:rPr lang="en-US" sz="3000" dirty="0"/>
              <a:t> will be conjugated like a normal regular – </a:t>
            </a:r>
            <a:r>
              <a:rPr lang="en-US" sz="3000" dirty="0" err="1"/>
              <a:t>ar</a:t>
            </a:r>
            <a:r>
              <a:rPr lang="en-US" sz="3000" dirty="0"/>
              <a:t> ending verbs. Thus, the conjugation will be:</a:t>
            </a:r>
          </a:p>
          <a:p>
            <a:endParaRPr lang="en-US" sz="3000" dirty="0"/>
          </a:p>
          <a:p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109937-7700-3967-BE8C-3D50F793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How to Create a Reflexive Verb</a:t>
            </a:r>
          </a:p>
        </p:txBody>
      </p:sp>
    </p:spTree>
    <p:extLst>
      <p:ext uri="{BB962C8B-B14F-4D97-AF65-F5344CB8AC3E}">
        <p14:creationId xmlns:p14="http://schemas.microsoft.com/office/powerpoint/2010/main" val="370794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DDA62-F593-5858-F2E4-1CB3CA851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"/>
            <a:ext cx="11887200" cy="6629400"/>
          </a:xfrm>
        </p:spPr>
        <p:txBody>
          <a:bodyPr/>
          <a:lstStyle/>
          <a:p>
            <a:pPr marL="109220" indent="0">
              <a:buNone/>
            </a:pPr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Now, the reflexive pronoun “Se” which means “Oneself” will change into myself, yourself, himself, herself, ourselves, yourselves and themselves according to different subjects. 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Note:- The reflexive pronoun “se” has different meanings like oneself, himself, herself, and themselves.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6E6590-D894-CF92-4B1D-AB75FABCD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365251"/>
              </p:ext>
            </p:extLst>
          </p:nvPr>
        </p:nvGraphicFramePr>
        <p:xfrm>
          <a:off x="4191000" y="350520"/>
          <a:ext cx="381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Bañamos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Bañas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Bañáis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Baña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Bañan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4FDA3B-DEEE-2DEC-54EB-D5666C83C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246740"/>
              </p:ext>
            </p:extLst>
          </p:nvPr>
        </p:nvGraphicFramePr>
        <p:xfrm>
          <a:off x="2362200" y="3733800"/>
          <a:ext cx="7467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Me(myself)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Nos(ourselves)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(yourself)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(yourselves)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Se(Himself, herself)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Se(themselves)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48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D924C-54EE-B9F9-259D-A9DE91EC2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"/>
            <a:ext cx="11506200" cy="6324600"/>
          </a:xfrm>
        </p:spPr>
        <p:txBody>
          <a:bodyPr/>
          <a:lstStyle/>
          <a:p>
            <a:r>
              <a:rPr lang="en-US" sz="3000" dirty="0"/>
              <a:t>So, the complete conjugation of the reflexive verb </a:t>
            </a:r>
            <a:r>
              <a:rPr lang="en-US" sz="3000" b="1" dirty="0"/>
              <a:t>“Ba</a:t>
            </a:r>
            <a:r>
              <a:rPr lang="es-ES" sz="3000" b="1" dirty="0" err="1"/>
              <a:t>ñarse</a:t>
            </a:r>
            <a:r>
              <a:rPr lang="en-US" sz="3000" b="1" dirty="0"/>
              <a:t>” </a:t>
            </a:r>
            <a:r>
              <a:rPr lang="en-US" sz="3000" dirty="0"/>
              <a:t>will be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Similarly, the verb “</a:t>
            </a:r>
            <a:r>
              <a:rPr lang="en-US" sz="3000" dirty="0" err="1"/>
              <a:t>Llamarse</a:t>
            </a:r>
            <a:r>
              <a:rPr lang="en-US" sz="3000" dirty="0"/>
              <a:t>” (to call </a:t>
            </a:r>
            <a:r>
              <a:rPr lang="en-US" sz="3000" dirty="0" err="1"/>
              <a:t>onself</a:t>
            </a:r>
            <a:r>
              <a:rPr lang="en-US" sz="3000" dirty="0"/>
              <a:t>) is conjugated.</a:t>
            </a:r>
          </a:p>
          <a:p>
            <a:endParaRPr lang="en-US" sz="3200" dirty="0"/>
          </a:p>
          <a:p>
            <a:endParaRPr lang="en-US" sz="3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53689-616E-840A-7844-2D2016A9C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69352"/>
              </p:ext>
            </p:extLst>
          </p:nvPr>
        </p:nvGraphicFramePr>
        <p:xfrm>
          <a:off x="1842503" y="1143000"/>
          <a:ext cx="850699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3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me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nos bañamos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	                  te bañas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 os bañáis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 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ña</a:t>
                      </a:r>
                    </a:p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ñan</a:t>
                      </a:r>
                      <a:endParaRPr lang="en-U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AE1FC5-06B7-3364-FCF3-D7760F44C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67437"/>
              </p:ext>
            </p:extLst>
          </p:nvPr>
        </p:nvGraphicFramePr>
        <p:xfrm>
          <a:off x="1842503" y="3882736"/>
          <a:ext cx="850699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3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me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nos llamamos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	                 te llamas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os llamáis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 se llama</a:t>
                      </a:r>
                      <a:endParaRPr lang="es-E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llaman</a:t>
                      </a:r>
                      <a:endParaRPr lang="en-U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3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BC7D3-C972-8BDA-80F0-7639B4D25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57200"/>
            <a:ext cx="11430000" cy="5549900"/>
          </a:xfrm>
        </p:spPr>
        <p:txBody>
          <a:bodyPr/>
          <a:lstStyle/>
          <a:p>
            <a:r>
              <a:rPr lang="en-US" sz="3000" dirty="0"/>
              <a:t>Uses of </a:t>
            </a:r>
            <a:r>
              <a:rPr lang="en-US" sz="3000" dirty="0" err="1"/>
              <a:t>Llamarse</a:t>
            </a:r>
            <a:r>
              <a:rPr lang="en-US" sz="3000" dirty="0"/>
              <a:t>:</a:t>
            </a:r>
          </a:p>
          <a:p>
            <a:endParaRPr lang="en-US" sz="3000" dirty="0"/>
          </a:p>
          <a:p>
            <a:pPr marL="109220" indent="0">
              <a:buNone/>
            </a:pPr>
            <a:r>
              <a:rPr lang="es-ES" sz="3000" dirty="0"/>
              <a:t>Q - ¿Cómo  te llamas tú?</a:t>
            </a:r>
          </a:p>
          <a:p>
            <a:pPr marL="109220" indent="0">
              <a:buNone/>
            </a:pPr>
            <a:r>
              <a:rPr lang="es-ES" sz="3000" dirty="0"/>
              <a:t>A – Yo me llamo _______ . </a:t>
            </a:r>
          </a:p>
          <a:p>
            <a:pPr marL="109220" indent="0">
              <a:buNone/>
            </a:pPr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Q - ¿Cómo se llama tu padre</a:t>
            </a:r>
            <a:r>
              <a:rPr lang="en-US" sz="3000" dirty="0"/>
              <a:t>/ </a:t>
            </a:r>
            <a:r>
              <a:rPr lang="en-US" sz="3000" dirty="0" err="1"/>
              <a:t>tu</a:t>
            </a:r>
            <a:r>
              <a:rPr lang="en-US" sz="3000" dirty="0"/>
              <a:t> </a:t>
            </a:r>
            <a:r>
              <a:rPr lang="en-US" sz="3000" dirty="0" err="1"/>
              <a:t>madre</a:t>
            </a:r>
            <a:r>
              <a:rPr lang="en-US" sz="3000" dirty="0"/>
              <a:t>/ </a:t>
            </a:r>
            <a:r>
              <a:rPr lang="en-US" sz="3000" dirty="0" err="1"/>
              <a:t>tu</a:t>
            </a:r>
            <a:r>
              <a:rPr lang="en-US" sz="3000" dirty="0"/>
              <a:t> </a:t>
            </a:r>
            <a:r>
              <a:rPr lang="en-US" sz="3000" dirty="0" err="1"/>
              <a:t>hermano</a:t>
            </a:r>
            <a:r>
              <a:rPr lang="en-US" sz="3000" dirty="0"/>
              <a:t>/ </a:t>
            </a:r>
            <a:r>
              <a:rPr lang="en-US" sz="3000" dirty="0" err="1"/>
              <a:t>tu</a:t>
            </a:r>
            <a:r>
              <a:rPr lang="en-US" sz="3000" dirty="0"/>
              <a:t> </a:t>
            </a:r>
            <a:r>
              <a:rPr lang="en-US" sz="3000" dirty="0" err="1"/>
              <a:t>hermano</a:t>
            </a:r>
            <a:r>
              <a:rPr lang="es-ES" sz="3000" dirty="0"/>
              <a:t>?</a:t>
            </a:r>
          </a:p>
          <a:p>
            <a:pPr marL="109220" indent="0">
              <a:buNone/>
            </a:pPr>
            <a:r>
              <a:rPr lang="es-ES" sz="3000" dirty="0"/>
              <a:t>A – Mi padre/ </a:t>
            </a:r>
            <a:r>
              <a:rPr lang="en-US" sz="3000" dirty="0" err="1"/>
              <a:t>madre</a:t>
            </a:r>
            <a:r>
              <a:rPr lang="en-US" sz="3000" dirty="0"/>
              <a:t>/ </a:t>
            </a:r>
            <a:r>
              <a:rPr lang="en-US" sz="3000" dirty="0" err="1"/>
              <a:t>hermano</a:t>
            </a:r>
            <a:r>
              <a:rPr lang="en-US" sz="3000" dirty="0"/>
              <a:t>/ </a:t>
            </a:r>
            <a:r>
              <a:rPr lang="en-US" sz="3000" dirty="0" err="1"/>
              <a:t>hermana</a:t>
            </a:r>
            <a:r>
              <a:rPr lang="es-ES" sz="3000" dirty="0"/>
              <a:t> se llama ________ . </a:t>
            </a:r>
          </a:p>
        </p:txBody>
      </p:sp>
    </p:spTree>
    <p:extLst>
      <p:ext uri="{BB962C8B-B14F-4D97-AF65-F5344CB8AC3E}">
        <p14:creationId xmlns:p14="http://schemas.microsoft.com/office/powerpoint/2010/main" val="380957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D0B031-C082-215E-19AF-C207AC790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85800"/>
            <a:ext cx="10972800" cy="5321300"/>
          </a:xfrm>
        </p:spPr>
        <p:txBody>
          <a:bodyPr/>
          <a:lstStyle/>
          <a:p>
            <a:pPr marL="109220" indent="0">
              <a:buNone/>
            </a:pPr>
            <a:r>
              <a:rPr lang="en-US" sz="3000" dirty="0" err="1"/>
              <a:t>Enfermarse</a:t>
            </a:r>
            <a:r>
              <a:rPr lang="en-US" sz="3000" dirty="0"/>
              <a:t> - to get sick</a:t>
            </a:r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r>
              <a:rPr lang="en-US" sz="3000" dirty="0" err="1"/>
              <a:t>Enojarse</a:t>
            </a:r>
            <a:r>
              <a:rPr lang="en-US" sz="3000" dirty="0"/>
              <a:t> – to get angry</a:t>
            </a:r>
          </a:p>
          <a:p>
            <a:pPr marL="109220" indent="0">
              <a:buNone/>
            </a:pPr>
            <a:r>
              <a:rPr lang="en-US" sz="30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13D771-B34A-24D8-5A74-CD10D85D9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9220200" cy="850900"/>
          </a:xfrm>
        </p:spPr>
        <p:txBody>
          <a:bodyPr>
            <a:normAutofit/>
          </a:bodyPr>
          <a:lstStyle/>
          <a:p>
            <a:r>
              <a:rPr lang="en-US" sz="4000" dirty="0"/>
              <a:t>Other reflexive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EBCD59-11B0-08CF-E918-4814C6CCF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76562"/>
              </p:ext>
            </p:extLst>
          </p:nvPr>
        </p:nvGraphicFramePr>
        <p:xfrm>
          <a:off x="1568951" y="1219200"/>
          <a:ext cx="905409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me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enfermo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nos enfermamos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	            te enfermas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os enfermáis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enferma</a:t>
                      </a:r>
                      <a:endParaRPr lang="es-E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enferman</a:t>
                      </a:r>
                      <a:endParaRPr lang="en-U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94AE88-63E1-8B8B-65C6-7E0332621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744874"/>
              </p:ext>
            </p:extLst>
          </p:nvPr>
        </p:nvGraphicFramePr>
        <p:xfrm>
          <a:off x="1568951" y="3906982"/>
          <a:ext cx="905409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  me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enojo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  nos enojamos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	                    te enojas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   os enojáis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   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enoja</a:t>
                      </a:r>
                      <a:endParaRPr lang="es-E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enojan</a:t>
                      </a:r>
                      <a:endParaRPr lang="en-U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7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16A108-E7B3-07B0-4506-7C7C4DC7F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257800"/>
          </a:xfrm>
        </p:spPr>
        <p:txBody>
          <a:bodyPr/>
          <a:lstStyle/>
          <a:p>
            <a:r>
              <a:rPr lang="en-US" sz="3000" dirty="0" err="1"/>
              <a:t>Afeitarse</a:t>
            </a:r>
            <a:r>
              <a:rPr lang="en-US" sz="3000" dirty="0"/>
              <a:t> 			to shave oneself </a:t>
            </a:r>
          </a:p>
          <a:p>
            <a:r>
              <a:rPr lang="en-US" sz="3000" dirty="0" err="1"/>
              <a:t>Bañarse</a:t>
            </a:r>
            <a:r>
              <a:rPr lang="en-US" sz="3000" dirty="0"/>
              <a:t> 			to bathe oneself </a:t>
            </a:r>
          </a:p>
          <a:p>
            <a:r>
              <a:rPr lang="en-US" sz="3000" dirty="0" err="1"/>
              <a:t>Cepillarse</a:t>
            </a:r>
            <a:r>
              <a:rPr lang="en-US" sz="3000" dirty="0"/>
              <a:t> 			to brush oneself</a:t>
            </a:r>
          </a:p>
          <a:p>
            <a:r>
              <a:rPr lang="en-US" sz="3000" dirty="0" err="1"/>
              <a:t>Ducharse</a:t>
            </a:r>
            <a:r>
              <a:rPr lang="en-US" sz="3000" dirty="0"/>
              <a:t> 			to take a shower </a:t>
            </a:r>
          </a:p>
          <a:p>
            <a:r>
              <a:rPr lang="en-US" sz="3000" dirty="0" err="1"/>
              <a:t>Lavarse</a:t>
            </a:r>
            <a:r>
              <a:rPr lang="en-US" sz="3000" dirty="0"/>
              <a:t> 				to wash oneself </a:t>
            </a:r>
          </a:p>
          <a:p>
            <a:r>
              <a:rPr lang="en-US" sz="3000" dirty="0" err="1"/>
              <a:t>Levantarse</a:t>
            </a:r>
            <a:r>
              <a:rPr lang="en-US" sz="3000" dirty="0"/>
              <a:t> 			to stand up; get up</a:t>
            </a:r>
          </a:p>
          <a:p>
            <a:r>
              <a:rPr lang="en-US" sz="3000" dirty="0" err="1"/>
              <a:t>Peinarse</a:t>
            </a:r>
            <a:r>
              <a:rPr lang="en-US" sz="3000" dirty="0"/>
              <a:t> 			to comb one’s hair </a:t>
            </a:r>
          </a:p>
          <a:p>
            <a:r>
              <a:rPr lang="en-US" sz="3000" dirty="0" err="1"/>
              <a:t>Quitarse</a:t>
            </a:r>
            <a:r>
              <a:rPr lang="en-US" sz="3000" dirty="0"/>
              <a:t>				to take off, remove (clothing) </a:t>
            </a:r>
          </a:p>
          <a:p>
            <a:r>
              <a:rPr lang="en-US" sz="3000" dirty="0" err="1"/>
              <a:t>Secarse</a:t>
            </a:r>
            <a:r>
              <a:rPr lang="en-US" sz="3000" dirty="0"/>
              <a:t>				to dry oneself    </a:t>
            </a:r>
          </a:p>
          <a:p>
            <a:r>
              <a:rPr lang="en-US" sz="3000" dirty="0" err="1"/>
              <a:t>Maquillarse</a:t>
            </a:r>
            <a:r>
              <a:rPr lang="en-US" sz="3000" dirty="0"/>
              <a:t>			to make up oneself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AE60D6-0D97-18E9-4757-18AD38D3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9829800" cy="914400"/>
          </a:xfrm>
        </p:spPr>
        <p:txBody>
          <a:bodyPr>
            <a:normAutofit/>
          </a:bodyPr>
          <a:lstStyle/>
          <a:p>
            <a:r>
              <a:rPr lang="es-ES" sz="4000" dirty="0" err="1"/>
              <a:t>Daily</a:t>
            </a:r>
            <a:r>
              <a:rPr lang="es-ES" sz="4000" dirty="0"/>
              <a:t> </a:t>
            </a:r>
            <a:r>
              <a:rPr lang="es-ES" sz="4000" dirty="0" err="1"/>
              <a:t>activity</a:t>
            </a:r>
            <a:r>
              <a:rPr lang="es-ES" sz="4000" dirty="0"/>
              <a:t> reflexive </a:t>
            </a:r>
            <a:r>
              <a:rPr lang="es-ES" sz="4000" dirty="0" err="1"/>
              <a:t>verbs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5986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4E375A-BF5D-FE1B-FF65-060DD9A1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11506200" cy="4940300"/>
          </a:xfrm>
        </p:spPr>
        <p:txBody>
          <a:bodyPr/>
          <a:lstStyle/>
          <a:p>
            <a:r>
              <a:rPr lang="es-ES" sz="3000" dirty="0"/>
              <a:t>Nosotros _____________ a las siete. (levantarse)</a:t>
            </a:r>
          </a:p>
          <a:p>
            <a:r>
              <a:rPr lang="es-ES" sz="3000" dirty="0"/>
              <a:t>María y Miguel ___________ para la escuela. (prepararse) </a:t>
            </a:r>
          </a:p>
          <a:p>
            <a:r>
              <a:rPr lang="es-ES" sz="3000" dirty="0"/>
              <a:t>Tú ___________ por la noche. (bañarse)</a:t>
            </a:r>
          </a:p>
          <a:p>
            <a:r>
              <a:rPr lang="es-ES" sz="3000" dirty="0"/>
              <a:t>Yo ___________ los dientes tres veces al día. (cepillarse)</a:t>
            </a:r>
          </a:p>
          <a:p>
            <a:r>
              <a:rPr lang="es-ES" sz="3000" dirty="0"/>
              <a:t>Nosotros ____________ la cara en el baño. (lavarse) </a:t>
            </a:r>
          </a:p>
          <a:p>
            <a:r>
              <a:rPr lang="es-ES" sz="3000" dirty="0"/>
              <a:t>Mi hermana __________ con su amigo mañana. (casarse)</a:t>
            </a:r>
          </a:p>
          <a:p>
            <a:r>
              <a:rPr lang="es-ES" sz="3000" dirty="0"/>
              <a:t>Los estudiantes ____________ por el examen. (preocuparse)</a:t>
            </a:r>
          </a:p>
          <a:p>
            <a:r>
              <a:rPr lang="es-ES" sz="3000" dirty="0"/>
              <a:t>Mi amiga __________ Carmen. (llamarse)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C4862C-6A3A-6FFC-48FF-AB1D2FFF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14400"/>
          </a:xfrm>
        </p:spPr>
        <p:txBody>
          <a:bodyPr>
            <a:normAutofit/>
          </a:bodyPr>
          <a:lstStyle/>
          <a:p>
            <a:r>
              <a:rPr lang="es-ES" sz="4000" dirty="0" err="1"/>
              <a:t>Practice</a:t>
            </a:r>
            <a:r>
              <a:rPr lang="es-ES" sz="4000" dirty="0"/>
              <a:t> </a:t>
            </a:r>
            <a:r>
              <a:rPr lang="es-ES" sz="4000" dirty="0" err="1"/>
              <a:t>Exercise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DE23-AA83-673C-0982-F70F77ADB958}"/>
              </a:ext>
            </a:extLst>
          </p:cNvPr>
          <p:cNvSpPr txBox="1"/>
          <p:nvPr/>
        </p:nvSpPr>
        <p:spPr>
          <a:xfrm>
            <a:off x="2362200" y="1066800"/>
            <a:ext cx="28745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nos levantamos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17CD4-DF84-E384-6D12-B4AEEF7ABF30}"/>
              </a:ext>
            </a:extLst>
          </p:cNvPr>
          <p:cNvSpPr txBox="1"/>
          <p:nvPr/>
        </p:nvSpPr>
        <p:spPr>
          <a:xfrm>
            <a:off x="3429000" y="1592905"/>
            <a:ext cx="2233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se preparan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79F04-3FE5-ECEA-10DF-B4D6032A1C33}"/>
              </a:ext>
            </a:extLst>
          </p:cNvPr>
          <p:cNvSpPr txBox="1"/>
          <p:nvPr/>
        </p:nvSpPr>
        <p:spPr>
          <a:xfrm>
            <a:off x="1771174" y="2008541"/>
            <a:ext cx="16578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te bañas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EF6A9-5910-280A-A7D5-D399928D4392}"/>
              </a:ext>
            </a:extLst>
          </p:cNvPr>
          <p:cNvSpPr txBox="1"/>
          <p:nvPr/>
        </p:nvSpPr>
        <p:spPr>
          <a:xfrm>
            <a:off x="1516297" y="2562539"/>
            <a:ext cx="19127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me cepillo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72030-193D-8D65-39A7-915A73CCD9BE}"/>
              </a:ext>
            </a:extLst>
          </p:cNvPr>
          <p:cNvSpPr txBox="1"/>
          <p:nvPr/>
        </p:nvSpPr>
        <p:spPr>
          <a:xfrm>
            <a:off x="2531156" y="3074054"/>
            <a:ext cx="23407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nos lavamos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57815-5C17-C819-332B-45824A272B53}"/>
              </a:ext>
            </a:extLst>
          </p:cNvPr>
          <p:cNvSpPr txBox="1"/>
          <p:nvPr/>
        </p:nvSpPr>
        <p:spPr>
          <a:xfrm>
            <a:off x="3138741" y="3563555"/>
            <a:ext cx="15087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se casa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C9D08-7389-DBD3-89F4-19F917DD2BC6}"/>
              </a:ext>
            </a:extLst>
          </p:cNvPr>
          <p:cNvSpPr txBox="1"/>
          <p:nvPr/>
        </p:nvSpPr>
        <p:spPr>
          <a:xfrm>
            <a:off x="3623476" y="4102963"/>
            <a:ext cx="25106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se preocupan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FEF94-F8CD-2A44-2E3B-5DDEE6D6217E}"/>
              </a:ext>
            </a:extLst>
          </p:cNvPr>
          <p:cNvSpPr txBox="1"/>
          <p:nvPr/>
        </p:nvSpPr>
        <p:spPr>
          <a:xfrm>
            <a:off x="2634366" y="4584935"/>
            <a:ext cx="16145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se llama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6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E7BF33-A301-7635-2D15-F00635DB9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50900"/>
            <a:ext cx="10972800" cy="5156200"/>
          </a:xfrm>
        </p:spPr>
        <p:txBody>
          <a:bodyPr/>
          <a:lstStyle/>
          <a:p>
            <a:r>
              <a:rPr lang="en-US" sz="3000" dirty="0"/>
              <a:t>I take bath every day.</a:t>
            </a:r>
          </a:p>
          <a:p>
            <a:r>
              <a:rPr lang="en-US" sz="3000" dirty="0" err="1">
                <a:solidFill>
                  <a:srgbClr val="FFFF00"/>
                </a:solidFill>
              </a:rPr>
              <a:t>Yo</a:t>
            </a:r>
            <a:r>
              <a:rPr lang="en-US" sz="3000" dirty="0">
                <a:solidFill>
                  <a:srgbClr val="FFFF00"/>
                </a:solidFill>
              </a:rPr>
              <a:t> me </a:t>
            </a:r>
            <a:r>
              <a:rPr lang="en-US" sz="3000" dirty="0" err="1">
                <a:solidFill>
                  <a:srgbClr val="FFFF00"/>
                </a:solidFill>
              </a:rPr>
              <a:t>baño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cada</a:t>
            </a:r>
            <a:r>
              <a:rPr lang="en-US" sz="3000" dirty="0">
                <a:solidFill>
                  <a:srgbClr val="FFFF00"/>
                </a:solidFill>
              </a:rPr>
              <a:t> día. </a:t>
            </a:r>
          </a:p>
          <a:p>
            <a:r>
              <a:rPr lang="en-US" sz="3000" dirty="0"/>
              <a:t>Raúl shaves in the morning.</a:t>
            </a:r>
          </a:p>
          <a:p>
            <a:r>
              <a:rPr lang="en-US" sz="3000" dirty="0">
                <a:solidFill>
                  <a:srgbClr val="FFFF00"/>
                </a:solidFill>
              </a:rPr>
              <a:t>Raúl se afeita </a:t>
            </a:r>
            <a:r>
              <a:rPr lang="en-US" sz="3000" dirty="0" err="1">
                <a:solidFill>
                  <a:srgbClr val="FFFF00"/>
                </a:solidFill>
              </a:rPr>
              <a:t>por</a:t>
            </a:r>
            <a:r>
              <a:rPr lang="en-US" sz="3000" dirty="0">
                <a:solidFill>
                  <a:srgbClr val="FFFF00"/>
                </a:solidFill>
              </a:rPr>
              <a:t> la </a:t>
            </a:r>
            <a:r>
              <a:rPr lang="en-US" sz="3000" dirty="0" err="1">
                <a:solidFill>
                  <a:srgbClr val="FFFF00"/>
                </a:solidFill>
              </a:rPr>
              <a:t>mañana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r>
              <a:rPr lang="en-US" sz="3000" dirty="0"/>
              <a:t>She brushes her hair a lot.</a:t>
            </a:r>
          </a:p>
          <a:p>
            <a:r>
              <a:rPr lang="en-US" sz="3000" dirty="0">
                <a:solidFill>
                  <a:srgbClr val="FFFF00"/>
                </a:solidFill>
              </a:rPr>
              <a:t>Ella se </a:t>
            </a:r>
            <a:r>
              <a:rPr lang="en-US" sz="3000" dirty="0" err="1">
                <a:solidFill>
                  <a:srgbClr val="FFFF00"/>
                </a:solidFill>
              </a:rPr>
              <a:t>cepilla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su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pelo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mucho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r>
              <a:rPr lang="en-US" sz="3000" dirty="0"/>
              <a:t>He gets up at 7 a.m. every day.</a:t>
            </a:r>
          </a:p>
          <a:p>
            <a:r>
              <a:rPr lang="en-US" sz="3000" dirty="0" err="1">
                <a:solidFill>
                  <a:srgbClr val="FFFF00"/>
                </a:solidFill>
              </a:rPr>
              <a:t>Él</a:t>
            </a:r>
            <a:r>
              <a:rPr lang="en-US" sz="3000" dirty="0">
                <a:solidFill>
                  <a:srgbClr val="FFFF00"/>
                </a:solidFill>
              </a:rPr>
              <a:t> se </a:t>
            </a:r>
            <a:r>
              <a:rPr lang="en-US" sz="3000" dirty="0" err="1">
                <a:solidFill>
                  <a:srgbClr val="FFFF00"/>
                </a:solidFill>
              </a:rPr>
              <a:t>levanta</a:t>
            </a:r>
            <a:r>
              <a:rPr lang="en-US" sz="3000" dirty="0">
                <a:solidFill>
                  <a:srgbClr val="FFFF00"/>
                </a:solidFill>
              </a:rPr>
              <a:t> a las </a:t>
            </a:r>
            <a:r>
              <a:rPr lang="en-US" sz="3000" dirty="0" err="1">
                <a:solidFill>
                  <a:srgbClr val="FFFF00"/>
                </a:solidFill>
              </a:rPr>
              <a:t>siete</a:t>
            </a:r>
            <a:r>
              <a:rPr lang="en-US" sz="3000" dirty="0">
                <a:solidFill>
                  <a:srgbClr val="FFFF00"/>
                </a:solidFill>
              </a:rPr>
              <a:t> de la </a:t>
            </a:r>
            <a:r>
              <a:rPr lang="en-US" sz="3000" dirty="0" err="1">
                <a:solidFill>
                  <a:srgbClr val="FFFF00"/>
                </a:solidFill>
              </a:rPr>
              <a:t>mañana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cada</a:t>
            </a:r>
            <a:r>
              <a:rPr lang="en-US" sz="3000" dirty="0">
                <a:solidFill>
                  <a:srgbClr val="FFFF00"/>
                </a:solidFill>
              </a:rPr>
              <a:t> día. </a:t>
            </a:r>
          </a:p>
          <a:p>
            <a:r>
              <a:rPr lang="en-US" sz="3000" dirty="0"/>
              <a:t>We brush our teeth every day. </a:t>
            </a:r>
          </a:p>
          <a:p>
            <a:r>
              <a:rPr lang="en-US" sz="3000" dirty="0" err="1">
                <a:solidFill>
                  <a:srgbClr val="FFFF00"/>
                </a:solidFill>
              </a:rPr>
              <a:t>Nosotros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nos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cepillamos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los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dientes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cada</a:t>
            </a:r>
            <a:r>
              <a:rPr lang="en-US" sz="3000" dirty="0">
                <a:solidFill>
                  <a:srgbClr val="FFFF00"/>
                </a:solidFill>
              </a:rPr>
              <a:t> día.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A968A6-7A06-0DF3-4DCC-88366C96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50900"/>
          </a:xfrm>
        </p:spPr>
        <p:txBody>
          <a:bodyPr>
            <a:normAutofit/>
          </a:bodyPr>
          <a:lstStyle/>
          <a:p>
            <a:r>
              <a:rPr lang="es-ES" sz="4000" dirty="0" err="1"/>
              <a:t>Translation</a:t>
            </a:r>
            <a:r>
              <a:rPr lang="es-ES" sz="4000" dirty="0"/>
              <a:t> </a:t>
            </a:r>
            <a:r>
              <a:rPr lang="es-ES" sz="4000" dirty="0" err="1"/>
              <a:t>Exercises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9934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11FC0-F049-0CC0-3346-25154EC1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Basic idea </a:t>
            </a:r>
            <a:r>
              <a:rPr lang="es-ES" sz="3000" dirty="0" err="1"/>
              <a:t>behind</a:t>
            </a:r>
            <a:r>
              <a:rPr lang="es-ES" sz="3000" dirty="0"/>
              <a:t> Los verbos reflexivos in </a:t>
            </a:r>
            <a:r>
              <a:rPr lang="es-ES" sz="3000" dirty="0" err="1"/>
              <a:t>Spanish</a:t>
            </a:r>
            <a:r>
              <a:rPr lang="es-ES" sz="3000" dirty="0"/>
              <a:t>. </a:t>
            </a:r>
          </a:p>
          <a:p>
            <a:r>
              <a:rPr lang="es-ES" sz="3000" dirty="0" err="1"/>
              <a:t>Conjugation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Los verbos reflexivos.</a:t>
            </a:r>
          </a:p>
          <a:p>
            <a:r>
              <a:rPr lang="es-ES" sz="3000" dirty="0" err="1"/>
              <a:t>Examples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</a:t>
            </a:r>
            <a:r>
              <a:rPr lang="es-ES" sz="3000" dirty="0" err="1"/>
              <a:t>conjugation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Los verbos reflexivos.</a:t>
            </a:r>
          </a:p>
          <a:p>
            <a:r>
              <a:rPr lang="es-ES" sz="3000" dirty="0" err="1"/>
              <a:t>List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reflexive </a:t>
            </a:r>
            <a:r>
              <a:rPr lang="es-ES" sz="3000" dirty="0" err="1"/>
              <a:t>verbs</a:t>
            </a:r>
            <a:r>
              <a:rPr lang="es-ES" sz="3000" dirty="0"/>
              <a:t> in </a:t>
            </a:r>
            <a:r>
              <a:rPr lang="es-ES" sz="3000" dirty="0" err="1"/>
              <a:t>daily</a:t>
            </a:r>
            <a:r>
              <a:rPr lang="es-ES" sz="3000" dirty="0"/>
              <a:t> </a:t>
            </a:r>
            <a:r>
              <a:rPr lang="es-ES" sz="3000" dirty="0" err="1"/>
              <a:t>activities</a:t>
            </a:r>
            <a:r>
              <a:rPr lang="es-ES" sz="3000" dirty="0"/>
              <a:t>. </a:t>
            </a:r>
          </a:p>
          <a:p>
            <a:r>
              <a:rPr lang="es-ES" sz="3000" dirty="0" err="1"/>
              <a:t>Exercises</a:t>
            </a:r>
            <a:r>
              <a:rPr lang="es-ES" sz="3000" dirty="0"/>
              <a:t> </a:t>
            </a:r>
            <a:r>
              <a:rPr lang="es-ES" sz="3000" dirty="0" err="1"/>
              <a:t>based</a:t>
            </a:r>
            <a:r>
              <a:rPr lang="es-ES" sz="3000" dirty="0"/>
              <a:t> </a:t>
            </a:r>
            <a:r>
              <a:rPr lang="es-ES" sz="3000" dirty="0" err="1"/>
              <a:t>on</a:t>
            </a:r>
            <a:r>
              <a:rPr lang="es-ES" sz="3000" dirty="0"/>
              <a:t> reflexive </a:t>
            </a:r>
            <a:r>
              <a:rPr lang="es-ES" sz="3000" dirty="0" err="1"/>
              <a:t>verbs</a:t>
            </a:r>
            <a:r>
              <a:rPr lang="es-ES" sz="3000"/>
              <a:t>.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1328B9-1986-9561-EF8A-8D95E4D6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2131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1294</TotalTime>
  <Words>804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1_Concourse</vt:lpstr>
      <vt:lpstr>Los verbos reflexivos </vt:lpstr>
      <vt:lpstr>Important Points</vt:lpstr>
      <vt:lpstr>How to Create a Reflexive Verb</vt:lpstr>
      <vt:lpstr>PowerPoint Presentation</vt:lpstr>
      <vt:lpstr>PowerPoint Presentation</vt:lpstr>
      <vt:lpstr>PowerPoint Presentation</vt:lpstr>
      <vt:lpstr>Other reflexive verb conjugation</vt:lpstr>
      <vt:lpstr>Daily activity reflexive verbs</vt:lpstr>
      <vt:lpstr>Practice Exercise</vt:lpstr>
      <vt:lpstr>Translation Exercises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191</cp:revision>
  <dcterms:created xsi:type="dcterms:W3CDTF">2007-10-19T05:42:00Z</dcterms:created>
  <dcterms:modified xsi:type="dcterms:W3CDTF">2024-06-10T16:57:03Z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