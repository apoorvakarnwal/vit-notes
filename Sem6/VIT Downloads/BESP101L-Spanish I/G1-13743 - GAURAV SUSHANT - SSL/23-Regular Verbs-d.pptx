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04" r:id="rId2"/>
    <p:sldId id="388" r:id="rId3"/>
    <p:sldId id="440" r:id="rId4"/>
    <p:sldId id="441" r:id="rId5"/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2" r:id="rId14"/>
    <p:sldId id="453" r:id="rId15"/>
    <p:sldId id="454" r:id="rId16"/>
    <p:sldId id="455" r:id="rId17"/>
    <p:sldId id="456" r:id="rId18"/>
    <p:sldId id="461" r:id="rId19"/>
    <p:sldId id="459" r:id="rId20"/>
    <p:sldId id="464" r:id="rId21"/>
    <p:sldId id="460" r:id="rId22"/>
    <p:sldId id="435" r:id="rId23"/>
    <p:sldId id="462" r:id="rId24"/>
    <p:sldId id="463" r:id="rId25"/>
    <p:sldId id="302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67208-1801-43F6-A8C5-67A9F886F070}" v="8" dt="2025-02-12T03:54:06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93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D14D7816-F947-40A7-ACC6-C8716088CAE6}"/>
    <pc:docChg chg="undo custSel addSld delSld modSld">
      <pc:chgData name="shilpi gupta" userId="5ce4f23861899b28" providerId="LiveId" clId="{D14D7816-F947-40A7-ACC6-C8716088CAE6}" dt="2024-07-05T08:36:11.283" v="1975" actId="6549"/>
      <pc:docMkLst>
        <pc:docMk/>
      </pc:docMkLst>
      <pc:sldChg chg="modSp">
        <pc:chgData name="shilpi gupta" userId="5ce4f23861899b28" providerId="LiveId" clId="{D14D7816-F947-40A7-ACC6-C8716088CAE6}" dt="2024-07-05T08:35:18.868" v="1970" actId="20577"/>
        <pc:sldMkLst>
          <pc:docMk/>
          <pc:sldMk cId="0" sldId="302"/>
        </pc:sldMkLst>
        <pc:spChg chg="mod">
          <ac:chgData name="shilpi gupta" userId="5ce4f23861899b28" providerId="LiveId" clId="{D14D7816-F947-40A7-ACC6-C8716088CAE6}" dt="2024-07-05T08:35:18.868" v="1970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D14D7816-F947-40A7-ACC6-C8716088CAE6}" dt="2024-07-05T05:00:12.338" v="38" actId="20577"/>
        <pc:sldMkLst>
          <pc:docMk/>
          <pc:sldMk cId="0" sldId="304"/>
        </pc:sldMkLst>
        <pc:spChg chg="mod">
          <ac:chgData name="shilpi gupta" userId="5ce4f23861899b28" providerId="LiveId" clId="{D14D7816-F947-40A7-ACC6-C8716088CAE6}" dt="2024-07-05T05:00:12.338" v="38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shilpi gupta" userId="5ce4f23861899b28" providerId="LiveId" clId="{D14D7816-F947-40A7-ACC6-C8716088CAE6}" dt="2024-07-05T08:36:11.283" v="1975" actId="6549"/>
        <pc:sldMkLst>
          <pc:docMk/>
          <pc:sldMk cId="167419589" sldId="388"/>
        </pc:sldMkLst>
        <pc:spChg chg="mod">
          <ac:chgData name="shilpi gupta" userId="5ce4f23861899b28" providerId="LiveId" clId="{D14D7816-F947-40A7-ACC6-C8716088CAE6}" dt="2024-07-05T08:36:11.283" v="1975" actId="6549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D14D7816-F947-40A7-ACC6-C8716088CAE6}" dt="2024-07-05T05:00:23.295" v="46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mod">
        <pc:chgData name="shilpi gupta" userId="5ce4f23861899b28" providerId="LiveId" clId="{D14D7816-F947-40A7-ACC6-C8716088CAE6}" dt="2024-07-05T08:22:19.580" v="1954" actId="313"/>
        <pc:sldMkLst>
          <pc:docMk/>
          <pc:sldMk cId="2813677158" sldId="409"/>
        </pc:sldMkLst>
        <pc:spChg chg="mod">
          <ac:chgData name="shilpi gupta" userId="5ce4f23861899b28" providerId="LiveId" clId="{D14D7816-F947-40A7-ACC6-C8716088CAE6}" dt="2024-07-05T08:22:19.580" v="1954" actId="31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D14D7816-F947-40A7-ACC6-C8716088CAE6}" dt="2024-07-05T05:00:54.083" v="82" actId="20577"/>
          <ac:spMkLst>
            <pc:docMk/>
            <pc:sldMk cId="2813677158" sldId="409"/>
            <ac:spMk id="3" creationId="{3453CE05-7A5A-D64E-1F0A-0C4C15BAB0A5}"/>
          </ac:spMkLst>
        </pc:spChg>
        <pc:spChg chg="del">
          <ac:chgData name="shilpi gupta" userId="5ce4f23861899b28" providerId="LiveId" clId="{D14D7816-F947-40A7-ACC6-C8716088CAE6}" dt="2024-07-05T05:02:26.247" v="172" actId="478"/>
          <ac:spMkLst>
            <pc:docMk/>
            <pc:sldMk cId="2813677158" sldId="409"/>
            <ac:spMk id="4" creationId="{F01999D4-A4E8-B256-735A-5BF59F202930}"/>
          </ac:spMkLst>
        </pc:spChg>
        <pc:spChg chg="del">
          <ac:chgData name="shilpi gupta" userId="5ce4f23861899b28" providerId="LiveId" clId="{D14D7816-F947-40A7-ACC6-C8716088CAE6}" dt="2024-07-05T05:02:20.217" v="171" actId="478"/>
          <ac:spMkLst>
            <pc:docMk/>
            <pc:sldMk cId="2813677158" sldId="409"/>
            <ac:spMk id="5" creationId="{373BC412-94C1-95C2-0788-070F52977BCD}"/>
          </ac:spMkLst>
        </pc:spChg>
        <pc:spChg chg="del">
          <ac:chgData name="shilpi gupta" userId="5ce4f23861899b28" providerId="LiveId" clId="{D14D7816-F947-40A7-ACC6-C8716088CAE6}" dt="2024-07-05T05:02:27.420" v="173" actId="478"/>
          <ac:spMkLst>
            <pc:docMk/>
            <pc:sldMk cId="2813677158" sldId="409"/>
            <ac:spMk id="6" creationId="{D9D8CF38-F322-E0EB-4483-02F9429223BA}"/>
          </ac:spMkLst>
        </pc:spChg>
        <pc:spChg chg="del">
          <ac:chgData name="shilpi gupta" userId="5ce4f23861899b28" providerId="LiveId" clId="{D14D7816-F947-40A7-ACC6-C8716088CAE6}" dt="2024-07-05T05:02:28.352" v="174" actId="478"/>
          <ac:spMkLst>
            <pc:docMk/>
            <pc:sldMk cId="2813677158" sldId="409"/>
            <ac:spMk id="7" creationId="{6CFB534E-3873-C4C8-B763-F4CD7CE6BA30}"/>
          </ac:spMkLst>
        </pc:spChg>
      </pc:sldChg>
      <pc:sldChg chg="del">
        <pc:chgData name="shilpi gupta" userId="5ce4f23861899b28" providerId="LiveId" clId="{D14D7816-F947-40A7-ACC6-C8716088CAE6}" dt="2024-07-05T07:51:22.299" v="1803" actId="47"/>
        <pc:sldMkLst>
          <pc:docMk/>
          <pc:sldMk cId="166562318" sldId="410"/>
        </pc:sldMkLst>
      </pc:sldChg>
      <pc:sldChg chg="del">
        <pc:chgData name="shilpi gupta" userId="5ce4f23861899b28" providerId="LiveId" clId="{D14D7816-F947-40A7-ACC6-C8716088CAE6}" dt="2024-07-05T07:51:23.215" v="1804" actId="47"/>
        <pc:sldMkLst>
          <pc:docMk/>
          <pc:sldMk cId="2063079179" sldId="411"/>
        </pc:sldMkLst>
      </pc:sldChg>
      <pc:sldChg chg="del">
        <pc:chgData name="shilpi gupta" userId="5ce4f23861899b28" providerId="LiveId" clId="{D14D7816-F947-40A7-ACC6-C8716088CAE6}" dt="2024-07-05T07:51:24.320" v="1805" actId="47"/>
        <pc:sldMkLst>
          <pc:docMk/>
          <pc:sldMk cId="3614777971" sldId="412"/>
        </pc:sldMkLst>
      </pc:sldChg>
      <pc:sldChg chg="del">
        <pc:chgData name="shilpi gupta" userId="5ce4f23861899b28" providerId="LiveId" clId="{D14D7816-F947-40A7-ACC6-C8716088CAE6}" dt="2024-07-05T07:51:24.745" v="1806" actId="47"/>
        <pc:sldMkLst>
          <pc:docMk/>
          <pc:sldMk cId="1038916553" sldId="413"/>
        </pc:sldMkLst>
      </pc:sldChg>
      <pc:sldChg chg="del">
        <pc:chgData name="shilpi gupta" userId="5ce4f23861899b28" providerId="LiveId" clId="{D14D7816-F947-40A7-ACC6-C8716088CAE6}" dt="2024-07-05T07:51:24.984" v="1807" actId="47"/>
        <pc:sldMkLst>
          <pc:docMk/>
          <pc:sldMk cId="4265711643" sldId="414"/>
        </pc:sldMkLst>
      </pc:sldChg>
      <pc:sldChg chg="del">
        <pc:chgData name="shilpi gupta" userId="5ce4f23861899b28" providerId="LiveId" clId="{D14D7816-F947-40A7-ACC6-C8716088CAE6}" dt="2024-07-05T07:51:25.220" v="1808" actId="47"/>
        <pc:sldMkLst>
          <pc:docMk/>
          <pc:sldMk cId="2756897544" sldId="415"/>
        </pc:sldMkLst>
      </pc:sldChg>
      <pc:sldChg chg="del">
        <pc:chgData name="shilpi gupta" userId="5ce4f23861899b28" providerId="LiveId" clId="{D14D7816-F947-40A7-ACC6-C8716088CAE6}" dt="2024-07-05T07:51:25.489" v="1809" actId="47"/>
        <pc:sldMkLst>
          <pc:docMk/>
          <pc:sldMk cId="3648844078" sldId="416"/>
        </pc:sldMkLst>
      </pc:sldChg>
      <pc:sldChg chg="del">
        <pc:chgData name="shilpi gupta" userId="5ce4f23861899b28" providerId="LiveId" clId="{D14D7816-F947-40A7-ACC6-C8716088CAE6}" dt="2024-07-05T07:51:25.726" v="1810" actId="47"/>
        <pc:sldMkLst>
          <pc:docMk/>
          <pc:sldMk cId="2536853033" sldId="417"/>
        </pc:sldMkLst>
      </pc:sldChg>
      <pc:sldChg chg="del">
        <pc:chgData name="shilpi gupta" userId="5ce4f23861899b28" providerId="LiveId" clId="{D14D7816-F947-40A7-ACC6-C8716088CAE6}" dt="2024-07-05T07:51:25.931" v="1811" actId="47"/>
        <pc:sldMkLst>
          <pc:docMk/>
          <pc:sldMk cId="4291185242" sldId="418"/>
        </pc:sldMkLst>
      </pc:sldChg>
      <pc:sldChg chg="del">
        <pc:chgData name="shilpi gupta" userId="5ce4f23861899b28" providerId="LiveId" clId="{D14D7816-F947-40A7-ACC6-C8716088CAE6}" dt="2024-07-05T07:51:26.800" v="1812" actId="47"/>
        <pc:sldMkLst>
          <pc:docMk/>
          <pc:sldMk cId="2335677432" sldId="419"/>
        </pc:sldMkLst>
      </pc:sldChg>
      <pc:sldChg chg="del">
        <pc:chgData name="shilpi gupta" userId="5ce4f23861899b28" providerId="LiveId" clId="{D14D7816-F947-40A7-ACC6-C8716088CAE6}" dt="2024-07-05T07:51:27.216" v="1813" actId="47"/>
        <pc:sldMkLst>
          <pc:docMk/>
          <pc:sldMk cId="3987542283" sldId="420"/>
        </pc:sldMkLst>
      </pc:sldChg>
      <pc:sldChg chg="del">
        <pc:chgData name="shilpi gupta" userId="5ce4f23861899b28" providerId="LiveId" clId="{D14D7816-F947-40A7-ACC6-C8716088CAE6}" dt="2024-07-05T07:51:27.727" v="1814" actId="47"/>
        <pc:sldMkLst>
          <pc:docMk/>
          <pc:sldMk cId="3262915207" sldId="421"/>
        </pc:sldMkLst>
      </pc:sldChg>
      <pc:sldChg chg="del">
        <pc:chgData name="shilpi gupta" userId="5ce4f23861899b28" providerId="LiveId" clId="{D14D7816-F947-40A7-ACC6-C8716088CAE6}" dt="2024-07-05T07:51:28.399" v="1815" actId="47"/>
        <pc:sldMkLst>
          <pc:docMk/>
          <pc:sldMk cId="3045163044" sldId="422"/>
        </pc:sldMkLst>
      </pc:sldChg>
      <pc:sldChg chg="addSp delSp modSp new mod">
        <pc:chgData name="shilpi gupta" userId="5ce4f23861899b28" providerId="LiveId" clId="{D14D7816-F947-40A7-ACC6-C8716088CAE6}" dt="2024-07-05T05:15:46.498" v="488" actId="1076"/>
        <pc:sldMkLst>
          <pc:docMk/>
          <pc:sldMk cId="2594592404" sldId="423"/>
        </pc:sldMkLst>
        <pc:spChg chg="del">
          <ac:chgData name="shilpi gupta" userId="5ce4f23861899b28" providerId="LiveId" clId="{D14D7816-F947-40A7-ACC6-C8716088CAE6}" dt="2024-07-05T05:09:12.494" v="418"/>
          <ac:spMkLst>
            <pc:docMk/>
            <pc:sldMk cId="2594592404" sldId="423"/>
            <ac:spMk id="2" creationId="{053B089F-9B8A-9CE6-0187-B06AE05341BB}"/>
          </ac:spMkLst>
        </pc:spChg>
        <pc:spChg chg="mod">
          <ac:chgData name="shilpi gupta" userId="5ce4f23861899b28" providerId="LiveId" clId="{D14D7816-F947-40A7-ACC6-C8716088CAE6}" dt="2024-07-05T05:15:31.108" v="486"/>
          <ac:spMkLst>
            <pc:docMk/>
            <pc:sldMk cId="2594592404" sldId="423"/>
            <ac:spMk id="3" creationId="{BE53BA5F-0F22-2153-F358-35E00B3D5D7E}"/>
          </ac:spMkLst>
        </pc:spChg>
        <pc:spChg chg="add mod">
          <ac:chgData name="shilpi gupta" userId="5ce4f23861899b28" providerId="LiveId" clId="{D14D7816-F947-40A7-ACC6-C8716088CAE6}" dt="2024-07-05T05:12:07.439" v="464" actId="14100"/>
          <ac:spMkLst>
            <pc:docMk/>
            <pc:sldMk cId="2594592404" sldId="423"/>
            <ac:spMk id="5" creationId="{8E6A9664-07C0-8136-493B-A67CD72F7267}"/>
          </ac:spMkLst>
        </pc:spChg>
        <pc:spChg chg="add del">
          <ac:chgData name="shilpi gupta" userId="5ce4f23861899b28" providerId="LiveId" clId="{D14D7816-F947-40A7-ACC6-C8716088CAE6}" dt="2024-07-05T05:10:33.689" v="432" actId="22"/>
          <ac:spMkLst>
            <pc:docMk/>
            <pc:sldMk cId="2594592404" sldId="423"/>
            <ac:spMk id="7" creationId="{8A83A535-08E0-9985-F530-3DF1A8D0CDB9}"/>
          </ac:spMkLst>
        </pc:spChg>
        <pc:spChg chg="add mod">
          <ac:chgData name="shilpi gupta" userId="5ce4f23861899b28" providerId="LiveId" clId="{D14D7816-F947-40A7-ACC6-C8716088CAE6}" dt="2024-07-05T05:12:18.563" v="473" actId="404"/>
          <ac:spMkLst>
            <pc:docMk/>
            <pc:sldMk cId="2594592404" sldId="423"/>
            <ac:spMk id="9" creationId="{C9DF6525-5C76-9B9E-7758-B4B2BD1DD200}"/>
          </ac:spMkLst>
        </pc:spChg>
        <pc:spChg chg="add mod">
          <ac:chgData name="shilpi gupta" userId="5ce4f23861899b28" providerId="LiveId" clId="{D14D7816-F947-40A7-ACC6-C8716088CAE6}" dt="2024-07-05T05:12:34.737" v="478" actId="404"/>
          <ac:spMkLst>
            <pc:docMk/>
            <pc:sldMk cId="2594592404" sldId="423"/>
            <ac:spMk id="11" creationId="{2A90B4D0-0460-AA25-82CC-6DFB5B8B56A6}"/>
          </ac:spMkLst>
        </pc:spChg>
        <pc:spChg chg="add mod">
          <ac:chgData name="shilpi gupta" userId="5ce4f23861899b28" providerId="LiveId" clId="{D14D7816-F947-40A7-ACC6-C8716088CAE6}" dt="2024-07-05T05:12:50.259" v="484" actId="14100"/>
          <ac:spMkLst>
            <pc:docMk/>
            <pc:sldMk cId="2594592404" sldId="423"/>
            <ac:spMk id="13" creationId="{91C889DA-1E47-074A-FB65-9264AEBF8AB3}"/>
          </ac:spMkLst>
        </pc:spChg>
        <pc:picChg chg="add mod">
          <ac:chgData name="shilpi gupta" userId="5ce4f23861899b28" providerId="LiveId" clId="{D14D7816-F947-40A7-ACC6-C8716088CAE6}" dt="2024-07-05T05:15:46.498" v="488" actId="1076"/>
          <ac:picMkLst>
            <pc:docMk/>
            <pc:sldMk cId="2594592404" sldId="423"/>
            <ac:picMk id="1026" creationId="{21909C71-75FF-6B5E-5AA3-A53DF5D1F45B}"/>
          </ac:picMkLst>
        </pc:picChg>
      </pc:sldChg>
      <pc:sldChg chg="addSp modSp new mod">
        <pc:chgData name="shilpi gupta" userId="5ce4f23861899b28" providerId="LiveId" clId="{D14D7816-F947-40A7-ACC6-C8716088CAE6}" dt="2024-07-05T05:24:09.288" v="626" actId="1076"/>
        <pc:sldMkLst>
          <pc:docMk/>
          <pc:sldMk cId="2235321962" sldId="424"/>
        </pc:sldMkLst>
        <pc:spChg chg="mod">
          <ac:chgData name="shilpi gupta" userId="5ce4f23861899b28" providerId="LiveId" clId="{D14D7816-F947-40A7-ACC6-C8716088CAE6}" dt="2024-07-05T05:24:04.189" v="625" actId="20577"/>
          <ac:spMkLst>
            <pc:docMk/>
            <pc:sldMk cId="2235321962" sldId="424"/>
            <ac:spMk id="2" creationId="{55A9F007-F761-506F-7D27-9F48167FDBB9}"/>
          </ac:spMkLst>
        </pc:spChg>
        <pc:spChg chg="mod">
          <ac:chgData name="shilpi gupta" userId="5ce4f23861899b28" providerId="LiveId" clId="{D14D7816-F947-40A7-ACC6-C8716088CAE6}" dt="2024-07-05T05:21:07.005" v="540" actId="20577"/>
          <ac:spMkLst>
            <pc:docMk/>
            <pc:sldMk cId="2235321962" sldId="424"/>
            <ac:spMk id="3" creationId="{581A04F2-5C94-35DA-101D-7374CE05D005}"/>
          </ac:spMkLst>
        </pc:spChg>
        <pc:picChg chg="add mod">
          <ac:chgData name="shilpi gupta" userId="5ce4f23861899b28" providerId="LiveId" clId="{D14D7816-F947-40A7-ACC6-C8716088CAE6}" dt="2024-07-05T05:24:09.288" v="626" actId="1076"/>
          <ac:picMkLst>
            <pc:docMk/>
            <pc:sldMk cId="2235321962" sldId="424"/>
            <ac:picMk id="2050" creationId="{B3013B36-BDC1-AB5C-CBD0-8D240CDFADB4}"/>
          </ac:picMkLst>
        </pc:picChg>
      </pc:sldChg>
      <pc:sldChg chg="addSp modSp new add del mod">
        <pc:chgData name="shilpi gupta" userId="5ce4f23861899b28" providerId="LiveId" clId="{D14D7816-F947-40A7-ACC6-C8716088CAE6}" dt="2024-07-05T07:51:18.374" v="1802" actId="47"/>
        <pc:sldMkLst>
          <pc:docMk/>
          <pc:sldMk cId="2115380462" sldId="425"/>
        </pc:sldMkLst>
        <pc:spChg chg="mod">
          <ac:chgData name="shilpi gupta" userId="5ce4f23861899b28" providerId="LiveId" clId="{D14D7816-F947-40A7-ACC6-C8716088CAE6}" dt="2024-07-05T07:51:09.712" v="1800" actId="20577"/>
          <ac:spMkLst>
            <pc:docMk/>
            <pc:sldMk cId="2115380462" sldId="425"/>
            <ac:spMk id="2" creationId="{BF5F04A8-FB20-D741-A376-801F58923DD3}"/>
          </ac:spMkLst>
        </pc:spChg>
        <pc:spChg chg="mod">
          <ac:chgData name="shilpi gupta" userId="5ce4f23861899b28" providerId="LiveId" clId="{D14D7816-F947-40A7-ACC6-C8716088CAE6}" dt="2024-07-05T07:48:59.699" v="1663" actId="20577"/>
          <ac:spMkLst>
            <pc:docMk/>
            <pc:sldMk cId="2115380462" sldId="425"/>
            <ac:spMk id="3" creationId="{AFC37581-9D14-B300-C3E9-C2C435F80DAA}"/>
          </ac:spMkLst>
        </pc:spChg>
        <pc:picChg chg="add mod">
          <ac:chgData name="shilpi gupta" userId="5ce4f23861899b28" providerId="LiveId" clId="{D14D7816-F947-40A7-ACC6-C8716088CAE6}" dt="2024-07-05T07:50:20.376" v="1734" actId="14100"/>
          <ac:picMkLst>
            <pc:docMk/>
            <pc:sldMk cId="2115380462" sldId="425"/>
            <ac:picMk id="1026" creationId="{8497A3F3-3047-0017-69C9-13E34A3E3A2A}"/>
          </ac:picMkLst>
        </pc:picChg>
      </pc:sldChg>
      <pc:sldChg chg="addSp modSp new mod">
        <pc:chgData name="shilpi gupta" userId="5ce4f23861899b28" providerId="LiveId" clId="{D14D7816-F947-40A7-ACC6-C8716088CAE6}" dt="2024-07-05T06:08:06.702" v="1474" actId="1076"/>
        <pc:sldMkLst>
          <pc:docMk/>
          <pc:sldMk cId="2154536333" sldId="426"/>
        </pc:sldMkLst>
        <pc:spChg chg="mod">
          <ac:chgData name="shilpi gupta" userId="5ce4f23861899b28" providerId="LiveId" clId="{D14D7816-F947-40A7-ACC6-C8716088CAE6}" dt="2024-07-05T05:26:39.789" v="736" actId="20577"/>
          <ac:spMkLst>
            <pc:docMk/>
            <pc:sldMk cId="2154536333" sldId="426"/>
            <ac:spMk id="2" creationId="{2AF8291F-B984-8DB7-4224-4B86B412CAB1}"/>
          </ac:spMkLst>
        </pc:spChg>
        <pc:picChg chg="add mod">
          <ac:chgData name="shilpi gupta" userId="5ce4f23861899b28" providerId="LiveId" clId="{D14D7816-F947-40A7-ACC6-C8716088CAE6}" dt="2024-07-05T06:08:06.702" v="1474" actId="1076"/>
          <ac:picMkLst>
            <pc:docMk/>
            <pc:sldMk cId="2154536333" sldId="426"/>
            <ac:picMk id="13314" creationId="{96466EE7-A682-D5B7-B781-BDAE889D0205}"/>
          </ac:picMkLst>
        </pc:picChg>
      </pc:sldChg>
      <pc:sldChg chg="addSp modSp new mod">
        <pc:chgData name="shilpi gupta" userId="5ce4f23861899b28" providerId="LiveId" clId="{D14D7816-F947-40A7-ACC6-C8716088CAE6}" dt="2024-07-05T06:07:31.843" v="1469" actId="1076"/>
        <pc:sldMkLst>
          <pc:docMk/>
          <pc:sldMk cId="1353655594" sldId="427"/>
        </pc:sldMkLst>
        <pc:spChg chg="mod">
          <ac:chgData name="shilpi gupta" userId="5ce4f23861899b28" providerId="LiveId" clId="{D14D7816-F947-40A7-ACC6-C8716088CAE6}" dt="2024-07-05T05:27:03.262" v="774" actId="20577"/>
          <ac:spMkLst>
            <pc:docMk/>
            <pc:sldMk cId="1353655594" sldId="427"/>
            <ac:spMk id="2" creationId="{8D342EB2-E0A0-CFBB-9F42-92BF1B32BEA8}"/>
          </ac:spMkLst>
        </pc:spChg>
        <pc:picChg chg="add mod">
          <ac:chgData name="shilpi gupta" userId="5ce4f23861899b28" providerId="LiveId" clId="{D14D7816-F947-40A7-ACC6-C8716088CAE6}" dt="2024-07-05T06:07:31.843" v="1469" actId="1076"/>
          <ac:picMkLst>
            <pc:docMk/>
            <pc:sldMk cId="1353655594" sldId="427"/>
            <ac:picMk id="12290" creationId="{EFA194F3-2246-281E-2413-FCE1DBE2094B}"/>
          </ac:picMkLst>
        </pc:picChg>
      </pc:sldChg>
      <pc:sldChg chg="addSp modSp new mod">
        <pc:chgData name="shilpi gupta" userId="5ce4f23861899b28" providerId="LiveId" clId="{D14D7816-F947-40A7-ACC6-C8716088CAE6}" dt="2024-07-05T06:07:03.351" v="1465" actId="14100"/>
        <pc:sldMkLst>
          <pc:docMk/>
          <pc:sldMk cId="34722433" sldId="428"/>
        </pc:sldMkLst>
        <pc:spChg chg="mod">
          <ac:chgData name="shilpi gupta" userId="5ce4f23861899b28" providerId="LiveId" clId="{D14D7816-F947-40A7-ACC6-C8716088CAE6}" dt="2024-07-05T05:27:36.876" v="823" actId="20577"/>
          <ac:spMkLst>
            <pc:docMk/>
            <pc:sldMk cId="34722433" sldId="428"/>
            <ac:spMk id="2" creationId="{92A27F8E-5EAD-7798-FE5F-020CE070D8B5}"/>
          </ac:spMkLst>
        </pc:spChg>
        <pc:picChg chg="add mod">
          <ac:chgData name="shilpi gupta" userId="5ce4f23861899b28" providerId="LiveId" clId="{D14D7816-F947-40A7-ACC6-C8716088CAE6}" dt="2024-07-05T06:07:03.351" v="1465" actId="14100"/>
          <ac:picMkLst>
            <pc:docMk/>
            <pc:sldMk cId="34722433" sldId="428"/>
            <ac:picMk id="11266" creationId="{C9EF4F96-4769-385E-765D-AC43870D581F}"/>
          </ac:picMkLst>
        </pc:picChg>
      </pc:sldChg>
      <pc:sldChg chg="addSp modSp new mod">
        <pc:chgData name="shilpi gupta" userId="5ce4f23861899b28" providerId="LiveId" clId="{D14D7816-F947-40A7-ACC6-C8716088CAE6}" dt="2024-07-05T06:06:03.087" v="1461" actId="1076"/>
        <pc:sldMkLst>
          <pc:docMk/>
          <pc:sldMk cId="3794890116" sldId="429"/>
        </pc:sldMkLst>
        <pc:spChg chg="mod">
          <ac:chgData name="shilpi gupta" userId="5ce4f23861899b28" providerId="LiveId" clId="{D14D7816-F947-40A7-ACC6-C8716088CAE6}" dt="2024-07-05T05:31:26.565" v="873" actId="20577"/>
          <ac:spMkLst>
            <pc:docMk/>
            <pc:sldMk cId="3794890116" sldId="429"/>
            <ac:spMk id="2" creationId="{0DD12C6F-A047-D6CC-4135-6A397B17DC8D}"/>
          </ac:spMkLst>
        </pc:spChg>
        <pc:picChg chg="add mod">
          <ac:chgData name="shilpi gupta" userId="5ce4f23861899b28" providerId="LiveId" clId="{D14D7816-F947-40A7-ACC6-C8716088CAE6}" dt="2024-07-05T06:06:03.087" v="1461" actId="1076"/>
          <ac:picMkLst>
            <pc:docMk/>
            <pc:sldMk cId="3794890116" sldId="429"/>
            <ac:picMk id="10242" creationId="{221D3D72-6EFD-BA55-245E-58DED249A07D}"/>
          </ac:picMkLst>
        </pc:picChg>
      </pc:sldChg>
      <pc:sldChg chg="addSp modSp new mod">
        <pc:chgData name="shilpi gupta" userId="5ce4f23861899b28" providerId="LiveId" clId="{D14D7816-F947-40A7-ACC6-C8716088CAE6}" dt="2024-07-05T06:01:31.785" v="1457" actId="1076"/>
        <pc:sldMkLst>
          <pc:docMk/>
          <pc:sldMk cId="267344024" sldId="430"/>
        </pc:sldMkLst>
        <pc:spChg chg="mod">
          <ac:chgData name="shilpi gupta" userId="5ce4f23861899b28" providerId="LiveId" clId="{D14D7816-F947-40A7-ACC6-C8716088CAE6}" dt="2024-07-05T05:32:07.394" v="899" actId="20577"/>
          <ac:spMkLst>
            <pc:docMk/>
            <pc:sldMk cId="267344024" sldId="430"/>
            <ac:spMk id="2" creationId="{D99FB638-0F95-7139-3D90-889D2F4D9642}"/>
          </ac:spMkLst>
        </pc:spChg>
        <pc:picChg chg="add mod">
          <ac:chgData name="shilpi gupta" userId="5ce4f23861899b28" providerId="LiveId" clId="{D14D7816-F947-40A7-ACC6-C8716088CAE6}" dt="2024-07-05T06:01:31.785" v="1457" actId="1076"/>
          <ac:picMkLst>
            <pc:docMk/>
            <pc:sldMk cId="267344024" sldId="430"/>
            <ac:picMk id="9218" creationId="{32089493-35DA-E3E2-9A47-C91A938A7BE9}"/>
          </ac:picMkLst>
        </pc:picChg>
      </pc:sldChg>
      <pc:sldChg chg="addSp modSp new mod">
        <pc:chgData name="shilpi gupta" userId="5ce4f23861899b28" providerId="LiveId" clId="{D14D7816-F947-40A7-ACC6-C8716088CAE6}" dt="2024-07-05T06:00:42.598" v="1451" actId="1076"/>
        <pc:sldMkLst>
          <pc:docMk/>
          <pc:sldMk cId="3943826217" sldId="431"/>
        </pc:sldMkLst>
        <pc:spChg chg="mod">
          <ac:chgData name="shilpi gupta" userId="5ce4f23861899b28" providerId="LiveId" clId="{D14D7816-F947-40A7-ACC6-C8716088CAE6}" dt="2024-07-05T05:33:51.736" v="975" actId="20577"/>
          <ac:spMkLst>
            <pc:docMk/>
            <pc:sldMk cId="3943826217" sldId="431"/>
            <ac:spMk id="2" creationId="{AAEF1F4C-275A-3189-E5FC-FCD078124DDD}"/>
          </ac:spMkLst>
        </pc:spChg>
        <pc:picChg chg="add mod">
          <ac:chgData name="shilpi gupta" userId="5ce4f23861899b28" providerId="LiveId" clId="{D14D7816-F947-40A7-ACC6-C8716088CAE6}" dt="2024-07-05T06:00:42.598" v="1451" actId="1076"/>
          <ac:picMkLst>
            <pc:docMk/>
            <pc:sldMk cId="3943826217" sldId="431"/>
            <ac:picMk id="8194" creationId="{95244AD5-4980-7816-7F3E-F354FF1F3AEE}"/>
          </ac:picMkLst>
        </pc:picChg>
      </pc:sldChg>
      <pc:sldChg chg="addSp modSp new mod">
        <pc:chgData name="shilpi gupta" userId="5ce4f23861899b28" providerId="LiveId" clId="{D14D7816-F947-40A7-ACC6-C8716088CAE6}" dt="2024-07-05T05:59:23.602" v="1446" actId="1076"/>
        <pc:sldMkLst>
          <pc:docMk/>
          <pc:sldMk cId="3425853887" sldId="432"/>
        </pc:sldMkLst>
        <pc:spChg chg="mod">
          <ac:chgData name="shilpi gupta" userId="5ce4f23861899b28" providerId="LiveId" clId="{D14D7816-F947-40A7-ACC6-C8716088CAE6}" dt="2024-07-05T05:34:17.935" v="1040" actId="20577"/>
          <ac:spMkLst>
            <pc:docMk/>
            <pc:sldMk cId="3425853887" sldId="432"/>
            <ac:spMk id="2" creationId="{C11E0265-61FC-4344-E197-E391A0CFCCBF}"/>
          </ac:spMkLst>
        </pc:spChg>
        <pc:picChg chg="add mod">
          <ac:chgData name="shilpi gupta" userId="5ce4f23861899b28" providerId="LiveId" clId="{D14D7816-F947-40A7-ACC6-C8716088CAE6}" dt="2024-07-05T05:59:23.602" v="1446" actId="1076"/>
          <ac:picMkLst>
            <pc:docMk/>
            <pc:sldMk cId="3425853887" sldId="432"/>
            <ac:picMk id="4" creationId="{45AB94E1-FA0F-828B-81A7-87C0EB20900A}"/>
          </ac:picMkLst>
        </pc:picChg>
      </pc:sldChg>
      <pc:sldChg chg="addSp modSp new mod">
        <pc:chgData name="shilpi gupta" userId="5ce4f23861899b28" providerId="LiveId" clId="{D14D7816-F947-40A7-ACC6-C8716088CAE6}" dt="2024-07-05T05:58:39.075" v="1440" actId="1076"/>
        <pc:sldMkLst>
          <pc:docMk/>
          <pc:sldMk cId="22183460" sldId="433"/>
        </pc:sldMkLst>
        <pc:spChg chg="mod">
          <ac:chgData name="shilpi gupta" userId="5ce4f23861899b28" providerId="LiveId" clId="{D14D7816-F947-40A7-ACC6-C8716088CAE6}" dt="2024-07-05T05:58:28.611" v="1438" actId="14100"/>
          <ac:spMkLst>
            <pc:docMk/>
            <pc:sldMk cId="22183460" sldId="433"/>
            <ac:spMk id="2" creationId="{33BFA6BC-6FDE-B2C6-42D6-E104BFE00739}"/>
          </ac:spMkLst>
        </pc:spChg>
        <pc:picChg chg="add mod">
          <ac:chgData name="shilpi gupta" userId="5ce4f23861899b28" providerId="LiveId" clId="{D14D7816-F947-40A7-ACC6-C8716088CAE6}" dt="2024-07-05T05:58:39.075" v="1440" actId="1076"/>
          <ac:picMkLst>
            <pc:docMk/>
            <pc:sldMk cId="22183460" sldId="433"/>
            <ac:picMk id="7170" creationId="{2DCE5FED-0FAF-3C0D-45C8-3BA0A7ACB3DD}"/>
          </ac:picMkLst>
        </pc:picChg>
      </pc:sldChg>
      <pc:sldChg chg="addSp modSp new mod">
        <pc:chgData name="shilpi gupta" userId="5ce4f23861899b28" providerId="LiveId" clId="{D14D7816-F947-40A7-ACC6-C8716088CAE6}" dt="2024-07-05T05:57:43.096" v="1436" actId="14100"/>
        <pc:sldMkLst>
          <pc:docMk/>
          <pc:sldMk cId="532486502" sldId="434"/>
        </pc:sldMkLst>
        <pc:spChg chg="mod">
          <ac:chgData name="shilpi gupta" userId="5ce4f23861899b28" providerId="LiveId" clId="{D14D7816-F947-40A7-ACC6-C8716088CAE6}" dt="2024-07-05T05:38:07.240" v="1146" actId="20577"/>
          <ac:spMkLst>
            <pc:docMk/>
            <pc:sldMk cId="532486502" sldId="434"/>
            <ac:spMk id="2" creationId="{0630A336-96E0-E71E-8FFC-B1331AC68B19}"/>
          </ac:spMkLst>
        </pc:spChg>
        <pc:picChg chg="add mod">
          <ac:chgData name="shilpi gupta" userId="5ce4f23861899b28" providerId="LiveId" clId="{D14D7816-F947-40A7-ACC6-C8716088CAE6}" dt="2024-07-05T05:57:43.096" v="1436" actId="14100"/>
          <ac:picMkLst>
            <pc:docMk/>
            <pc:sldMk cId="532486502" sldId="434"/>
            <ac:picMk id="6146" creationId="{1DBDBBF3-ACAC-C1B8-AB83-5CDC99B36CF3}"/>
          </ac:picMkLst>
        </pc:picChg>
      </pc:sldChg>
      <pc:sldChg chg="addSp delSp modSp new mod">
        <pc:chgData name="shilpi gupta" userId="5ce4f23861899b28" providerId="LiveId" clId="{D14D7816-F947-40A7-ACC6-C8716088CAE6}" dt="2024-07-05T07:46:06.751" v="1594" actId="478"/>
        <pc:sldMkLst>
          <pc:docMk/>
          <pc:sldMk cId="346849203" sldId="435"/>
        </pc:sldMkLst>
        <pc:spChg chg="del mod">
          <ac:chgData name="shilpi gupta" userId="5ce4f23861899b28" providerId="LiveId" clId="{D14D7816-F947-40A7-ACC6-C8716088CAE6}" dt="2024-07-05T07:45:56.087" v="1592"/>
          <ac:spMkLst>
            <pc:docMk/>
            <pc:sldMk cId="346849203" sldId="435"/>
            <ac:spMk id="2" creationId="{26386428-D363-6906-5A89-CD8D33FDD09B}"/>
          </ac:spMkLst>
        </pc:spChg>
        <pc:spChg chg="del mod">
          <ac:chgData name="shilpi gupta" userId="5ce4f23861899b28" providerId="LiveId" clId="{D14D7816-F947-40A7-ACC6-C8716088CAE6}" dt="2024-07-05T07:46:03.739" v="1593" actId="478"/>
          <ac:spMkLst>
            <pc:docMk/>
            <pc:sldMk cId="346849203" sldId="435"/>
            <ac:spMk id="3" creationId="{F38D6BC2-A5EB-5D0A-9B69-D349899BA867}"/>
          </ac:spMkLst>
        </pc:spChg>
        <pc:spChg chg="add del mod">
          <ac:chgData name="shilpi gupta" userId="5ce4f23861899b28" providerId="LiveId" clId="{D14D7816-F947-40A7-ACC6-C8716088CAE6}" dt="2024-07-05T07:46:06.751" v="1594" actId="478"/>
          <ac:spMkLst>
            <pc:docMk/>
            <pc:sldMk cId="346849203" sldId="435"/>
            <ac:spMk id="5" creationId="{56BE7838-28F0-46F9-845E-FEAA8F0BD7D9}"/>
          </ac:spMkLst>
        </pc:spChg>
        <pc:picChg chg="add mod">
          <ac:chgData name="shilpi gupta" userId="5ce4f23861899b28" providerId="LiveId" clId="{D14D7816-F947-40A7-ACC6-C8716088CAE6}" dt="2024-07-05T07:45:56.087" v="1592"/>
          <ac:picMkLst>
            <pc:docMk/>
            <pc:sldMk cId="346849203" sldId="435"/>
            <ac:picMk id="15362" creationId="{9909D95C-2A07-3DF4-FCA7-170F066FC874}"/>
          </ac:picMkLst>
        </pc:picChg>
      </pc:sldChg>
      <pc:sldChg chg="addSp modSp new mod">
        <pc:chgData name="shilpi gupta" userId="5ce4f23861899b28" providerId="LiveId" clId="{D14D7816-F947-40A7-ACC6-C8716088CAE6}" dt="2024-07-05T05:56:39.959" v="1430" actId="14100"/>
        <pc:sldMkLst>
          <pc:docMk/>
          <pc:sldMk cId="3974857770" sldId="436"/>
        </pc:sldMkLst>
        <pc:spChg chg="mod">
          <ac:chgData name="shilpi gupta" userId="5ce4f23861899b28" providerId="LiveId" clId="{D14D7816-F947-40A7-ACC6-C8716088CAE6}" dt="2024-07-05T05:55:54.873" v="1428" actId="20577"/>
          <ac:spMkLst>
            <pc:docMk/>
            <pc:sldMk cId="3974857770" sldId="436"/>
            <ac:spMk id="2" creationId="{3F7302FA-E18D-5436-8C3F-A055C07FFD43}"/>
          </ac:spMkLst>
        </pc:spChg>
        <pc:picChg chg="add mod">
          <ac:chgData name="shilpi gupta" userId="5ce4f23861899b28" providerId="LiveId" clId="{D14D7816-F947-40A7-ACC6-C8716088CAE6}" dt="2024-07-05T05:56:39.959" v="1430" actId="14100"/>
          <ac:picMkLst>
            <pc:docMk/>
            <pc:sldMk cId="3974857770" sldId="436"/>
            <ac:picMk id="5122" creationId="{BF93F215-E407-4D2C-1BEF-20E542EF64CB}"/>
          </ac:picMkLst>
        </pc:picChg>
      </pc:sldChg>
      <pc:sldChg chg="addSp modSp new mod">
        <pc:chgData name="shilpi gupta" userId="5ce4f23861899b28" providerId="LiveId" clId="{D14D7816-F947-40A7-ACC6-C8716088CAE6}" dt="2024-07-05T05:55:23.195" v="1425" actId="1076"/>
        <pc:sldMkLst>
          <pc:docMk/>
          <pc:sldMk cId="1488060372" sldId="437"/>
        </pc:sldMkLst>
        <pc:spChg chg="mod">
          <ac:chgData name="shilpi gupta" userId="5ce4f23861899b28" providerId="LiveId" clId="{D14D7816-F947-40A7-ACC6-C8716088CAE6}" dt="2024-07-05T05:40:03.839" v="1306" actId="20577"/>
          <ac:spMkLst>
            <pc:docMk/>
            <pc:sldMk cId="1488060372" sldId="437"/>
            <ac:spMk id="2" creationId="{635A5FA9-06F5-5CB2-C988-96D41A994CCF}"/>
          </ac:spMkLst>
        </pc:spChg>
        <pc:picChg chg="add mod">
          <ac:chgData name="shilpi gupta" userId="5ce4f23861899b28" providerId="LiveId" clId="{D14D7816-F947-40A7-ACC6-C8716088CAE6}" dt="2024-07-05T05:55:23.195" v="1425" actId="1076"/>
          <ac:picMkLst>
            <pc:docMk/>
            <pc:sldMk cId="1488060372" sldId="437"/>
            <ac:picMk id="4098" creationId="{45302E62-3A55-5A8B-6ECC-10384AA2C8BE}"/>
          </ac:picMkLst>
        </pc:picChg>
      </pc:sldChg>
      <pc:sldChg chg="addSp delSp modSp new mod">
        <pc:chgData name="shilpi gupta" userId="5ce4f23861899b28" providerId="LiveId" clId="{D14D7816-F947-40A7-ACC6-C8716088CAE6}" dt="2024-07-05T07:50:47.885" v="1768" actId="20577"/>
        <pc:sldMkLst>
          <pc:docMk/>
          <pc:sldMk cId="2842069113" sldId="438"/>
        </pc:sldMkLst>
        <pc:spChg chg="add del mod">
          <ac:chgData name="shilpi gupta" userId="5ce4f23861899b28" providerId="LiveId" clId="{D14D7816-F947-40A7-ACC6-C8716088CAE6}" dt="2024-07-05T07:50:47.885" v="1768" actId="20577"/>
          <ac:spMkLst>
            <pc:docMk/>
            <pc:sldMk cId="2842069113" sldId="438"/>
            <ac:spMk id="2" creationId="{FDB89324-5309-2368-6DFE-CA340E254C80}"/>
          </ac:spMkLst>
        </pc:spChg>
        <pc:spChg chg="mod">
          <ac:chgData name="shilpi gupta" userId="5ce4f23861899b28" providerId="LiveId" clId="{D14D7816-F947-40A7-ACC6-C8716088CAE6}" dt="2024-07-05T05:40:56.799" v="1368" actId="20577"/>
          <ac:spMkLst>
            <pc:docMk/>
            <pc:sldMk cId="2842069113" sldId="438"/>
            <ac:spMk id="3" creationId="{D5D268C6-8160-932C-14C2-408CE14624C7}"/>
          </ac:spMkLst>
        </pc:spChg>
        <pc:picChg chg="add mod">
          <ac:chgData name="shilpi gupta" userId="5ce4f23861899b28" providerId="LiveId" clId="{D14D7816-F947-40A7-ACC6-C8716088CAE6}" dt="2024-07-05T05:53:35.660" v="1372"/>
          <ac:picMkLst>
            <pc:docMk/>
            <pc:sldMk cId="2842069113" sldId="438"/>
            <ac:picMk id="3074" creationId="{7F1AF17F-B478-DF05-C427-51F34698F68A}"/>
          </ac:picMkLst>
        </pc:picChg>
        <pc:picChg chg="add mod">
          <ac:chgData name="shilpi gupta" userId="5ce4f23861899b28" providerId="LiveId" clId="{D14D7816-F947-40A7-ACC6-C8716088CAE6}" dt="2024-07-05T05:54:34.709" v="1421" actId="14100"/>
          <ac:picMkLst>
            <pc:docMk/>
            <pc:sldMk cId="2842069113" sldId="438"/>
            <ac:picMk id="3076" creationId="{2750721B-E0D1-F96E-18C9-0B8F9D0DE7D1}"/>
          </ac:picMkLst>
        </pc:picChg>
      </pc:sldChg>
      <pc:sldChg chg="addSp modSp new mod">
        <pc:chgData name="shilpi gupta" userId="5ce4f23861899b28" providerId="LiveId" clId="{D14D7816-F947-40A7-ACC6-C8716088CAE6}" dt="2024-07-05T07:44:26.255" v="1591" actId="14100"/>
        <pc:sldMkLst>
          <pc:docMk/>
          <pc:sldMk cId="3080571641" sldId="439"/>
        </pc:sldMkLst>
        <pc:spChg chg="mod">
          <ac:chgData name="shilpi gupta" userId="5ce4f23861899b28" providerId="LiveId" clId="{D14D7816-F947-40A7-ACC6-C8716088CAE6}" dt="2024-07-05T07:30:14.821" v="1585" actId="20577"/>
          <ac:spMkLst>
            <pc:docMk/>
            <pc:sldMk cId="3080571641" sldId="439"/>
            <ac:spMk id="2" creationId="{29013BE0-B121-4D48-B1F6-4141BADD5607}"/>
          </ac:spMkLst>
        </pc:spChg>
        <pc:spChg chg="mod">
          <ac:chgData name="shilpi gupta" userId="5ce4f23861899b28" providerId="LiveId" clId="{D14D7816-F947-40A7-ACC6-C8716088CAE6}" dt="2024-07-05T07:28:04.303" v="1483" actId="20577"/>
          <ac:spMkLst>
            <pc:docMk/>
            <pc:sldMk cId="3080571641" sldId="439"/>
            <ac:spMk id="3" creationId="{8533F320-A5B9-DB89-D1BF-EEB0D6BEEF11}"/>
          </ac:spMkLst>
        </pc:spChg>
        <pc:picChg chg="add mod">
          <ac:chgData name="shilpi gupta" userId="5ce4f23861899b28" providerId="LiveId" clId="{D14D7816-F947-40A7-ACC6-C8716088CAE6}" dt="2024-07-05T07:44:26.255" v="1591" actId="14100"/>
          <ac:picMkLst>
            <pc:docMk/>
            <pc:sldMk cId="3080571641" sldId="439"/>
            <ac:picMk id="14338" creationId="{281FE25D-6DDD-4DA9-C5B9-E2A12BD50233}"/>
          </ac:picMkLst>
        </pc:picChg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Dr Gaurav Sushant" userId="ea0695df9e5e2b13" providerId="LiveId" clId="{3AD67208-1801-43F6-A8C5-67A9F886F070}"/>
    <pc:docChg chg="modSld">
      <pc:chgData name="Dr Gaurav Sushant" userId="ea0695df9e5e2b13" providerId="LiveId" clId="{3AD67208-1801-43F6-A8C5-67A9F886F070}" dt="2025-02-12T03:54:06.775" v="7" actId="20577"/>
      <pc:docMkLst>
        <pc:docMk/>
      </pc:docMkLst>
      <pc:sldChg chg="modSp mod">
        <pc:chgData name="Dr Gaurav Sushant" userId="ea0695df9e5e2b13" providerId="LiveId" clId="{3AD67208-1801-43F6-A8C5-67A9F886F070}" dt="2025-02-12T03:54:06.775" v="7" actId="20577"/>
        <pc:sldMkLst>
          <pc:docMk/>
          <pc:sldMk cId="443910992" sldId="440"/>
        </pc:sldMkLst>
        <pc:graphicFrameChg chg="modGraphic">
          <ac:chgData name="Dr Gaurav Sushant" userId="ea0695df9e5e2b13" providerId="LiveId" clId="{3AD67208-1801-43F6-A8C5-67A9F886F070}" dt="2025-02-12T03:54:06.775" v="7" actId="20577"/>
          <ac:graphicFrameMkLst>
            <pc:docMk/>
            <pc:sldMk cId="443910992" sldId="440"/>
            <ac:graphicFrameMk id="4" creationId="{BACB21EC-26BF-A32A-2EE7-E941D2E38803}"/>
          </ac:graphicFrameMkLst>
        </pc:graphicFrameChg>
      </pc:sldChg>
    </pc:docChg>
  </pc:docChgLst>
  <pc:docChgLst>
    <pc:chgData name="shilpi gupta" userId="5ce4f23861899b28" providerId="LiveId" clId="{27ABDDE1-77CA-4F2B-93A7-F4632790F2E1}"/>
    <pc:docChg chg="undo custSel addSld delSld modSld">
      <pc:chgData name="shilpi gupta" userId="5ce4f23861899b28" providerId="LiveId" clId="{27ABDDE1-77CA-4F2B-93A7-F4632790F2E1}" dt="2024-07-04T06:19:57.453" v="2975"/>
      <pc:docMkLst>
        <pc:docMk/>
      </pc:docMkLst>
      <pc:sldChg chg="modSp add del">
        <pc:chgData name="shilpi gupta" userId="5ce4f23861899b28" providerId="LiveId" clId="{27ABDDE1-77CA-4F2B-93A7-F4632790F2E1}" dt="2024-07-04T06:19:50.501" v="2973"/>
        <pc:sldMkLst>
          <pc:docMk/>
          <pc:sldMk cId="0" sldId="302"/>
        </pc:sldMkLst>
        <pc:spChg chg="mod">
          <ac:chgData name="shilpi gupta" userId="5ce4f23861899b28" providerId="LiveId" clId="{27ABDDE1-77CA-4F2B-93A7-F4632790F2E1}" dt="2024-07-04T06:19:50.501" v="2973"/>
          <ac:spMkLst>
            <pc:docMk/>
            <pc:sldMk cId="0" sldId="302"/>
            <ac:spMk id="2" creationId="{00000000-0000-0000-0000-000000000000}"/>
          </ac:spMkLst>
        </pc:spChg>
      </pc:sldChg>
      <pc:sldChg chg="delSp modSp mod">
        <pc:chgData name="shilpi gupta" userId="5ce4f23861899b28" providerId="LiveId" clId="{27ABDDE1-77CA-4F2B-93A7-F4632790F2E1}" dt="2024-07-04T06:06:25.090" v="2971" actId="20577"/>
        <pc:sldMkLst>
          <pc:docMk/>
          <pc:sldMk cId="0" sldId="304"/>
        </pc:sldMkLst>
        <pc:spChg chg="mod">
          <ac:chgData name="shilpi gupta" userId="5ce4f23861899b28" providerId="LiveId" clId="{27ABDDE1-77CA-4F2B-93A7-F4632790F2E1}" dt="2024-07-04T06:06:25.090" v="2971" actId="20577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27ABDDE1-77CA-4F2B-93A7-F4632790F2E1}" dt="2024-07-03T16:01:20.563" v="16" actId="478"/>
          <ac:picMkLst>
            <pc:docMk/>
            <pc:sldMk cId="0" sldId="304"/>
            <ac:picMk id="2" creationId="{FC095832-28E8-A112-7952-D2361A6A2FFD}"/>
          </ac:picMkLst>
        </pc:picChg>
      </pc:sldChg>
      <pc:sldChg chg="modSp mod">
        <pc:chgData name="shilpi gupta" userId="5ce4f23861899b28" providerId="LiveId" clId="{27ABDDE1-77CA-4F2B-93A7-F4632790F2E1}" dt="2024-07-04T06:19:57.453" v="2975"/>
        <pc:sldMkLst>
          <pc:docMk/>
          <pc:sldMk cId="167419589" sldId="388"/>
        </pc:sldMkLst>
        <pc:spChg chg="mod">
          <ac:chgData name="shilpi gupta" userId="5ce4f23861899b28" providerId="LiveId" clId="{27ABDDE1-77CA-4F2B-93A7-F4632790F2E1}" dt="2024-07-04T06:19:57.453" v="2975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27ABDDE1-77CA-4F2B-93A7-F4632790F2E1}" dt="2024-07-04T05:52:02.518" v="2777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del modAnim">
        <pc:chgData name="shilpi gupta" userId="5ce4f23861899b28" providerId="LiveId" clId="{27ABDDE1-77CA-4F2B-93A7-F4632790F2E1}" dt="2024-07-04T05:21:03.056" v="2309" actId="47"/>
        <pc:sldMkLst>
          <pc:docMk/>
          <pc:sldMk cId="1846679134" sldId="389"/>
        </pc:sldMkLst>
        <pc:spChg chg="mod">
          <ac:chgData name="shilpi gupta" userId="5ce4f23861899b28" providerId="LiveId" clId="{27ABDDE1-77CA-4F2B-93A7-F4632790F2E1}" dt="2024-07-03T17:43:06.726" v="1689" actId="20577"/>
          <ac:spMkLst>
            <pc:docMk/>
            <pc:sldMk cId="1846679134" sldId="389"/>
            <ac:spMk id="4" creationId="{662B0113-CF8D-EFAD-E784-C5A771EBE133}"/>
          </ac:spMkLst>
        </pc:spChg>
        <pc:spChg chg="del mod">
          <ac:chgData name="shilpi gupta" userId="5ce4f23861899b28" providerId="LiveId" clId="{27ABDDE1-77CA-4F2B-93A7-F4632790F2E1}" dt="2024-07-03T16:03:44.012" v="90" actId="478"/>
          <ac:spMkLst>
            <pc:docMk/>
            <pc:sldMk cId="1846679134" sldId="389"/>
            <ac:spMk id="24" creationId="{63DA49E2-B7E0-EDD3-2365-D156C0C3F2D6}"/>
          </ac:spMkLst>
        </pc:spChg>
        <pc:grpChg chg="del">
          <ac:chgData name="shilpi gupta" userId="5ce4f23861899b28" providerId="LiveId" clId="{27ABDDE1-77CA-4F2B-93A7-F4632790F2E1}" dt="2024-07-03T16:03:37.841" v="88" actId="478"/>
          <ac:grpSpMkLst>
            <pc:docMk/>
            <pc:sldMk cId="1846679134" sldId="389"/>
            <ac:grpSpMk id="5" creationId="{B7A7E829-8243-8A70-386A-547E2ACFFC1E}"/>
          </ac:grpSpMkLst>
        </pc:grpChg>
      </pc:sldChg>
      <pc:sldChg chg="del">
        <pc:chgData name="shilpi gupta" userId="5ce4f23861899b28" providerId="LiveId" clId="{27ABDDE1-77CA-4F2B-93A7-F4632790F2E1}" dt="2024-07-04T05:51:20.561" v="2722" actId="47"/>
        <pc:sldMkLst>
          <pc:docMk/>
          <pc:sldMk cId="735820354" sldId="390"/>
        </pc:sldMkLst>
      </pc:sldChg>
      <pc:sldChg chg="del">
        <pc:chgData name="shilpi gupta" userId="5ce4f23861899b28" providerId="LiveId" clId="{27ABDDE1-77CA-4F2B-93A7-F4632790F2E1}" dt="2024-07-04T05:51:22.334" v="2723" actId="47"/>
        <pc:sldMkLst>
          <pc:docMk/>
          <pc:sldMk cId="695999533" sldId="391"/>
        </pc:sldMkLst>
      </pc:sldChg>
      <pc:sldChg chg="del">
        <pc:chgData name="shilpi gupta" userId="5ce4f23861899b28" providerId="LiveId" clId="{27ABDDE1-77CA-4F2B-93A7-F4632790F2E1}" dt="2024-07-04T05:51:22.821" v="2724" actId="47"/>
        <pc:sldMkLst>
          <pc:docMk/>
          <pc:sldMk cId="1359862533" sldId="392"/>
        </pc:sldMkLst>
      </pc:sldChg>
      <pc:sldChg chg="del">
        <pc:chgData name="shilpi gupta" userId="5ce4f23861899b28" providerId="LiveId" clId="{27ABDDE1-77CA-4F2B-93A7-F4632790F2E1}" dt="2024-07-04T05:51:23.991" v="2726" actId="47"/>
        <pc:sldMkLst>
          <pc:docMk/>
          <pc:sldMk cId="3756879363" sldId="393"/>
        </pc:sldMkLst>
      </pc:sldChg>
      <pc:sldChg chg="del">
        <pc:chgData name="shilpi gupta" userId="5ce4f23861899b28" providerId="LiveId" clId="{27ABDDE1-77CA-4F2B-93A7-F4632790F2E1}" dt="2024-07-04T05:51:24.498" v="2727" actId="47"/>
        <pc:sldMkLst>
          <pc:docMk/>
          <pc:sldMk cId="1783019135" sldId="394"/>
        </pc:sldMkLst>
      </pc:sldChg>
      <pc:sldChg chg="del">
        <pc:chgData name="shilpi gupta" userId="5ce4f23861899b28" providerId="LiveId" clId="{27ABDDE1-77CA-4F2B-93A7-F4632790F2E1}" dt="2024-07-04T05:51:25.069" v="2728" actId="47"/>
        <pc:sldMkLst>
          <pc:docMk/>
          <pc:sldMk cId="3323151498" sldId="395"/>
        </pc:sldMkLst>
      </pc:sldChg>
      <pc:sldChg chg="del">
        <pc:chgData name="shilpi gupta" userId="5ce4f23861899b28" providerId="LiveId" clId="{27ABDDE1-77CA-4F2B-93A7-F4632790F2E1}" dt="2024-07-04T05:51:25.845" v="2730" actId="47"/>
        <pc:sldMkLst>
          <pc:docMk/>
          <pc:sldMk cId="3392727057" sldId="396"/>
        </pc:sldMkLst>
      </pc:sldChg>
      <pc:sldChg chg="del">
        <pc:chgData name="shilpi gupta" userId="5ce4f23861899b28" providerId="LiveId" clId="{27ABDDE1-77CA-4F2B-93A7-F4632790F2E1}" dt="2024-07-04T05:51:23.378" v="2725" actId="47"/>
        <pc:sldMkLst>
          <pc:docMk/>
          <pc:sldMk cId="3028868525" sldId="397"/>
        </pc:sldMkLst>
      </pc:sldChg>
      <pc:sldChg chg="del">
        <pc:chgData name="shilpi gupta" userId="5ce4f23861899b28" providerId="LiveId" clId="{27ABDDE1-77CA-4F2B-93A7-F4632790F2E1}" dt="2024-07-04T05:51:25.449" v="2729" actId="47"/>
        <pc:sldMkLst>
          <pc:docMk/>
          <pc:sldMk cId="4225241280" sldId="398"/>
        </pc:sldMkLst>
      </pc:sldChg>
      <pc:sldChg chg="del">
        <pc:chgData name="shilpi gupta" userId="5ce4f23861899b28" providerId="LiveId" clId="{27ABDDE1-77CA-4F2B-93A7-F4632790F2E1}" dt="2024-07-04T05:51:26.192" v="2731" actId="47"/>
        <pc:sldMkLst>
          <pc:docMk/>
          <pc:sldMk cId="793135350" sldId="399"/>
        </pc:sldMkLst>
      </pc:sldChg>
      <pc:sldChg chg="del">
        <pc:chgData name="shilpi gupta" userId="5ce4f23861899b28" providerId="LiveId" clId="{27ABDDE1-77CA-4F2B-93A7-F4632790F2E1}" dt="2024-07-04T05:51:26.588" v="2732" actId="47"/>
        <pc:sldMkLst>
          <pc:docMk/>
          <pc:sldMk cId="3885575790" sldId="400"/>
        </pc:sldMkLst>
      </pc:sldChg>
      <pc:sldChg chg="del">
        <pc:chgData name="shilpi gupta" userId="5ce4f23861899b28" providerId="LiveId" clId="{27ABDDE1-77CA-4F2B-93A7-F4632790F2E1}" dt="2024-07-04T05:51:27.084" v="2734" actId="47"/>
        <pc:sldMkLst>
          <pc:docMk/>
          <pc:sldMk cId="3573395298" sldId="401"/>
        </pc:sldMkLst>
      </pc:sldChg>
      <pc:sldChg chg="del">
        <pc:chgData name="shilpi gupta" userId="5ce4f23861899b28" providerId="LiveId" clId="{27ABDDE1-77CA-4F2B-93A7-F4632790F2E1}" dt="2024-07-04T05:51:27.363" v="2735" actId="47"/>
        <pc:sldMkLst>
          <pc:docMk/>
          <pc:sldMk cId="1359120024" sldId="402"/>
        </pc:sldMkLst>
      </pc:sldChg>
      <pc:sldChg chg="del">
        <pc:chgData name="shilpi gupta" userId="5ce4f23861899b28" providerId="LiveId" clId="{27ABDDE1-77CA-4F2B-93A7-F4632790F2E1}" dt="2024-07-04T05:51:28.959" v="2740" actId="47"/>
        <pc:sldMkLst>
          <pc:docMk/>
          <pc:sldMk cId="4255904878" sldId="403"/>
        </pc:sldMkLst>
      </pc:sldChg>
      <pc:sldChg chg="del">
        <pc:chgData name="shilpi gupta" userId="5ce4f23861899b28" providerId="LiveId" clId="{27ABDDE1-77CA-4F2B-93A7-F4632790F2E1}" dt="2024-07-04T05:51:27.635" v="2736" actId="47"/>
        <pc:sldMkLst>
          <pc:docMk/>
          <pc:sldMk cId="536366573" sldId="404"/>
        </pc:sldMkLst>
      </pc:sldChg>
      <pc:sldChg chg="del">
        <pc:chgData name="shilpi gupta" userId="5ce4f23861899b28" providerId="LiveId" clId="{27ABDDE1-77CA-4F2B-93A7-F4632790F2E1}" dt="2024-07-04T05:51:28.660" v="2739" actId="47"/>
        <pc:sldMkLst>
          <pc:docMk/>
          <pc:sldMk cId="800292098" sldId="405"/>
        </pc:sldMkLst>
      </pc:sldChg>
      <pc:sldChg chg="del">
        <pc:chgData name="shilpi gupta" userId="5ce4f23861899b28" providerId="LiveId" clId="{27ABDDE1-77CA-4F2B-93A7-F4632790F2E1}" dt="2024-07-04T05:51:27.886" v="2737" actId="47"/>
        <pc:sldMkLst>
          <pc:docMk/>
          <pc:sldMk cId="3154168863" sldId="406"/>
        </pc:sldMkLst>
      </pc:sldChg>
      <pc:sldChg chg="del">
        <pc:chgData name="shilpi gupta" userId="5ce4f23861899b28" providerId="LiveId" clId="{27ABDDE1-77CA-4F2B-93A7-F4632790F2E1}" dt="2024-07-04T05:51:28.107" v="2738" actId="47"/>
        <pc:sldMkLst>
          <pc:docMk/>
          <pc:sldMk cId="3315944715" sldId="407"/>
        </pc:sldMkLst>
      </pc:sldChg>
      <pc:sldChg chg="del">
        <pc:chgData name="shilpi gupta" userId="5ce4f23861899b28" providerId="LiveId" clId="{27ABDDE1-77CA-4F2B-93A7-F4632790F2E1}" dt="2024-07-04T05:51:26.840" v="2733" actId="47"/>
        <pc:sldMkLst>
          <pc:docMk/>
          <pc:sldMk cId="1650859253" sldId="408"/>
        </pc:sldMkLst>
      </pc:sldChg>
      <pc:sldChg chg="addSp modSp new mod">
        <pc:chgData name="shilpi gupta" userId="5ce4f23861899b28" providerId="LiveId" clId="{27ABDDE1-77CA-4F2B-93A7-F4632790F2E1}" dt="2024-07-04T05:54:52.576" v="2959" actId="1076"/>
        <pc:sldMkLst>
          <pc:docMk/>
          <pc:sldMk cId="2813677158" sldId="409"/>
        </pc:sldMkLst>
        <pc:spChg chg="mod">
          <ac:chgData name="shilpi gupta" userId="5ce4f23861899b28" providerId="LiveId" clId="{27ABDDE1-77CA-4F2B-93A7-F4632790F2E1}" dt="2024-07-04T05:54:36.999" v="2955" actId="579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27ABDDE1-77CA-4F2B-93A7-F4632790F2E1}" dt="2024-07-04T05:54:07.437" v="2918" actId="20577"/>
          <ac:spMkLst>
            <pc:docMk/>
            <pc:sldMk cId="2813677158" sldId="409"/>
            <ac:spMk id="3" creationId="{3453CE05-7A5A-D64E-1F0A-0C4C15BAB0A5}"/>
          </ac:spMkLst>
        </pc:spChg>
        <pc:spChg chg="add mod">
          <ac:chgData name="shilpi gupta" userId="5ce4f23861899b28" providerId="LiveId" clId="{27ABDDE1-77CA-4F2B-93A7-F4632790F2E1}" dt="2024-07-04T05:54:46.400" v="2957" actId="1076"/>
          <ac:spMkLst>
            <pc:docMk/>
            <pc:sldMk cId="2813677158" sldId="409"/>
            <ac:spMk id="4" creationId="{F01999D4-A4E8-B256-735A-5BF59F202930}"/>
          </ac:spMkLst>
        </pc:spChg>
        <pc:spChg chg="add mod">
          <ac:chgData name="shilpi gupta" userId="5ce4f23861899b28" providerId="LiveId" clId="{27ABDDE1-77CA-4F2B-93A7-F4632790F2E1}" dt="2024-07-04T05:54:44.464" v="2956" actId="1076"/>
          <ac:spMkLst>
            <pc:docMk/>
            <pc:sldMk cId="2813677158" sldId="409"/>
            <ac:spMk id="5" creationId="{373BC412-94C1-95C2-0788-070F52977BCD}"/>
          </ac:spMkLst>
        </pc:spChg>
        <pc:spChg chg="add mod">
          <ac:chgData name="shilpi gupta" userId="5ce4f23861899b28" providerId="LiveId" clId="{27ABDDE1-77CA-4F2B-93A7-F4632790F2E1}" dt="2024-07-04T05:54:52.576" v="2959" actId="1076"/>
          <ac:spMkLst>
            <pc:docMk/>
            <pc:sldMk cId="2813677158" sldId="409"/>
            <ac:spMk id="6" creationId="{D9D8CF38-F322-E0EB-4483-02F9429223BA}"/>
          </ac:spMkLst>
        </pc:spChg>
        <pc:spChg chg="add mod">
          <ac:chgData name="shilpi gupta" userId="5ce4f23861899b28" providerId="LiveId" clId="{27ABDDE1-77CA-4F2B-93A7-F4632790F2E1}" dt="2024-07-04T05:54:50.186" v="2958" actId="1076"/>
          <ac:spMkLst>
            <pc:docMk/>
            <pc:sldMk cId="2813677158" sldId="409"/>
            <ac:spMk id="7" creationId="{6CFB534E-3873-C4C8-B763-F4CD7CE6BA30}"/>
          </ac:spMkLst>
        </pc:spChg>
      </pc:sldChg>
      <pc:sldChg chg="addSp delSp modSp new mod">
        <pc:chgData name="shilpi gupta" userId="5ce4f23861899b28" providerId="LiveId" clId="{27ABDDE1-77CA-4F2B-93A7-F4632790F2E1}" dt="2024-07-04T05:52:30.758" v="2802" actId="1076"/>
        <pc:sldMkLst>
          <pc:docMk/>
          <pc:sldMk cId="166562318" sldId="410"/>
        </pc:sldMkLst>
        <pc:spChg chg="del">
          <ac:chgData name="shilpi gupta" userId="5ce4f23861899b28" providerId="LiveId" clId="{27ABDDE1-77CA-4F2B-93A7-F4632790F2E1}" dt="2024-07-03T16:18:16.203" v="260" actId="3680"/>
          <ac:spMkLst>
            <pc:docMk/>
            <pc:sldMk cId="166562318" sldId="410"/>
            <ac:spMk id="2" creationId="{E1F1BA01-C677-479E-434E-1D0D5BA2C615}"/>
          </ac:spMkLst>
        </pc:spChg>
        <pc:spChg chg="mod">
          <ac:chgData name="shilpi gupta" userId="5ce4f23861899b28" providerId="LiveId" clId="{27ABDDE1-77CA-4F2B-93A7-F4632790F2E1}" dt="2024-07-04T05:52:30.758" v="2802" actId="1076"/>
          <ac:spMkLst>
            <pc:docMk/>
            <pc:sldMk cId="166562318" sldId="410"/>
            <ac:spMk id="3" creationId="{DBC3005A-3112-222E-54B2-E144DF3402A4}"/>
          </ac:spMkLst>
        </pc:spChg>
        <pc:graphicFrameChg chg="add mod ord modGraphic">
          <ac:chgData name="shilpi gupta" userId="5ce4f23861899b28" providerId="LiveId" clId="{27ABDDE1-77CA-4F2B-93A7-F4632790F2E1}" dt="2024-07-03T16:19:35.970" v="326" actId="1076"/>
          <ac:graphicFrameMkLst>
            <pc:docMk/>
            <pc:sldMk cId="166562318" sldId="410"/>
            <ac:graphicFrameMk id="4" creationId="{DFF4567E-207A-66C6-C1B4-39282DF6E74F}"/>
          </ac:graphicFrameMkLst>
        </pc:graphicFrameChg>
        <pc:graphicFrameChg chg="add mod modGraphic">
          <ac:chgData name="shilpi gupta" userId="5ce4f23861899b28" providerId="LiveId" clId="{27ABDDE1-77CA-4F2B-93A7-F4632790F2E1}" dt="2024-07-03T16:20:50.994" v="348" actId="20577"/>
          <ac:graphicFrameMkLst>
            <pc:docMk/>
            <pc:sldMk cId="166562318" sldId="410"/>
            <ac:graphicFrameMk id="5" creationId="{2881E4B3-F26F-8CA8-A0E6-7F400BB83B21}"/>
          </ac:graphicFrameMkLst>
        </pc:graphicFrameChg>
        <pc:graphicFrameChg chg="add mod modGraphic">
          <ac:chgData name="shilpi gupta" userId="5ce4f23861899b28" providerId="LiveId" clId="{27ABDDE1-77CA-4F2B-93A7-F4632790F2E1}" dt="2024-07-03T16:20:57.404" v="357" actId="20577"/>
          <ac:graphicFrameMkLst>
            <pc:docMk/>
            <pc:sldMk cId="166562318" sldId="410"/>
            <ac:graphicFrameMk id="6" creationId="{A7D91E19-5380-6DC2-68EA-D931206D757F}"/>
          </ac:graphicFrameMkLst>
        </pc:graphicFrameChg>
        <pc:graphicFrameChg chg="add mod modGraphic">
          <ac:chgData name="shilpi gupta" userId="5ce4f23861899b28" providerId="LiveId" clId="{27ABDDE1-77CA-4F2B-93A7-F4632790F2E1}" dt="2024-07-03T16:24:56.331" v="386" actId="20577"/>
          <ac:graphicFrameMkLst>
            <pc:docMk/>
            <pc:sldMk cId="166562318" sldId="410"/>
            <ac:graphicFrameMk id="7" creationId="{774DAE81-90EE-80BD-48B4-4CCA5ED2C850}"/>
          </ac:graphicFrameMkLst>
        </pc:graphicFrameChg>
      </pc:sldChg>
      <pc:sldChg chg="addSp delSp modSp new mod">
        <pc:chgData name="shilpi gupta" userId="5ce4f23861899b28" providerId="LiveId" clId="{27ABDDE1-77CA-4F2B-93A7-F4632790F2E1}" dt="2024-07-04T05:09:23.547" v="2128" actId="20577"/>
        <pc:sldMkLst>
          <pc:docMk/>
          <pc:sldMk cId="2063079179" sldId="411"/>
        </pc:sldMkLst>
        <pc:spChg chg="del mod">
          <ac:chgData name="shilpi gupta" userId="5ce4f23861899b28" providerId="LiveId" clId="{27ABDDE1-77CA-4F2B-93A7-F4632790F2E1}" dt="2024-07-03T16:29:54.641" v="391" actId="478"/>
          <ac:spMkLst>
            <pc:docMk/>
            <pc:sldMk cId="2063079179" sldId="411"/>
            <ac:spMk id="2" creationId="{72CD6A8D-C6BA-BF0F-AE2D-9C857BB45FF8}"/>
          </ac:spMkLst>
        </pc:spChg>
        <pc:spChg chg="mod">
          <ac:chgData name="shilpi gupta" userId="5ce4f23861899b28" providerId="LiveId" clId="{27ABDDE1-77CA-4F2B-93A7-F4632790F2E1}" dt="2024-07-04T05:09:23.547" v="2128" actId="20577"/>
          <ac:spMkLst>
            <pc:docMk/>
            <pc:sldMk cId="2063079179" sldId="411"/>
            <ac:spMk id="3" creationId="{CD6FDE1D-9514-5569-C613-229800993DDB}"/>
          </ac:spMkLst>
        </pc:spChg>
        <pc:graphicFrameChg chg="add mod modGraphic">
          <ac:chgData name="shilpi gupta" userId="5ce4f23861899b28" providerId="LiveId" clId="{27ABDDE1-77CA-4F2B-93A7-F4632790F2E1}" dt="2024-07-03T16:31:43.198" v="403" actId="20577"/>
          <ac:graphicFrameMkLst>
            <pc:docMk/>
            <pc:sldMk cId="2063079179" sldId="411"/>
            <ac:graphicFrameMk id="4" creationId="{BF83D06D-68C4-F577-A500-1BB8A1F5D4F6}"/>
          </ac:graphicFrameMkLst>
        </pc:graphicFrameChg>
        <pc:graphicFrameChg chg="add mod modGraphic">
          <ac:chgData name="shilpi gupta" userId="5ce4f23861899b28" providerId="LiveId" clId="{27ABDDE1-77CA-4F2B-93A7-F4632790F2E1}" dt="2024-07-03T16:31:54.905" v="404" actId="20577"/>
          <ac:graphicFrameMkLst>
            <pc:docMk/>
            <pc:sldMk cId="2063079179" sldId="411"/>
            <ac:graphicFrameMk id="5" creationId="{583842A7-C80D-D0B7-FB43-7E433CF86C14}"/>
          </ac:graphicFrameMkLst>
        </pc:graphicFrameChg>
        <pc:graphicFrameChg chg="add mod modGraphic">
          <ac:chgData name="shilpi gupta" userId="5ce4f23861899b28" providerId="LiveId" clId="{27ABDDE1-77CA-4F2B-93A7-F4632790F2E1}" dt="2024-07-03T16:32:00.087" v="419" actId="20577"/>
          <ac:graphicFrameMkLst>
            <pc:docMk/>
            <pc:sldMk cId="2063079179" sldId="411"/>
            <ac:graphicFrameMk id="6" creationId="{503F7B02-3F85-089D-B1EF-BADB64935443}"/>
          </ac:graphicFrameMkLst>
        </pc:graphicFrameChg>
        <pc:graphicFrameChg chg="add mod modGraphic">
          <ac:chgData name="shilpi gupta" userId="5ce4f23861899b28" providerId="LiveId" clId="{27ABDDE1-77CA-4F2B-93A7-F4632790F2E1}" dt="2024-07-03T16:33:58.866" v="434" actId="20577"/>
          <ac:graphicFrameMkLst>
            <pc:docMk/>
            <pc:sldMk cId="2063079179" sldId="411"/>
            <ac:graphicFrameMk id="7" creationId="{FF0128B8-232C-8ED8-BCB5-715032054CF8}"/>
          </ac:graphicFrameMkLst>
        </pc:graphicFrameChg>
      </pc:sldChg>
      <pc:sldChg chg="addSp modSp new mod">
        <pc:chgData name="shilpi gupta" userId="5ce4f23861899b28" providerId="LiveId" clId="{27ABDDE1-77CA-4F2B-93A7-F4632790F2E1}" dt="2024-07-04T05:10:36.367" v="2165" actId="20577"/>
        <pc:sldMkLst>
          <pc:docMk/>
          <pc:sldMk cId="3614777971" sldId="412"/>
        </pc:sldMkLst>
        <pc:spChg chg="mod">
          <ac:chgData name="shilpi gupta" userId="5ce4f23861899b28" providerId="LiveId" clId="{27ABDDE1-77CA-4F2B-93A7-F4632790F2E1}" dt="2024-07-03T16:44:59.689" v="610" actId="20577"/>
          <ac:spMkLst>
            <pc:docMk/>
            <pc:sldMk cId="3614777971" sldId="412"/>
            <ac:spMk id="2" creationId="{F2AE5E32-7AB8-F257-876E-4D71A1E27903}"/>
          </ac:spMkLst>
        </pc:spChg>
        <pc:spChg chg="mod">
          <ac:chgData name="shilpi gupta" userId="5ce4f23861899b28" providerId="LiveId" clId="{27ABDDE1-77CA-4F2B-93A7-F4632790F2E1}" dt="2024-07-03T16:46:52.773" v="611" actId="20577"/>
          <ac:spMkLst>
            <pc:docMk/>
            <pc:sldMk cId="3614777971" sldId="412"/>
            <ac:spMk id="3" creationId="{8A8203CB-987E-6009-7C14-E486D09CEB6F}"/>
          </ac:spMkLst>
        </pc:spChg>
        <pc:spChg chg="add mod">
          <ac:chgData name="shilpi gupta" userId="5ce4f23861899b28" providerId="LiveId" clId="{27ABDDE1-77CA-4F2B-93A7-F4632790F2E1}" dt="2024-07-04T05:10:36.367" v="2165" actId="20577"/>
          <ac:spMkLst>
            <pc:docMk/>
            <pc:sldMk cId="3614777971" sldId="412"/>
            <ac:spMk id="4" creationId="{65ABADB1-89FA-45CA-B8D1-B250ABC5D327}"/>
          </ac:spMkLst>
        </pc:spChg>
      </pc:sldChg>
      <pc:sldChg chg="modSp new mod">
        <pc:chgData name="shilpi gupta" userId="5ce4f23861899b28" providerId="LiveId" clId="{27ABDDE1-77CA-4F2B-93A7-F4632790F2E1}" dt="2024-07-04T05:10:20.881" v="2160" actId="20577"/>
        <pc:sldMkLst>
          <pc:docMk/>
          <pc:sldMk cId="1038916553" sldId="413"/>
        </pc:sldMkLst>
        <pc:spChg chg="mod">
          <ac:chgData name="shilpi gupta" userId="5ce4f23861899b28" providerId="LiveId" clId="{27ABDDE1-77CA-4F2B-93A7-F4632790F2E1}" dt="2024-07-03T16:55:36.634" v="758" actId="20577"/>
          <ac:spMkLst>
            <pc:docMk/>
            <pc:sldMk cId="1038916553" sldId="413"/>
            <ac:spMk id="2" creationId="{24B8673D-970A-B2B3-4A8D-10B6D90F47DE}"/>
          </ac:spMkLst>
        </pc:spChg>
        <pc:spChg chg="mod">
          <ac:chgData name="shilpi gupta" userId="5ce4f23861899b28" providerId="LiveId" clId="{27ABDDE1-77CA-4F2B-93A7-F4632790F2E1}" dt="2024-07-04T05:10:20.881" v="2160" actId="20577"/>
          <ac:spMkLst>
            <pc:docMk/>
            <pc:sldMk cId="1038916553" sldId="413"/>
            <ac:spMk id="3" creationId="{4B5E310C-8C23-5EF2-1850-0104C7CA3FC9}"/>
          </ac:spMkLst>
        </pc:spChg>
      </pc:sldChg>
      <pc:sldChg chg="modSp new mod">
        <pc:chgData name="shilpi gupta" userId="5ce4f23861899b28" providerId="LiveId" clId="{27ABDDE1-77CA-4F2B-93A7-F4632790F2E1}" dt="2024-07-04T05:38:35.702" v="2504" actId="20577"/>
        <pc:sldMkLst>
          <pc:docMk/>
          <pc:sldMk cId="4265711643" sldId="414"/>
        </pc:sldMkLst>
        <pc:spChg chg="mod">
          <ac:chgData name="shilpi gupta" userId="5ce4f23861899b28" providerId="LiveId" clId="{27ABDDE1-77CA-4F2B-93A7-F4632790F2E1}" dt="2024-07-04T05:38:35.702" v="2504" actId="20577"/>
          <ac:spMkLst>
            <pc:docMk/>
            <pc:sldMk cId="4265711643" sldId="414"/>
            <ac:spMk id="2" creationId="{2338B7E6-6DE1-3374-D4E1-F9E81FCABA97}"/>
          </ac:spMkLst>
        </pc:spChg>
        <pc:spChg chg="mod">
          <ac:chgData name="shilpi gupta" userId="5ce4f23861899b28" providerId="LiveId" clId="{27ABDDE1-77CA-4F2B-93A7-F4632790F2E1}" dt="2024-07-04T05:17:36.905" v="2203" actId="20577"/>
          <ac:spMkLst>
            <pc:docMk/>
            <pc:sldMk cId="4265711643" sldId="414"/>
            <ac:spMk id="3" creationId="{818AC95D-C364-8E9C-1D64-6751F1A911C8}"/>
          </ac:spMkLst>
        </pc:spChg>
      </pc:sldChg>
      <pc:sldChg chg="modSp new mod">
        <pc:chgData name="shilpi gupta" userId="5ce4f23861899b28" providerId="LiveId" clId="{27ABDDE1-77CA-4F2B-93A7-F4632790F2E1}" dt="2024-07-04T05:19:31.058" v="2237" actId="20577"/>
        <pc:sldMkLst>
          <pc:docMk/>
          <pc:sldMk cId="2756897544" sldId="415"/>
        </pc:sldMkLst>
        <pc:spChg chg="mod">
          <ac:chgData name="shilpi gupta" userId="5ce4f23861899b28" providerId="LiveId" clId="{27ABDDE1-77CA-4F2B-93A7-F4632790F2E1}" dt="2024-07-03T17:16:52.223" v="1038" actId="20577"/>
          <ac:spMkLst>
            <pc:docMk/>
            <pc:sldMk cId="2756897544" sldId="415"/>
            <ac:spMk id="2" creationId="{D00029E4-589A-A8BB-BBCF-F10E6B69B116}"/>
          </ac:spMkLst>
        </pc:spChg>
        <pc:spChg chg="mod">
          <ac:chgData name="shilpi gupta" userId="5ce4f23861899b28" providerId="LiveId" clId="{27ABDDE1-77CA-4F2B-93A7-F4632790F2E1}" dt="2024-07-04T05:19:31.058" v="2237" actId="20577"/>
          <ac:spMkLst>
            <pc:docMk/>
            <pc:sldMk cId="2756897544" sldId="415"/>
            <ac:spMk id="3" creationId="{2F3ED93C-4ECE-5B39-4961-DD02E600110F}"/>
          </ac:spMkLst>
        </pc:spChg>
      </pc:sldChg>
      <pc:sldChg chg="modSp new mod">
        <pc:chgData name="shilpi gupta" userId="5ce4f23861899b28" providerId="LiveId" clId="{27ABDDE1-77CA-4F2B-93A7-F4632790F2E1}" dt="2024-07-04T05:19:49.449" v="2263" actId="20577"/>
        <pc:sldMkLst>
          <pc:docMk/>
          <pc:sldMk cId="3648844078" sldId="416"/>
        </pc:sldMkLst>
        <pc:spChg chg="mod">
          <ac:chgData name="shilpi gupta" userId="5ce4f23861899b28" providerId="LiveId" clId="{27ABDDE1-77CA-4F2B-93A7-F4632790F2E1}" dt="2024-07-03T17:28:00.332" v="1246" actId="20577"/>
          <ac:spMkLst>
            <pc:docMk/>
            <pc:sldMk cId="3648844078" sldId="416"/>
            <ac:spMk id="2" creationId="{590A77BD-B0A8-2D64-C3DA-6FED567CD14B}"/>
          </ac:spMkLst>
        </pc:spChg>
        <pc:spChg chg="mod">
          <ac:chgData name="shilpi gupta" userId="5ce4f23861899b28" providerId="LiveId" clId="{27ABDDE1-77CA-4F2B-93A7-F4632790F2E1}" dt="2024-07-04T05:19:49.449" v="2263" actId="20577"/>
          <ac:spMkLst>
            <pc:docMk/>
            <pc:sldMk cId="3648844078" sldId="416"/>
            <ac:spMk id="3" creationId="{060D6D0F-1801-5417-EEB5-0A8605F428E4}"/>
          </ac:spMkLst>
        </pc:spChg>
      </pc:sldChg>
      <pc:sldChg chg="modSp new mod">
        <pc:chgData name="shilpi gupta" userId="5ce4f23861899b28" providerId="LiveId" clId="{27ABDDE1-77CA-4F2B-93A7-F4632790F2E1}" dt="2024-07-04T05:20:04.489" v="2290" actId="20577"/>
        <pc:sldMkLst>
          <pc:docMk/>
          <pc:sldMk cId="2536853033" sldId="417"/>
        </pc:sldMkLst>
        <pc:spChg chg="mod">
          <ac:chgData name="shilpi gupta" userId="5ce4f23861899b28" providerId="LiveId" clId="{27ABDDE1-77CA-4F2B-93A7-F4632790F2E1}" dt="2024-07-03T17:31:42.015" v="1421" actId="20577"/>
          <ac:spMkLst>
            <pc:docMk/>
            <pc:sldMk cId="2536853033" sldId="417"/>
            <ac:spMk id="2" creationId="{664FBD1D-E47D-7E76-20AC-A6596A82740B}"/>
          </ac:spMkLst>
        </pc:spChg>
        <pc:spChg chg="mod">
          <ac:chgData name="shilpi gupta" userId="5ce4f23861899b28" providerId="LiveId" clId="{27ABDDE1-77CA-4F2B-93A7-F4632790F2E1}" dt="2024-07-04T05:20:04.489" v="2290" actId="20577"/>
          <ac:spMkLst>
            <pc:docMk/>
            <pc:sldMk cId="2536853033" sldId="417"/>
            <ac:spMk id="3" creationId="{16F614B2-2794-B382-28B0-198873AB0FB6}"/>
          </ac:spMkLst>
        </pc:spChg>
      </pc:sldChg>
      <pc:sldChg chg="addSp delSp modSp new mod">
        <pc:chgData name="shilpi gupta" userId="5ce4f23861899b28" providerId="LiveId" clId="{27ABDDE1-77CA-4F2B-93A7-F4632790F2E1}" dt="2024-07-03T17:40:18.947" v="1650" actId="20577"/>
        <pc:sldMkLst>
          <pc:docMk/>
          <pc:sldMk cId="4291185242" sldId="418"/>
        </pc:sldMkLst>
        <pc:spChg chg="del">
          <ac:chgData name="shilpi gupta" userId="5ce4f23861899b28" providerId="LiveId" clId="{27ABDDE1-77CA-4F2B-93A7-F4632790F2E1}" dt="2024-07-03T17:33:34.047" v="1423" actId="3680"/>
          <ac:spMkLst>
            <pc:docMk/>
            <pc:sldMk cId="4291185242" sldId="418"/>
            <ac:spMk id="2" creationId="{F1B8CBFB-FEB5-7C66-2574-7AEB216B965D}"/>
          </ac:spMkLst>
        </pc:spChg>
        <pc:spChg chg="mod">
          <ac:chgData name="shilpi gupta" userId="5ce4f23861899b28" providerId="LiveId" clId="{27ABDDE1-77CA-4F2B-93A7-F4632790F2E1}" dt="2024-07-03T17:40:18.947" v="1650" actId="20577"/>
          <ac:spMkLst>
            <pc:docMk/>
            <pc:sldMk cId="4291185242" sldId="418"/>
            <ac:spMk id="3" creationId="{D96F76AA-9380-7B79-333C-9B465AE55388}"/>
          </ac:spMkLst>
        </pc:spChg>
        <pc:graphicFrameChg chg="add mod ord modGraphic">
          <ac:chgData name="shilpi gupta" userId="5ce4f23861899b28" providerId="LiveId" clId="{27ABDDE1-77CA-4F2B-93A7-F4632790F2E1}" dt="2024-07-03T17:40:10.863" v="1639" actId="1076"/>
          <ac:graphicFrameMkLst>
            <pc:docMk/>
            <pc:sldMk cId="4291185242" sldId="418"/>
            <ac:graphicFrameMk id="4" creationId="{0E0F0314-393A-65DA-08A7-5F858FAED210}"/>
          </ac:graphicFrameMkLst>
        </pc:graphicFrameChg>
        <pc:graphicFrameChg chg="add mod modGraphic">
          <ac:chgData name="shilpi gupta" userId="5ce4f23861899b28" providerId="LiveId" clId="{27ABDDE1-77CA-4F2B-93A7-F4632790F2E1}" dt="2024-07-03T17:40:06.823" v="1638" actId="1076"/>
          <ac:graphicFrameMkLst>
            <pc:docMk/>
            <pc:sldMk cId="4291185242" sldId="418"/>
            <ac:graphicFrameMk id="5" creationId="{243F984E-FD3E-94F4-F0DF-78C1BD5F00E2}"/>
          </ac:graphicFrameMkLst>
        </pc:graphicFrameChg>
      </pc:sldChg>
      <pc:sldChg chg="modSp new mod">
        <pc:chgData name="shilpi gupta" userId="5ce4f23861899b28" providerId="LiveId" clId="{27ABDDE1-77CA-4F2B-93A7-F4632790F2E1}" dt="2024-07-04T05:51:08.559" v="2721" actId="14100"/>
        <pc:sldMkLst>
          <pc:docMk/>
          <pc:sldMk cId="2335677432" sldId="419"/>
        </pc:sldMkLst>
        <pc:spChg chg="mod">
          <ac:chgData name="shilpi gupta" userId="5ce4f23861899b28" providerId="LiveId" clId="{27ABDDE1-77CA-4F2B-93A7-F4632790F2E1}" dt="2024-07-04T05:51:03.793" v="2720" actId="404"/>
          <ac:spMkLst>
            <pc:docMk/>
            <pc:sldMk cId="2335677432" sldId="419"/>
            <ac:spMk id="2" creationId="{919BD33D-7A88-DBA3-C168-7761527D9B78}"/>
          </ac:spMkLst>
        </pc:spChg>
        <pc:spChg chg="mod">
          <ac:chgData name="shilpi gupta" userId="5ce4f23861899b28" providerId="LiveId" clId="{27ABDDE1-77CA-4F2B-93A7-F4632790F2E1}" dt="2024-07-04T05:51:08.559" v="2721" actId="14100"/>
          <ac:spMkLst>
            <pc:docMk/>
            <pc:sldMk cId="2335677432" sldId="419"/>
            <ac:spMk id="3" creationId="{952CA2E8-D430-A526-0A89-ED1A597E39FB}"/>
          </ac:spMkLst>
        </pc:spChg>
      </pc:sldChg>
      <pc:sldChg chg="modSp new mod">
        <pc:chgData name="shilpi gupta" userId="5ce4f23861899b28" providerId="LiveId" clId="{27ABDDE1-77CA-4F2B-93A7-F4632790F2E1}" dt="2024-07-03T17:46:06.293" v="1911" actId="20577"/>
        <pc:sldMkLst>
          <pc:docMk/>
          <pc:sldMk cId="3987542283" sldId="420"/>
        </pc:sldMkLst>
        <pc:spChg chg="mod">
          <ac:chgData name="shilpi gupta" userId="5ce4f23861899b28" providerId="LiveId" clId="{27ABDDE1-77CA-4F2B-93A7-F4632790F2E1}" dt="2024-07-03T17:46:06.293" v="1911" actId="20577"/>
          <ac:spMkLst>
            <pc:docMk/>
            <pc:sldMk cId="3987542283" sldId="420"/>
            <ac:spMk id="2" creationId="{3C3A8464-1C6C-D3B1-9FFA-A6D96E0274ED}"/>
          </ac:spMkLst>
        </pc:spChg>
        <pc:spChg chg="mod">
          <ac:chgData name="shilpi gupta" userId="5ce4f23861899b28" providerId="LiveId" clId="{27ABDDE1-77CA-4F2B-93A7-F4632790F2E1}" dt="2024-07-03T17:44:52.041" v="1808" actId="20577"/>
          <ac:spMkLst>
            <pc:docMk/>
            <pc:sldMk cId="3987542283" sldId="420"/>
            <ac:spMk id="3" creationId="{79B5C0C0-92A8-12D7-9A2E-04D670D016E7}"/>
          </ac:spMkLst>
        </pc:spChg>
      </pc:sldChg>
      <pc:sldChg chg="modSp new mod">
        <pc:chgData name="shilpi gupta" userId="5ce4f23861899b28" providerId="LiveId" clId="{27ABDDE1-77CA-4F2B-93A7-F4632790F2E1}" dt="2024-07-04T05:20:54.887" v="2308" actId="20577"/>
        <pc:sldMkLst>
          <pc:docMk/>
          <pc:sldMk cId="3262915207" sldId="421"/>
        </pc:sldMkLst>
        <pc:spChg chg="mod">
          <ac:chgData name="shilpi gupta" userId="5ce4f23861899b28" providerId="LiveId" clId="{27ABDDE1-77CA-4F2B-93A7-F4632790F2E1}" dt="2024-07-03T17:50:57.295" v="2066" actId="20577"/>
          <ac:spMkLst>
            <pc:docMk/>
            <pc:sldMk cId="3262915207" sldId="421"/>
            <ac:spMk id="2" creationId="{10489D67-C2F5-E678-D204-669C0AADFA9C}"/>
          </ac:spMkLst>
        </pc:spChg>
        <pc:spChg chg="mod">
          <ac:chgData name="shilpi gupta" userId="5ce4f23861899b28" providerId="LiveId" clId="{27ABDDE1-77CA-4F2B-93A7-F4632790F2E1}" dt="2024-07-04T05:20:54.887" v="2308" actId="20577"/>
          <ac:spMkLst>
            <pc:docMk/>
            <pc:sldMk cId="3262915207" sldId="421"/>
            <ac:spMk id="3" creationId="{EEDF24CE-C16D-CF59-F5F9-B33CCE8DACDE}"/>
          </ac:spMkLst>
        </pc:spChg>
      </pc:sldChg>
      <pc:sldChg chg="modSp new add del mod">
        <pc:chgData name="shilpi gupta" userId="5ce4f23861899b28" providerId="LiveId" clId="{27ABDDE1-77CA-4F2B-93A7-F4632790F2E1}" dt="2024-07-04T05:51:34.957" v="2743" actId="2696"/>
        <pc:sldMkLst>
          <pc:docMk/>
          <pc:sldMk cId="3045163044" sldId="422"/>
        </pc:sldMkLst>
        <pc:spChg chg="mod">
          <ac:chgData name="shilpi gupta" userId="5ce4f23861899b28" providerId="LiveId" clId="{27ABDDE1-77CA-4F2B-93A7-F4632790F2E1}" dt="2024-07-04T05:36:04.273" v="2448" actId="15"/>
          <ac:spMkLst>
            <pc:docMk/>
            <pc:sldMk cId="3045163044" sldId="422"/>
            <ac:spMk id="2" creationId="{6AC6C76A-D748-5735-C092-465BECDF3778}"/>
          </ac:spMkLst>
        </pc:spChg>
        <pc:spChg chg="mod">
          <ac:chgData name="shilpi gupta" userId="5ce4f23861899b28" providerId="LiveId" clId="{27ABDDE1-77CA-4F2B-93A7-F4632790F2E1}" dt="2024-07-04T05:21:17.641" v="2331" actId="20577"/>
          <ac:spMkLst>
            <pc:docMk/>
            <pc:sldMk cId="3045163044" sldId="422"/>
            <ac:spMk id="3" creationId="{0F100DA4-4388-60A9-AA66-F11E3927189A}"/>
          </ac:spMkLst>
        </pc:spChg>
      </pc:sldChg>
    </pc:docChg>
  </pc:docChgLst>
  <pc:docChgLst>
    <pc:chgData name="shilpi gupta" userId="5ce4f23861899b28" providerId="LiveId" clId="{08B83CF0-1C50-4F7F-BD84-182DDABFAF70}"/>
    <pc:docChg chg="undo custSel addSld delSld modSld">
      <pc:chgData name="shilpi gupta" userId="5ce4f23861899b28" providerId="LiveId" clId="{08B83CF0-1C50-4F7F-BD84-182DDABFAF70}" dt="2024-07-02T05:40:21.203" v="701" actId="20577"/>
      <pc:docMkLst>
        <pc:docMk/>
      </pc:docMkLst>
      <pc:sldChg chg="modSp">
        <pc:chgData name="shilpi gupta" userId="5ce4f23861899b28" providerId="LiveId" clId="{08B83CF0-1C50-4F7F-BD84-182DDABFAF70}" dt="2024-07-02T05:39:36.147" v="648" actId="20577"/>
        <pc:sldMkLst>
          <pc:docMk/>
          <pc:sldMk cId="0" sldId="302"/>
        </pc:sldMkLst>
        <pc:spChg chg="mod">
          <ac:chgData name="shilpi gupta" userId="5ce4f23861899b28" providerId="LiveId" clId="{08B83CF0-1C50-4F7F-BD84-182DDABFAF70}" dt="2024-07-02T05:39:36.147" v="648" actId="20577"/>
          <ac:spMkLst>
            <pc:docMk/>
            <pc:sldMk cId="0" sldId="302"/>
            <ac:spMk id="2" creationId="{00000000-0000-0000-0000-000000000000}"/>
          </ac:spMkLst>
        </pc:spChg>
      </pc:sldChg>
      <pc:sldChg chg="del">
        <pc:chgData name="shilpi gupta" userId="5ce4f23861899b28" providerId="LiveId" clId="{08B83CF0-1C50-4F7F-BD84-182DDABFAF70}" dt="2024-07-02T05:12:08.908" v="361" actId="47"/>
        <pc:sldMkLst>
          <pc:docMk/>
          <pc:sldMk cId="0" sldId="303"/>
        </pc:sldMkLst>
      </pc:sldChg>
      <pc:sldChg chg="addSp modSp mod">
        <pc:chgData name="shilpi gupta" userId="5ce4f23861899b28" providerId="LiveId" clId="{08B83CF0-1C50-4F7F-BD84-182DDABFAF70}" dt="2024-07-02T05:21:59.901" v="450" actId="20577"/>
        <pc:sldMkLst>
          <pc:docMk/>
          <pc:sldMk cId="0" sldId="304"/>
        </pc:sldMkLst>
        <pc:spChg chg="mod">
          <ac:chgData name="shilpi gupta" userId="5ce4f23861899b28" providerId="LiveId" clId="{08B83CF0-1C50-4F7F-BD84-182DDABFAF70}" dt="2024-07-02T05:21:59.901" v="450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08B83CF0-1C50-4F7F-BD84-182DDABFAF70}" dt="2024-07-01T11:26:40.581" v="146" actId="1076"/>
          <ac:picMkLst>
            <pc:docMk/>
            <pc:sldMk cId="0" sldId="304"/>
            <ac:picMk id="2" creationId="{FC095832-28E8-A112-7952-D2361A6A2FFD}"/>
          </ac:picMkLst>
        </pc:picChg>
      </pc:sldChg>
      <pc:sldChg chg="del">
        <pc:chgData name="shilpi gupta" userId="5ce4f23861899b28" providerId="LiveId" clId="{08B83CF0-1C50-4F7F-BD84-182DDABFAF70}" dt="2024-07-02T05:12:12.460" v="371" actId="47"/>
        <pc:sldMkLst>
          <pc:docMk/>
          <pc:sldMk cId="282132447" sldId="354"/>
        </pc:sldMkLst>
      </pc:sldChg>
      <pc:sldChg chg="del">
        <pc:chgData name="shilpi gupta" userId="5ce4f23861899b28" providerId="LiveId" clId="{08B83CF0-1C50-4F7F-BD84-182DDABFAF70}" dt="2024-07-02T05:12:09.303" v="362" actId="47"/>
        <pc:sldMkLst>
          <pc:docMk/>
          <pc:sldMk cId="1021873558" sldId="366"/>
        </pc:sldMkLst>
      </pc:sldChg>
      <pc:sldChg chg="del">
        <pc:chgData name="shilpi gupta" userId="5ce4f23861899b28" providerId="LiveId" clId="{08B83CF0-1C50-4F7F-BD84-182DDABFAF70}" dt="2024-07-02T05:12:10.094" v="365" actId="47"/>
        <pc:sldMkLst>
          <pc:docMk/>
          <pc:sldMk cId="1170904624" sldId="367"/>
        </pc:sldMkLst>
      </pc:sldChg>
      <pc:sldChg chg="del">
        <pc:chgData name="shilpi gupta" userId="5ce4f23861899b28" providerId="LiveId" clId="{08B83CF0-1C50-4F7F-BD84-182DDABFAF70}" dt="2024-07-02T05:12:10.443" v="366" actId="47"/>
        <pc:sldMkLst>
          <pc:docMk/>
          <pc:sldMk cId="3110117687" sldId="368"/>
        </pc:sldMkLst>
      </pc:sldChg>
      <pc:sldChg chg="del">
        <pc:chgData name="shilpi gupta" userId="5ce4f23861899b28" providerId="LiveId" clId="{08B83CF0-1C50-4F7F-BD84-182DDABFAF70}" dt="2024-07-02T05:12:10.791" v="367" actId="47"/>
        <pc:sldMkLst>
          <pc:docMk/>
          <pc:sldMk cId="2932615907" sldId="369"/>
        </pc:sldMkLst>
      </pc:sldChg>
      <pc:sldChg chg="del">
        <pc:chgData name="shilpi gupta" userId="5ce4f23861899b28" providerId="LiveId" clId="{08B83CF0-1C50-4F7F-BD84-182DDABFAF70}" dt="2024-07-02T05:12:11.130" v="368" actId="47"/>
        <pc:sldMkLst>
          <pc:docMk/>
          <pc:sldMk cId="3290212126" sldId="370"/>
        </pc:sldMkLst>
      </pc:sldChg>
      <pc:sldChg chg="del">
        <pc:chgData name="shilpi gupta" userId="5ce4f23861899b28" providerId="LiveId" clId="{08B83CF0-1C50-4F7F-BD84-182DDABFAF70}" dt="2024-07-02T05:12:11.468" v="369" actId="47"/>
        <pc:sldMkLst>
          <pc:docMk/>
          <pc:sldMk cId="2558399498" sldId="371"/>
        </pc:sldMkLst>
      </pc:sldChg>
      <pc:sldChg chg="del">
        <pc:chgData name="shilpi gupta" userId="5ce4f23861899b28" providerId="LiveId" clId="{08B83CF0-1C50-4F7F-BD84-182DDABFAF70}" dt="2024-07-02T05:12:11.767" v="370" actId="47"/>
        <pc:sldMkLst>
          <pc:docMk/>
          <pc:sldMk cId="2298155946" sldId="372"/>
        </pc:sldMkLst>
      </pc:sldChg>
      <pc:sldChg chg="del">
        <pc:chgData name="shilpi gupta" userId="5ce4f23861899b28" providerId="LiveId" clId="{08B83CF0-1C50-4F7F-BD84-182DDABFAF70}" dt="2024-07-02T05:12:09.692" v="363" actId="47"/>
        <pc:sldMkLst>
          <pc:docMk/>
          <pc:sldMk cId="1018967275" sldId="373"/>
        </pc:sldMkLst>
      </pc:sldChg>
      <pc:sldChg chg="del">
        <pc:chgData name="shilpi gupta" userId="5ce4f23861899b28" providerId="LiveId" clId="{08B83CF0-1C50-4F7F-BD84-182DDABFAF70}" dt="2024-07-02T05:12:09.858" v="364" actId="47"/>
        <pc:sldMkLst>
          <pc:docMk/>
          <pc:sldMk cId="1886611279" sldId="374"/>
        </pc:sldMkLst>
      </pc:sldChg>
      <pc:sldChg chg="addSp delSp modSp new mod modAnim">
        <pc:chgData name="shilpi gupta" userId="5ce4f23861899b28" providerId="LiveId" clId="{08B83CF0-1C50-4F7F-BD84-182DDABFAF70}" dt="2024-07-02T05:16:24.190" v="386" actId="2711"/>
        <pc:sldMkLst>
          <pc:docMk/>
          <pc:sldMk cId="14762255" sldId="375"/>
        </pc:sldMkLst>
        <pc:spChg chg="del">
          <ac:chgData name="shilpi gupta" userId="5ce4f23861899b28" providerId="LiveId" clId="{08B83CF0-1C50-4F7F-BD84-182DDABFAF70}" dt="2024-07-01T11:27:03.307" v="148"/>
          <ac:spMkLst>
            <pc:docMk/>
            <pc:sldMk cId="14762255" sldId="375"/>
            <ac:spMk id="2" creationId="{F7A9A6A9-7E83-A733-38DC-2274CB81FF55}"/>
          </ac:spMkLst>
        </pc:spChg>
        <pc:spChg chg="del">
          <ac:chgData name="shilpi gupta" userId="5ce4f23861899b28" providerId="LiveId" clId="{08B83CF0-1C50-4F7F-BD84-182DDABFAF70}" dt="2024-07-01T11:27:41.339" v="151" actId="478"/>
          <ac:spMkLst>
            <pc:docMk/>
            <pc:sldMk cId="14762255" sldId="375"/>
            <ac:spMk id="3" creationId="{D03A6D4C-96E7-2C21-1A70-7D860CF50003}"/>
          </ac:spMkLst>
        </pc:spChg>
        <pc:spChg chg="add mod">
          <ac:chgData name="shilpi gupta" userId="5ce4f23861899b28" providerId="LiveId" clId="{08B83CF0-1C50-4F7F-BD84-182DDABFAF70}" dt="2024-07-02T05:16:14.820" v="385" actId="2711"/>
          <ac:spMkLst>
            <pc:docMk/>
            <pc:sldMk cId="14762255" sldId="375"/>
            <ac:spMk id="7" creationId="{C9003A92-87BF-7699-E1A2-71EE53C93FF8}"/>
          </ac:spMkLst>
        </pc:spChg>
        <pc:spChg chg="add mod">
          <ac:chgData name="shilpi gupta" userId="5ce4f23861899b28" providerId="LiveId" clId="{08B83CF0-1C50-4F7F-BD84-182DDABFAF70}" dt="2024-07-02T05:16:24.190" v="386" actId="2711"/>
          <ac:spMkLst>
            <pc:docMk/>
            <pc:sldMk cId="14762255" sldId="375"/>
            <ac:spMk id="8" creationId="{0D94597E-71D4-42DD-19E8-93229A4C62F6}"/>
          </ac:spMkLst>
        </pc:spChg>
        <pc:picChg chg="add mod">
          <ac:chgData name="shilpi gupta" userId="5ce4f23861899b28" providerId="LiveId" clId="{08B83CF0-1C50-4F7F-BD84-182DDABFAF70}" dt="2024-07-01T11:29:20.736" v="164" actId="1076"/>
          <ac:picMkLst>
            <pc:docMk/>
            <pc:sldMk cId="14762255" sldId="375"/>
            <ac:picMk id="4" creationId="{4BBE55F7-D1B2-1FB2-52E2-CD02EC21F1A4}"/>
          </ac:picMkLst>
        </pc:picChg>
        <pc:picChg chg="add mod">
          <ac:chgData name="shilpi gupta" userId="5ce4f23861899b28" providerId="LiveId" clId="{08B83CF0-1C50-4F7F-BD84-182DDABFAF70}" dt="2024-07-01T11:27:50.516" v="153"/>
          <ac:picMkLst>
            <pc:docMk/>
            <pc:sldMk cId="14762255" sldId="375"/>
            <ac:picMk id="5" creationId="{F08D7B0D-637B-294A-CB12-A819577F32D7}"/>
          </ac:picMkLst>
        </pc:picChg>
        <pc:picChg chg="add">
          <ac:chgData name="shilpi gupta" userId="5ce4f23861899b28" providerId="LiveId" clId="{08B83CF0-1C50-4F7F-BD84-182DDABFAF70}" dt="2024-07-01T11:27:55.281" v="154"/>
          <ac:picMkLst>
            <pc:docMk/>
            <pc:sldMk cId="14762255" sldId="375"/>
            <ac:picMk id="6" creationId="{72378998-06ED-A35C-1352-91FD72A22E15}"/>
          </ac:picMkLst>
        </pc:picChg>
      </pc:sldChg>
      <pc:sldChg chg="addSp delSp modSp new mod delAnim modAnim">
        <pc:chgData name="shilpi gupta" userId="5ce4f23861899b28" providerId="LiveId" clId="{08B83CF0-1C50-4F7F-BD84-182DDABFAF70}" dt="2024-07-02T05:17:40.739" v="392" actId="2711"/>
        <pc:sldMkLst>
          <pc:docMk/>
          <pc:sldMk cId="3174069007" sldId="376"/>
        </pc:sldMkLst>
        <pc:spChg chg="del">
          <ac:chgData name="shilpi gupta" userId="5ce4f23861899b28" providerId="LiveId" clId="{08B83CF0-1C50-4F7F-BD84-182DDABFAF70}" dt="2024-07-01T11:30:35.893" v="172" actId="478"/>
          <ac:spMkLst>
            <pc:docMk/>
            <pc:sldMk cId="3174069007" sldId="376"/>
            <ac:spMk id="2" creationId="{B30DF68E-9AC5-8C0A-DB6E-E543286C2902}"/>
          </ac:spMkLst>
        </pc:spChg>
        <pc:spChg chg="mod">
          <ac:chgData name="shilpi gupta" userId="5ce4f23861899b28" providerId="LiveId" clId="{08B83CF0-1C50-4F7F-BD84-182DDABFAF70}" dt="2024-07-01T11:31:46.326" v="181" actId="207"/>
          <ac:spMkLst>
            <pc:docMk/>
            <pc:sldMk cId="3174069007" sldId="376"/>
            <ac:spMk id="3" creationId="{7527847D-ED09-DB6F-A02C-AB3F82216B8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5" creationId="{6AABC72B-C3DE-F8BD-C442-5488CDFF75E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7" creationId="{D47F9A5C-9C1F-F853-C699-5C9556D6B64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8" creationId="{ABB185CA-D360-5D69-42ED-756765E062A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9" creationId="{72C45068-46D1-1CD6-03B6-3C7F283A8C59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0" creationId="{A0E1B42A-F8CA-C85A-5DC8-C14B8B848F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1" creationId="{BA1C4544-2696-775C-373A-3DA4C8A1F64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2" creationId="{7196D160-9B22-F9D6-EF16-E9CD7850196C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3" creationId="{ED489E50-D09F-9198-F897-3C0CF52F1F57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4" creationId="{ED175E56-57B2-F6BA-CA92-E8B0B63E30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5" creationId="{AB37323B-3D09-CCCE-4BC2-D42A50A77690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6" creationId="{60DCF8A6-B6A6-75DF-004C-1443FC81036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7" creationId="{447F4CC7-12B5-788D-FA7D-5DCAAF6C459D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8" creationId="{9FE168E9-D231-A804-E08C-C041A6F2D0D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9" creationId="{2C22271D-275D-81F3-DB52-4379E3DB6FC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0" creationId="{EB6C7B5D-D337-CEB1-70E4-004E1A85965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1" creationId="{58896B9D-2C36-F730-9750-52BE59BE0E8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2" creationId="{572B080E-D07E-B325-7A13-09997C894F09}"/>
          </ac:spMkLst>
        </pc:spChg>
        <pc:spChg chg="add mod">
          <ac:chgData name="shilpi gupta" userId="5ce4f23861899b28" providerId="LiveId" clId="{08B83CF0-1C50-4F7F-BD84-182DDABFAF70}" dt="2024-07-02T05:17:08.280" v="387" actId="2711"/>
          <ac:spMkLst>
            <pc:docMk/>
            <pc:sldMk cId="3174069007" sldId="376"/>
            <ac:spMk id="23" creationId="{3D31BD72-12FD-1100-665D-4602C06833B7}"/>
          </ac:spMkLst>
        </pc:spChg>
        <pc:spChg chg="add mod">
          <ac:chgData name="shilpi gupta" userId="5ce4f23861899b28" providerId="LiveId" clId="{08B83CF0-1C50-4F7F-BD84-182DDABFAF70}" dt="2024-07-02T05:17:15.876" v="388" actId="2711"/>
          <ac:spMkLst>
            <pc:docMk/>
            <pc:sldMk cId="3174069007" sldId="376"/>
            <ac:spMk id="24" creationId="{369DA086-7C25-F0E1-AB3A-B219FDE0D6D8}"/>
          </ac:spMkLst>
        </pc:spChg>
        <pc:spChg chg="add mod">
          <ac:chgData name="shilpi gupta" userId="5ce4f23861899b28" providerId="LiveId" clId="{08B83CF0-1C50-4F7F-BD84-182DDABFAF70}" dt="2024-07-01T11:31:02.428" v="175"/>
          <ac:spMkLst>
            <pc:docMk/>
            <pc:sldMk cId="3174069007" sldId="376"/>
            <ac:spMk id="25" creationId="{41BBB5E6-9BE2-02AC-0B45-0DA01E87D9BF}"/>
          </ac:spMkLst>
        </pc:spChg>
        <pc:spChg chg="add mod">
          <ac:chgData name="shilpi gupta" userId="5ce4f23861899b28" providerId="LiveId" clId="{08B83CF0-1C50-4F7F-BD84-182DDABFAF70}" dt="2024-07-02T05:17:22.350" v="389" actId="2711"/>
          <ac:spMkLst>
            <pc:docMk/>
            <pc:sldMk cId="3174069007" sldId="376"/>
            <ac:spMk id="26" creationId="{2EA56EFE-AF53-9EAE-0AAF-40097BF40E00}"/>
          </ac:spMkLst>
        </pc:spChg>
        <pc:spChg chg="add mod">
          <ac:chgData name="shilpi gupta" userId="5ce4f23861899b28" providerId="LiveId" clId="{08B83CF0-1C50-4F7F-BD84-182DDABFAF70}" dt="2024-07-02T05:17:40.739" v="392" actId="2711"/>
          <ac:spMkLst>
            <pc:docMk/>
            <pc:sldMk cId="3174069007" sldId="376"/>
            <ac:spMk id="27" creationId="{2DB61502-9A3A-864D-F782-A84EAB1F4D97}"/>
          </ac:spMkLst>
        </pc:spChg>
        <pc:spChg chg="add del mod">
          <ac:chgData name="shilpi gupta" userId="5ce4f23861899b28" providerId="LiveId" clId="{08B83CF0-1C50-4F7F-BD84-182DDABFAF70}" dt="2024-07-01T11:33:05.114" v="189" actId="478"/>
          <ac:spMkLst>
            <pc:docMk/>
            <pc:sldMk cId="3174069007" sldId="376"/>
            <ac:spMk id="28" creationId="{6255FA8A-8A44-5C8E-AE0F-5F8DEBC2070C}"/>
          </ac:spMkLst>
        </pc:spChg>
        <pc:grpChg chg="add mod">
          <ac:chgData name="shilpi gupta" userId="5ce4f23861899b28" providerId="LiveId" clId="{08B83CF0-1C50-4F7F-BD84-182DDABFAF70}" dt="2024-07-01T11:31:46.326" v="181" actId="207"/>
          <ac:grpSpMkLst>
            <pc:docMk/>
            <pc:sldMk cId="3174069007" sldId="376"/>
            <ac:grpSpMk id="4" creationId="{D87D2048-6015-5801-37A3-3433DA0BD3F7}"/>
          </ac:grpSpMkLst>
        </pc:grpChg>
        <pc:grpChg chg="mod">
          <ac:chgData name="shilpi gupta" userId="5ce4f23861899b28" providerId="LiveId" clId="{08B83CF0-1C50-4F7F-BD84-182DDABFAF70}" dt="2024-07-01T11:30:10.706" v="169" actId="1076"/>
          <ac:grpSpMkLst>
            <pc:docMk/>
            <pc:sldMk cId="3174069007" sldId="376"/>
            <ac:grpSpMk id="6" creationId="{1850946C-3076-84E6-1910-CEBD9672BE97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07.161" v="395" actId="2711"/>
        <pc:sldMkLst>
          <pc:docMk/>
          <pc:sldMk cId="2046551470" sldId="377"/>
        </pc:sldMkLst>
        <pc:spChg chg="del">
          <ac:chgData name="shilpi gupta" userId="5ce4f23861899b28" providerId="LiveId" clId="{08B83CF0-1C50-4F7F-BD84-182DDABFAF70}" dt="2024-07-01T11:34:44.649" v="193" actId="478"/>
          <ac:spMkLst>
            <pc:docMk/>
            <pc:sldMk cId="2046551470" sldId="377"/>
            <ac:spMk id="2" creationId="{9E69A3A7-5FAF-AF27-282C-EB8F546AB7ED}"/>
          </ac:spMkLst>
        </pc:spChg>
        <pc:spChg chg="mod">
          <ac:chgData name="shilpi gupta" userId="5ce4f23861899b28" providerId="LiveId" clId="{08B83CF0-1C50-4F7F-BD84-182DDABFAF70}" dt="2024-07-01T11:34:34.041" v="192" actId="27636"/>
          <ac:spMkLst>
            <pc:docMk/>
            <pc:sldMk cId="2046551470" sldId="377"/>
            <ac:spMk id="3" creationId="{48F8B038-406B-AE74-EF55-0E30042C76A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5" creationId="{C78BCF2E-B617-7930-2770-DFA0B3845A2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6" creationId="{BDD91D8F-0860-AEA4-85F1-BC1244C439E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7" creationId="{B1C2C8F5-A695-2EA1-C335-6E38D12FFF4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8" creationId="{B255A65F-63E3-C46B-560E-E2C6C8A1AFD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9" creationId="{72D8797B-8E8C-09B6-CE96-F91B62AA636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0" creationId="{7B09025D-87A2-5378-73EA-C6F0009DF9F5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1" creationId="{42301578-D6E7-B515-E416-7CD1629DA68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2" creationId="{9EBECE83-5158-7F79-B598-509103CCC15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3" creationId="{96E17999-AE0C-4740-050E-8195266108C9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4" creationId="{5B06C304-4311-D8D3-D02D-A4186325E10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5" creationId="{679FECED-41D0-DA96-D3E7-3D61A924AFD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6" creationId="{7889CD61-E9A5-1538-168D-6AD21952F2C4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7" creationId="{B085B731-E16E-163C-7A35-2C4F7CBFF3C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8" creationId="{0AB743F3-9AB2-7908-AE0F-3AE1B30AF21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9" creationId="{DE781481-BE10-4B75-D4F5-98AB2C84EB06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0" creationId="{830957A5-D60F-D686-911C-56FC122DB3C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1" creationId="{1FA8738D-0EAD-2F66-46A2-3D2E98F2F62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3" creationId="{E366F9FA-0C7C-55CA-1B38-184A4CBEB1C3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4" creationId="{59BFC6B9-7170-33CF-0A57-626AE6BE0440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5" creationId="{11A02D0A-21B3-5F46-E9D3-0665F8D252E6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6" creationId="{F1C92AAF-3B32-114A-EB37-BB9AA52BE67E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7" creationId="{18B53BBD-EE0C-AB52-8903-337E1FBAA03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8" creationId="{41785DF6-1E39-F7FC-0BA7-EE093123ABB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9" creationId="{E0A34173-D7FD-DDE5-D335-1BF1F447EBF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0" creationId="{4C688CC0-E9E2-D40D-C041-D4ADED1DFF7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1" creationId="{7C010798-4FB7-C007-C871-66FE02064B32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2" creationId="{2DA7EB18-6F37-CAAB-0B0D-87C2C2EDAA8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3" creationId="{B49183E5-75A2-2386-1ECB-47B158B77E5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4" creationId="{3BDA6043-4B90-879B-7741-1C3D76B4A3D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5" creationId="{B3AD60EF-4D02-41E8-9E13-8F604F67383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6" creationId="{0EDA7AEA-1BD2-218B-913B-70162A69984F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7" creationId="{9092C060-C781-47FB-BAAD-F5D27634F25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8" creationId="{B5FAD1C0-1F67-4500-E7B7-E17BFE7F272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9" creationId="{873AFE6E-7412-6F86-A800-663384D58BB2}"/>
          </ac:spMkLst>
        </pc:spChg>
        <pc:spChg chg="add mod">
          <ac:chgData name="shilpi gupta" userId="5ce4f23861899b28" providerId="LiveId" clId="{08B83CF0-1C50-4F7F-BD84-182DDABFAF70}" dt="2024-07-02T05:17:52.357" v="393" actId="2711"/>
          <ac:spMkLst>
            <pc:docMk/>
            <pc:sldMk cId="2046551470" sldId="377"/>
            <ac:spMk id="40" creationId="{96213FDB-126F-398F-AD03-D725CD8199AB}"/>
          </ac:spMkLst>
        </pc:spChg>
        <pc:spChg chg="add mod">
          <ac:chgData name="shilpi gupta" userId="5ce4f23861899b28" providerId="LiveId" clId="{08B83CF0-1C50-4F7F-BD84-182DDABFAF70}" dt="2024-07-02T05:17:59.618" v="394" actId="2711"/>
          <ac:spMkLst>
            <pc:docMk/>
            <pc:sldMk cId="2046551470" sldId="377"/>
            <ac:spMk id="41" creationId="{7724E174-611B-4B26-913F-2DA4A5247F2A}"/>
          </ac:spMkLst>
        </pc:spChg>
        <pc:spChg chg="add mod">
          <ac:chgData name="shilpi gupta" userId="5ce4f23861899b28" providerId="LiveId" clId="{08B83CF0-1C50-4F7F-BD84-182DDABFAF70}" dt="2024-07-02T05:18:07.161" v="395" actId="2711"/>
          <ac:spMkLst>
            <pc:docMk/>
            <pc:sldMk cId="2046551470" sldId="377"/>
            <ac:spMk id="42" creationId="{7D06E841-25E5-20BE-7F9C-2524ACE8D383}"/>
          </ac:spMkLst>
        </pc:spChg>
        <pc:grpChg chg="add mod">
          <ac:chgData name="shilpi gupta" userId="5ce4f23861899b28" providerId="LiveId" clId="{08B83CF0-1C50-4F7F-BD84-182DDABFAF70}" dt="2024-07-01T11:35:55.339" v="203" actId="1076"/>
          <ac:grpSpMkLst>
            <pc:docMk/>
            <pc:sldMk cId="2046551470" sldId="377"/>
            <ac:grpSpMk id="4" creationId="{B34E4210-B2E9-A3AE-5ADF-7842E554E707}"/>
          </ac:grpSpMkLst>
        </pc:grpChg>
        <pc:grpChg chg="add del mod">
          <ac:chgData name="shilpi gupta" userId="5ce4f23861899b28" providerId="LiveId" clId="{08B83CF0-1C50-4F7F-BD84-182DDABFAF70}" dt="2024-07-01T11:35:01.560" v="196" actId="478"/>
          <ac:grpSpMkLst>
            <pc:docMk/>
            <pc:sldMk cId="2046551470" sldId="377"/>
            <ac:grpSpMk id="22" creationId="{E9C6EAB5-DD0D-687B-55A5-9CAD52D25176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33.043" v="397" actId="2711"/>
        <pc:sldMkLst>
          <pc:docMk/>
          <pc:sldMk cId="3186914900" sldId="378"/>
        </pc:sldMkLst>
        <pc:spChg chg="del">
          <ac:chgData name="shilpi gupta" userId="5ce4f23861899b28" providerId="LiveId" clId="{08B83CF0-1C50-4F7F-BD84-182DDABFAF70}" dt="2024-07-01T15:50:49.788" v="229" actId="478"/>
          <ac:spMkLst>
            <pc:docMk/>
            <pc:sldMk cId="3186914900" sldId="378"/>
            <ac:spMk id="2" creationId="{51CCC6E4-20C8-24E8-2003-2787F49142E8}"/>
          </ac:spMkLst>
        </pc:spChg>
        <pc:spChg chg="mod">
          <ac:chgData name="shilpi gupta" userId="5ce4f23861899b28" providerId="LiveId" clId="{08B83CF0-1C50-4F7F-BD84-182DDABFAF70}" dt="2024-07-01T15:50:33.302" v="228" actId="20577"/>
          <ac:spMkLst>
            <pc:docMk/>
            <pc:sldMk cId="3186914900" sldId="378"/>
            <ac:spMk id="3" creationId="{34A2D400-E43C-DD0E-3C9C-83528AED51A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5" creationId="{25D26972-3C91-08A2-B365-19C69DDEEE2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6" creationId="{80DDC5C1-04BE-7360-7336-B69789BDD528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7" creationId="{648643F8-23D6-65F9-4825-72740179118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8" creationId="{46097173-B8C7-ABA8-AB01-69D529B1E63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9" creationId="{6982010A-09C8-029C-F6C7-EAEE1B9567C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0" creationId="{E569717A-E6CF-1624-03E8-F5B8D1E9045C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1" creationId="{9A9EADFD-E33E-C873-132A-27ECFC65392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2" creationId="{485EAB1A-87D3-4146-CB12-8E18189AF347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3" creationId="{9B3A21D1-6ED7-5A94-EEE2-75168E4D8ACA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4" creationId="{DAD5DF82-AEED-C3F7-DD25-967D986D4A8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5" creationId="{328520FD-9AAA-6A0F-FE2E-513A5A1CAFAD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6" creationId="{A5E9A930-1911-3707-ACC3-343EFCCF4589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7" creationId="{3A976801-FA66-C5E0-90E7-D089C0F7693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8" creationId="{D1F7E8D1-9378-FFD6-EBAD-F94778F7F1F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9" creationId="{D1006B31-B8AD-DD20-8C83-BEAB89729D6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0" creationId="{E873510A-02EF-C7D0-EAC4-B6A9E86CB4FE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1" creationId="{A554F652-2106-1F16-FD2E-8C60702F994B}"/>
          </ac:spMkLst>
        </pc:spChg>
        <pc:spChg chg="add mod">
          <ac:chgData name="shilpi gupta" userId="5ce4f23861899b28" providerId="LiveId" clId="{08B83CF0-1C50-4F7F-BD84-182DDABFAF70}" dt="2024-07-02T05:18:26.580" v="396" actId="2711"/>
          <ac:spMkLst>
            <pc:docMk/>
            <pc:sldMk cId="3186914900" sldId="378"/>
            <ac:spMk id="22" creationId="{B4C89928-C9E5-C2B3-7A2C-FA99B44FBA35}"/>
          </ac:spMkLst>
        </pc:spChg>
        <pc:spChg chg="add mod">
          <ac:chgData name="shilpi gupta" userId="5ce4f23861899b28" providerId="LiveId" clId="{08B83CF0-1C50-4F7F-BD84-182DDABFAF70}" dt="2024-07-02T05:18:33.043" v="397" actId="2711"/>
          <ac:spMkLst>
            <pc:docMk/>
            <pc:sldMk cId="3186914900" sldId="378"/>
            <ac:spMk id="23" creationId="{49E7D443-F638-87CA-CC3F-90101A0AEBC3}"/>
          </ac:spMkLst>
        </pc:spChg>
        <pc:grpChg chg="add mod">
          <ac:chgData name="shilpi gupta" userId="5ce4f23861899b28" providerId="LiveId" clId="{08B83CF0-1C50-4F7F-BD84-182DDABFAF70}" dt="2024-07-01T15:51:34.113" v="231" actId="1076"/>
          <ac:grpSpMkLst>
            <pc:docMk/>
            <pc:sldMk cId="3186914900" sldId="378"/>
            <ac:grpSpMk id="4" creationId="{011FC6A7-AEEA-C637-59BE-692FD1F206E9}"/>
          </ac:grpSpMkLst>
        </pc:grpChg>
      </pc:sldChg>
      <pc:sldChg chg="addSp delSp modSp new modAnim">
        <pc:chgData name="shilpi gupta" userId="5ce4f23861899b28" providerId="LiveId" clId="{08B83CF0-1C50-4F7F-BD84-182DDABFAF70}" dt="2024-07-02T05:18:53.713" v="399" actId="2711"/>
        <pc:sldMkLst>
          <pc:docMk/>
          <pc:sldMk cId="332781160" sldId="379"/>
        </pc:sldMkLst>
        <pc:spChg chg="del">
          <ac:chgData name="shilpi gupta" userId="5ce4f23861899b28" providerId="LiveId" clId="{08B83CF0-1C50-4F7F-BD84-182DDABFAF70}" dt="2024-07-01T15:53:29.078" v="247" actId="478"/>
          <ac:spMkLst>
            <pc:docMk/>
            <pc:sldMk cId="332781160" sldId="379"/>
            <ac:spMk id="2" creationId="{663408AD-76E2-45BF-599A-E6A7AA4E4CE6}"/>
          </ac:spMkLst>
        </pc:spChg>
        <pc:spChg chg="del">
          <ac:chgData name="shilpi gupta" userId="5ce4f23861899b28" providerId="LiveId" clId="{08B83CF0-1C50-4F7F-BD84-182DDABFAF70}" dt="2024-07-01T15:53:04.008" v="245"/>
          <ac:spMkLst>
            <pc:docMk/>
            <pc:sldMk cId="332781160" sldId="379"/>
            <ac:spMk id="3" creationId="{238AC540-90C9-0D20-DF61-4742C427A512}"/>
          </ac:spMkLst>
        </pc:spChg>
        <pc:spChg chg="add mod">
          <ac:chgData name="shilpi gupta" userId="5ce4f23861899b28" providerId="LiveId" clId="{08B83CF0-1C50-4F7F-BD84-182DDABFAF70}" dt="2024-07-01T15:55:46.247" v="267" actId="2711"/>
          <ac:spMkLst>
            <pc:docMk/>
            <pc:sldMk cId="332781160" sldId="379"/>
            <ac:spMk id="4" creationId="{42AB1A74-2A90-CF6C-AF3A-D34C8FA3F098}"/>
          </ac:spMkLst>
        </pc:spChg>
        <pc:spChg chg="add mod">
          <ac:chgData name="shilpi gupta" userId="5ce4f23861899b28" providerId="LiveId" clId="{08B83CF0-1C50-4F7F-BD84-182DDABFAF70}" dt="2024-07-02T05:18:46.493" v="398" actId="2711"/>
          <ac:spMkLst>
            <pc:docMk/>
            <pc:sldMk cId="332781160" sldId="379"/>
            <ac:spMk id="5" creationId="{61A2C771-BC49-18A3-5065-EEE2D9176B7F}"/>
          </ac:spMkLst>
        </pc:spChg>
        <pc:spChg chg="add mod">
          <ac:chgData name="shilpi gupta" userId="5ce4f23861899b28" providerId="LiveId" clId="{08B83CF0-1C50-4F7F-BD84-182DDABFAF70}" dt="2024-07-02T05:18:53.713" v="399" actId="2711"/>
          <ac:spMkLst>
            <pc:docMk/>
            <pc:sldMk cId="332781160" sldId="379"/>
            <ac:spMk id="6" creationId="{0F78925E-BBA0-4588-5943-BBD58663797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8" creationId="{8A846272-060B-3D60-5BE1-201430C0537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9" creationId="{82493005-D556-5B89-605E-DF40A6A14B7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0" creationId="{FE0B4534-164A-D8B9-0017-B53B8DAF574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1" creationId="{A2202700-57CF-F98D-307D-2C030F2CB89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2" creationId="{54CAF7CA-4646-8BCF-1EC7-7DBD83FF9FB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3" creationId="{2BA1FFA1-599C-4A4B-1954-E23EDA9F17B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4" creationId="{60684334-C568-196C-4A9A-EDC27E53E315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5" creationId="{D51C8B8A-E743-5439-366F-F8B68753CB0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6" creationId="{57B4F1B1-9815-1DD2-6ED4-DEC2E69F3F2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7" creationId="{749A750D-8DB5-C2B6-435F-2DD5EA2C6D70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8" creationId="{31EA829F-52C1-95F2-AEFD-C5931820B053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9" creationId="{D1D4E592-64B2-8470-7C37-730AD9C55E1E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0" creationId="{D2256AA7-4FD8-522C-C51F-FDAB307755B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1" creationId="{27009192-F087-8060-CADD-1BD4AE4E2F5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2" creationId="{99EA91D6-6BF2-AACE-0DC5-6C985CAD20BC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3" creationId="{671E9E81-985B-6C8F-579E-971AF7DA821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4" creationId="{845DB264-7A44-C644-47F4-3164DCF54827}"/>
          </ac:spMkLst>
        </pc:spChg>
        <pc:grpChg chg="add mod">
          <ac:chgData name="shilpi gupta" userId="5ce4f23861899b28" providerId="LiveId" clId="{08B83CF0-1C50-4F7F-BD84-182DDABFAF70}" dt="2024-07-01T15:53:49.799" v="251" actId="1076"/>
          <ac:grpSpMkLst>
            <pc:docMk/>
            <pc:sldMk cId="332781160" sldId="379"/>
            <ac:grpSpMk id="7" creationId="{0CE9C11C-D82C-A181-3AB1-3BB00DF1C4F9}"/>
          </ac:grpSpMkLst>
        </pc:grpChg>
      </pc:sldChg>
      <pc:sldChg chg="addSp delSp modSp new del mod modAnim">
        <pc:chgData name="shilpi gupta" userId="5ce4f23861899b28" providerId="LiveId" clId="{08B83CF0-1C50-4F7F-BD84-182DDABFAF70}" dt="2024-07-01T15:59:10.043" v="287" actId="47"/>
        <pc:sldMkLst>
          <pc:docMk/>
          <pc:sldMk cId="660595343" sldId="380"/>
        </pc:sldMkLst>
        <pc:spChg chg="del">
          <ac:chgData name="shilpi gupta" userId="5ce4f23861899b28" providerId="LiveId" clId="{08B83CF0-1C50-4F7F-BD84-182DDABFAF70}" dt="2024-07-01T15:54:14.056" v="254" actId="478"/>
          <ac:spMkLst>
            <pc:docMk/>
            <pc:sldMk cId="660595343" sldId="380"/>
            <ac:spMk id="2" creationId="{E8F4C4E4-1561-EE83-E828-F3AD6D51399E}"/>
          </ac:spMkLst>
        </pc:spChg>
        <pc:spChg chg="del">
          <ac:chgData name="shilpi gupta" userId="5ce4f23861899b28" providerId="LiveId" clId="{08B83CF0-1C50-4F7F-BD84-182DDABFAF70}" dt="2024-07-01T15:54:08.106" v="253"/>
          <ac:spMkLst>
            <pc:docMk/>
            <pc:sldMk cId="660595343" sldId="380"/>
            <ac:spMk id="3" creationId="{5AEDA064-EFC0-98CE-BAB4-ECC06059D5B0}"/>
          </ac:spMkLst>
        </pc:spChg>
        <pc:spChg chg="add mod">
          <ac:chgData name="shilpi gupta" userId="5ce4f23861899b28" providerId="LiveId" clId="{08B83CF0-1C50-4F7F-BD84-182DDABFAF70}" dt="2024-07-01T15:54:57.630" v="262" actId="207"/>
          <ac:spMkLst>
            <pc:docMk/>
            <pc:sldMk cId="660595343" sldId="380"/>
            <ac:spMk id="4" creationId="{5316BD53-1392-5E7B-802F-D2E12EE38362}"/>
          </ac:spMkLst>
        </pc:spChg>
        <pc:spChg chg="add mod">
          <ac:chgData name="shilpi gupta" userId="5ce4f23861899b28" providerId="LiveId" clId="{08B83CF0-1C50-4F7F-BD84-182DDABFAF70}" dt="2024-07-01T15:54:19.546" v="255"/>
          <ac:spMkLst>
            <pc:docMk/>
            <pc:sldMk cId="660595343" sldId="380"/>
            <ac:spMk id="5" creationId="{A915B28F-D6BC-F99C-84A6-B0A15D66AD8C}"/>
          </ac:spMkLst>
        </pc:spChg>
        <pc:spChg chg="add del mod">
          <ac:chgData name="shilpi gupta" userId="5ce4f23861899b28" providerId="LiveId" clId="{08B83CF0-1C50-4F7F-BD84-182DDABFAF70}" dt="2024-07-01T15:54:32.405" v="258" actId="478"/>
          <ac:spMkLst>
            <pc:docMk/>
            <pc:sldMk cId="660595343" sldId="380"/>
            <ac:spMk id="6" creationId="{5EF18415-EB8D-52CB-829D-C17D9860BB0C}"/>
          </ac:spMkLst>
        </pc:spChg>
        <pc:spChg chg="add del mod">
          <ac:chgData name="shilpi gupta" userId="5ce4f23861899b28" providerId="LiveId" clId="{08B83CF0-1C50-4F7F-BD84-182DDABFAF70}" dt="2024-07-01T15:54:44.013" v="260" actId="478"/>
          <ac:spMkLst>
            <pc:docMk/>
            <pc:sldMk cId="660595343" sldId="380"/>
            <ac:spMk id="7" creationId="{01ED1578-BE75-F938-5C85-86BF0E99C5C5}"/>
          </ac:spMkLst>
        </pc:spChg>
      </pc:sldChg>
      <pc:sldChg chg="addSp delSp modSp new mod modAnim">
        <pc:chgData name="shilpi gupta" userId="5ce4f23861899b28" providerId="LiveId" clId="{08B83CF0-1C50-4F7F-BD84-182DDABFAF70}" dt="2024-07-02T05:19:05.210" v="400" actId="2711"/>
        <pc:sldMkLst>
          <pc:docMk/>
          <pc:sldMk cId="963191304" sldId="381"/>
        </pc:sldMkLst>
        <pc:spChg chg="del">
          <ac:chgData name="shilpi gupta" userId="5ce4f23861899b28" providerId="LiveId" clId="{08B83CF0-1C50-4F7F-BD84-182DDABFAF70}" dt="2024-07-01T15:56:47.783" v="274" actId="478"/>
          <ac:spMkLst>
            <pc:docMk/>
            <pc:sldMk cId="963191304" sldId="381"/>
            <ac:spMk id="2" creationId="{D57ADAC9-FBF9-F5C6-3995-339C4F1AE232}"/>
          </ac:spMkLst>
        </pc:spChg>
        <pc:spChg chg="mod">
          <ac:chgData name="shilpi gupta" userId="5ce4f23861899b28" providerId="LiveId" clId="{08B83CF0-1C50-4F7F-BD84-182DDABFAF70}" dt="2024-07-01T15:56:34.184" v="273" actId="27636"/>
          <ac:spMkLst>
            <pc:docMk/>
            <pc:sldMk cId="963191304" sldId="381"/>
            <ac:spMk id="3" creationId="{F52FBD77-48DA-DF1A-5B10-85C96813D76D}"/>
          </ac:spMkLst>
        </pc:spChg>
        <pc:spChg chg="add del">
          <ac:chgData name="shilpi gupta" userId="5ce4f23861899b28" providerId="LiveId" clId="{08B83CF0-1C50-4F7F-BD84-182DDABFAF70}" dt="2024-07-01T15:56:51.616" v="276" actId="22"/>
          <ac:spMkLst>
            <pc:docMk/>
            <pc:sldMk cId="963191304" sldId="381"/>
            <ac:spMk id="5" creationId="{B7A7CD28-46E0-8EC9-A2C2-6A4433614DBC}"/>
          </ac:spMkLst>
        </pc:spChg>
        <pc:spChg chg="add mod">
          <ac:chgData name="shilpi gupta" userId="5ce4f23861899b28" providerId="LiveId" clId="{08B83CF0-1C50-4F7F-BD84-182DDABFAF70}" dt="2024-07-02T05:19:05.210" v="400" actId="2711"/>
          <ac:spMkLst>
            <pc:docMk/>
            <pc:sldMk cId="963191304" sldId="381"/>
            <ac:spMk id="6" creationId="{8D3C56A1-BD4D-E7FD-2F67-CFB0DF00F2EC}"/>
          </ac:spMkLst>
        </pc:spChg>
        <pc:spChg chg="add mod">
          <ac:chgData name="shilpi gupta" userId="5ce4f23861899b28" providerId="LiveId" clId="{08B83CF0-1C50-4F7F-BD84-182DDABFAF70}" dt="2024-07-01T15:57:23.614" v="278"/>
          <ac:spMkLst>
            <pc:docMk/>
            <pc:sldMk cId="963191304" sldId="381"/>
            <ac:spMk id="7" creationId="{A225EB2E-8E64-BB34-D42C-A06F76E7F396}"/>
          </ac:spMkLst>
        </pc:spChg>
        <pc:spChg chg="add mod">
          <ac:chgData name="shilpi gupta" userId="5ce4f23861899b28" providerId="LiveId" clId="{08B83CF0-1C50-4F7F-BD84-182DDABFAF70}" dt="2024-07-01T15:57:45.003" v="279"/>
          <ac:spMkLst>
            <pc:docMk/>
            <pc:sldMk cId="963191304" sldId="381"/>
            <ac:spMk id="8" creationId="{F6FCC340-EFBC-1E0A-6141-AC719234083D}"/>
          </ac:spMkLst>
        </pc:spChg>
        <pc:spChg chg="add mod">
          <ac:chgData name="shilpi gupta" userId="5ce4f23861899b28" providerId="LiveId" clId="{08B83CF0-1C50-4F7F-BD84-182DDABFAF70}" dt="2024-07-01T15:57:59.964" v="280"/>
          <ac:spMkLst>
            <pc:docMk/>
            <pc:sldMk cId="963191304" sldId="381"/>
            <ac:spMk id="9" creationId="{904B8239-8BC2-B4B9-46DC-62220F663601}"/>
          </ac:spMkLst>
        </pc:spChg>
        <pc:spChg chg="add mod">
          <ac:chgData name="shilpi gupta" userId="5ce4f23861899b28" providerId="LiveId" clId="{08B83CF0-1C50-4F7F-BD84-182DDABFAF70}" dt="2024-07-01T15:58:11.739" v="281"/>
          <ac:spMkLst>
            <pc:docMk/>
            <pc:sldMk cId="963191304" sldId="381"/>
            <ac:spMk id="10" creationId="{3310CAB4-6547-B8E1-5CF5-F147ECAB3E9B}"/>
          </ac:spMkLst>
        </pc:spChg>
        <pc:spChg chg="add mod">
          <ac:chgData name="shilpi gupta" userId="5ce4f23861899b28" providerId="LiveId" clId="{08B83CF0-1C50-4F7F-BD84-182DDABFAF70}" dt="2024-07-01T15:58:30.353" v="282"/>
          <ac:spMkLst>
            <pc:docMk/>
            <pc:sldMk cId="963191304" sldId="381"/>
            <ac:spMk id="11" creationId="{EF6A6759-9EC1-DEB5-0E09-F8364A89AA90}"/>
          </ac:spMkLst>
        </pc:spChg>
        <pc:spChg chg="add del">
          <ac:chgData name="shilpi gupta" userId="5ce4f23861899b28" providerId="LiveId" clId="{08B83CF0-1C50-4F7F-BD84-182DDABFAF70}" dt="2024-07-01T15:58:48.503" v="284" actId="22"/>
          <ac:spMkLst>
            <pc:docMk/>
            <pc:sldMk cId="963191304" sldId="381"/>
            <ac:spMk id="13" creationId="{0ECCF5C5-823F-E75F-8B39-1C6E257D7508}"/>
          </ac:spMkLst>
        </pc:spChg>
        <pc:spChg chg="add mod">
          <ac:chgData name="shilpi gupta" userId="5ce4f23861899b28" providerId="LiveId" clId="{08B83CF0-1C50-4F7F-BD84-182DDABFAF70}" dt="2024-07-01T15:59:35.127" v="291" actId="403"/>
          <ac:spMkLst>
            <pc:docMk/>
            <pc:sldMk cId="963191304" sldId="381"/>
            <ac:spMk id="15" creationId="{68FFAE77-739D-267D-6F8A-93089562FF43}"/>
          </ac:spMkLst>
        </pc:spChg>
        <pc:spChg chg="add del mod">
          <ac:chgData name="shilpi gupta" userId="5ce4f23861899b28" providerId="LiveId" clId="{08B83CF0-1C50-4F7F-BD84-182DDABFAF70}" dt="2024-07-01T15:59:55.081" v="294" actId="478"/>
          <ac:spMkLst>
            <pc:docMk/>
            <pc:sldMk cId="963191304" sldId="381"/>
            <ac:spMk id="16" creationId="{14222229-06C3-8523-22B1-D468A7CE91F2}"/>
          </ac:spMkLst>
        </pc:spChg>
        <pc:spChg chg="add mod">
          <ac:chgData name="shilpi gupta" userId="5ce4f23861899b28" providerId="LiveId" clId="{08B83CF0-1C50-4F7F-BD84-182DDABFAF70}" dt="2024-07-01T16:01:02.117" v="301" actId="1076"/>
          <ac:spMkLst>
            <pc:docMk/>
            <pc:sldMk cId="963191304" sldId="381"/>
            <ac:spMk id="17" creationId="{3E78392F-DDB5-3C7F-2FF6-91835E46B938}"/>
          </ac:spMkLst>
        </pc:spChg>
        <pc:spChg chg="add mod">
          <ac:chgData name="shilpi gupta" userId="5ce4f23861899b28" providerId="LiveId" clId="{08B83CF0-1C50-4F7F-BD84-182DDABFAF70}" dt="2024-07-01T16:00:58.303" v="300"/>
          <ac:spMkLst>
            <pc:docMk/>
            <pc:sldMk cId="963191304" sldId="381"/>
            <ac:spMk id="18" creationId="{D28F4A39-6F3A-65E0-0AFA-1CD92400A276}"/>
          </ac:spMkLst>
        </pc:spChg>
        <pc:spChg chg="add del mod">
          <ac:chgData name="shilpi gupta" userId="5ce4f23861899b28" providerId="LiveId" clId="{08B83CF0-1C50-4F7F-BD84-182DDABFAF70}" dt="2024-07-02T05:12:40.326" v="373" actId="478"/>
          <ac:spMkLst>
            <pc:docMk/>
            <pc:sldMk cId="963191304" sldId="381"/>
            <ac:spMk id="19" creationId="{90C8498D-0B7B-83A6-FD35-06673751FE6D}"/>
          </ac:spMkLst>
        </pc:spChg>
        <pc:spChg chg="add mod">
          <ac:chgData name="shilpi gupta" userId="5ce4f23861899b28" providerId="LiveId" clId="{08B83CF0-1C50-4F7F-BD84-182DDABFAF70}" dt="2024-07-02T05:12:57.179" v="374"/>
          <ac:spMkLst>
            <pc:docMk/>
            <pc:sldMk cId="963191304" sldId="381"/>
            <ac:spMk id="20" creationId="{A88474AA-7CE4-A3F7-0906-BAB9DB81607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2" creationId="{D06DA4F7-3879-C623-20F7-67187F25DFF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3" creationId="{B1DB5829-12B6-6FB7-1436-169494F9F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4" creationId="{990C17EB-FC2B-CA4F-1B42-1CD17045C50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5" creationId="{52D381BC-3F4B-6FBD-02A2-92A62B79A087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6" creationId="{C5799D7A-E0A1-E4AD-83BF-F50B3359640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7" creationId="{3E180980-CDA9-BC58-743A-0C403C1AC2F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8" creationId="{B630FE91-1717-E876-9767-3A26CB2373D0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9" creationId="{839A2638-53AF-FAD7-68C1-5D192A3BB713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0" creationId="{DAA3E872-480E-16F1-6FA3-7B191081B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1" creationId="{A484F8F5-CC9B-CB42-C81D-FE21EB9D80D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2" creationId="{A269AFB6-8803-05A2-D391-F8EAD0F9481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3" creationId="{E3FDD896-3710-BBB8-03EA-D72E35D3286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4" creationId="{399D527E-8E2E-4A88-98BF-CDD161C8BA6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5" creationId="{BCCBA38D-CD5B-BF20-3530-3C780E2DF479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6" creationId="{F03310DF-1D21-5E9B-8790-574476153A73}"/>
          </ac:spMkLst>
        </pc:spChg>
        <pc:spChg chg="mod">
          <ac:chgData name="shilpi gupta" userId="5ce4f23861899b28" providerId="LiveId" clId="{08B83CF0-1C50-4F7F-BD84-182DDABFAF70}" dt="2024-07-02T05:14:07.373" v="380" actId="14100"/>
          <ac:spMkLst>
            <pc:docMk/>
            <pc:sldMk cId="963191304" sldId="381"/>
            <ac:spMk id="37" creationId="{30613734-4BB9-ECAA-965C-D6E9F7286C9B}"/>
          </ac:spMkLst>
        </pc:spChg>
        <pc:spChg chg="mod">
          <ac:chgData name="shilpi gupta" userId="5ce4f23861899b28" providerId="LiveId" clId="{08B83CF0-1C50-4F7F-BD84-182DDABFAF70}" dt="2024-07-02T05:14:19.127" v="381" actId="14100"/>
          <ac:spMkLst>
            <pc:docMk/>
            <pc:sldMk cId="963191304" sldId="381"/>
            <ac:spMk id="38" creationId="{C470E530-7605-0D48-D7BE-80E02FDB6691}"/>
          </ac:spMkLst>
        </pc:spChg>
        <pc:grpChg chg="add mod">
          <ac:chgData name="shilpi gupta" userId="5ce4f23861899b28" providerId="LiveId" clId="{08B83CF0-1C50-4F7F-BD84-182DDABFAF70}" dt="2024-07-02T05:13:24.536" v="376" actId="1076"/>
          <ac:grpSpMkLst>
            <pc:docMk/>
            <pc:sldMk cId="963191304" sldId="381"/>
            <ac:grpSpMk id="21" creationId="{4EA6E23F-89EA-8E3F-D795-3FFF0361D72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20.307" v="402" actId="2711"/>
        <pc:sldMkLst>
          <pc:docMk/>
          <pc:sldMk cId="458537460" sldId="382"/>
        </pc:sldMkLst>
        <pc:spChg chg="del">
          <ac:chgData name="shilpi gupta" userId="5ce4f23861899b28" providerId="LiveId" clId="{08B83CF0-1C50-4F7F-BD84-182DDABFAF70}" dt="2024-07-01T16:00:15.319" v="296" actId="478"/>
          <ac:spMkLst>
            <pc:docMk/>
            <pc:sldMk cId="458537460" sldId="382"/>
            <ac:spMk id="2" creationId="{9EF6123C-7D16-C96C-B325-AC240CF7105D}"/>
          </ac:spMkLst>
        </pc:spChg>
        <pc:spChg chg="mod">
          <ac:chgData name="shilpi gupta" userId="5ce4f23861899b28" providerId="LiveId" clId="{08B83CF0-1C50-4F7F-BD84-182DDABFAF70}" dt="2024-07-01T16:02:20.606" v="309"/>
          <ac:spMkLst>
            <pc:docMk/>
            <pc:sldMk cId="458537460" sldId="382"/>
            <ac:spMk id="3" creationId="{32440F9E-342C-F25C-934D-9C5DB7023F3A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5" creationId="{5038DD7B-AEBF-D407-44A5-4A405FC63A74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6" creationId="{5BDFCFDD-61F8-EB48-910D-5B68FD2793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7" creationId="{9C3182F2-1416-E1A3-5494-BB7126BDEC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8" creationId="{37183780-3A5E-5520-4494-AD225E45801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9" creationId="{A1DAEBAE-3770-41DF-0AE4-9DE5A2AB638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0" creationId="{7D29C86D-36EE-D352-BD44-4A44C58B5C98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1" creationId="{600EFD58-A229-CB2D-54F8-0A34227A798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2" creationId="{D72E5C64-961F-494F-4309-6A89621CDF45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3" creationId="{4E1079BA-30DE-C8AF-DF91-072F2B01F98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4" creationId="{7C68FF8B-603C-47DB-DB07-EA5CDAFA185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5" creationId="{0CE79946-465B-5A7C-6236-E65B62598F52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6" creationId="{90AEE9A9-D1F5-D979-C6E7-3188469E92E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7" creationId="{4FE29C6F-6D75-B899-F0E6-CD92293CFD3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8" creationId="{5A009DEF-AB27-CD92-DA0B-492AA912F6B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9" creationId="{5648204E-AF97-F6F6-1600-A7E2CDCAECA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0" creationId="{95718434-FDFC-09BC-AFBE-8A6F61C7F67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1" creationId="{B9C4A6F8-FFBF-475B-4E63-885AB1B78D6B}"/>
          </ac:spMkLst>
        </pc:spChg>
        <pc:spChg chg="add del">
          <ac:chgData name="shilpi gupta" userId="5ce4f23861899b28" providerId="LiveId" clId="{08B83CF0-1C50-4F7F-BD84-182DDABFAF70}" dt="2024-07-01T16:01:19.874" v="303" actId="22"/>
          <ac:spMkLst>
            <pc:docMk/>
            <pc:sldMk cId="458537460" sldId="382"/>
            <ac:spMk id="23" creationId="{C3B95C92-B3A0-279A-4C23-12DF5C2F1F2E}"/>
          </ac:spMkLst>
        </pc:spChg>
        <pc:spChg chg="add mod">
          <ac:chgData name="shilpi gupta" userId="5ce4f23861899b28" providerId="LiveId" clId="{08B83CF0-1C50-4F7F-BD84-182DDABFAF70}" dt="2024-07-02T05:19:14.760" v="401" actId="2711"/>
          <ac:spMkLst>
            <pc:docMk/>
            <pc:sldMk cId="458537460" sldId="382"/>
            <ac:spMk id="24" creationId="{5269BE51-9CEF-7CA1-B28C-A8ACE04A4600}"/>
          </ac:spMkLst>
        </pc:spChg>
        <pc:spChg chg="add mod">
          <ac:chgData name="shilpi gupta" userId="5ce4f23861899b28" providerId="LiveId" clId="{08B83CF0-1C50-4F7F-BD84-182DDABFAF70}" dt="2024-07-02T05:19:20.307" v="402" actId="2711"/>
          <ac:spMkLst>
            <pc:docMk/>
            <pc:sldMk cId="458537460" sldId="382"/>
            <ac:spMk id="25" creationId="{F2D9066E-5AE3-2AD4-6773-D6995D650B5B}"/>
          </ac:spMkLst>
        </pc:spChg>
        <pc:grpChg chg="add mod">
          <ac:chgData name="shilpi gupta" userId="5ce4f23861899b28" providerId="LiveId" clId="{08B83CF0-1C50-4F7F-BD84-182DDABFAF70}" dt="2024-07-01T16:01:22.643" v="304" actId="1076"/>
          <ac:grpSpMkLst>
            <pc:docMk/>
            <pc:sldMk cId="458537460" sldId="382"/>
            <ac:grpSpMk id="4" creationId="{0CCB4E93-86B6-0FEE-816C-93A40E64D94D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52.729" v="406" actId="1076"/>
        <pc:sldMkLst>
          <pc:docMk/>
          <pc:sldMk cId="2021548638" sldId="383"/>
        </pc:sldMkLst>
        <pc:spChg chg="del">
          <ac:chgData name="shilpi gupta" userId="5ce4f23861899b28" providerId="LiveId" clId="{08B83CF0-1C50-4F7F-BD84-182DDABFAF70}" dt="2024-07-01T16:02:45.073" v="314" actId="478"/>
          <ac:spMkLst>
            <pc:docMk/>
            <pc:sldMk cId="2021548638" sldId="383"/>
            <ac:spMk id="2" creationId="{10E02E6F-C4B0-4E67-8ED6-7154CBFE2D7C}"/>
          </ac:spMkLst>
        </pc:spChg>
        <pc:spChg chg="mod">
          <ac:chgData name="shilpi gupta" userId="5ce4f23861899b28" providerId="LiveId" clId="{08B83CF0-1C50-4F7F-BD84-182DDABFAF70}" dt="2024-07-01T16:02:26.347" v="311"/>
          <ac:spMkLst>
            <pc:docMk/>
            <pc:sldMk cId="2021548638" sldId="383"/>
            <ac:spMk id="3" creationId="{8F528FBC-8FF8-0E64-C579-FE5D0C80DBA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5" creationId="{F8486D83-85F3-16C9-37DE-1843F5F3797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6" creationId="{4003E049-B6EC-C97E-4DC1-63653C9E1B7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7" creationId="{2231F74A-BD8A-AAB9-D142-633779D5BDF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8" creationId="{C0ED9A6D-CB64-A045-250B-BED2BAB6A2E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9" creationId="{B5F83BBD-AA65-C471-9C5D-F8887ED0642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0" creationId="{A49CEF41-E761-A31D-6E51-8F673FCEF385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1" creationId="{825BDEC9-8C12-F7AA-8CA1-35C16CAD9AE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2" creationId="{BA31B8B4-0635-487E-A1B1-45926B6E7950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3" creationId="{8687111D-9D7D-D2E2-30D7-39E73E9A159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4" creationId="{AE00BAF8-CE96-9D5F-40D0-792A6DD73C5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5" creationId="{205367BB-D4FE-134C-5D7B-4C074FB30A3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6" creationId="{193B41BC-A8CB-4D21-4D6D-7EC6FE3509E1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7" creationId="{6A29CDDF-0C9E-9307-3370-EC130A15DF9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8" creationId="{8DD83F17-DB53-8D83-D431-DB2C5DD8ABD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9" creationId="{E5BBB48C-811D-A673-A964-FF6CA4F3454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0" creationId="{91CEDA84-3148-3D0A-4F43-DA48D8DF263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1" creationId="{8258E4E7-8E43-3A90-4685-964402A445CB}"/>
          </ac:spMkLst>
        </pc:spChg>
        <pc:spChg chg="add mod">
          <ac:chgData name="shilpi gupta" userId="5ce4f23861899b28" providerId="LiveId" clId="{08B83CF0-1C50-4F7F-BD84-182DDABFAF70}" dt="2024-07-02T05:19:35.607" v="403" actId="2711"/>
          <ac:spMkLst>
            <pc:docMk/>
            <pc:sldMk cId="2021548638" sldId="383"/>
            <ac:spMk id="22" creationId="{8406C75B-2263-5A74-01BE-5864041856A9}"/>
          </ac:spMkLst>
        </pc:spChg>
        <pc:spChg chg="add mod">
          <ac:chgData name="shilpi gupta" userId="5ce4f23861899b28" providerId="LiveId" clId="{08B83CF0-1C50-4F7F-BD84-182DDABFAF70}" dt="2024-07-02T05:19:52.729" v="406" actId="1076"/>
          <ac:spMkLst>
            <pc:docMk/>
            <pc:sldMk cId="2021548638" sldId="383"/>
            <ac:spMk id="23" creationId="{A8D744C6-7F41-4121-2768-250BD34459D2}"/>
          </ac:spMkLst>
        </pc:spChg>
        <pc:grpChg chg="add mod">
          <ac:chgData name="shilpi gupta" userId="5ce4f23861899b28" providerId="LiveId" clId="{08B83CF0-1C50-4F7F-BD84-182DDABFAF70}" dt="2024-07-01T16:02:38.642" v="313" actId="1076"/>
          <ac:grpSpMkLst>
            <pc:docMk/>
            <pc:sldMk cId="2021548638" sldId="383"/>
            <ac:grpSpMk id="4" creationId="{DC64352C-C2A6-98C6-A8BB-D309EFA0178A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02.053" v="407" actId="2711"/>
        <pc:sldMkLst>
          <pc:docMk/>
          <pc:sldMk cId="2080422240" sldId="384"/>
        </pc:sldMkLst>
        <pc:spChg chg="del">
          <ac:chgData name="shilpi gupta" userId="5ce4f23861899b28" providerId="LiveId" clId="{08B83CF0-1C50-4F7F-BD84-182DDABFAF70}" dt="2024-07-01T16:05:48.678" v="322" actId="478"/>
          <ac:spMkLst>
            <pc:docMk/>
            <pc:sldMk cId="2080422240" sldId="384"/>
            <ac:spMk id="2" creationId="{61AAEA8C-6467-1AD9-422C-0EAE67259D48}"/>
          </ac:spMkLst>
        </pc:spChg>
        <pc:spChg chg="mod">
          <ac:chgData name="shilpi gupta" userId="5ce4f23861899b28" providerId="LiveId" clId="{08B83CF0-1C50-4F7F-BD84-182DDABFAF70}" dt="2024-07-01T16:06:19.182" v="327"/>
          <ac:spMkLst>
            <pc:docMk/>
            <pc:sldMk cId="2080422240" sldId="384"/>
            <ac:spMk id="3" creationId="{8677CFC6-B80E-1179-F053-6D14BFAB625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5" creationId="{A83429EF-EC0A-1332-37E9-E1E55B5E197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6" creationId="{21AB8F51-B58F-A778-F1CA-8F25DDB01EDE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7" creationId="{45476CFB-F531-A7D5-AFDF-2D69D149A2EA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8" creationId="{D29C9812-9531-2BEA-0259-08BB5A00B12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9" creationId="{61E24E42-258E-BAA0-3A7D-A81A2948230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0" creationId="{79F52FC1-83DA-1385-F9F3-2BD2C4F53AB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1" creationId="{C4D30E8F-2219-F8FD-DF5D-3A4E654C5D1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2" creationId="{B73AA8E8-1713-A9F3-79B2-D1038F8D6C8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3" creationId="{A2DB243B-76CD-FE45-5C3A-3653AE3F7F05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4" creationId="{CDD6D6A7-D217-AD01-A149-85FAE0B0D947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5" creationId="{74B4078E-BEE1-529B-C66A-6B7C1EC923B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6" creationId="{F0F9F33D-9FFE-C700-C800-4C292821DD4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7" creationId="{A235260C-2B52-9928-F208-64DA5ECCE7F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8" creationId="{C915748A-EED9-3FE8-B054-0AC60BB9A00C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9" creationId="{5DA2634D-663A-3094-97ED-860B5FD53D2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0" creationId="{D4E81B63-3E42-6D22-65A2-738882C42551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1" creationId="{3A529D89-2B20-47CD-6105-F007F7E22BDB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3" creationId="{1954F7D3-7D97-5352-86E5-EA939920A92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4" creationId="{113D6101-48B0-5317-63E3-AC9D6B783306}"/>
          </ac:spMkLst>
        </pc:spChg>
        <pc:spChg chg="mod">
          <ac:chgData name="shilpi gupta" userId="5ce4f23861899b28" providerId="LiveId" clId="{08B83CF0-1C50-4F7F-BD84-182DDABFAF70}" dt="2024-07-01T16:06:07.760" v="325" actId="6549"/>
          <ac:spMkLst>
            <pc:docMk/>
            <pc:sldMk cId="2080422240" sldId="384"/>
            <ac:spMk id="25" creationId="{3E962133-E8C1-8C0A-2E74-5F8B994CEB13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6" creationId="{7C860C80-E48F-1E30-0C64-310AC80DFFC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7" creationId="{1B15A8AD-223B-1C5D-EF38-D9454211B80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8" creationId="{0F34C3C7-9A62-B234-9790-630EED7793D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9" creationId="{4D1139A6-621F-5452-9404-617B0883AA94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0" creationId="{101B15FE-E50B-135D-8DB4-C84B76F293D7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1" creationId="{6858C93E-E03A-6D34-D3C9-D7C83FA3464A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2" creationId="{4A4AB1C7-D699-CDF6-AC4E-16020C2468D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3" creationId="{CB6A32B2-4FEE-945F-0D10-952504C3AC4F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4" creationId="{66EAB8AE-AF47-B520-DBB1-2C845DBCD006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5" creationId="{01578B99-DAD4-31A6-AE17-035D24B43838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6" creationId="{66AF9A15-A92A-9CCF-D337-FB808C1E866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7" creationId="{CA683A65-F357-60A2-BA2D-9244108A9D7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8" creationId="{F9A6EAB6-06C7-B708-2EFB-D13F11C0F00E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9" creationId="{6CCD2DE7-11C1-E7E8-BFCD-47AE6D4F7F4C}"/>
          </ac:spMkLst>
        </pc:spChg>
        <pc:spChg chg="add mod">
          <ac:chgData name="shilpi gupta" userId="5ce4f23861899b28" providerId="LiveId" clId="{08B83CF0-1C50-4F7F-BD84-182DDABFAF70}" dt="2024-07-02T05:20:02.053" v="407" actId="2711"/>
          <ac:spMkLst>
            <pc:docMk/>
            <pc:sldMk cId="2080422240" sldId="384"/>
            <ac:spMk id="40" creationId="{B149A1C8-FCF7-63AD-479C-9F220DF8F04D}"/>
          </ac:spMkLst>
        </pc:spChg>
        <pc:grpChg chg="add mod">
          <ac:chgData name="shilpi gupta" userId="5ce4f23861899b28" providerId="LiveId" clId="{08B83CF0-1C50-4F7F-BD84-182DDABFAF70}" dt="2024-07-01T16:05:52.109" v="323" actId="1076"/>
          <ac:grpSpMkLst>
            <pc:docMk/>
            <pc:sldMk cId="2080422240" sldId="384"/>
            <ac:grpSpMk id="4" creationId="{09107649-3B2F-3A0F-8927-D0DE849BC1D8}"/>
          </ac:grpSpMkLst>
        </pc:grpChg>
        <pc:grpChg chg="add del mod">
          <ac:chgData name="shilpi gupta" userId="5ce4f23861899b28" providerId="LiveId" clId="{08B83CF0-1C50-4F7F-BD84-182DDABFAF70}" dt="2024-07-01T16:06:10.045" v="326" actId="478"/>
          <ac:grpSpMkLst>
            <pc:docMk/>
            <pc:sldMk cId="2080422240" sldId="384"/>
            <ac:grpSpMk id="22" creationId="{723B4531-F665-9DFF-EFA7-C0DFEADCD16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16.405" v="409" actId="2711"/>
        <pc:sldMkLst>
          <pc:docMk/>
          <pc:sldMk cId="3041917484" sldId="385"/>
        </pc:sldMkLst>
        <pc:spChg chg="del">
          <ac:chgData name="shilpi gupta" userId="5ce4f23861899b28" providerId="LiveId" clId="{08B83CF0-1C50-4F7F-BD84-182DDABFAF70}" dt="2024-07-01T16:07:04.261" v="333" actId="478"/>
          <ac:spMkLst>
            <pc:docMk/>
            <pc:sldMk cId="3041917484" sldId="385"/>
            <ac:spMk id="2" creationId="{D1F1AA8C-81C9-2AF6-5A08-192994390F64}"/>
          </ac:spMkLst>
        </pc:spChg>
        <pc:spChg chg="mod">
          <ac:chgData name="shilpi gupta" userId="5ce4f23861899b28" providerId="LiveId" clId="{08B83CF0-1C50-4F7F-BD84-182DDABFAF70}" dt="2024-07-01T16:07:52.165" v="336"/>
          <ac:spMkLst>
            <pc:docMk/>
            <pc:sldMk cId="3041917484" sldId="385"/>
            <ac:spMk id="3" creationId="{5F04B4C2-A398-0934-55CD-15BBEE3690B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5" creationId="{C18CC328-7E34-FE63-B503-1736C9AE7ED2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6" creationId="{7BE446C0-CF01-7243-835A-3FD77AF288AE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7" creationId="{5319D486-F5B7-054C-AD28-1A096AE7EC4A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8" creationId="{0BA3A579-280D-9962-A018-E8DEC4ECFD0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9" creationId="{F1B76367-09ED-0788-EE90-128B979F28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0" creationId="{6DF8C301-7569-0F9D-2157-CE297905956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1" creationId="{8DA9C36A-F1A0-80F8-B24F-A58C5977C2C9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2" creationId="{F02DE8D1-B803-5F99-23CF-09B78652B9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3" creationId="{FD612C89-333F-7D9B-EF41-63878BC4118D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4" creationId="{78A5C79C-DB80-CD54-179F-59475D06C921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5" creationId="{B90F9ED6-8C49-B958-DFBB-0C5319574E9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6" creationId="{E23FEE63-D3FD-6077-C875-30163718727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7" creationId="{E2C41BCD-6A33-5A7E-2612-5FC9D05220B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8" creationId="{E9A7EDF4-6F52-E791-F66D-B40128E7B8B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9" creationId="{2C8E8077-8E34-8B00-EC41-B91D9DD1DED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0" creationId="{4211ECFD-60E2-DB2E-9E5E-867B25626E2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1" creationId="{7434F809-2DE5-8BBE-F39D-D683E2AAE1BE}"/>
          </ac:spMkLst>
        </pc:spChg>
        <pc:spChg chg="add mod">
          <ac:chgData name="shilpi gupta" userId="5ce4f23861899b28" providerId="LiveId" clId="{08B83CF0-1C50-4F7F-BD84-182DDABFAF70}" dt="2024-07-02T05:20:10.825" v="408" actId="2711"/>
          <ac:spMkLst>
            <pc:docMk/>
            <pc:sldMk cId="3041917484" sldId="385"/>
            <ac:spMk id="22" creationId="{8F7D66A7-DFF0-0271-16E8-AC7D540D318D}"/>
          </ac:spMkLst>
        </pc:spChg>
        <pc:spChg chg="add mod">
          <ac:chgData name="shilpi gupta" userId="5ce4f23861899b28" providerId="LiveId" clId="{08B83CF0-1C50-4F7F-BD84-182DDABFAF70}" dt="2024-07-02T05:20:16.405" v="409" actId="2711"/>
          <ac:spMkLst>
            <pc:docMk/>
            <pc:sldMk cId="3041917484" sldId="385"/>
            <ac:spMk id="23" creationId="{04E2D010-310C-2D7B-B8C3-FFABDF13040C}"/>
          </ac:spMkLst>
        </pc:spChg>
        <pc:grpChg chg="add mod">
          <ac:chgData name="shilpi gupta" userId="5ce4f23861899b28" providerId="LiveId" clId="{08B83CF0-1C50-4F7F-BD84-182DDABFAF70}" dt="2024-07-01T16:06:56.229" v="332" actId="1076"/>
          <ac:grpSpMkLst>
            <pc:docMk/>
            <pc:sldMk cId="3041917484" sldId="385"/>
            <ac:grpSpMk id="4" creationId="{65DDAA4A-2317-89E7-9DE2-DB3AD7753954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39.624" v="418" actId="2711"/>
        <pc:sldMkLst>
          <pc:docMk/>
          <pc:sldMk cId="4286117563" sldId="386"/>
        </pc:sldMkLst>
        <pc:spChg chg="del">
          <ac:chgData name="shilpi gupta" userId="5ce4f23861899b28" providerId="LiveId" clId="{08B83CF0-1C50-4F7F-BD84-182DDABFAF70}" dt="2024-07-02T05:09:56.098" v="345" actId="478"/>
          <ac:spMkLst>
            <pc:docMk/>
            <pc:sldMk cId="4286117563" sldId="386"/>
            <ac:spMk id="2" creationId="{44F0A682-31FB-A9A8-8989-91EE74E53433}"/>
          </ac:spMkLst>
        </pc:spChg>
        <pc:spChg chg="add del mod">
          <ac:chgData name="shilpi gupta" userId="5ce4f23861899b28" providerId="LiveId" clId="{08B83CF0-1C50-4F7F-BD84-182DDABFAF70}" dt="2024-07-02T05:09:43.425" v="344"/>
          <ac:spMkLst>
            <pc:docMk/>
            <pc:sldMk cId="4286117563" sldId="386"/>
            <ac:spMk id="3" creationId="{228856F9-F53B-D41D-8408-F4585DCE10F2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6" creationId="{70CFD72D-FC34-BD5C-D529-4411CCDA4C5D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7" creationId="{7214BFF7-CBCB-E65B-2782-2F4A474001D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8" creationId="{575F14A0-71F5-9832-7C08-5AD568DAEA4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9" creationId="{EE29FE05-E8A1-7BDE-D7D0-320A835A0AF8}"/>
          </ac:spMkLst>
        </pc:spChg>
        <pc:spChg chg="add mod">
          <ac:chgData name="shilpi gupta" userId="5ce4f23861899b28" providerId="LiveId" clId="{08B83CF0-1C50-4F7F-BD84-182DDABFAF70}" dt="2024-07-02T05:09:33.564" v="343"/>
          <ac:spMkLst>
            <pc:docMk/>
            <pc:sldMk cId="4286117563" sldId="386"/>
            <ac:spMk id="10" creationId="{EE101E2F-8EBB-4B51-78B5-1CD110E2E767}"/>
          </ac:spMkLst>
        </pc:spChg>
        <pc:spChg chg="add mod">
          <ac:chgData name="shilpi gupta" userId="5ce4f23861899b28" providerId="LiveId" clId="{08B83CF0-1C50-4F7F-BD84-182DDABFAF70}" dt="2024-07-02T05:20:24.370" v="410" actId="2711"/>
          <ac:spMkLst>
            <pc:docMk/>
            <pc:sldMk cId="4286117563" sldId="386"/>
            <ac:spMk id="11" creationId="{F25D12DD-4515-36C5-DA46-1412E6FB5732}"/>
          </ac:spMkLst>
        </pc:spChg>
        <pc:spChg chg="add mod">
          <ac:chgData name="shilpi gupta" userId="5ce4f23861899b28" providerId="LiveId" clId="{08B83CF0-1C50-4F7F-BD84-182DDABFAF70}" dt="2024-07-02T05:20:39.624" v="418" actId="2711"/>
          <ac:spMkLst>
            <pc:docMk/>
            <pc:sldMk cId="4286117563" sldId="386"/>
            <ac:spMk id="12" creationId="{59959780-4CB0-C0D4-FB41-C9D0665FBBD6}"/>
          </ac:spMkLst>
        </pc:spChg>
        <pc:grpChg chg="add mod">
          <ac:chgData name="shilpi gupta" userId="5ce4f23861899b28" providerId="LiveId" clId="{08B83CF0-1C50-4F7F-BD84-182DDABFAF70}" dt="2024-07-01T16:08:36.898" v="341" actId="1076"/>
          <ac:grpSpMkLst>
            <pc:docMk/>
            <pc:sldMk cId="4286117563" sldId="386"/>
            <ac:grpSpMk id="4" creationId="{58D5A6F4-E187-809E-E01B-6F87EB6D0015}"/>
          </ac:grpSpMkLst>
        </pc:grpChg>
        <pc:picChg chg="mod">
          <ac:chgData name="shilpi gupta" userId="5ce4f23861899b28" providerId="LiveId" clId="{08B83CF0-1C50-4F7F-BD84-182DDABFAF70}" dt="2024-07-01T16:08:36.898" v="341" actId="1076"/>
          <ac:picMkLst>
            <pc:docMk/>
            <pc:sldMk cId="4286117563" sldId="386"/>
            <ac:picMk id="5" creationId="{7DA925EF-4364-5A3E-572E-CECF1067DE16}"/>
          </ac:picMkLst>
        </pc:picChg>
      </pc:sldChg>
      <pc:sldChg chg="addSp delSp modSp new mod modAnim">
        <pc:chgData name="shilpi gupta" userId="5ce4f23861899b28" providerId="LiveId" clId="{08B83CF0-1C50-4F7F-BD84-182DDABFAF70}" dt="2024-07-02T05:21:06.879" v="422" actId="2711"/>
        <pc:sldMkLst>
          <pc:docMk/>
          <pc:sldMk cId="3343426385" sldId="387"/>
        </pc:sldMkLst>
        <pc:spChg chg="del">
          <ac:chgData name="shilpi gupta" userId="5ce4f23861899b28" providerId="LiveId" clId="{08B83CF0-1C50-4F7F-BD84-182DDABFAF70}" dt="2024-07-02T05:11:17.948" v="352" actId="478"/>
          <ac:spMkLst>
            <pc:docMk/>
            <pc:sldMk cId="3343426385" sldId="387"/>
            <ac:spMk id="2" creationId="{1B81AE41-6C0F-C07A-BA4A-AF0FE09290A1}"/>
          </ac:spMkLst>
        </pc:spChg>
        <pc:spChg chg="mod">
          <ac:chgData name="shilpi gupta" userId="5ce4f23861899b28" providerId="LiveId" clId="{08B83CF0-1C50-4F7F-BD84-182DDABFAF70}" dt="2024-07-02T05:11:11.284" v="351"/>
          <ac:spMkLst>
            <pc:docMk/>
            <pc:sldMk cId="3343426385" sldId="387"/>
            <ac:spMk id="3" creationId="{BA293A5C-ABD1-7AC2-568A-D0A7A1333EDD}"/>
          </ac:spMkLst>
        </pc:spChg>
        <pc:spChg chg="add mod">
          <ac:chgData name="shilpi gupta" userId="5ce4f23861899b28" providerId="LiveId" clId="{08B83CF0-1C50-4F7F-BD84-182DDABFAF70}" dt="2024-07-02T05:20:49.678" v="419" actId="2711"/>
          <ac:spMkLst>
            <pc:docMk/>
            <pc:sldMk cId="3343426385" sldId="387"/>
            <ac:spMk id="5" creationId="{3A32BF43-3D28-745A-EDD8-C8BEAEFC0973}"/>
          </ac:spMkLst>
        </pc:spChg>
        <pc:spChg chg="add mod">
          <ac:chgData name="shilpi gupta" userId="5ce4f23861899b28" providerId="LiveId" clId="{08B83CF0-1C50-4F7F-BD84-182DDABFAF70}" dt="2024-07-02T05:20:54.610" v="420" actId="2711"/>
          <ac:spMkLst>
            <pc:docMk/>
            <pc:sldMk cId="3343426385" sldId="387"/>
            <ac:spMk id="6" creationId="{D9A9E75B-1668-0F84-8108-D500F69A9CA2}"/>
          </ac:spMkLst>
        </pc:spChg>
        <pc:spChg chg="add mod">
          <ac:chgData name="shilpi gupta" userId="5ce4f23861899b28" providerId="LiveId" clId="{08B83CF0-1C50-4F7F-BD84-182DDABFAF70}" dt="2024-07-02T05:21:06.879" v="422" actId="2711"/>
          <ac:spMkLst>
            <pc:docMk/>
            <pc:sldMk cId="3343426385" sldId="387"/>
            <ac:spMk id="7" creationId="{51B2C3F2-6AE5-02E3-39AE-37C08533F9DA}"/>
          </ac:spMkLst>
        </pc:spChg>
        <pc:picChg chg="add mod">
          <ac:chgData name="shilpi gupta" userId="5ce4f23861899b28" providerId="LiveId" clId="{08B83CF0-1C50-4F7F-BD84-182DDABFAF70}" dt="2024-07-02T05:11:23.189" v="354" actId="1076"/>
          <ac:picMkLst>
            <pc:docMk/>
            <pc:sldMk cId="3343426385" sldId="387"/>
            <ac:picMk id="4" creationId="{AA0BE736-9B0A-2D4B-4813-F0B17ED02488}"/>
          </ac:picMkLst>
        </pc:picChg>
      </pc:sldChg>
      <pc:sldChg chg="modSp new mod">
        <pc:chgData name="shilpi gupta" userId="5ce4f23861899b28" providerId="LiveId" clId="{08B83CF0-1C50-4F7F-BD84-182DDABFAF70}" dt="2024-07-02T05:40:21.203" v="701" actId="20577"/>
        <pc:sldMkLst>
          <pc:docMk/>
          <pc:sldMk cId="167419589" sldId="388"/>
        </pc:sldMkLst>
        <pc:spChg chg="mod">
          <ac:chgData name="shilpi gupta" userId="5ce4f23861899b28" providerId="LiveId" clId="{08B83CF0-1C50-4F7F-BD84-182DDABFAF70}" dt="2024-07-02T05:40:21.203" v="701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08B83CF0-1C50-4F7F-BD84-182DDABFAF70}" dt="2024-07-02T05:21:48.883" v="446" actId="20577"/>
          <ac:spMkLst>
            <pc:docMk/>
            <pc:sldMk cId="167419589" sldId="388"/>
            <ac:spMk id="3" creationId="{4F8FADB6-DA2D-0D2E-9764-B5634A029CB9}"/>
          </ac:spMkLst>
        </pc:spChg>
      </pc:sldChg>
    </pc:docChg>
  </pc:docChgLst>
  <pc:docChgLst>
    <pc:chgData name="shilpi gupta" userId="5ce4f23861899b28" providerId="LiveId" clId="{501A115A-B179-4477-B691-DE102A47D048}"/>
    <pc:docChg chg="undo custSel addSld delSld modSld">
      <pc:chgData name="shilpi gupta" userId="5ce4f23861899b28" providerId="LiveId" clId="{501A115A-B179-4477-B691-DE102A47D048}" dt="2024-07-07T16:09:59.587" v="2905" actId="20577"/>
      <pc:docMkLst>
        <pc:docMk/>
      </pc:docMkLst>
      <pc:sldChg chg="modSp">
        <pc:chgData name="shilpi gupta" userId="5ce4f23861899b28" providerId="LiveId" clId="{501A115A-B179-4477-B691-DE102A47D048}" dt="2024-07-07T15:57:19.298" v="2589"/>
        <pc:sldMkLst>
          <pc:docMk/>
          <pc:sldMk cId="0" sldId="302"/>
        </pc:sldMkLst>
        <pc:spChg chg="mod">
          <ac:chgData name="shilpi gupta" userId="5ce4f23861899b28" providerId="LiveId" clId="{501A115A-B179-4477-B691-DE102A47D048}" dt="2024-07-07T15:57:19.298" v="2589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501A115A-B179-4477-B691-DE102A47D048}" dt="2024-07-07T05:26:03.236" v="76" actId="20577"/>
        <pc:sldMkLst>
          <pc:docMk/>
          <pc:sldMk cId="0" sldId="304"/>
        </pc:sldMkLst>
        <pc:spChg chg="mod">
          <ac:chgData name="shilpi gupta" userId="5ce4f23861899b28" providerId="LiveId" clId="{501A115A-B179-4477-B691-DE102A47D048}" dt="2024-07-07T05:26:03.236" v="76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shilpi gupta" userId="5ce4f23861899b28" providerId="LiveId" clId="{501A115A-B179-4477-B691-DE102A47D048}" dt="2024-07-07T15:56:33.397" v="2568" actId="20577"/>
        <pc:sldMkLst>
          <pc:docMk/>
          <pc:sldMk cId="167419589" sldId="388"/>
        </pc:sldMkLst>
        <pc:spChg chg="mod">
          <ac:chgData name="shilpi gupta" userId="5ce4f23861899b28" providerId="LiveId" clId="{501A115A-B179-4477-B691-DE102A47D048}" dt="2024-07-07T15:56:33.397" v="2568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501A115A-B179-4477-B691-DE102A47D048}" dt="2024-07-07T15:55:12.860" v="2372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">
        <pc:chgData name="shilpi gupta" userId="5ce4f23861899b28" providerId="LiveId" clId="{501A115A-B179-4477-B691-DE102A47D048}" dt="2024-07-07T15:56:45.570" v="2571" actId="47"/>
        <pc:sldMkLst>
          <pc:docMk/>
          <pc:sldMk cId="2813677158" sldId="409"/>
        </pc:sldMkLst>
      </pc:sldChg>
      <pc:sldChg chg="del">
        <pc:chgData name="shilpi gupta" userId="5ce4f23861899b28" providerId="LiveId" clId="{501A115A-B179-4477-B691-DE102A47D048}" dt="2024-07-07T15:56:44.660" v="2570" actId="47"/>
        <pc:sldMkLst>
          <pc:docMk/>
          <pc:sldMk cId="2594592404" sldId="423"/>
        </pc:sldMkLst>
      </pc:sldChg>
      <pc:sldChg chg="del">
        <pc:chgData name="shilpi gupta" userId="5ce4f23861899b28" providerId="LiveId" clId="{501A115A-B179-4477-B691-DE102A47D048}" dt="2024-07-07T15:56:45.964" v="2572" actId="47"/>
        <pc:sldMkLst>
          <pc:docMk/>
          <pc:sldMk cId="2235321962" sldId="424"/>
        </pc:sldMkLst>
      </pc:sldChg>
      <pc:sldChg chg="del">
        <pc:chgData name="shilpi gupta" userId="5ce4f23861899b28" providerId="LiveId" clId="{501A115A-B179-4477-B691-DE102A47D048}" dt="2024-07-07T15:56:57.874" v="2588" actId="47"/>
        <pc:sldMkLst>
          <pc:docMk/>
          <pc:sldMk cId="2115380462" sldId="425"/>
        </pc:sldMkLst>
      </pc:sldChg>
      <pc:sldChg chg="del">
        <pc:chgData name="shilpi gupta" userId="5ce4f23861899b28" providerId="LiveId" clId="{501A115A-B179-4477-B691-DE102A47D048}" dt="2024-07-07T15:56:46.885" v="2574" actId="47"/>
        <pc:sldMkLst>
          <pc:docMk/>
          <pc:sldMk cId="2154536333" sldId="426"/>
        </pc:sldMkLst>
      </pc:sldChg>
      <pc:sldChg chg="del">
        <pc:chgData name="shilpi gupta" userId="5ce4f23861899b28" providerId="LiveId" clId="{501A115A-B179-4477-B691-DE102A47D048}" dt="2024-07-07T15:56:47.213" v="2575" actId="47"/>
        <pc:sldMkLst>
          <pc:docMk/>
          <pc:sldMk cId="1353655594" sldId="427"/>
        </pc:sldMkLst>
      </pc:sldChg>
      <pc:sldChg chg="del">
        <pc:chgData name="shilpi gupta" userId="5ce4f23861899b28" providerId="LiveId" clId="{501A115A-B179-4477-B691-DE102A47D048}" dt="2024-07-07T15:56:47.491" v="2576" actId="47"/>
        <pc:sldMkLst>
          <pc:docMk/>
          <pc:sldMk cId="34722433" sldId="428"/>
        </pc:sldMkLst>
      </pc:sldChg>
      <pc:sldChg chg="del">
        <pc:chgData name="shilpi gupta" userId="5ce4f23861899b28" providerId="LiveId" clId="{501A115A-B179-4477-B691-DE102A47D048}" dt="2024-07-07T15:56:47.832" v="2577" actId="47"/>
        <pc:sldMkLst>
          <pc:docMk/>
          <pc:sldMk cId="3794890116" sldId="429"/>
        </pc:sldMkLst>
      </pc:sldChg>
      <pc:sldChg chg="del">
        <pc:chgData name="shilpi gupta" userId="5ce4f23861899b28" providerId="LiveId" clId="{501A115A-B179-4477-B691-DE102A47D048}" dt="2024-07-07T15:56:48.109" v="2578" actId="47"/>
        <pc:sldMkLst>
          <pc:docMk/>
          <pc:sldMk cId="267344024" sldId="430"/>
        </pc:sldMkLst>
      </pc:sldChg>
      <pc:sldChg chg="del">
        <pc:chgData name="shilpi gupta" userId="5ce4f23861899b28" providerId="LiveId" clId="{501A115A-B179-4477-B691-DE102A47D048}" dt="2024-07-07T15:56:48.459" v="2579" actId="47"/>
        <pc:sldMkLst>
          <pc:docMk/>
          <pc:sldMk cId="3943826217" sldId="431"/>
        </pc:sldMkLst>
      </pc:sldChg>
      <pc:sldChg chg="del">
        <pc:chgData name="shilpi gupta" userId="5ce4f23861899b28" providerId="LiveId" clId="{501A115A-B179-4477-B691-DE102A47D048}" dt="2024-07-07T15:56:48.895" v="2580" actId="47"/>
        <pc:sldMkLst>
          <pc:docMk/>
          <pc:sldMk cId="3425853887" sldId="432"/>
        </pc:sldMkLst>
      </pc:sldChg>
      <pc:sldChg chg="del">
        <pc:chgData name="shilpi gupta" userId="5ce4f23861899b28" providerId="LiveId" clId="{501A115A-B179-4477-B691-DE102A47D048}" dt="2024-07-07T15:56:49.247" v="2581" actId="47"/>
        <pc:sldMkLst>
          <pc:docMk/>
          <pc:sldMk cId="22183460" sldId="433"/>
        </pc:sldMkLst>
      </pc:sldChg>
      <pc:sldChg chg="del">
        <pc:chgData name="shilpi gupta" userId="5ce4f23861899b28" providerId="LiveId" clId="{501A115A-B179-4477-B691-DE102A47D048}" dt="2024-07-07T15:56:49.608" v="2582" actId="47"/>
        <pc:sldMkLst>
          <pc:docMk/>
          <pc:sldMk cId="532486502" sldId="434"/>
        </pc:sldMkLst>
      </pc:sldChg>
      <pc:sldChg chg="add del">
        <pc:chgData name="shilpi gupta" userId="5ce4f23861899b28" providerId="LiveId" clId="{501A115A-B179-4477-B691-DE102A47D048}" dt="2024-07-07T15:56:53.528" v="2586" actId="47"/>
        <pc:sldMkLst>
          <pc:docMk/>
          <pc:sldMk cId="346849203" sldId="435"/>
        </pc:sldMkLst>
      </pc:sldChg>
      <pc:sldChg chg="del">
        <pc:chgData name="shilpi gupta" userId="5ce4f23861899b28" providerId="LiveId" clId="{501A115A-B179-4477-B691-DE102A47D048}" dt="2024-07-07T15:56:50.022" v="2583" actId="47"/>
        <pc:sldMkLst>
          <pc:docMk/>
          <pc:sldMk cId="3974857770" sldId="436"/>
        </pc:sldMkLst>
      </pc:sldChg>
      <pc:sldChg chg="del">
        <pc:chgData name="shilpi gupta" userId="5ce4f23861899b28" providerId="LiveId" clId="{501A115A-B179-4477-B691-DE102A47D048}" dt="2024-07-07T15:56:50.416" v="2584" actId="47"/>
        <pc:sldMkLst>
          <pc:docMk/>
          <pc:sldMk cId="1488060372" sldId="437"/>
        </pc:sldMkLst>
      </pc:sldChg>
      <pc:sldChg chg="del">
        <pc:chgData name="shilpi gupta" userId="5ce4f23861899b28" providerId="LiveId" clId="{501A115A-B179-4477-B691-DE102A47D048}" dt="2024-07-07T15:56:56.219" v="2587" actId="47"/>
        <pc:sldMkLst>
          <pc:docMk/>
          <pc:sldMk cId="2842069113" sldId="438"/>
        </pc:sldMkLst>
      </pc:sldChg>
      <pc:sldChg chg="del">
        <pc:chgData name="shilpi gupta" userId="5ce4f23861899b28" providerId="LiveId" clId="{501A115A-B179-4477-B691-DE102A47D048}" dt="2024-07-07T15:56:46.438" v="2573" actId="47"/>
        <pc:sldMkLst>
          <pc:docMk/>
          <pc:sldMk cId="3080571641" sldId="439"/>
        </pc:sldMkLst>
      </pc:sldChg>
      <pc:sldChg chg="addSp delSp modSp new mod">
        <pc:chgData name="shilpi gupta" userId="5ce4f23861899b28" providerId="LiveId" clId="{501A115A-B179-4477-B691-DE102A47D048}" dt="2024-07-07T15:55:01.652" v="2358" actId="2711"/>
        <pc:sldMkLst>
          <pc:docMk/>
          <pc:sldMk cId="443910992" sldId="440"/>
        </pc:sldMkLst>
        <pc:spChg chg="del">
          <ac:chgData name="shilpi gupta" userId="5ce4f23861899b28" providerId="LiveId" clId="{501A115A-B179-4477-B691-DE102A47D048}" dt="2024-07-07T05:35:32.006" v="79" actId="3680"/>
          <ac:spMkLst>
            <pc:docMk/>
            <pc:sldMk cId="443910992" sldId="440"/>
            <ac:spMk id="2" creationId="{2F04B0E5-FE9C-B994-B633-1AFDFAEC2F16}"/>
          </ac:spMkLst>
        </pc:spChg>
        <pc:spChg chg="mod">
          <ac:chgData name="shilpi gupta" userId="5ce4f23861899b28" providerId="LiveId" clId="{501A115A-B179-4477-B691-DE102A47D048}" dt="2024-07-07T15:55:01.652" v="2358" actId="2711"/>
          <ac:spMkLst>
            <pc:docMk/>
            <pc:sldMk cId="443910992" sldId="440"/>
            <ac:spMk id="3" creationId="{8976A217-16DE-6A8E-72EB-A41A0120A3E4}"/>
          </ac:spMkLst>
        </pc:spChg>
        <pc:graphicFrameChg chg="add mod ord modGraphic">
          <ac:chgData name="shilpi gupta" userId="5ce4f23861899b28" providerId="LiveId" clId="{501A115A-B179-4477-B691-DE102A47D048}" dt="2024-07-07T15:54:42.209" v="2356" actId="404"/>
          <ac:graphicFrameMkLst>
            <pc:docMk/>
            <pc:sldMk cId="443910992" sldId="440"/>
            <ac:graphicFrameMk id="4" creationId="{BACB21EC-26BF-A32A-2EE7-E941D2E38803}"/>
          </ac:graphicFrameMkLst>
        </pc:graphicFrameChg>
      </pc:sldChg>
      <pc:sldChg chg="modSp new mod">
        <pc:chgData name="shilpi gupta" userId="5ce4f23861899b28" providerId="LiveId" clId="{501A115A-B179-4477-B691-DE102A47D048}" dt="2024-07-07T10:38:20.565" v="364" actId="20577"/>
        <pc:sldMkLst>
          <pc:docMk/>
          <pc:sldMk cId="341011120" sldId="441"/>
        </pc:sldMkLst>
        <pc:spChg chg="mod">
          <ac:chgData name="shilpi gupta" userId="5ce4f23861899b28" providerId="LiveId" clId="{501A115A-B179-4477-B691-DE102A47D048}" dt="2024-07-07T10:38:20.565" v="364" actId="20577"/>
          <ac:spMkLst>
            <pc:docMk/>
            <pc:sldMk cId="341011120" sldId="441"/>
            <ac:spMk id="2" creationId="{586A53B5-8684-0CA2-49A8-192612BC6877}"/>
          </ac:spMkLst>
        </pc:spChg>
        <pc:spChg chg="mod">
          <ac:chgData name="shilpi gupta" userId="5ce4f23861899b28" providerId="LiveId" clId="{501A115A-B179-4477-B691-DE102A47D048}" dt="2024-07-07T10:35:59.517" v="255" actId="20577"/>
          <ac:spMkLst>
            <pc:docMk/>
            <pc:sldMk cId="341011120" sldId="441"/>
            <ac:spMk id="3" creationId="{9E325926-C9B5-10E1-B6FE-51B286331717}"/>
          </ac:spMkLst>
        </pc:spChg>
      </pc:sldChg>
      <pc:sldChg chg="addSp modSp new mod modAnim">
        <pc:chgData name="shilpi gupta" userId="5ce4f23861899b28" providerId="LiveId" clId="{501A115A-B179-4477-B691-DE102A47D048}" dt="2024-07-07T15:54:04.742" v="2349" actId="20577"/>
        <pc:sldMkLst>
          <pc:docMk/>
          <pc:sldMk cId="3572869024" sldId="442"/>
        </pc:sldMkLst>
        <pc:spChg chg="mod">
          <ac:chgData name="shilpi gupta" userId="5ce4f23861899b28" providerId="LiveId" clId="{501A115A-B179-4477-B691-DE102A47D048}" dt="2024-07-07T13:04:41.986" v="416" actId="20577"/>
          <ac:spMkLst>
            <pc:docMk/>
            <pc:sldMk cId="3572869024" sldId="442"/>
            <ac:spMk id="2" creationId="{10120DBB-AA14-D242-6215-8F0526364591}"/>
          </ac:spMkLst>
        </pc:spChg>
        <pc:spChg chg="mod">
          <ac:chgData name="shilpi gupta" userId="5ce4f23861899b28" providerId="LiveId" clId="{501A115A-B179-4477-B691-DE102A47D048}" dt="2024-07-07T10:38:49.389" v="372" actId="20577"/>
          <ac:spMkLst>
            <pc:docMk/>
            <pc:sldMk cId="3572869024" sldId="442"/>
            <ac:spMk id="3" creationId="{0B264F55-0D0B-83BF-FC2D-7992071AF985}"/>
          </ac:spMkLst>
        </pc:spChg>
        <pc:spChg chg="add mod">
          <ac:chgData name="shilpi gupta" userId="5ce4f23861899b28" providerId="LiveId" clId="{501A115A-B179-4477-B691-DE102A47D048}" dt="2024-07-07T15:54:04.742" v="2349" actId="20577"/>
          <ac:spMkLst>
            <pc:docMk/>
            <pc:sldMk cId="3572869024" sldId="442"/>
            <ac:spMk id="4" creationId="{2B0FF0FD-FDF4-DE85-5656-056BF877D99D}"/>
          </ac:spMkLst>
        </pc:spChg>
      </pc:sldChg>
      <pc:sldChg chg="modSp new mod">
        <pc:chgData name="shilpi gupta" userId="5ce4f23861899b28" providerId="LiveId" clId="{501A115A-B179-4477-B691-DE102A47D048}" dt="2024-07-07T13:12:17.291" v="532" actId="313"/>
        <pc:sldMkLst>
          <pc:docMk/>
          <pc:sldMk cId="79339120" sldId="443"/>
        </pc:sldMkLst>
        <pc:spChg chg="mod">
          <ac:chgData name="shilpi gupta" userId="5ce4f23861899b28" providerId="LiveId" clId="{501A115A-B179-4477-B691-DE102A47D048}" dt="2024-07-07T13:12:17.291" v="532" actId="313"/>
          <ac:spMkLst>
            <pc:docMk/>
            <pc:sldMk cId="79339120" sldId="443"/>
            <ac:spMk id="2" creationId="{341CB463-63E7-13B1-3932-9BCE6A143B43}"/>
          </ac:spMkLst>
        </pc:spChg>
        <pc:spChg chg="mod">
          <ac:chgData name="shilpi gupta" userId="5ce4f23861899b28" providerId="LiveId" clId="{501A115A-B179-4477-B691-DE102A47D048}" dt="2024-07-07T13:10:32.345" v="465" actId="20577"/>
          <ac:spMkLst>
            <pc:docMk/>
            <pc:sldMk cId="79339120" sldId="443"/>
            <ac:spMk id="3" creationId="{7753784C-909F-B417-122E-6890BD641940}"/>
          </ac:spMkLst>
        </pc:spChg>
      </pc:sldChg>
      <pc:sldChg chg="addSp modSp new mod">
        <pc:chgData name="shilpi gupta" userId="5ce4f23861899b28" providerId="LiveId" clId="{501A115A-B179-4477-B691-DE102A47D048}" dt="2024-07-07T16:08:31.780" v="2869" actId="20577"/>
        <pc:sldMkLst>
          <pc:docMk/>
          <pc:sldMk cId="3047856170" sldId="444"/>
        </pc:sldMkLst>
        <pc:spChg chg="mod">
          <ac:chgData name="shilpi gupta" userId="5ce4f23861899b28" providerId="LiveId" clId="{501A115A-B179-4477-B691-DE102A47D048}" dt="2024-07-07T16:08:31.780" v="2869" actId="20577"/>
          <ac:spMkLst>
            <pc:docMk/>
            <pc:sldMk cId="3047856170" sldId="444"/>
            <ac:spMk id="2" creationId="{BA7EE5B5-FE42-A797-3641-6B9D8EE073DF}"/>
          </ac:spMkLst>
        </pc:spChg>
        <pc:spChg chg="mod">
          <ac:chgData name="shilpi gupta" userId="5ce4f23861899b28" providerId="LiveId" clId="{501A115A-B179-4477-B691-DE102A47D048}" dt="2024-07-07T13:12:40.354" v="559" actId="20577"/>
          <ac:spMkLst>
            <pc:docMk/>
            <pc:sldMk cId="3047856170" sldId="444"/>
            <ac:spMk id="3" creationId="{72C4FCDB-4D7A-0EED-FBFB-E4A716F5FC78}"/>
          </ac:spMkLst>
        </pc:spChg>
        <pc:graphicFrameChg chg="add mod modGraphic">
          <ac:chgData name="shilpi gupta" userId="5ce4f23861899b28" providerId="LiveId" clId="{501A115A-B179-4477-B691-DE102A47D048}" dt="2024-07-07T16:07:43.973" v="2840" actId="115"/>
          <ac:graphicFrameMkLst>
            <pc:docMk/>
            <pc:sldMk cId="3047856170" sldId="444"/>
            <ac:graphicFrameMk id="4" creationId="{76E465F8-B10F-E61C-DCBE-993EC0D19CB1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3:25:22.646" v="1087" actId="14100"/>
        <pc:sldMkLst>
          <pc:docMk/>
          <pc:sldMk cId="2920233675" sldId="445"/>
        </pc:sldMkLst>
        <pc:spChg chg="mod">
          <ac:chgData name="shilpi gupta" userId="5ce4f23861899b28" providerId="LiveId" clId="{501A115A-B179-4477-B691-DE102A47D048}" dt="2024-07-07T13:25:22.646" v="1087" actId="14100"/>
          <ac:spMkLst>
            <pc:docMk/>
            <pc:sldMk cId="2920233675" sldId="445"/>
            <ac:spMk id="2" creationId="{4B2ABEAB-389B-A24B-48AE-771829DA0CD8}"/>
          </ac:spMkLst>
        </pc:spChg>
        <pc:spChg chg="mod">
          <ac:chgData name="shilpi gupta" userId="5ce4f23861899b28" providerId="LiveId" clId="{501A115A-B179-4477-B691-DE102A47D048}" dt="2024-07-07T13:20:42.171" v="899"/>
          <ac:spMkLst>
            <pc:docMk/>
            <pc:sldMk cId="2920233675" sldId="445"/>
            <ac:spMk id="3" creationId="{20B2520A-E2FB-5456-23BB-356A078A29FA}"/>
          </ac:spMkLst>
        </pc:spChg>
        <pc:graphicFrameChg chg="add mod modGraphic">
          <ac:chgData name="shilpi gupta" userId="5ce4f23861899b28" providerId="LiveId" clId="{501A115A-B179-4477-B691-DE102A47D048}" dt="2024-07-07T13:20:29.280" v="898" actId="115"/>
          <ac:graphicFrameMkLst>
            <pc:docMk/>
            <pc:sldMk cId="2920233675" sldId="445"/>
            <ac:graphicFrameMk id="4" creationId="{1DCB3AB2-4C0F-16CE-5211-26621C325A14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6:09:59.587" v="2905" actId="20577"/>
        <pc:sldMkLst>
          <pc:docMk/>
          <pc:sldMk cId="3830916942" sldId="446"/>
        </pc:sldMkLst>
        <pc:spChg chg="mod">
          <ac:chgData name="shilpi gupta" userId="5ce4f23861899b28" providerId="LiveId" clId="{501A115A-B179-4477-B691-DE102A47D048}" dt="2024-07-07T16:09:59.587" v="2905" actId="20577"/>
          <ac:spMkLst>
            <pc:docMk/>
            <pc:sldMk cId="3830916942" sldId="446"/>
            <ac:spMk id="2" creationId="{512856AF-444B-0E7C-5EDE-8FC0644F8D10}"/>
          </ac:spMkLst>
        </pc:spChg>
        <pc:spChg chg="mod">
          <ac:chgData name="shilpi gupta" userId="5ce4f23861899b28" providerId="LiveId" clId="{501A115A-B179-4477-B691-DE102A47D048}" dt="2024-07-07T13:21:25.243" v="901"/>
          <ac:spMkLst>
            <pc:docMk/>
            <pc:sldMk cId="3830916942" sldId="446"/>
            <ac:spMk id="3" creationId="{E3597F86-08A0-91DC-CF27-EF6949594C33}"/>
          </ac:spMkLst>
        </pc:spChg>
        <pc:graphicFrameChg chg="add mod modGraphic">
          <ac:chgData name="shilpi gupta" userId="5ce4f23861899b28" providerId="LiveId" clId="{501A115A-B179-4477-B691-DE102A47D048}" dt="2024-07-07T13:23:31.260" v="1019" actId="20577"/>
          <ac:graphicFrameMkLst>
            <pc:docMk/>
            <pc:sldMk cId="3830916942" sldId="446"/>
            <ac:graphicFrameMk id="4" creationId="{93E62E5F-12A8-9F0C-DFED-6A37FAC443C3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3:29:01.065" v="1219"/>
        <pc:sldMkLst>
          <pc:docMk/>
          <pc:sldMk cId="3743214024" sldId="447"/>
        </pc:sldMkLst>
        <pc:spChg chg="mod">
          <ac:chgData name="shilpi gupta" userId="5ce4f23861899b28" providerId="LiveId" clId="{501A115A-B179-4477-B691-DE102A47D048}" dt="2024-07-07T13:28:45.351" v="1218" actId="14100"/>
          <ac:spMkLst>
            <pc:docMk/>
            <pc:sldMk cId="3743214024" sldId="447"/>
            <ac:spMk id="2" creationId="{51592183-BA8F-21DB-0A0E-D3DCCDB6077B}"/>
          </ac:spMkLst>
        </pc:spChg>
        <pc:spChg chg="mod">
          <ac:chgData name="shilpi gupta" userId="5ce4f23861899b28" providerId="LiveId" clId="{501A115A-B179-4477-B691-DE102A47D048}" dt="2024-07-07T13:29:01.065" v="1219"/>
          <ac:spMkLst>
            <pc:docMk/>
            <pc:sldMk cId="3743214024" sldId="447"/>
            <ac:spMk id="3" creationId="{CF68B407-BF25-2D3D-1BF4-DBA81564EC39}"/>
          </ac:spMkLst>
        </pc:spChg>
        <pc:graphicFrameChg chg="add mod modGraphic">
          <ac:chgData name="shilpi gupta" userId="5ce4f23861899b28" providerId="LiveId" clId="{501A115A-B179-4477-B691-DE102A47D048}" dt="2024-07-07T13:28:05.326" v="1180" actId="1076"/>
          <ac:graphicFrameMkLst>
            <pc:docMk/>
            <pc:sldMk cId="3743214024" sldId="447"/>
            <ac:graphicFrameMk id="4" creationId="{79AD1088-0447-C9B9-7578-F14A60A18C41}"/>
          </ac:graphicFrameMkLst>
        </pc:graphicFrameChg>
      </pc:sldChg>
      <pc:sldChg chg="addSp delSp modSp new mod">
        <pc:chgData name="shilpi gupta" userId="5ce4f23861899b28" providerId="LiveId" clId="{501A115A-B179-4477-B691-DE102A47D048}" dt="2024-07-07T13:31:56.965" v="1362"/>
        <pc:sldMkLst>
          <pc:docMk/>
          <pc:sldMk cId="2243815932" sldId="448"/>
        </pc:sldMkLst>
        <pc:spChg chg="mod">
          <ac:chgData name="shilpi gupta" userId="5ce4f23861899b28" providerId="LiveId" clId="{501A115A-B179-4477-B691-DE102A47D048}" dt="2024-07-07T13:31:48.950" v="1361" actId="14100"/>
          <ac:spMkLst>
            <pc:docMk/>
            <pc:sldMk cId="2243815932" sldId="448"/>
            <ac:spMk id="2" creationId="{1C537378-733D-D14C-990B-82CD8F21B543}"/>
          </ac:spMkLst>
        </pc:spChg>
        <pc:spChg chg="mod">
          <ac:chgData name="shilpi gupta" userId="5ce4f23861899b28" providerId="LiveId" clId="{501A115A-B179-4477-B691-DE102A47D048}" dt="2024-07-07T13:31:56.965" v="1362"/>
          <ac:spMkLst>
            <pc:docMk/>
            <pc:sldMk cId="2243815932" sldId="448"/>
            <ac:spMk id="3" creationId="{688175AE-4ABF-A9F9-222D-531459D040CB}"/>
          </ac:spMkLst>
        </pc:spChg>
        <pc:graphicFrameChg chg="add mod modGraphic">
          <ac:chgData name="shilpi gupta" userId="5ce4f23861899b28" providerId="LiveId" clId="{501A115A-B179-4477-B691-DE102A47D048}" dt="2024-07-07T13:31:14.582" v="1320" actId="20577"/>
          <ac:graphicFrameMkLst>
            <pc:docMk/>
            <pc:sldMk cId="2243815932" sldId="448"/>
            <ac:graphicFrameMk id="6" creationId="{D3CCDE14-92B5-5AE7-C292-5D2E44E15576}"/>
          </ac:graphicFrameMkLst>
        </pc:graphicFrameChg>
        <pc:picChg chg="add del">
          <ac:chgData name="shilpi gupta" userId="5ce4f23861899b28" providerId="LiveId" clId="{501A115A-B179-4477-B691-DE102A47D048}" dt="2024-07-07T13:30:05.663" v="1257" actId="22"/>
          <ac:picMkLst>
            <pc:docMk/>
            <pc:sldMk cId="2243815932" sldId="448"/>
            <ac:picMk id="5" creationId="{F468EFA1-1268-47C8-0525-DF4D00EDCF2B}"/>
          </ac:picMkLst>
        </pc:picChg>
      </pc:sldChg>
      <pc:sldChg chg="addSp modSp new mod">
        <pc:chgData name="shilpi gupta" userId="5ce4f23861899b28" providerId="LiveId" clId="{501A115A-B179-4477-B691-DE102A47D048}" dt="2024-07-07T13:36:01.957" v="1476" actId="20577"/>
        <pc:sldMkLst>
          <pc:docMk/>
          <pc:sldMk cId="4287394923" sldId="449"/>
        </pc:sldMkLst>
        <pc:spChg chg="mod">
          <ac:chgData name="shilpi gupta" userId="5ce4f23861899b28" providerId="LiveId" clId="{501A115A-B179-4477-B691-DE102A47D048}" dt="2024-07-07T13:33:54.544" v="1375"/>
          <ac:spMkLst>
            <pc:docMk/>
            <pc:sldMk cId="4287394923" sldId="449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3:36:01.957" v="1476" actId="20577"/>
          <ac:spMkLst>
            <pc:docMk/>
            <pc:sldMk cId="4287394923" sldId="449"/>
            <ac:spMk id="3" creationId="{0FDC9DC3-CFB2-8A2A-6826-05AF1A8E24D6}"/>
          </ac:spMkLst>
        </pc:spChg>
        <pc:graphicFrameChg chg="add mod modGraphic">
          <ac:chgData name="shilpi gupta" userId="5ce4f23861899b28" providerId="LiveId" clId="{501A115A-B179-4477-B691-DE102A47D048}" dt="2024-07-07T13:35:50.071" v="1449" actId="20577"/>
          <ac:graphicFrameMkLst>
            <pc:docMk/>
            <pc:sldMk cId="4287394923" sldId="449"/>
            <ac:graphicFrameMk id="4" creationId="{71961EB1-0580-C31F-AEA5-9D5B8ABEF650}"/>
          </ac:graphicFrameMkLst>
        </pc:graphicFrameChg>
      </pc:sldChg>
      <pc:sldChg chg="modSp new del mod">
        <pc:chgData name="shilpi gupta" userId="5ce4f23861899b28" providerId="LiveId" clId="{501A115A-B179-4477-B691-DE102A47D048}" dt="2024-07-07T15:47:19.807" v="2093" actId="47"/>
        <pc:sldMkLst>
          <pc:docMk/>
          <pc:sldMk cId="1697429026" sldId="450"/>
        </pc:sldMkLst>
        <pc:spChg chg="mod">
          <ac:chgData name="shilpi gupta" userId="5ce4f23861899b28" providerId="LiveId" clId="{501A115A-B179-4477-B691-DE102A47D048}" dt="2024-07-07T15:37:13.020" v="1697"/>
          <ac:spMkLst>
            <pc:docMk/>
            <pc:sldMk cId="1697429026" sldId="450"/>
            <ac:spMk id="2" creationId="{1688FCBC-D3FC-CA6F-32A2-45143D0DF984}"/>
          </ac:spMkLst>
        </pc:spChg>
        <pc:spChg chg="mod">
          <ac:chgData name="shilpi gupta" userId="5ce4f23861899b28" providerId="LiveId" clId="{501A115A-B179-4477-B691-DE102A47D048}" dt="2024-07-07T15:46:03.649" v="2015" actId="20577"/>
          <ac:spMkLst>
            <pc:docMk/>
            <pc:sldMk cId="1697429026" sldId="450"/>
            <ac:spMk id="3" creationId="{A60C2172-031A-A425-643D-4E4EFEF94BFB}"/>
          </ac:spMkLst>
        </pc:spChg>
      </pc:sldChg>
      <pc:sldChg chg="new del">
        <pc:chgData name="shilpi gupta" userId="5ce4f23861899b28" providerId="LiveId" clId="{501A115A-B179-4477-B691-DE102A47D048}" dt="2024-07-07T13:37:35.688" v="1500" actId="47"/>
        <pc:sldMkLst>
          <pc:docMk/>
          <pc:sldMk cId="3741876553" sldId="451"/>
        </pc:sldMkLst>
      </pc:sldChg>
      <pc:sldChg chg="modSp add mod">
        <pc:chgData name="shilpi gupta" userId="5ce4f23861899b28" providerId="LiveId" clId="{501A115A-B179-4477-B691-DE102A47D048}" dt="2024-07-07T13:40:19.874" v="1642" actId="20577"/>
        <pc:sldMkLst>
          <pc:docMk/>
          <pc:sldMk cId="712952541" sldId="452"/>
        </pc:sldMkLst>
        <pc:spChg chg="mod">
          <ac:chgData name="shilpi gupta" userId="5ce4f23861899b28" providerId="LiveId" clId="{501A115A-B179-4477-B691-DE102A47D048}" dt="2024-07-07T13:40:19.874" v="1642" actId="20577"/>
          <ac:spMkLst>
            <pc:docMk/>
            <pc:sldMk cId="712952541" sldId="452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3:37:39.709" v="1502" actId="20577"/>
          <ac:spMkLst>
            <pc:docMk/>
            <pc:sldMk cId="712952541" sldId="452"/>
            <ac:spMk id="3" creationId="{0FDC9DC3-CFB2-8A2A-6826-05AF1A8E24D6}"/>
          </ac:spMkLst>
        </pc:spChg>
        <pc:graphicFrameChg chg="modGraphic">
          <ac:chgData name="shilpi gupta" userId="5ce4f23861899b28" providerId="LiveId" clId="{501A115A-B179-4477-B691-DE102A47D048}" dt="2024-07-07T13:39:32.826" v="1563" actId="115"/>
          <ac:graphicFrameMkLst>
            <pc:docMk/>
            <pc:sldMk cId="712952541" sldId="452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3:49:10.817" v="1695" actId="20577"/>
        <pc:sldMkLst>
          <pc:docMk/>
          <pc:sldMk cId="1407282304" sldId="453"/>
        </pc:sldMkLst>
        <pc:spChg chg="mod">
          <ac:chgData name="shilpi gupta" userId="5ce4f23861899b28" providerId="LiveId" clId="{501A115A-B179-4477-B691-DE102A47D048}" dt="2024-07-07T13:41:39.245" v="1659" actId="20577"/>
          <ac:spMkLst>
            <pc:docMk/>
            <pc:sldMk cId="1407282304" sldId="453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3:49:10.817" v="1695" actId="20577"/>
          <ac:graphicFrameMkLst>
            <pc:docMk/>
            <pc:sldMk cId="1407282304" sldId="453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39:55.677" v="1743" actId="5793"/>
        <pc:sldMkLst>
          <pc:docMk/>
          <pc:sldMk cId="2303673513" sldId="454"/>
        </pc:sldMkLst>
        <pc:spChg chg="mod">
          <ac:chgData name="shilpi gupta" userId="5ce4f23861899b28" providerId="LiveId" clId="{501A115A-B179-4477-B691-DE102A47D048}" dt="2024-07-07T15:39:55.677" v="1743" actId="5793"/>
          <ac:spMkLst>
            <pc:docMk/>
            <pc:sldMk cId="2303673513" sldId="454"/>
            <ac:spMk id="2" creationId="{4BE98C05-7791-D41E-0341-3F2DE8665AF1}"/>
          </ac:spMkLst>
        </pc:spChg>
        <pc:graphicFrameChg chg="mod modGraphic">
          <ac:chgData name="shilpi gupta" userId="5ce4f23861899b28" providerId="LiveId" clId="{501A115A-B179-4477-B691-DE102A47D048}" dt="2024-07-07T15:38:40.099" v="1718" actId="14100"/>
          <ac:graphicFrameMkLst>
            <pc:docMk/>
            <pc:sldMk cId="2303673513" sldId="454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45:02.043" v="1999" actId="20577"/>
        <pc:sldMkLst>
          <pc:docMk/>
          <pc:sldMk cId="1381215770" sldId="455"/>
        </pc:sldMkLst>
        <pc:spChg chg="mod">
          <ac:chgData name="shilpi gupta" userId="5ce4f23861899b28" providerId="LiveId" clId="{501A115A-B179-4477-B691-DE102A47D048}" dt="2024-07-07T15:42:49.700" v="1857" actId="20577"/>
          <ac:spMkLst>
            <pc:docMk/>
            <pc:sldMk cId="1381215770" sldId="455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5:40:15.663" v="1746" actId="20577"/>
          <ac:spMkLst>
            <pc:docMk/>
            <pc:sldMk cId="1381215770" sldId="455"/>
            <ac:spMk id="3" creationId="{0FDC9DC3-CFB2-8A2A-6826-05AF1A8E24D6}"/>
          </ac:spMkLst>
        </pc:spChg>
        <pc:graphicFrameChg chg="modGraphic">
          <ac:chgData name="shilpi gupta" userId="5ce4f23861899b28" providerId="LiveId" clId="{501A115A-B179-4477-B691-DE102A47D048}" dt="2024-07-07T15:45:02.043" v="1999" actId="20577"/>
          <ac:graphicFrameMkLst>
            <pc:docMk/>
            <pc:sldMk cId="1381215770" sldId="455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45:38.885" v="2003" actId="1076"/>
        <pc:sldMkLst>
          <pc:docMk/>
          <pc:sldMk cId="4290193593" sldId="456"/>
        </pc:sldMkLst>
        <pc:spChg chg="mod">
          <ac:chgData name="shilpi gupta" userId="5ce4f23861899b28" providerId="LiveId" clId="{501A115A-B179-4477-B691-DE102A47D048}" dt="2024-07-07T15:45:28.107" v="2002" actId="14100"/>
          <ac:spMkLst>
            <pc:docMk/>
            <pc:sldMk cId="4290193593" sldId="456"/>
            <ac:spMk id="2" creationId="{4BE98C05-7791-D41E-0341-3F2DE8665AF1}"/>
          </ac:spMkLst>
        </pc:spChg>
        <pc:graphicFrameChg chg="mod modGraphic">
          <ac:chgData name="shilpi gupta" userId="5ce4f23861899b28" providerId="LiveId" clId="{501A115A-B179-4477-B691-DE102A47D048}" dt="2024-07-07T15:45:38.885" v="2003" actId="1076"/>
          <ac:graphicFrameMkLst>
            <pc:docMk/>
            <pc:sldMk cId="4290193593" sldId="456"/>
            <ac:graphicFrameMk id="4" creationId="{71961EB1-0580-C31F-AEA5-9D5B8ABEF650}"/>
          </ac:graphicFrameMkLst>
        </pc:graphicFrameChg>
      </pc:sldChg>
      <pc:sldChg chg="new del">
        <pc:chgData name="shilpi gupta" userId="5ce4f23861899b28" providerId="LiveId" clId="{501A115A-B179-4477-B691-DE102A47D048}" dt="2024-07-07T15:47:16.119" v="2092" actId="47"/>
        <pc:sldMkLst>
          <pc:docMk/>
          <pc:sldMk cId="1520522822" sldId="457"/>
        </pc:sldMkLst>
      </pc:sldChg>
      <pc:sldChg chg="new del">
        <pc:chgData name="shilpi gupta" userId="5ce4f23861899b28" providerId="LiveId" clId="{501A115A-B179-4477-B691-DE102A47D048}" dt="2024-07-07T15:46:19.702" v="2019" actId="47"/>
        <pc:sldMkLst>
          <pc:docMk/>
          <pc:sldMk cId="3733630474" sldId="458"/>
        </pc:sldMkLst>
      </pc:sldChg>
      <pc:sldChg chg="modSp add mod">
        <pc:chgData name="shilpi gupta" userId="5ce4f23861899b28" providerId="LiveId" clId="{501A115A-B179-4477-B691-DE102A47D048}" dt="2024-07-07T15:47:06.753" v="2091" actId="6549"/>
        <pc:sldMkLst>
          <pc:docMk/>
          <pc:sldMk cId="1399419827" sldId="459"/>
        </pc:sldMkLst>
        <pc:spChg chg="mod">
          <ac:chgData name="shilpi gupta" userId="5ce4f23861899b28" providerId="LiveId" clId="{501A115A-B179-4477-B691-DE102A47D048}" dt="2024-07-07T15:47:06.753" v="2091" actId="6549"/>
          <ac:spMkLst>
            <pc:docMk/>
            <pc:sldMk cId="1399419827" sldId="459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5:46:56.464" v="2065" actId="20577"/>
          <ac:graphicFrameMkLst>
            <pc:docMk/>
            <pc:sldMk cId="1399419827" sldId="459"/>
            <ac:graphicFrameMk id="4" creationId="{71961EB1-0580-C31F-AEA5-9D5B8ABEF650}"/>
          </ac:graphicFrameMkLst>
        </pc:graphicFrameChg>
      </pc:sldChg>
      <pc:sldChg chg="addSp delSp modSp new mod">
        <pc:chgData name="shilpi gupta" userId="5ce4f23861899b28" providerId="LiveId" clId="{501A115A-B179-4477-B691-DE102A47D048}" dt="2024-07-07T15:52:42.607" v="2298" actId="14100"/>
        <pc:sldMkLst>
          <pc:docMk/>
          <pc:sldMk cId="2112929161" sldId="460"/>
        </pc:sldMkLst>
        <pc:spChg chg="add del mod">
          <ac:chgData name="shilpi gupta" userId="5ce4f23861899b28" providerId="LiveId" clId="{501A115A-B179-4477-B691-DE102A47D048}" dt="2024-07-07T15:48:26.975" v="2099"/>
          <ac:spMkLst>
            <pc:docMk/>
            <pc:sldMk cId="2112929161" sldId="460"/>
            <ac:spMk id="2" creationId="{89424F87-0BDD-1685-CD96-14B1E0B9095F}"/>
          </ac:spMkLst>
        </pc:spChg>
        <pc:spChg chg="mod">
          <ac:chgData name="shilpi gupta" userId="5ce4f23861899b28" providerId="LiveId" clId="{501A115A-B179-4477-B691-DE102A47D048}" dt="2024-07-07T15:52:42.607" v="2298" actId="14100"/>
          <ac:spMkLst>
            <pc:docMk/>
            <pc:sldMk cId="2112929161" sldId="460"/>
            <ac:spMk id="3" creationId="{C1999DC6-153B-4DEF-A8B3-6904CC54C67D}"/>
          </ac:spMkLst>
        </pc:spChg>
        <pc:spChg chg="add mod">
          <ac:chgData name="shilpi gupta" userId="5ce4f23861899b28" providerId="LiveId" clId="{501A115A-B179-4477-B691-DE102A47D048}" dt="2024-07-07T15:50:19.841" v="2111" actId="1076"/>
          <ac:spMkLst>
            <pc:docMk/>
            <pc:sldMk cId="2112929161" sldId="460"/>
            <ac:spMk id="9" creationId="{AECCD226-3F06-9D0F-B737-FBAB6D5EDA6F}"/>
          </ac:spMkLst>
        </pc:spChg>
        <pc:spChg chg="add mod">
          <ac:chgData name="shilpi gupta" userId="5ce4f23861899b28" providerId="LiveId" clId="{501A115A-B179-4477-B691-DE102A47D048}" dt="2024-07-07T15:50:14.332" v="2110" actId="207"/>
          <ac:spMkLst>
            <pc:docMk/>
            <pc:sldMk cId="2112929161" sldId="460"/>
            <ac:spMk id="10" creationId="{2EE85F72-9C79-B73C-3E84-4E6C9DB8B683}"/>
          </ac:spMkLst>
        </pc:spChg>
        <pc:graphicFrameChg chg="add mod modGraphic">
          <ac:chgData name="shilpi gupta" userId="5ce4f23861899b28" providerId="LiveId" clId="{501A115A-B179-4477-B691-DE102A47D048}" dt="2024-07-07T15:50:03.876" v="2107" actId="1076"/>
          <ac:graphicFrameMkLst>
            <pc:docMk/>
            <pc:sldMk cId="2112929161" sldId="460"/>
            <ac:graphicFrameMk id="8" creationId="{484204AC-29B1-4EF0-66C7-62A5E0ACAFFD}"/>
          </ac:graphicFrameMkLst>
        </pc:graphicFrameChg>
        <pc:picChg chg="add del mod ord">
          <ac:chgData name="shilpi gupta" userId="5ce4f23861899b28" providerId="LiveId" clId="{501A115A-B179-4477-B691-DE102A47D048}" dt="2024-07-07T15:48:09.173" v="2098" actId="22"/>
          <ac:picMkLst>
            <pc:docMk/>
            <pc:sldMk cId="2112929161" sldId="460"/>
            <ac:picMk id="5" creationId="{BD5CFAED-01B4-0DF8-09EE-A8902636A2DB}"/>
          </ac:picMkLst>
        </pc:picChg>
      </pc:sldChg>
      <pc:sldChg chg="modSp add mod">
        <pc:chgData name="shilpi gupta" userId="5ce4f23861899b28" providerId="LiveId" clId="{501A115A-B179-4477-B691-DE102A47D048}" dt="2024-07-07T15:52:01.181" v="2253" actId="20577"/>
        <pc:sldMkLst>
          <pc:docMk/>
          <pc:sldMk cId="184412125" sldId="461"/>
        </pc:sldMkLst>
        <pc:spChg chg="mod">
          <ac:chgData name="shilpi gupta" userId="5ce4f23861899b28" providerId="LiveId" clId="{501A115A-B179-4477-B691-DE102A47D048}" dt="2024-07-07T15:52:01.181" v="2253" actId="20577"/>
          <ac:spMkLst>
            <pc:docMk/>
            <pc:sldMk cId="184412125" sldId="461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5:51:39.747" v="2201" actId="20577"/>
          <ac:graphicFrameMkLst>
            <pc:docMk/>
            <pc:sldMk cId="184412125" sldId="461"/>
            <ac:graphicFrameMk id="4" creationId="{71961EB1-0580-C31F-AEA5-9D5B8ABEF650}"/>
          </ac:graphicFrameMkLst>
        </pc:graphicFrameChg>
      </pc:sldChg>
      <pc:sldChg chg="new del">
        <pc:chgData name="shilpi gupta" userId="5ce4f23861899b28" providerId="LiveId" clId="{501A115A-B179-4477-B691-DE102A47D048}" dt="2024-07-07T15:56:43.501" v="2569" actId="47"/>
        <pc:sldMkLst>
          <pc:docMk/>
          <pc:sldMk cId="3288141239" sldId="462"/>
        </pc:sldMkLst>
      </pc:sldChg>
      <pc:sldChg chg="addSp delSp modSp new mod">
        <pc:chgData name="shilpi gupta" userId="5ce4f23861899b28" providerId="LiveId" clId="{501A115A-B179-4477-B691-DE102A47D048}" dt="2024-07-07T16:02:20.407" v="2631" actId="1076"/>
        <pc:sldMkLst>
          <pc:docMk/>
          <pc:sldMk cId="4229525912" sldId="462"/>
        </pc:sldMkLst>
        <pc:spChg chg="del">
          <ac:chgData name="shilpi gupta" userId="5ce4f23861899b28" providerId="LiveId" clId="{501A115A-B179-4477-B691-DE102A47D048}" dt="2024-07-07T15:59:24.050" v="2591"/>
          <ac:spMkLst>
            <pc:docMk/>
            <pc:sldMk cId="4229525912" sldId="462"/>
            <ac:spMk id="2" creationId="{8A3EEF9E-91D9-B654-4B6B-BBF8117BB245}"/>
          </ac:spMkLst>
        </pc:spChg>
        <pc:spChg chg="mod">
          <ac:chgData name="shilpi gupta" userId="5ce4f23861899b28" providerId="LiveId" clId="{501A115A-B179-4477-B691-DE102A47D048}" dt="2024-07-07T15:59:39.157" v="2623" actId="5793"/>
          <ac:spMkLst>
            <pc:docMk/>
            <pc:sldMk cId="4229525912" sldId="462"/>
            <ac:spMk id="3" creationId="{0AC3364A-FAB8-F514-E8CB-9E370E590971}"/>
          </ac:spMkLst>
        </pc:spChg>
        <pc:picChg chg="add mod">
          <ac:chgData name="shilpi gupta" userId="5ce4f23861899b28" providerId="LiveId" clId="{501A115A-B179-4477-B691-DE102A47D048}" dt="2024-07-07T15:59:42.372" v="2624" actId="1076"/>
          <ac:picMkLst>
            <pc:docMk/>
            <pc:sldMk cId="4229525912" sldId="462"/>
            <ac:picMk id="1026" creationId="{7487A143-0744-47AD-0259-8F8A84DD5D9B}"/>
          </ac:picMkLst>
        </pc:picChg>
        <pc:picChg chg="add mod">
          <ac:chgData name="shilpi gupta" userId="5ce4f23861899b28" providerId="LiveId" clId="{501A115A-B179-4477-B691-DE102A47D048}" dt="2024-07-07T16:01:27.758" v="2627" actId="1076"/>
          <ac:picMkLst>
            <pc:docMk/>
            <pc:sldMk cId="4229525912" sldId="462"/>
            <ac:picMk id="1028" creationId="{9907F096-B143-0702-3806-B98D8BED15B9}"/>
          </ac:picMkLst>
        </pc:picChg>
        <pc:picChg chg="add mod">
          <ac:chgData name="shilpi gupta" userId="5ce4f23861899b28" providerId="LiveId" clId="{501A115A-B179-4477-B691-DE102A47D048}" dt="2024-07-07T16:02:20.407" v="2631" actId="1076"/>
          <ac:picMkLst>
            <pc:docMk/>
            <pc:sldMk cId="4229525912" sldId="462"/>
            <ac:picMk id="1030" creationId="{D017D4D0-0FE4-73B8-A067-06CE35F8566D}"/>
          </ac:picMkLst>
        </pc:picChg>
      </pc:sldChg>
      <pc:sldChg chg="modSp new mod">
        <pc:chgData name="shilpi gupta" userId="5ce4f23861899b28" providerId="LiveId" clId="{501A115A-B179-4477-B691-DE102A47D048}" dt="2024-07-07T16:06:16.788" v="2836" actId="20577"/>
        <pc:sldMkLst>
          <pc:docMk/>
          <pc:sldMk cId="1266863051" sldId="463"/>
        </pc:sldMkLst>
        <pc:spChg chg="mod">
          <ac:chgData name="shilpi gupta" userId="5ce4f23861899b28" providerId="LiveId" clId="{501A115A-B179-4477-B691-DE102A47D048}" dt="2024-07-07T16:06:16.788" v="2836" actId="20577"/>
          <ac:spMkLst>
            <pc:docMk/>
            <pc:sldMk cId="1266863051" sldId="463"/>
            <ac:spMk id="2" creationId="{F34360CD-992B-98F9-F4CE-7256DEBCC442}"/>
          </ac:spMkLst>
        </pc:spChg>
        <pc:spChg chg="mod">
          <ac:chgData name="shilpi gupta" userId="5ce4f23861899b28" providerId="LiveId" clId="{501A115A-B179-4477-B691-DE102A47D048}" dt="2024-07-07T16:05:50.868" v="2805" actId="20577"/>
          <ac:spMkLst>
            <pc:docMk/>
            <pc:sldMk cId="1266863051" sldId="463"/>
            <ac:spMk id="3" creationId="{5AFFCCE4-6AC4-B37E-B7F7-7582A0A8197F}"/>
          </ac:spMkLst>
        </pc:spChg>
      </pc:sldChg>
      <pc:sldChg chg="modSp new mod">
        <pc:chgData name="shilpi gupta" userId="5ce4f23861899b28" providerId="LiveId" clId="{501A115A-B179-4477-B691-DE102A47D048}" dt="2024-07-07T16:05:19.354" v="2782" actId="20577"/>
        <pc:sldMkLst>
          <pc:docMk/>
          <pc:sldMk cId="2066202101" sldId="464"/>
        </pc:sldMkLst>
        <pc:spChg chg="mod">
          <ac:chgData name="shilpi gupta" userId="5ce4f23861899b28" providerId="LiveId" clId="{501A115A-B179-4477-B691-DE102A47D048}" dt="2024-07-07T16:05:19.354" v="2782" actId="20577"/>
          <ac:spMkLst>
            <pc:docMk/>
            <pc:sldMk cId="2066202101" sldId="464"/>
            <ac:spMk id="2" creationId="{F7096980-B78C-1E06-3494-1F56C1B7EA2B}"/>
          </ac:spMkLst>
        </pc:spChg>
        <pc:spChg chg="mod">
          <ac:chgData name="shilpi gupta" userId="5ce4f23861899b28" providerId="LiveId" clId="{501A115A-B179-4477-B691-DE102A47D048}" dt="2024-07-07T16:03:26.056" v="2644" actId="20577"/>
          <ac:spMkLst>
            <pc:docMk/>
            <pc:sldMk cId="2066202101" sldId="464"/>
            <ac:spMk id="3" creationId="{341822E7-2215-0875-7F20-4CCEB2B7553D}"/>
          </ac:spMkLst>
        </pc:spChg>
      </pc:sldChg>
    </pc:docChg>
  </pc:docChgLst>
  <pc:docChgLst>
    <pc:chgData name="shilpi gupta" userId="5ce4f23861899b28" providerId="LiveId" clId="{A3C977FF-BB8A-4C6F-BCC3-30AF3BFF52E7}"/>
    <pc:docChg chg="undo custSel addSld delSld modSld">
      <pc:chgData name="shilpi gupta" userId="5ce4f23861899b28" providerId="LiveId" clId="{A3C977FF-BB8A-4C6F-BCC3-30AF3BFF52E7}" dt="2024-07-03T08:40:09.109" v="1119" actId="20577"/>
      <pc:docMkLst>
        <pc:docMk/>
      </pc:docMkLst>
      <pc:sldChg chg="modSp">
        <pc:chgData name="shilpi gupta" userId="5ce4f23861899b28" providerId="LiveId" clId="{A3C977FF-BB8A-4C6F-BCC3-30AF3BFF52E7}" dt="2024-07-03T07:31:38.467" v="1112" actId="403"/>
        <pc:sldMkLst>
          <pc:docMk/>
          <pc:sldMk cId="0" sldId="302"/>
        </pc:sldMkLst>
        <pc:spChg chg="mod">
          <ac:chgData name="shilpi gupta" userId="5ce4f23861899b28" providerId="LiveId" clId="{A3C977FF-BB8A-4C6F-BCC3-30AF3BFF52E7}" dt="2024-07-03T07:30:57.174" v="1111"/>
          <ac:spMkLst>
            <pc:docMk/>
            <pc:sldMk cId="0" sldId="302"/>
            <ac:spMk id="2" creationId="{00000000-0000-0000-0000-000000000000}"/>
          </ac:spMkLst>
        </pc:spChg>
        <pc:spChg chg="mod">
          <ac:chgData name="shilpi gupta" userId="5ce4f23861899b28" providerId="LiveId" clId="{A3C977FF-BB8A-4C6F-BCC3-30AF3BFF52E7}" dt="2024-07-03T07:31:38.467" v="1112" actId="403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shilpi gupta" userId="5ce4f23861899b28" providerId="LiveId" clId="{A3C977FF-BB8A-4C6F-BCC3-30AF3BFF52E7}" dt="2024-07-03T06:37:13.668" v="668" actId="404"/>
        <pc:sldMkLst>
          <pc:docMk/>
          <pc:sldMk cId="0" sldId="304"/>
        </pc:sldMkLst>
        <pc:spChg chg="mod">
          <ac:chgData name="shilpi gupta" userId="5ce4f23861899b28" providerId="LiveId" clId="{A3C977FF-BB8A-4C6F-BCC3-30AF3BFF52E7}" dt="2024-07-03T06:37:13.668" v="668" actId="404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A3C977FF-BB8A-4C6F-BCC3-30AF3BFF52E7}" dt="2024-07-02T08:24:31.545" v="27" actId="6549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A3C977FF-BB8A-4C6F-BCC3-30AF3BFF52E7}" dt="2024-07-02T17:05:38.601" v="479" actId="47"/>
        <pc:sldMkLst>
          <pc:docMk/>
          <pc:sldMk cId="14762255" sldId="375"/>
        </pc:sldMkLst>
      </pc:sldChg>
      <pc:sldChg chg="del">
        <pc:chgData name="shilpi gupta" userId="5ce4f23861899b28" providerId="LiveId" clId="{A3C977FF-BB8A-4C6F-BCC3-30AF3BFF52E7}" dt="2024-07-02T17:05:42.652" v="480" actId="47"/>
        <pc:sldMkLst>
          <pc:docMk/>
          <pc:sldMk cId="3174069007" sldId="376"/>
        </pc:sldMkLst>
      </pc:sldChg>
      <pc:sldChg chg="del">
        <pc:chgData name="shilpi gupta" userId="5ce4f23861899b28" providerId="LiveId" clId="{A3C977FF-BB8A-4C6F-BCC3-30AF3BFF52E7}" dt="2024-07-02T17:05:48.407" v="481" actId="47"/>
        <pc:sldMkLst>
          <pc:docMk/>
          <pc:sldMk cId="2046551470" sldId="377"/>
        </pc:sldMkLst>
      </pc:sldChg>
      <pc:sldChg chg="del">
        <pc:chgData name="shilpi gupta" userId="5ce4f23861899b28" providerId="LiveId" clId="{A3C977FF-BB8A-4C6F-BCC3-30AF3BFF52E7}" dt="2024-07-02T17:05:48.959" v="482" actId="47"/>
        <pc:sldMkLst>
          <pc:docMk/>
          <pc:sldMk cId="3186914900" sldId="378"/>
        </pc:sldMkLst>
      </pc:sldChg>
      <pc:sldChg chg="del">
        <pc:chgData name="shilpi gupta" userId="5ce4f23861899b28" providerId="LiveId" clId="{A3C977FF-BB8A-4C6F-BCC3-30AF3BFF52E7}" dt="2024-07-02T17:05:49.416" v="483" actId="47"/>
        <pc:sldMkLst>
          <pc:docMk/>
          <pc:sldMk cId="332781160" sldId="379"/>
        </pc:sldMkLst>
      </pc:sldChg>
      <pc:sldChg chg="del">
        <pc:chgData name="shilpi gupta" userId="5ce4f23861899b28" providerId="LiveId" clId="{A3C977FF-BB8A-4C6F-BCC3-30AF3BFF52E7}" dt="2024-07-02T17:05:49.809" v="484" actId="47"/>
        <pc:sldMkLst>
          <pc:docMk/>
          <pc:sldMk cId="963191304" sldId="381"/>
        </pc:sldMkLst>
      </pc:sldChg>
      <pc:sldChg chg="del">
        <pc:chgData name="shilpi gupta" userId="5ce4f23861899b28" providerId="LiveId" clId="{A3C977FF-BB8A-4C6F-BCC3-30AF3BFF52E7}" dt="2024-07-02T17:05:50.202" v="485" actId="47"/>
        <pc:sldMkLst>
          <pc:docMk/>
          <pc:sldMk cId="458537460" sldId="382"/>
        </pc:sldMkLst>
      </pc:sldChg>
      <pc:sldChg chg="del">
        <pc:chgData name="shilpi gupta" userId="5ce4f23861899b28" providerId="LiveId" clId="{A3C977FF-BB8A-4C6F-BCC3-30AF3BFF52E7}" dt="2024-07-02T17:05:50.721" v="486" actId="47"/>
        <pc:sldMkLst>
          <pc:docMk/>
          <pc:sldMk cId="2021548638" sldId="383"/>
        </pc:sldMkLst>
      </pc:sldChg>
      <pc:sldChg chg="del">
        <pc:chgData name="shilpi gupta" userId="5ce4f23861899b28" providerId="LiveId" clId="{A3C977FF-BB8A-4C6F-BCC3-30AF3BFF52E7}" dt="2024-07-02T17:05:51.462" v="487" actId="47"/>
        <pc:sldMkLst>
          <pc:docMk/>
          <pc:sldMk cId="2080422240" sldId="384"/>
        </pc:sldMkLst>
      </pc:sldChg>
      <pc:sldChg chg="del">
        <pc:chgData name="shilpi gupta" userId="5ce4f23861899b28" providerId="LiveId" clId="{A3C977FF-BB8A-4C6F-BCC3-30AF3BFF52E7}" dt="2024-07-02T17:05:51.998" v="488" actId="47"/>
        <pc:sldMkLst>
          <pc:docMk/>
          <pc:sldMk cId="3041917484" sldId="385"/>
        </pc:sldMkLst>
      </pc:sldChg>
      <pc:sldChg chg="del">
        <pc:chgData name="shilpi gupta" userId="5ce4f23861899b28" providerId="LiveId" clId="{A3C977FF-BB8A-4C6F-BCC3-30AF3BFF52E7}" dt="2024-07-02T17:06:07.271" v="489" actId="47"/>
        <pc:sldMkLst>
          <pc:docMk/>
          <pc:sldMk cId="4286117563" sldId="386"/>
        </pc:sldMkLst>
      </pc:sldChg>
      <pc:sldChg chg="del">
        <pc:chgData name="shilpi gupta" userId="5ce4f23861899b28" providerId="LiveId" clId="{A3C977FF-BB8A-4C6F-BCC3-30AF3BFF52E7}" dt="2024-07-02T17:06:09.233" v="490" actId="47"/>
        <pc:sldMkLst>
          <pc:docMk/>
          <pc:sldMk cId="3343426385" sldId="387"/>
        </pc:sldMkLst>
      </pc:sldChg>
      <pc:sldChg chg="modSp mod">
        <pc:chgData name="shilpi gupta" userId="5ce4f23861899b28" providerId="LiveId" clId="{A3C977FF-BB8A-4C6F-BCC3-30AF3BFF52E7}" dt="2024-07-03T08:40:09.109" v="1119" actId="20577"/>
        <pc:sldMkLst>
          <pc:docMk/>
          <pc:sldMk cId="167419589" sldId="388"/>
        </pc:sldMkLst>
        <pc:spChg chg="mod">
          <ac:chgData name="shilpi gupta" userId="5ce4f23861899b28" providerId="LiveId" clId="{A3C977FF-BB8A-4C6F-BCC3-30AF3BFF52E7}" dt="2024-07-03T06:36:53.829" v="667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A3C977FF-BB8A-4C6F-BCC3-30AF3BFF52E7}" dt="2024-07-03T08:40:09.109" v="1119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addSp delSp modSp new modAnim">
        <pc:chgData name="shilpi gupta" userId="5ce4f23861899b28" providerId="LiveId" clId="{A3C977FF-BB8A-4C6F-BCC3-30AF3BFF52E7}" dt="2024-07-03T06:38:13.820" v="675" actId="404"/>
        <pc:sldMkLst>
          <pc:docMk/>
          <pc:sldMk cId="1846679134" sldId="389"/>
        </pc:sldMkLst>
        <pc:spChg chg="del">
          <ac:chgData name="shilpi gupta" userId="5ce4f23861899b28" providerId="LiveId" clId="{A3C977FF-BB8A-4C6F-BCC3-30AF3BFF52E7}" dt="2024-07-02T16:03:00.760" v="30" actId="478"/>
          <ac:spMkLst>
            <pc:docMk/>
            <pc:sldMk cId="1846679134" sldId="389"/>
            <ac:spMk id="2" creationId="{ADE4AB78-B34A-7092-0942-DF5748DFD3A9}"/>
          </ac:spMkLst>
        </pc:spChg>
        <pc:spChg chg="del">
          <ac:chgData name="shilpi gupta" userId="5ce4f23861899b28" providerId="LiveId" clId="{A3C977FF-BB8A-4C6F-BCC3-30AF3BFF52E7}" dt="2024-07-02T16:02:39.722" v="29"/>
          <ac:spMkLst>
            <pc:docMk/>
            <pc:sldMk cId="1846679134" sldId="389"/>
            <ac:spMk id="3" creationId="{715D1129-CA3F-97A1-1B17-A62D077A05DF}"/>
          </ac:spMkLst>
        </pc:spChg>
        <pc:spChg chg="add mod">
          <ac:chgData name="shilpi gupta" userId="5ce4f23861899b28" providerId="LiveId" clId="{A3C977FF-BB8A-4C6F-BCC3-30AF3BFF52E7}" dt="2024-07-03T06:37:53.557" v="672" actId="404"/>
          <ac:spMkLst>
            <pc:docMk/>
            <pc:sldMk cId="1846679134" sldId="389"/>
            <ac:spMk id="4" creationId="{662B0113-CF8D-EFAD-E784-C5A771EBE133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6" creationId="{12F9A356-C1FA-2177-B8CF-2C0C5A64CB8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8" creationId="{9294FAE6-E4DA-B7D9-B5E9-94CF1E7E17BA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9" creationId="{B2BCF4FE-5B60-C58C-89CB-6F3F9BA08A6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0" creationId="{8563CD76-33A2-3717-6604-ECEAD3743D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1" creationId="{1CAC69EC-A6C4-DCA5-BCA3-1F93A2EE5FD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2" creationId="{F6A794D9-CB1F-2CFB-08DE-86720A4089C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3" creationId="{19FA2F6E-9CFC-F8D8-5C7F-AE1A039D67A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4" creationId="{1EFA90DF-63F8-5E75-29D5-440195C8DC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5" creationId="{B793406F-4FC0-B398-3B64-D8779AFD82E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6" creationId="{951482DF-D439-1BB3-4569-5468E839CE2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7" creationId="{82A452FE-E903-8D05-4387-B1F9591BC07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8" creationId="{674870C2-0B93-F5C1-0BDE-4B2FC5EDA7B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9" creationId="{363DB7A6-7FD8-266F-4D55-D10DE42DD7B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0" creationId="{1DE8D474-B84F-5279-34CE-ACAA736835A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1" creationId="{98533545-1A57-44CF-B762-62A29F465E5F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2" creationId="{EA316865-F46C-AA68-0AC2-B378D695E422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3" creationId="{0D92C528-2465-B3E2-4336-12D192ED5132}"/>
          </ac:spMkLst>
        </pc:spChg>
        <pc:spChg chg="add mod">
          <ac:chgData name="shilpi gupta" userId="5ce4f23861899b28" providerId="LiveId" clId="{A3C977FF-BB8A-4C6F-BCC3-30AF3BFF52E7}" dt="2024-07-03T06:38:13.820" v="675" actId="404"/>
          <ac:spMkLst>
            <pc:docMk/>
            <pc:sldMk cId="1846679134" sldId="389"/>
            <ac:spMk id="24" creationId="{63DA49E2-B7E0-EDD3-2365-D156C0C3F2D6}"/>
          </ac:spMkLst>
        </pc:spChg>
        <pc:grpChg chg="add 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5" creationId="{B7A7E829-8243-8A70-386A-547E2ACFFC1E}"/>
          </ac:grpSpMkLst>
        </pc:grpChg>
        <pc:grpChg chg="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7" creationId="{EE83680A-5352-EAD4-DB82-01BDAF2472B8}"/>
          </ac:grpSpMkLst>
        </pc:grpChg>
      </pc:sldChg>
      <pc:sldChg chg="addSp modSp new mod modAnim">
        <pc:chgData name="shilpi gupta" userId="5ce4f23861899b28" providerId="LiveId" clId="{A3C977FF-BB8A-4C6F-BCC3-30AF3BFF52E7}" dt="2024-07-03T07:01:26.591" v="820" actId="20577"/>
        <pc:sldMkLst>
          <pc:docMk/>
          <pc:sldMk cId="735820354" sldId="390"/>
        </pc:sldMkLst>
        <pc:spChg chg="mod">
          <ac:chgData name="shilpi gupta" userId="5ce4f23861899b28" providerId="LiveId" clId="{A3C977FF-BB8A-4C6F-BCC3-30AF3BFF52E7}" dt="2024-07-03T07:01:26.591" v="820" actId="20577"/>
          <ac:spMkLst>
            <pc:docMk/>
            <pc:sldMk cId="735820354" sldId="390"/>
            <ac:spMk id="2" creationId="{F63F70BD-B2C0-938A-9BBC-8CD316A40095}"/>
          </ac:spMkLst>
        </pc:spChg>
        <pc:spChg chg="mod">
          <ac:chgData name="shilpi gupta" userId="5ce4f23861899b28" providerId="LiveId" clId="{A3C977FF-BB8A-4C6F-BCC3-30AF3BFF52E7}" dt="2024-07-03T06:38:49.719" v="681" actId="404"/>
          <ac:spMkLst>
            <pc:docMk/>
            <pc:sldMk cId="735820354" sldId="390"/>
            <ac:spMk id="3" creationId="{C7E0633D-B5FE-D5AA-7C00-BC6A9E7E42E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5" creationId="{1F4AA2CF-531C-D2EA-B7DB-E63F7A610FCF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7" creationId="{08AE4DA3-0FFC-F80D-2302-5279B4B9D9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8" creationId="{C793267C-4ADD-9FCF-724E-A9D76D8F098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9" creationId="{3D2FC68B-E6B3-596A-074F-8B9DBB9A982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0" creationId="{A65F4DF6-9F7D-3A01-26C3-6B6E7ED5D22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1" creationId="{6C360DC0-ED97-8E9C-BF47-53C5A567FBD9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2" creationId="{3DF1DD30-5FE7-6500-5370-DD4E3075C36D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3" creationId="{1A341862-C73E-892D-C726-12121C0E5627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4" creationId="{6C5D635A-6F44-FB34-BC0F-3EA8F44A407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5" creationId="{BC5F0418-51D0-2820-E1BF-97F8D02F63C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6" creationId="{994E7CA3-144F-5096-6E8E-8BAA64554F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7" creationId="{C01FD8C0-4E0E-9B71-2908-E93805278BB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8" creationId="{FD0BF52E-C720-90EF-8E9E-08D0DCAD9D7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9" creationId="{24BABA9A-5CEE-D3A4-9ED9-F99BA3778F5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0" creationId="{56D91117-C52C-66DA-2200-A8C5A6A9F0A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1" creationId="{61BA624D-CA65-80D9-D93A-6D97EB2FAF7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2" creationId="{DF9B1B12-4EDD-E4BC-C732-7925DD98215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4" creationId="{CB34F4D2-FD5C-BC39-2923-A20ACA0115E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6" creationId="{D0EEF753-92DE-C59C-5B70-0A2C80D2C1A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7" creationId="{9D80E753-EC1C-0426-0B10-5EF029DDCD4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8" creationId="{8C4BF96D-55C7-3D06-FABA-D65CE3A0873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9" creationId="{BD8BF20A-A0C4-7F7D-78D0-D2EDC2D1F712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0" creationId="{1C8EBA25-ED20-F138-6728-D04231A06A8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1" creationId="{2E22CD7C-B0AD-F9A5-EA6C-AC781B1C237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2" creationId="{53C23A54-65FB-4790-55B7-6218DAC5B7D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3" creationId="{F4E2CD7D-0F63-B743-3D14-B9956B39B08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4" creationId="{D09CF19E-9F8A-8A3E-CF30-C950AF13386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5" creationId="{63012CAE-05BC-50DC-0520-1D6F948A127E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6" creationId="{6E1CB43B-8AE9-FB0B-3A33-114521A5005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7" creationId="{A4DEA559-684F-F7AF-7DAC-95580354B921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8" creationId="{FE3C36A2-C7CB-3F92-4ADC-5D5B8BFE5AC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9" creationId="{1954C5B2-C46A-BB85-6048-8AB3AEFA93D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40" creationId="{1BBA15E6-E82A-BD56-4F13-0E27F9170B61}"/>
          </ac:spMkLst>
        </pc:spChg>
        <pc:spChg chg="mod">
          <ac:chgData name="shilpi gupta" userId="5ce4f23861899b28" providerId="LiveId" clId="{A3C977FF-BB8A-4C6F-BCC3-30AF3BFF52E7}" dt="2024-07-03T06:39:40.911" v="692" actId="1076"/>
          <ac:spMkLst>
            <pc:docMk/>
            <pc:sldMk cId="735820354" sldId="390"/>
            <ac:spMk id="41" creationId="{9C09E5CF-172E-EDB9-D08B-A8287B8C505B}"/>
          </ac:spMkLst>
        </pc:spChg>
        <pc:grpChg chg="add 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4" creationId="{51630D87-794B-318E-DB4C-CA6D884D9171}"/>
          </ac:grpSpMkLst>
        </pc:grpChg>
        <pc:grpChg chg="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6" creationId="{FF79DCBB-AD5F-FDC5-D141-2E533696FAB7}"/>
          </ac:grpSpMkLst>
        </pc:grpChg>
        <pc:grpChg chg="add 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3" creationId="{5460393A-E95A-B2FB-D748-49A9EB563137}"/>
          </ac:grpSpMkLst>
        </pc:grpChg>
        <pc:grpChg chg="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5" creationId="{1AF638C5-6962-D02A-347A-970509EA6D6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40:51.513" v="699" actId="20577"/>
        <pc:sldMkLst>
          <pc:docMk/>
          <pc:sldMk cId="695999533" sldId="391"/>
        </pc:sldMkLst>
        <pc:spChg chg="del">
          <ac:chgData name="shilpi gupta" userId="5ce4f23861899b28" providerId="LiveId" clId="{A3C977FF-BB8A-4C6F-BCC3-30AF3BFF52E7}" dt="2024-07-02T16:08:40.012" v="92" actId="478"/>
          <ac:spMkLst>
            <pc:docMk/>
            <pc:sldMk cId="695999533" sldId="391"/>
            <ac:spMk id="2" creationId="{AE411182-7817-0663-E5EB-F6DA4B9B8C1F}"/>
          </ac:spMkLst>
        </pc:spChg>
        <pc:spChg chg="add del">
          <ac:chgData name="shilpi gupta" userId="5ce4f23861899b28" providerId="LiveId" clId="{A3C977FF-BB8A-4C6F-BCC3-30AF3BFF52E7}" dt="2024-07-02T16:08:32.187" v="91"/>
          <ac:spMkLst>
            <pc:docMk/>
            <pc:sldMk cId="695999533" sldId="391"/>
            <ac:spMk id="3" creationId="{020C055F-6D50-B9E0-EE1D-E9BA4EAA4055}"/>
          </ac:spMkLst>
        </pc:spChg>
        <pc:spChg chg="add mod">
          <ac:chgData name="shilpi gupta" userId="5ce4f23861899b28" providerId="LiveId" clId="{A3C977FF-BB8A-4C6F-BCC3-30AF3BFF52E7}" dt="2024-07-02T16:08:25.215" v="90"/>
          <ac:spMkLst>
            <pc:docMk/>
            <pc:sldMk cId="695999533" sldId="391"/>
            <ac:spMk id="4" creationId="{45947E35-F5F2-17B9-4615-34E87D450CBF}"/>
          </ac:spMkLst>
        </pc:spChg>
        <pc:spChg chg="add mod">
          <ac:chgData name="shilpi gupta" userId="5ce4f23861899b28" providerId="LiveId" clId="{A3C977FF-BB8A-4C6F-BCC3-30AF3BFF52E7}" dt="2024-07-03T06:39:52.881" v="694" actId="404"/>
          <ac:spMkLst>
            <pc:docMk/>
            <pc:sldMk cId="695999533" sldId="391"/>
            <ac:spMk id="5" creationId="{FF049730-092B-B903-FCAD-71BAEFB43E8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7" creationId="{D8D76D2C-555A-B450-7FF6-A3F41996395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8" creationId="{A47D8A4F-D5A8-3C83-BC95-86DCF390DD7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9" creationId="{643CE7B7-0456-2B79-A22D-700AA8E117E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0" creationId="{984E39FA-B104-7DE0-77A5-8E822E7E76D7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1" creationId="{33D0379D-50A8-0205-9C9F-F357450FB61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2" creationId="{859B96E2-0397-B083-1CA9-172DDB787ED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3" creationId="{7665C97B-6F63-8D0B-86AE-A7C20C4E684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4" creationId="{83614330-2492-329A-5EA6-761B4D59E4CE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5" creationId="{255B1CCA-6E9A-54CB-C4DC-E3E85F46473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6" creationId="{B06DDD09-7107-92FC-BD98-FDF154B49DDF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7" creationId="{EE360EC2-DA32-8860-9FD7-377A551DBEF3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8" creationId="{E30725AC-AAF7-589C-7B19-EEBA9BBAE22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9" creationId="{FA72D40F-C1DB-0487-20A3-7D32B50DD4F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0" creationId="{D7BC9D49-025A-9136-EB84-2A0620D485A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1" creationId="{23A837C9-4BE0-FE0F-EF3A-1704390593B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2" creationId="{E2C6540B-CAD7-BAB2-6AF6-749A3C63D58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3" creationId="{CB45E053-CB4A-6CB9-2C75-219A4FBB527F}"/>
          </ac:spMkLst>
        </pc:spChg>
        <pc:spChg chg="add mod">
          <ac:chgData name="shilpi gupta" userId="5ce4f23861899b28" providerId="LiveId" clId="{A3C977FF-BB8A-4C6F-BCC3-30AF3BFF52E7}" dt="2024-07-03T06:40:29.096" v="696" actId="1076"/>
          <ac:spMkLst>
            <pc:docMk/>
            <pc:sldMk cId="695999533" sldId="391"/>
            <ac:spMk id="24" creationId="{C66C6FF7-AE5E-A509-6B4A-EBEF9F1DB6B4}"/>
          </ac:spMkLst>
        </pc:spChg>
        <pc:spChg chg="add mod">
          <ac:chgData name="shilpi gupta" userId="5ce4f23861899b28" providerId="LiveId" clId="{A3C977FF-BB8A-4C6F-BCC3-30AF3BFF52E7}" dt="2024-07-03T06:40:51.513" v="699" actId="20577"/>
          <ac:spMkLst>
            <pc:docMk/>
            <pc:sldMk cId="695999533" sldId="391"/>
            <ac:spMk id="25" creationId="{9D5CD3FA-0880-8CFC-51A4-BE0DF88925A5}"/>
          </ac:spMkLst>
        </pc:spChg>
        <pc:grpChg chg="add mod">
          <ac:chgData name="shilpi gupta" userId="5ce4f23861899b28" providerId="LiveId" clId="{A3C977FF-BB8A-4C6F-BCC3-30AF3BFF52E7}" dt="2024-07-02T16:08:47.538" v="94" actId="1076"/>
          <ac:grpSpMkLst>
            <pc:docMk/>
            <pc:sldMk cId="695999533" sldId="391"/>
            <ac:grpSpMk id="6" creationId="{A1A7B2E6-BD6E-041F-4520-A72AF37BA857}"/>
          </ac:grpSpMkLst>
        </pc:grpChg>
      </pc:sldChg>
      <pc:sldChg chg="addSp delSp modSp new modAnim">
        <pc:chgData name="shilpi gupta" userId="5ce4f23861899b28" providerId="LiveId" clId="{A3C977FF-BB8A-4C6F-BCC3-30AF3BFF52E7}" dt="2024-07-03T06:42:39.473" v="709" actId="120"/>
        <pc:sldMkLst>
          <pc:docMk/>
          <pc:sldMk cId="1359862533" sldId="392"/>
        </pc:sldMkLst>
        <pc:spChg chg="del">
          <ac:chgData name="shilpi gupta" userId="5ce4f23861899b28" providerId="LiveId" clId="{A3C977FF-BB8A-4C6F-BCC3-30AF3BFF52E7}" dt="2024-07-02T16:09:57.763" v="100" actId="478"/>
          <ac:spMkLst>
            <pc:docMk/>
            <pc:sldMk cId="1359862533" sldId="392"/>
            <ac:spMk id="2" creationId="{92A893E1-CFAC-1E79-2131-B9C8F260DEB5}"/>
          </ac:spMkLst>
        </pc:spChg>
        <pc:spChg chg="add del">
          <ac:chgData name="shilpi gupta" userId="5ce4f23861899b28" providerId="LiveId" clId="{A3C977FF-BB8A-4C6F-BCC3-30AF3BFF52E7}" dt="2024-07-02T16:11:46.525" v="105"/>
          <ac:spMkLst>
            <pc:docMk/>
            <pc:sldMk cId="1359862533" sldId="392"/>
            <ac:spMk id="3" creationId="{632736E0-A2D7-667C-A5F7-68442B235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5" creationId="{DC938822-D52D-1850-3F50-BDB5AD900A2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6" creationId="{E2CD2508-D5E3-ACBD-D491-605C298E5362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7" creationId="{39F41F70-4231-0160-CD2A-D5CA5D461EB6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8" creationId="{821FF9AF-96B0-6562-8BB8-4C42A0562AC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9" creationId="{02270267-E0BF-66E2-7245-9EE4ACDC6A2E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0" creationId="{D2A2A20A-A993-1ACA-20C1-7F234C3458E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1" creationId="{B5DA0EDC-BFF6-27EB-A07E-DF92F7DDE9B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2" creationId="{2629DB07-6E60-DAB6-EA50-7E8CBB1ACA4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3" creationId="{C3EA60E8-D024-DC3D-C5F9-E68B4D61CA07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4" creationId="{753BA3D2-B24D-A51E-B363-16829B70158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5" creationId="{5DEC39FF-9BC6-A973-E172-BD9ABDA8667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6" creationId="{FFF63B05-EC9A-87E9-7CBD-E7EB1DD99B7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7" creationId="{3E1933A8-D178-3884-F0E7-6C7F8202ADE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8" creationId="{3FC9FB45-EC0E-5974-950B-D78F54D5BA1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9" creationId="{1D1EA5F8-6273-05F3-50EF-6BDFE7DF0DA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0" creationId="{BBDD4A6A-96D9-1A22-DEE2-CBBE11FB1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1" creationId="{A03950DF-8BFD-25A4-E2F1-8D34C79E76CF}"/>
          </ac:spMkLst>
        </pc:spChg>
        <pc:spChg chg="add mod">
          <ac:chgData name="shilpi gupta" userId="5ce4f23861899b28" providerId="LiveId" clId="{A3C977FF-BB8A-4C6F-BCC3-30AF3BFF52E7}" dt="2024-07-02T16:11:27.992" v="104"/>
          <ac:spMkLst>
            <pc:docMk/>
            <pc:sldMk cId="1359862533" sldId="392"/>
            <ac:spMk id="22" creationId="{82709809-69C8-9360-E381-5F6552F3D49E}"/>
          </ac:spMkLst>
        </pc:spChg>
        <pc:spChg chg="add mod">
          <ac:chgData name="shilpi gupta" userId="5ce4f23861899b28" providerId="LiveId" clId="{A3C977FF-BB8A-4C6F-BCC3-30AF3BFF52E7}" dt="2024-07-03T06:42:39.473" v="709" actId="120"/>
          <ac:spMkLst>
            <pc:docMk/>
            <pc:sldMk cId="1359862533" sldId="392"/>
            <ac:spMk id="23" creationId="{0ABC1161-AF29-94CE-7287-7A2BB8369A47}"/>
          </ac:spMkLst>
        </pc:spChg>
        <pc:spChg chg="add mod">
          <ac:chgData name="shilpi gupta" userId="5ce4f23861899b28" providerId="LiveId" clId="{A3C977FF-BB8A-4C6F-BCC3-30AF3BFF52E7}" dt="2024-07-03T06:41:07.115" v="701" actId="1076"/>
          <ac:spMkLst>
            <pc:docMk/>
            <pc:sldMk cId="1359862533" sldId="392"/>
            <ac:spMk id="24" creationId="{1BF60933-6BE9-EE11-5CF2-C0FF98AADC3D}"/>
          </ac:spMkLst>
        </pc:spChg>
        <pc:spChg chg="add mod">
          <ac:chgData name="shilpi gupta" userId="5ce4f23861899b28" providerId="LiveId" clId="{A3C977FF-BB8A-4C6F-BCC3-30AF3BFF52E7}" dt="2024-07-03T06:41:17.532" v="703" actId="1076"/>
          <ac:spMkLst>
            <pc:docMk/>
            <pc:sldMk cId="1359862533" sldId="392"/>
            <ac:spMk id="25" creationId="{1FAD8383-5B42-C3D6-4E00-2F98E7EF175B}"/>
          </ac:spMkLst>
        </pc:spChg>
        <pc:grpChg chg="add mod">
          <ac:chgData name="shilpi gupta" userId="5ce4f23861899b28" providerId="LiveId" clId="{A3C977FF-BB8A-4C6F-BCC3-30AF3BFF52E7}" dt="2024-07-02T16:10:19.944" v="102" actId="1076"/>
          <ac:grpSpMkLst>
            <pc:docMk/>
            <pc:sldMk cId="1359862533" sldId="392"/>
            <ac:grpSpMk id="4" creationId="{CEADF740-CBA2-8647-60EE-890728D19C51}"/>
          </ac:grpSpMkLst>
        </pc:grpChg>
      </pc:sldChg>
      <pc:sldChg chg="addSp delSp modSp new modAnim">
        <pc:chgData name="shilpi gupta" userId="5ce4f23861899b28" providerId="LiveId" clId="{A3C977FF-BB8A-4C6F-BCC3-30AF3BFF52E7}" dt="2024-07-03T06:46:43.986" v="743" actId="403"/>
        <pc:sldMkLst>
          <pc:docMk/>
          <pc:sldMk cId="3756879363" sldId="393"/>
        </pc:sldMkLst>
        <pc:spChg chg="del">
          <ac:chgData name="shilpi gupta" userId="5ce4f23861899b28" providerId="LiveId" clId="{A3C977FF-BB8A-4C6F-BCC3-30AF3BFF52E7}" dt="2024-07-02T16:15:05.808" v="128" actId="478"/>
          <ac:spMkLst>
            <pc:docMk/>
            <pc:sldMk cId="3756879363" sldId="393"/>
            <ac:spMk id="2" creationId="{86558E4D-2E5B-FE6E-20E4-11F14D78163B}"/>
          </ac:spMkLst>
        </pc:spChg>
        <pc:spChg chg="del">
          <ac:chgData name="shilpi gupta" userId="5ce4f23861899b28" providerId="LiveId" clId="{A3C977FF-BB8A-4C6F-BCC3-30AF3BFF52E7}" dt="2024-07-02T16:13:32.227" v="125"/>
          <ac:spMkLst>
            <pc:docMk/>
            <pc:sldMk cId="3756879363" sldId="393"/>
            <ac:spMk id="3" creationId="{6FD7CE44-77FB-9C18-4D0D-A1EB119A1EC3}"/>
          </ac:spMkLst>
        </pc:spChg>
        <pc:spChg chg="add mod">
          <ac:chgData name="shilpi gupta" userId="5ce4f23861899b28" providerId="LiveId" clId="{A3C977FF-BB8A-4C6F-BCC3-30AF3BFF52E7}" dt="2024-07-03T06:46:43.986" v="743" actId="403"/>
          <ac:spMkLst>
            <pc:docMk/>
            <pc:sldMk cId="3756879363" sldId="393"/>
            <ac:spMk id="4" creationId="{9BEE06D7-EAFC-86CB-196D-BCAE69A28DA2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6" creationId="{1BB7A3CE-BEE3-9ECC-6104-0A6EC6572813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8" creationId="{5657CE0E-D6FB-E758-0A9B-BD1CD2E5C03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9" creationId="{525FC290-6D8A-709B-13FB-51C03F3D11F8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0" creationId="{239FA68A-7478-68F2-86DC-2AC980C87AF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1" creationId="{1B3D6B90-18D5-32AD-CC33-B26365165F7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2" creationId="{6CBBE208-FB07-B591-5AE6-76FC7401269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3" creationId="{CA99B504-B612-488D-343B-2EC7697FF15C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4" creationId="{0E6ECBCB-C382-826D-5A0A-176F1253DA2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5" creationId="{17B80D1B-E89E-94C2-55D0-02D3E72448F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6" creationId="{AE71B1C6-7C48-2ECC-1B1E-5EC108ADA91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7" creationId="{40E7A22A-AB36-DB03-BF78-9D20F1D7FA5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8" creationId="{64C2DE0C-CA6C-9ABE-C559-0D469F768CE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9" creationId="{77CEF7DC-92AB-45A2-CEDB-CF4DEF54E60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0" creationId="{3C048D25-D578-4EEB-3346-E1D218C5FC1E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1" creationId="{15432031-F665-CC0D-B696-8AF9D3FE3865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2" creationId="{6111859E-2204-54A0-C772-3091EF792A64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3" creationId="{31D6D6BB-CB17-0E93-C9CE-5B221B78FD6C}"/>
          </ac:spMkLst>
        </pc:spChg>
        <pc:spChg chg="add mod">
          <ac:chgData name="shilpi gupta" userId="5ce4f23861899b28" providerId="LiveId" clId="{A3C977FF-BB8A-4C6F-BCC3-30AF3BFF52E7}" dt="2024-07-03T06:44:40.753" v="730" actId="14100"/>
          <ac:spMkLst>
            <pc:docMk/>
            <pc:sldMk cId="3756879363" sldId="393"/>
            <ac:spMk id="24" creationId="{41385000-E2D4-2134-F22A-5CAE95487C46}"/>
          </ac:spMkLst>
        </pc:spChg>
        <pc:grpChg chg="add 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5" creationId="{9D5AB6A2-5B8E-F644-BAB6-8664887B5584}"/>
          </ac:grpSpMkLst>
        </pc:grpChg>
        <pc:grpChg chg="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7" creationId="{FACABD7B-46A3-CB00-94A7-B5CFB6848770}"/>
          </ac:grpSpMkLst>
        </pc:grpChg>
      </pc:sldChg>
      <pc:sldChg chg="addSp delSp modSp new modAnim">
        <pc:chgData name="shilpi gupta" userId="5ce4f23861899b28" providerId="LiveId" clId="{A3C977FF-BB8A-4C6F-BCC3-30AF3BFF52E7}" dt="2024-07-03T06:46:25.105" v="741" actId="403"/>
        <pc:sldMkLst>
          <pc:docMk/>
          <pc:sldMk cId="1783019135" sldId="394"/>
        </pc:sldMkLst>
        <pc:spChg chg="del">
          <ac:chgData name="shilpi gupta" userId="5ce4f23861899b28" providerId="LiveId" clId="{A3C977FF-BB8A-4C6F-BCC3-30AF3BFF52E7}" dt="2024-07-02T16:15:55.118" v="134" actId="478"/>
          <ac:spMkLst>
            <pc:docMk/>
            <pc:sldMk cId="1783019135" sldId="394"/>
            <ac:spMk id="2" creationId="{5E7C7C23-2B28-E0EA-CCE3-86608B0CFAEF}"/>
          </ac:spMkLst>
        </pc:spChg>
        <pc:spChg chg="del">
          <ac:chgData name="shilpi gupta" userId="5ce4f23861899b28" providerId="LiveId" clId="{A3C977FF-BB8A-4C6F-BCC3-30AF3BFF52E7}" dt="2024-07-02T16:16:16.804" v="139"/>
          <ac:spMkLst>
            <pc:docMk/>
            <pc:sldMk cId="1783019135" sldId="394"/>
            <ac:spMk id="3" creationId="{82CFC9F1-1A8B-B3C5-56BE-D7FB01044D21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5" creationId="{FE48C2CC-10FF-B583-9936-F2E6EABA030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6" creationId="{E3E311B4-A8BF-60E8-F80F-A3C3465E4992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7" creationId="{E212E65C-9DB1-77BC-E529-BB67C914574E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8" creationId="{F0D418F2-DE1B-14A3-44B4-8570827C2D75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9" creationId="{1A449C4C-92C6-6C58-0282-459DF991054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0" creationId="{AA6072A3-8011-33D6-1FB1-DDCC6D03F85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1" creationId="{0752C960-0341-2AA7-FE1C-0FD6F19D923F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2" creationId="{94738AA2-403D-3BBA-9CFB-A3DF5B1DF92C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3" creationId="{57E8136E-51A5-BC4D-9A02-231DB6471B9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4" creationId="{50E01DCC-5C30-E2F3-EA66-4E36D0C92D8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5" creationId="{6FD9FDF6-12FF-6578-3302-88AA7A5F0D90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6" creationId="{2A27F7E1-2B6A-5837-FFAA-DC88AE2DC52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7" creationId="{55671DB4-489A-77A4-F3C5-45BA6C94A57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8" creationId="{E1CADACA-B966-F662-769D-885CF42EB02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9" creationId="{B8690201-3857-1CB8-5EDD-5FF077CE1C1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0" creationId="{9815986A-6DC6-FAA2-2F33-304E374CE4E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1" creationId="{6A9D6C54-FAAE-0B37-FCD4-506EA0CE46F9}"/>
          </ac:spMkLst>
        </pc:spChg>
        <pc:spChg chg="add mod">
          <ac:chgData name="shilpi gupta" userId="5ce4f23861899b28" providerId="LiveId" clId="{A3C977FF-BB8A-4C6F-BCC3-30AF3BFF52E7}" dt="2024-07-02T16:16:12.409" v="137"/>
          <ac:spMkLst>
            <pc:docMk/>
            <pc:sldMk cId="1783019135" sldId="394"/>
            <ac:spMk id="22" creationId="{C340D2FD-65C2-70D1-F06A-6A2AB0B806DB}"/>
          </ac:spMkLst>
        </pc:spChg>
        <pc:spChg chg="add mod">
          <ac:chgData name="shilpi gupta" userId="5ce4f23861899b28" providerId="LiveId" clId="{A3C977FF-BB8A-4C6F-BCC3-30AF3BFF52E7}" dt="2024-07-03T06:46:25.105" v="741" actId="403"/>
          <ac:spMkLst>
            <pc:docMk/>
            <pc:sldMk cId="1783019135" sldId="394"/>
            <ac:spMk id="23" creationId="{D153B1F3-0BAD-AD4F-6A24-8310E98C6FDB}"/>
          </ac:spMkLst>
        </pc:spChg>
        <pc:spChg chg="add mod">
          <ac:chgData name="shilpi gupta" userId="5ce4f23861899b28" providerId="LiveId" clId="{A3C977FF-BB8A-4C6F-BCC3-30AF3BFF52E7}" dt="2024-07-02T16:17:16.503" v="148" actId="14100"/>
          <ac:spMkLst>
            <pc:docMk/>
            <pc:sldMk cId="1783019135" sldId="394"/>
            <ac:spMk id="24" creationId="{966E44A0-DE93-3A2B-2653-2D3811085771}"/>
          </ac:spMkLst>
        </pc:spChg>
        <pc:grpChg chg="add mod">
          <ac:chgData name="shilpi gupta" userId="5ce4f23861899b28" providerId="LiveId" clId="{A3C977FF-BB8A-4C6F-BCC3-30AF3BFF52E7}" dt="2024-07-02T16:16:01.418" v="136" actId="1076"/>
          <ac:grpSpMkLst>
            <pc:docMk/>
            <pc:sldMk cId="1783019135" sldId="394"/>
            <ac:grpSpMk id="4" creationId="{F26847D2-3E45-5EF7-DD0A-9150F94D6E1B}"/>
          </ac:grpSpMkLst>
        </pc:grpChg>
      </pc:sldChg>
      <pc:sldChg chg="addSp delSp modSp new modAnim">
        <pc:chgData name="shilpi gupta" userId="5ce4f23861899b28" providerId="LiveId" clId="{A3C977FF-BB8A-4C6F-BCC3-30AF3BFF52E7}" dt="2024-07-03T06:47:19.377" v="752" actId="404"/>
        <pc:sldMkLst>
          <pc:docMk/>
          <pc:sldMk cId="3323151498" sldId="395"/>
        </pc:sldMkLst>
        <pc:spChg chg="del">
          <ac:chgData name="shilpi gupta" userId="5ce4f23861899b28" providerId="LiveId" clId="{A3C977FF-BB8A-4C6F-BCC3-30AF3BFF52E7}" dt="2024-07-02T16:17:27.119" v="150" actId="478"/>
          <ac:spMkLst>
            <pc:docMk/>
            <pc:sldMk cId="3323151498" sldId="395"/>
            <ac:spMk id="2" creationId="{4609B2F2-76F0-3F9D-4864-D50589F33875}"/>
          </ac:spMkLst>
        </pc:spChg>
        <pc:spChg chg="del">
          <ac:chgData name="shilpi gupta" userId="5ce4f23861899b28" providerId="LiveId" clId="{A3C977FF-BB8A-4C6F-BCC3-30AF3BFF52E7}" dt="2024-07-02T16:17:52.635" v="153"/>
          <ac:spMkLst>
            <pc:docMk/>
            <pc:sldMk cId="3323151498" sldId="395"/>
            <ac:spMk id="3" creationId="{1833F716-F66D-1058-A86F-8C8BEF8ED3F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5" creationId="{270203BE-1407-3C70-3220-C0168E950976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6" creationId="{133E4D81-07CE-0789-F70C-C60D9C30FF65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7" creationId="{E49E18D2-CFF3-9551-D027-14B98FDB57BB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8" creationId="{AFBB4705-62EC-1C61-B19F-FBDCC3005C63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9" creationId="{EE756586-C799-0C83-54E4-5450638DBD7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0" creationId="{A940542F-4D2C-6421-3DB9-EE72E974DCC0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1" creationId="{89775A30-00EB-9B8D-2C6E-883F471E2604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2" creationId="{8ECCE323-F99B-E4A9-7888-22BD819DD4DF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3" creationId="{06EDAF75-2E18-DC30-BCA2-BC050A20585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4" creationId="{4BA2F6DB-D6F7-0AF1-2E33-9B0E120DBFB7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5" creationId="{B7770FB7-7F96-5E72-6663-90C97072137D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6" creationId="{C8E8442B-577F-121F-A273-2D99EE2D49B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7" creationId="{78A9482B-713F-780F-5EE6-231A82D7F12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8" creationId="{C88B2CE1-CD72-54AB-99EA-1026DA5B416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9" creationId="{C9CEBE49-C08B-D798-6C0E-F5A693006E2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0" creationId="{F984CF80-7164-A4B0-D34E-0FE67BCE308E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1" creationId="{6A9D3178-7470-C6CF-0945-E377555F8AE0}"/>
          </ac:spMkLst>
        </pc:spChg>
        <pc:spChg chg="add mod">
          <ac:chgData name="shilpi gupta" userId="5ce4f23861899b28" providerId="LiveId" clId="{A3C977FF-BB8A-4C6F-BCC3-30AF3BFF52E7}" dt="2024-07-03T06:46:53.686" v="745" actId="120"/>
          <ac:spMkLst>
            <pc:docMk/>
            <pc:sldMk cId="3323151498" sldId="395"/>
            <ac:spMk id="22" creationId="{432D95B3-6966-CA7D-E62E-DFCB383E449D}"/>
          </ac:spMkLst>
        </pc:spChg>
        <pc:spChg chg="add mod">
          <ac:chgData name="shilpi gupta" userId="5ce4f23861899b28" providerId="LiveId" clId="{A3C977FF-BB8A-4C6F-BCC3-30AF3BFF52E7}" dt="2024-07-03T06:47:19.377" v="752" actId="404"/>
          <ac:spMkLst>
            <pc:docMk/>
            <pc:sldMk cId="3323151498" sldId="395"/>
            <ac:spMk id="23" creationId="{F078FFE9-94D9-0068-16B6-3257A6F0F929}"/>
          </ac:spMkLst>
        </pc:spChg>
        <pc:grpChg chg="add mod">
          <ac:chgData name="shilpi gupta" userId="5ce4f23861899b28" providerId="LiveId" clId="{A3C977FF-BB8A-4C6F-BCC3-30AF3BFF52E7}" dt="2024-07-02T16:17:41.527" v="152" actId="1076"/>
          <ac:grpSpMkLst>
            <pc:docMk/>
            <pc:sldMk cId="3323151498" sldId="395"/>
            <ac:grpSpMk id="4" creationId="{AAB672EE-265C-6ED3-ED0A-B90571F90448}"/>
          </ac:grpSpMkLst>
        </pc:grpChg>
      </pc:sldChg>
      <pc:sldChg chg="addSp delSp modSp new modAnim">
        <pc:chgData name="shilpi gupta" userId="5ce4f23861899b28" providerId="LiveId" clId="{A3C977FF-BB8A-4C6F-BCC3-30AF3BFF52E7}" dt="2024-07-03T06:50:13.710" v="762" actId="14100"/>
        <pc:sldMkLst>
          <pc:docMk/>
          <pc:sldMk cId="3392727057" sldId="396"/>
        </pc:sldMkLst>
        <pc:spChg chg="del">
          <ac:chgData name="shilpi gupta" userId="5ce4f23861899b28" providerId="LiveId" clId="{A3C977FF-BB8A-4C6F-BCC3-30AF3BFF52E7}" dt="2024-07-02T16:24:14.674" v="162" actId="478"/>
          <ac:spMkLst>
            <pc:docMk/>
            <pc:sldMk cId="3392727057" sldId="396"/>
            <ac:spMk id="2" creationId="{A4B6D1AC-86B9-F9C3-BFA5-3FA2EC07DE1F}"/>
          </ac:spMkLst>
        </pc:spChg>
        <pc:spChg chg="del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3" creationId="{E84CF7F7-2CB3-2C9A-7569-D7ED23332D9C}"/>
          </ac:spMkLst>
        </pc:spChg>
        <pc:spChg chg="add mod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4" creationId="{58CDD657-B3D0-D425-BA9E-F5BF857FDC4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6" creationId="{816E369F-A280-02FE-6CF5-534670EE899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7" creationId="{F8FFE4B2-2556-AC1E-A2C7-4FD1257129B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8" creationId="{E5115527-91B1-BBBE-F5BF-34E966EC8500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9" creationId="{AE7B5BC8-DA24-402D-CF9E-89FCFB6F63DF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0" creationId="{D2EB8829-3EFF-EEFB-7EA8-93BEBE4BC93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1" creationId="{70570708-9A23-1608-6342-FE4A7D2DA8D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2" creationId="{80C96299-C521-A8AA-CE94-AC5A3CC466D6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3" creationId="{20D37FCE-3148-2EDC-FDDA-E769DE725B9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4" creationId="{6064BC39-F4DC-DD1F-7BA7-384848F3B5B7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5" creationId="{34725104-3BA9-A8EC-6BD8-C9555D3DE75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6" creationId="{112347B7-19DB-83E0-1094-7BFAD51F87E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7" creationId="{2006E47B-B096-F656-BE2C-7DCDC5ECB4C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8" creationId="{DD3A97FF-80F3-01EA-4C84-A05D88759A2B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9" creationId="{F046582B-516C-F336-CE2E-BF13AF9D27A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0" creationId="{3C9C3480-E987-1AC9-B87C-C5A6D11CE099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1" creationId="{29E9BC1C-7107-3C84-6372-5437B248CAE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2" creationId="{04306C33-BBA6-175B-1019-8397CCD7A9F5}"/>
          </ac:spMkLst>
        </pc:spChg>
        <pc:spChg chg="add mod">
          <ac:chgData name="shilpi gupta" userId="5ce4f23861899b28" providerId="LiveId" clId="{A3C977FF-BB8A-4C6F-BCC3-30AF3BFF52E7}" dt="2024-07-03T06:50:13.710" v="762" actId="14100"/>
          <ac:spMkLst>
            <pc:docMk/>
            <pc:sldMk cId="3392727057" sldId="396"/>
            <ac:spMk id="23" creationId="{A0DB1F9E-4111-3956-402A-E29033F09882}"/>
          </ac:spMkLst>
        </pc:spChg>
        <pc:grpChg chg="add mod">
          <ac:chgData name="shilpi gupta" userId="5ce4f23861899b28" providerId="LiveId" clId="{A3C977FF-BB8A-4C6F-BCC3-30AF3BFF52E7}" dt="2024-07-02T16:24:21.536" v="164" actId="1076"/>
          <ac:grpSpMkLst>
            <pc:docMk/>
            <pc:sldMk cId="3392727057" sldId="396"/>
            <ac:grpSpMk id="5" creationId="{09868F2B-C6D9-F6B4-1126-150A3744D9F5}"/>
          </ac:grpSpMkLst>
        </pc:grpChg>
      </pc:sldChg>
      <pc:sldChg chg="addSp modSp new mod">
        <pc:chgData name="shilpi gupta" userId="5ce4f23861899b28" providerId="LiveId" clId="{A3C977FF-BB8A-4C6F-BCC3-30AF3BFF52E7}" dt="2024-07-03T06:43:50.832" v="722" actId="14100"/>
        <pc:sldMkLst>
          <pc:docMk/>
          <pc:sldMk cId="3028868525" sldId="397"/>
        </pc:sldMkLst>
        <pc:spChg chg="mod">
          <ac:chgData name="shilpi gupta" userId="5ce4f23861899b28" providerId="LiveId" clId="{A3C977FF-BB8A-4C6F-BCC3-30AF3BFF52E7}" dt="2024-07-03T06:43:16.924" v="717" actId="20577"/>
          <ac:spMkLst>
            <pc:docMk/>
            <pc:sldMk cId="3028868525" sldId="397"/>
            <ac:spMk id="2" creationId="{5BD56BF6-F975-718D-41C9-804068F6BCA9}"/>
          </ac:spMkLst>
        </pc:spChg>
        <pc:spChg chg="mod">
          <ac:chgData name="shilpi gupta" userId="5ce4f23861899b28" providerId="LiveId" clId="{A3C977FF-BB8A-4C6F-BCC3-30AF3BFF52E7}" dt="2024-07-02T16:25:13.061" v="188" actId="20577"/>
          <ac:spMkLst>
            <pc:docMk/>
            <pc:sldMk cId="3028868525" sldId="397"/>
            <ac:spMk id="3" creationId="{0F996655-97F9-8980-9AE5-C5A1D9A3B90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5" creationId="{E1EC7F0C-6D28-5522-D484-3C45FB865DEA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6" creationId="{D54A43C7-4E97-AFFC-B3C6-8284E757221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7" creationId="{0D321391-4DBB-A158-3196-910DB0B809B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8" creationId="{23EDC03F-5B47-FDAD-4A41-7724116F599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9" creationId="{D1486396-6402-38B8-FDB4-3578F9DAC38F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0" creationId="{A4163A93-6B80-1ED3-9969-4C8252A9B8F5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1" creationId="{E2BEDCC0-0AF7-0F61-3F0F-2F8C32D71AF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2" creationId="{8787E470-E8AB-F086-5C5C-ADCDB554F0C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3" creationId="{7376436B-3EB9-F56A-3509-7417B8CC2DF2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4" creationId="{CC963A09-5F94-8F40-A354-F8132BA979F4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5" creationId="{E933270B-B521-7A1B-B6A2-8F32AA4CD0B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6" creationId="{536668A9-A678-72CF-6360-80619E89DC8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7" creationId="{79EDCA39-6138-6531-0222-0EB86E44D9F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8" creationId="{5177FA3F-43F1-6B98-5B80-23515116206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9" creationId="{90661C73-2A3A-5987-3687-4533DBB17429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0" creationId="{9227CF3F-68FB-514A-0FE0-41E6E47F79B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1" creationId="{4740C600-51A8-6C79-DDA0-9FF9D93179C7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3" creationId="{747E5B00-60A2-BBE5-FBEE-063A1CDE327C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4" creationId="{1FFCA125-556D-866C-293A-EEC3D0B8BA26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5" creationId="{04AA2689-F689-8EC1-D474-0029F35B4250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6" creationId="{1B3E68F6-4759-F860-7DF8-E4E7A1595625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7" creationId="{65FDB971-B2A5-9D37-8C52-3B04A277FEA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8" creationId="{1C36448C-6992-BD4F-B428-F327742965EE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9" creationId="{D7E53741-0AA3-3E51-A3C6-8616FFA0070F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0" creationId="{4E0D033B-B85A-C255-6B8D-CC946D1530A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1" creationId="{1F28C34B-4913-0C34-F934-B73AC7461D52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2" creationId="{96E8AD98-1CDC-B9B8-F5CE-78A8E6AE56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3" creationId="{7F6379E6-9066-AD7D-5B3D-7D64EF71F1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4" creationId="{13F53758-D27A-C3EE-86B8-E9119B48535B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5" creationId="{D8659528-DE3A-0742-638B-F0DD350327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6" creationId="{1A7A8692-9FFE-5365-1A9C-8FEC6F2DAB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7" creationId="{EC66ECE0-436F-B20F-C146-18A895B2D95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8" creationId="{3B9FFEFC-7F5D-98DA-5172-A97FB51DD72A}"/>
          </ac:spMkLst>
        </pc:spChg>
        <pc:spChg chg="mod">
          <ac:chgData name="shilpi gupta" userId="5ce4f23861899b28" providerId="LiveId" clId="{A3C977FF-BB8A-4C6F-BCC3-30AF3BFF52E7}" dt="2024-07-03T06:43:50.832" v="722" actId="14100"/>
          <ac:spMkLst>
            <pc:docMk/>
            <pc:sldMk cId="3028868525" sldId="397"/>
            <ac:spMk id="39" creationId="{743C4A08-E618-C8AF-9BC7-82ACC3CEE460}"/>
          </ac:spMkLst>
        </pc:spChg>
        <pc:grpChg chg="add mod">
          <ac:chgData name="shilpi gupta" userId="5ce4f23861899b28" providerId="LiveId" clId="{A3C977FF-BB8A-4C6F-BCC3-30AF3BFF52E7}" dt="2024-07-03T06:43:35.917" v="719" actId="1076"/>
          <ac:grpSpMkLst>
            <pc:docMk/>
            <pc:sldMk cId="3028868525" sldId="397"/>
            <ac:grpSpMk id="4" creationId="{CA5B3BC8-1734-A243-E808-A981367BFC48}"/>
          </ac:grpSpMkLst>
        </pc:grpChg>
        <pc:grpChg chg="add mod">
          <ac:chgData name="shilpi gupta" userId="5ce4f23861899b28" providerId="LiveId" clId="{A3C977FF-BB8A-4C6F-BCC3-30AF3BFF52E7}" dt="2024-07-03T06:43:42.846" v="721" actId="1076"/>
          <ac:grpSpMkLst>
            <pc:docMk/>
            <pc:sldMk cId="3028868525" sldId="397"/>
            <ac:grpSpMk id="22" creationId="{5470C79A-9456-9288-9863-C8ADF145D842}"/>
          </ac:grpSpMkLst>
        </pc:grpChg>
      </pc:sldChg>
      <pc:sldChg chg="addSp modSp new mod">
        <pc:chgData name="shilpi gupta" userId="5ce4f23861899b28" providerId="LiveId" clId="{A3C977FF-BB8A-4C6F-BCC3-30AF3BFF52E7}" dt="2024-07-03T06:49:07.715" v="761" actId="14100"/>
        <pc:sldMkLst>
          <pc:docMk/>
          <pc:sldMk cId="4225241280" sldId="398"/>
        </pc:sldMkLst>
        <pc:spChg chg="mod">
          <ac:chgData name="shilpi gupta" userId="5ce4f23861899b28" providerId="LiveId" clId="{A3C977FF-BB8A-4C6F-BCC3-30AF3BFF52E7}" dt="2024-07-03T06:47:46.618" v="755" actId="20577"/>
          <ac:spMkLst>
            <pc:docMk/>
            <pc:sldMk cId="4225241280" sldId="398"/>
            <ac:spMk id="2" creationId="{DF13B7AD-BD6F-690E-DAA8-0FB6F175CB61}"/>
          </ac:spMkLst>
        </pc:spChg>
        <pc:spChg chg="mod">
          <ac:chgData name="shilpi gupta" userId="5ce4f23861899b28" providerId="LiveId" clId="{A3C977FF-BB8A-4C6F-BCC3-30AF3BFF52E7}" dt="2024-07-02T16:28:33.549" v="248" actId="20577"/>
          <ac:spMkLst>
            <pc:docMk/>
            <pc:sldMk cId="4225241280" sldId="398"/>
            <ac:spMk id="3" creationId="{19028B06-75A4-AF50-A61D-D65D5FA46C01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5" creationId="{BD24B773-38CF-BF32-CD9F-529471431B50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6" creationId="{EBB7A45B-7B1B-4562-4AFA-91CDDE3D18E8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7" creationId="{98DC684B-38FA-103C-43C0-CFF2ADBD983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8" creationId="{A4AAB783-4D58-4DB6-D194-BF60EAD8ECC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9" creationId="{F9C05DD0-350D-11BC-56CB-82C7726A90D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0" creationId="{CCF3BC34-6FB8-A18C-084A-1E083D34A9F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1" creationId="{52F6FC7E-8E47-C477-79E8-B50BA101886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2" creationId="{D9DFEA86-0172-B41E-FF03-20A2D940E274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3" creationId="{8AA74AE7-51DE-63FF-D7BE-46DE92A68047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4" creationId="{31E2EDEA-ADA3-7C60-7B12-3F11B5D02A3B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5" creationId="{4086CB80-E5AC-ADC0-D3B2-809401F2CD9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6" creationId="{7A6BE6C0-0325-4346-22A5-87AC2065920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7" creationId="{7EB7AE1F-990E-66A2-E806-2F624483B5E6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8" creationId="{9E414EC5-61E0-9F68-5EDB-AF0904D98B4A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9" creationId="{304CFB18-271C-06D2-2DB1-083477D6F6AD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20" creationId="{5AE7A92B-70B9-AAC0-DB75-53FA67DD5E42}"/>
          </ac:spMkLst>
        </pc:spChg>
        <pc:spChg chg="mod">
          <ac:chgData name="shilpi gupta" userId="5ce4f23861899b28" providerId="LiveId" clId="{A3C977FF-BB8A-4C6F-BCC3-30AF3BFF52E7}" dt="2024-07-03T06:48:23.959" v="758" actId="14100"/>
          <ac:spMkLst>
            <pc:docMk/>
            <pc:sldMk cId="4225241280" sldId="398"/>
            <ac:spMk id="21" creationId="{6113506D-002E-0419-FC9E-28156CAE3E5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3" creationId="{B2E8A9DA-77D4-85D7-DCB4-78FE21834BA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4" creationId="{8F06FD15-88C7-CD30-D46B-92AFFF5E806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5" creationId="{7E5F5D8F-C79B-CDC7-104D-CB2A57721255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6" creationId="{B77DC120-83AE-D0FB-B7E8-B51BED5FE207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7" creationId="{FC3A4C32-328A-1B03-06C5-0E055D23BF0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8" creationId="{4EBC04EA-A0CA-92C5-F879-2A8A0343784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9" creationId="{44F31F58-91BA-6B71-DB5D-AE3525336956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0" creationId="{E5AC2B50-1AD0-74CB-AEA4-A5BE241A25B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1" creationId="{F1978DE7-30E5-C3A2-F4CB-4CBD8B6ECBFE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2" creationId="{BC48A96F-16C0-A740-196B-8395032AD85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3" creationId="{520349D5-E869-3632-75F3-235C4198D590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4" creationId="{30AA48FC-C335-5C22-DC3F-A2D0211B6E7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5" creationId="{34DA76CB-6B3B-4E64-CC33-769A42613A5C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6" creationId="{A9BCC74C-1C51-6C23-8B4F-2D6B1F0E7E4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7" creationId="{43772364-C2DC-A308-EC9C-6BB3A6F5402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8" creationId="{65F73973-0A74-A7B4-DDC5-CF8DB5828B5A}"/>
          </ac:spMkLst>
        </pc:spChg>
        <pc:spChg chg="mod">
          <ac:chgData name="shilpi gupta" userId="5ce4f23861899b28" providerId="LiveId" clId="{A3C977FF-BB8A-4C6F-BCC3-30AF3BFF52E7}" dt="2024-07-03T06:49:07.715" v="761" actId="14100"/>
          <ac:spMkLst>
            <pc:docMk/>
            <pc:sldMk cId="4225241280" sldId="398"/>
            <ac:spMk id="39" creationId="{88AA355F-058B-FC7C-E782-2A81718CC36F}"/>
          </ac:spMkLst>
        </pc:spChg>
        <pc:grpChg chg="add mod">
          <ac:chgData name="shilpi gupta" userId="5ce4f23861899b28" providerId="LiveId" clId="{A3C977FF-BB8A-4C6F-BCC3-30AF3BFF52E7}" dt="2024-07-03T06:48:13.636" v="757" actId="1076"/>
          <ac:grpSpMkLst>
            <pc:docMk/>
            <pc:sldMk cId="4225241280" sldId="398"/>
            <ac:grpSpMk id="4" creationId="{7DB453D0-372F-D04A-A45C-5E9F517E0938}"/>
          </ac:grpSpMkLst>
        </pc:grpChg>
        <pc:grpChg chg="add mod">
          <ac:chgData name="shilpi gupta" userId="5ce4f23861899b28" providerId="LiveId" clId="{A3C977FF-BB8A-4C6F-BCC3-30AF3BFF52E7}" dt="2024-07-03T06:48:36.298" v="760" actId="1076"/>
          <ac:grpSpMkLst>
            <pc:docMk/>
            <pc:sldMk cId="4225241280" sldId="398"/>
            <ac:grpSpMk id="22" creationId="{EAC01D8E-2781-FB36-AB60-AF4B5822AE9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10.446" v="768" actId="14100"/>
        <pc:sldMkLst>
          <pc:docMk/>
          <pc:sldMk cId="793135350" sldId="399"/>
        </pc:sldMkLst>
        <pc:spChg chg="del">
          <ac:chgData name="shilpi gupta" userId="5ce4f23861899b28" providerId="LiveId" clId="{A3C977FF-BB8A-4C6F-BCC3-30AF3BFF52E7}" dt="2024-07-02T16:33:36.984" v="310" actId="478"/>
          <ac:spMkLst>
            <pc:docMk/>
            <pc:sldMk cId="793135350" sldId="399"/>
            <ac:spMk id="2" creationId="{732DCF1D-34A2-FA4B-2A1F-50199BB121F0}"/>
          </ac:spMkLst>
        </pc:spChg>
        <pc:spChg chg="del">
          <ac:chgData name="shilpi gupta" userId="5ce4f23861899b28" providerId="LiveId" clId="{A3C977FF-BB8A-4C6F-BCC3-30AF3BFF52E7}" dt="2024-07-02T16:33:26.247" v="309"/>
          <ac:spMkLst>
            <pc:docMk/>
            <pc:sldMk cId="793135350" sldId="399"/>
            <ac:spMk id="3" creationId="{68FE5AAC-D175-7C6A-C1C8-4E0165594351}"/>
          </ac:spMkLst>
        </pc:spChg>
        <pc:spChg chg="add mod">
          <ac:chgData name="shilpi gupta" userId="5ce4f23861899b28" providerId="LiveId" clId="{A3C977FF-BB8A-4C6F-BCC3-30AF3BFF52E7}" dt="2024-07-03T06:50:56.895" v="764" actId="403"/>
          <ac:spMkLst>
            <pc:docMk/>
            <pc:sldMk cId="793135350" sldId="399"/>
            <ac:spMk id="4" creationId="{A8BE931C-3831-FB08-7ADB-FAC0652EF505}"/>
          </ac:spMkLst>
        </pc:spChg>
        <pc:spChg chg="add mod">
          <ac:chgData name="shilpi gupta" userId="5ce4f23861899b28" providerId="LiveId" clId="{A3C977FF-BB8A-4C6F-BCC3-30AF3BFF52E7}" dt="2024-07-03T06:51:10.446" v="768" actId="14100"/>
          <ac:spMkLst>
            <pc:docMk/>
            <pc:sldMk cId="793135350" sldId="399"/>
            <ac:spMk id="5" creationId="{CC9A9E53-9A9F-7885-FADF-E8E92C351D98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7" creationId="{3FE9D720-9C15-5DA2-D9D6-2244D13616BA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8" creationId="{CB5B70D7-CC7E-DD34-8FCC-E7B5344543D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9" creationId="{8C307D6C-02C6-BA4B-7A79-B8F1CCF571D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0" creationId="{DE98E3A3-B1F5-8EDC-D534-09A840869D7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1" creationId="{2AD85CAE-2BA5-A0D5-7A57-B375175C814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2" creationId="{86206D15-9336-CD41-44A9-4A430BB5E35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3" creationId="{C38C2FAE-1058-3B5E-C669-2A456ECFF222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4" creationId="{5C935B64-354B-E255-55B5-02E59EB44DD4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5" creationId="{DAFF9380-4CA2-F376-D88F-7D0F59DD226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6" creationId="{EA0F2475-EE22-095B-498E-DE178A977973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7" creationId="{D3C9D01D-6CBF-8326-5FD0-6260E9A975B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8" creationId="{1E5D7CD2-3DB2-10C3-E824-CA89B16C63C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9" creationId="{E2188901-C51C-922F-0AB6-EEA4AFC1F49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0" creationId="{80AB9CEB-4873-0610-9E30-252D2184B23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1" creationId="{96F531B0-26FF-0523-FE3E-F2A18BC17EA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2" creationId="{01A86D31-5DED-68E9-BB31-89AE816200E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3" creationId="{003CC9F8-97CB-84A8-821F-8D285BA9677A}"/>
          </ac:spMkLst>
        </pc:spChg>
        <pc:grpChg chg="add mod">
          <ac:chgData name="shilpi gupta" userId="5ce4f23861899b28" providerId="LiveId" clId="{A3C977FF-BB8A-4C6F-BCC3-30AF3BFF52E7}" dt="2024-07-02T16:34:03.736" v="314" actId="1076"/>
          <ac:grpSpMkLst>
            <pc:docMk/>
            <pc:sldMk cId="793135350" sldId="399"/>
            <ac:grpSpMk id="6" creationId="{E747A224-DDD6-27BA-1E30-96E3B121C59B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42.611" v="772" actId="14100"/>
        <pc:sldMkLst>
          <pc:docMk/>
          <pc:sldMk cId="3885575790" sldId="400"/>
        </pc:sldMkLst>
        <pc:spChg chg="del">
          <ac:chgData name="shilpi gupta" userId="5ce4f23861899b28" providerId="LiveId" clId="{A3C977FF-BB8A-4C6F-BCC3-30AF3BFF52E7}" dt="2024-07-02T16:34:56.993" v="323" actId="478"/>
          <ac:spMkLst>
            <pc:docMk/>
            <pc:sldMk cId="3885575790" sldId="400"/>
            <ac:spMk id="2" creationId="{E64032ED-313F-71B7-6EB3-EC93E7572003}"/>
          </ac:spMkLst>
        </pc:spChg>
        <pc:spChg chg="add del mod">
          <ac:chgData name="shilpi gupta" userId="5ce4f23861899b28" providerId="LiveId" clId="{A3C977FF-BB8A-4C6F-BCC3-30AF3BFF52E7}" dt="2024-07-02T16:34:53.894" v="322"/>
          <ac:spMkLst>
            <pc:docMk/>
            <pc:sldMk cId="3885575790" sldId="400"/>
            <ac:spMk id="3" creationId="{0C93761C-5526-257E-2173-D2618BB32071}"/>
          </ac:spMkLst>
        </pc:spChg>
        <pc:spChg chg="add mod">
          <ac:chgData name="shilpi gupta" userId="5ce4f23861899b28" providerId="LiveId" clId="{A3C977FF-BB8A-4C6F-BCC3-30AF3BFF52E7}" dt="2024-07-02T16:34:40.291" v="321"/>
          <ac:spMkLst>
            <pc:docMk/>
            <pc:sldMk cId="3885575790" sldId="400"/>
            <ac:spMk id="4" creationId="{504C282C-25C0-CC8B-C0BC-422B1268A8B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6" creationId="{DD27AFBF-2F4B-9A44-D395-9B8300A737A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7" creationId="{863229C7-F618-A029-3FDB-3A92DC8BE12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8" creationId="{1A734103-D4F8-AE93-FFA5-FCDC76B3FF3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9" creationId="{A70670CC-3E7B-35C4-BF73-81091231555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0" creationId="{CC23B3EB-26A8-089B-BB17-042069E088E5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1" creationId="{8BD80DD1-1F6D-F77B-8905-3404DC3A2B1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2" creationId="{4CB5C52E-F14B-9A7F-5484-48B158301C8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3" creationId="{47F49B10-CBB7-A132-CEF3-ABB223D6133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4" creationId="{B0AA2467-B212-46E9-8042-86ED323731E4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5" creationId="{CCD653C6-8341-927C-0702-3CF562A7C8B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6" creationId="{DB94555D-1F8E-5B34-836E-388CFF03F1C3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7" creationId="{F7096F5F-8450-8790-1851-D604E86D603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8" creationId="{5A877E7C-DB1A-278C-FEE1-0C9B62F13D0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9" creationId="{49F60D97-23E1-0F58-9D3E-9AD10415DA1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0" creationId="{C9B94C8C-660A-DA38-2BCF-BD764D9860CC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1" creationId="{B08899D6-4874-651B-9E72-EE2BDB6BF37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2" creationId="{DB7253AA-2BFA-6A27-C477-ECB793520CD1}"/>
          </ac:spMkLst>
        </pc:spChg>
        <pc:spChg chg="add mod">
          <ac:chgData name="shilpi gupta" userId="5ce4f23861899b28" providerId="LiveId" clId="{A3C977FF-BB8A-4C6F-BCC3-30AF3BFF52E7}" dt="2024-07-03T06:51:42.611" v="772" actId="14100"/>
          <ac:spMkLst>
            <pc:docMk/>
            <pc:sldMk cId="3885575790" sldId="400"/>
            <ac:spMk id="23" creationId="{D44E9D8B-472F-4640-43F0-DFB69502FC37}"/>
          </ac:spMkLst>
        </pc:spChg>
        <pc:grpChg chg="add mod">
          <ac:chgData name="shilpi gupta" userId="5ce4f23861899b28" providerId="LiveId" clId="{A3C977FF-BB8A-4C6F-BCC3-30AF3BFF52E7}" dt="2024-07-02T16:36:50.289" v="325" actId="1076"/>
          <ac:grpSpMkLst>
            <pc:docMk/>
            <pc:sldMk cId="3885575790" sldId="400"/>
            <ac:grpSpMk id="5" creationId="{A38ABA75-7A2B-66C9-6017-1B52D9848087}"/>
          </ac:grpSpMkLst>
        </pc:grpChg>
      </pc:sldChg>
      <pc:sldChg chg="addSp delSp modSp new mod modAnim">
        <pc:chgData name="shilpi gupta" userId="5ce4f23861899b28" providerId="LiveId" clId="{A3C977FF-BB8A-4C6F-BCC3-30AF3BFF52E7}" dt="2024-07-02T16:39:52.505" v="337" actId="1076"/>
        <pc:sldMkLst>
          <pc:docMk/>
          <pc:sldMk cId="3573395298" sldId="401"/>
        </pc:sldMkLst>
        <pc:spChg chg="del">
          <ac:chgData name="shilpi gupta" userId="5ce4f23861899b28" providerId="LiveId" clId="{A3C977FF-BB8A-4C6F-BCC3-30AF3BFF52E7}" dt="2024-07-02T16:39:36.494" v="332" actId="478"/>
          <ac:spMkLst>
            <pc:docMk/>
            <pc:sldMk cId="3573395298" sldId="401"/>
            <ac:spMk id="2" creationId="{7E05DD43-72AD-7F80-983B-AA6CB3B9C18D}"/>
          </ac:spMkLst>
        </pc:spChg>
        <pc:spChg chg="add del mod">
          <ac:chgData name="shilpi gupta" userId="5ce4f23861899b28" providerId="LiveId" clId="{A3C977FF-BB8A-4C6F-BCC3-30AF3BFF52E7}" dt="2024-07-02T16:38:28.758" v="331"/>
          <ac:spMkLst>
            <pc:docMk/>
            <pc:sldMk cId="3573395298" sldId="401"/>
            <ac:spMk id="3" creationId="{13BE3EB6-6C04-D6A1-205E-4F490F127158}"/>
          </ac:spMkLst>
        </pc:spChg>
        <pc:spChg chg="add mod">
          <ac:chgData name="shilpi gupta" userId="5ce4f23861899b28" providerId="LiveId" clId="{A3C977FF-BB8A-4C6F-BCC3-30AF3BFF52E7}" dt="2024-07-02T16:37:57.171" v="330"/>
          <ac:spMkLst>
            <pc:docMk/>
            <pc:sldMk cId="3573395298" sldId="401"/>
            <ac:spMk id="4" creationId="{63435EB9-3751-EB4E-238E-4C08E4048A1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6" creationId="{EDF11207-464E-44C5-6018-E360BE29298D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7" creationId="{87DFF58D-CA53-3735-5CE1-1B9C6CE6A34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8" creationId="{B75B8EDB-439A-3511-1EA6-B87F140DF2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9" creationId="{BB792D87-A9E2-E77A-BC2E-5AB0CF70ADE2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0" creationId="{EA4D51B7-38C3-466F-2376-A3E02225FFBB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1" creationId="{D322E761-349D-676A-4A1B-A19A3D8F38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2" creationId="{2C8C9440-A96D-2F3C-6DDF-59C02E9DCCF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3" creationId="{6E2FB461-DE01-8CE1-0B3E-A8E50D6D87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4" creationId="{1BAAFE38-0C6B-5D2F-40C0-6F0AB52011E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5" creationId="{EDE7B937-0F94-BBE8-7E08-41529425A86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6" creationId="{DCBF3F68-06AC-40D6-5578-A9280464764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7" creationId="{C0180179-DE35-A415-FBB5-032A724C03A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8" creationId="{E665D945-54D9-764A-E9E4-2E6B159BBC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9" creationId="{01A8E4F9-E40B-EC47-5B29-59F63DDCB2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0" creationId="{521DAC8E-86E1-7008-559E-95233AA4CC5E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1" creationId="{9461A186-694C-FF5E-DBA8-E42D9F5A07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2" creationId="{73B2CD60-FC98-1C4B-2683-18AE6C507693}"/>
          </ac:spMkLst>
        </pc:spChg>
        <pc:spChg chg="add mod">
          <ac:chgData name="shilpi gupta" userId="5ce4f23861899b28" providerId="LiveId" clId="{A3C977FF-BB8A-4C6F-BCC3-30AF3BFF52E7}" dt="2024-07-02T16:39:52.505" v="337" actId="1076"/>
          <ac:spMkLst>
            <pc:docMk/>
            <pc:sldMk cId="3573395298" sldId="401"/>
            <ac:spMk id="23" creationId="{BF250722-1123-43F8-A869-C1A83907FF5B}"/>
          </ac:spMkLst>
        </pc:spChg>
        <pc:grpChg chg="add mod">
          <ac:chgData name="shilpi gupta" userId="5ce4f23861899b28" providerId="LiveId" clId="{A3C977FF-BB8A-4C6F-BCC3-30AF3BFF52E7}" dt="2024-07-02T16:39:41.509" v="334" actId="1076"/>
          <ac:grpSpMkLst>
            <pc:docMk/>
            <pc:sldMk cId="3573395298" sldId="401"/>
            <ac:grpSpMk id="5" creationId="{2E610E2E-FC2A-299C-9D5F-0754F7409F7C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05:35.575" v="870" actId="404"/>
        <pc:sldMkLst>
          <pc:docMk/>
          <pc:sldMk cId="1359120024" sldId="402"/>
        </pc:sldMkLst>
        <pc:spChg chg="del">
          <ac:chgData name="shilpi gupta" userId="5ce4f23861899b28" providerId="LiveId" clId="{A3C977FF-BB8A-4C6F-BCC3-30AF3BFF52E7}" dt="2024-07-02T16:40:18.408" v="339" actId="478"/>
          <ac:spMkLst>
            <pc:docMk/>
            <pc:sldMk cId="1359120024" sldId="402"/>
            <ac:spMk id="2" creationId="{BE67C823-BFA4-4E94-D578-FF138D8EC1CF}"/>
          </ac:spMkLst>
        </pc:spChg>
        <pc:spChg chg="mod">
          <ac:chgData name="shilpi gupta" userId="5ce4f23861899b28" providerId="LiveId" clId="{A3C977FF-BB8A-4C6F-BCC3-30AF3BFF52E7}" dt="2024-07-02T16:42:27.582" v="344"/>
          <ac:spMkLst>
            <pc:docMk/>
            <pc:sldMk cId="1359120024" sldId="402"/>
            <ac:spMk id="3" creationId="{ACFFE8AD-E515-AFB8-C5D7-4371F19B348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5" creationId="{13E363B1-9AD6-D419-9C9E-1A7AE0B90F4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6" creationId="{F1C1D6B5-01C3-B719-96B2-674F02DA9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7" creationId="{056DFD8A-F421-E9BA-5AE8-55862DFC9193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8" creationId="{851B78E2-29FD-D746-CA57-3EB0B13DB832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9" creationId="{3BDEF8D8-E011-C4C3-83C2-DB8DE1B7758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0" creationId="{DEC14ECE-19F9-7DE0-7D30-B94C09E02714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1" creationId="{EF27B8E4-3A38-2231-C728-55E589A1DC1B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2" creationId="{1C2F0A60-744E-862E-D960-2A50BE3C7559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3" creationId="{4173150F-7EC1-2DD6-9A86-52C505D7035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4" creationId="{FF9F6111-B1C4-F82B-8E69-5C685CA38F1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5" creationId="{5A46DED2-E112-436C-BE6A-28F9F19F017E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6" creationId="{C0734642-EF20-A84A-09E0-63544D265F2D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7" creationId="{421A6326-1207-FEFC-9A3D-F7526B4CB6C0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8" creationId="{75700EDD-C92C-1556-27F0-9E20A786EF4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9" creationId="{C40F2C0B-B2A4-1E26-31FA-650FD2EFEF1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0" creationId="{AC62D5E6-2D0E-0DB0-7D9F-BB2D9CABC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1" creationId="{92A13E5D-AD39-F672-310F-5A244F7C56D0}"/>
          </ac:spMkLst>
        </pc:spChg>
        <pc:spChg chg="add mod">
          <ac:chgData name="shilpi gupta" userId="5ce4f23861899b28" providerId="LiveId" clId="{A3C977FF-BB8A-4C6F-BCC3-30AF3BFF52E7}" dt="2024-07-03T07:05:35.575" v="870" actId="404"/>
          <ac:spMkLst>
            <pc:docMk/>
            <pc:sldMk cId="1359120024" sldId="402"/>
            <ac:spMk id="22" creationId="{EDD627FF-B3E6-C335-BC8F-6D92B8160C80}"/>
          </ac:spMkLst>
        </pc:spChg>
        <pc:grpChg chg="add mod">
          <ac:chgData name="shilpi gupta" userId="5ce4f23861899b28" providerId="LiveId" clId="{A3C977FF-BB8A-4C6F-BCC3-30AF3BFF52E7}" dt="2024-07-02T16:40:29.775" v="341" actId="1076"/>
          <ac:grpSpMkLst>
            <pc:docMk/>
            <pc:sldMk cId="1359120024" sldId="402"/>
            <ac:grpSpMk id="4" creationId="{2FA295BB-0930-4E41-185C-4F2D4188BDA4}"/>
          </ac:grpSpMkLst>
        </pc:grpChg>
      </pc:sldChg>
      <pc:sldChg chg="modSp new mod">
        <pc:chgData name="shilpi gupta" userId="5ce4f23861899b28" providerId="LiveId" clId="{A3C977FF-BB8A-4C6F-BCC3-30AF3BFF52E7}" dt="2024-07-03T07:31:43.988" v="1113" actId="403"/>
        <pc:sldMkLst>
          <pc:docMk/>
          <pc:sldMk cId="4255904878" sldId="403"/>
        </pc:sldMkLst>
        <pc:spChg chg="mod">
          <ac:chgData name="shilpi gupta" userId="5ce4f23861899b28" providerId="LiveId" clId="{A3C977FF-BB8A-4C6F-BCC3-30AF3BFF52E7}" dt="2024-07-03T07:28:08.015" v="1106" actId="14100"/>
          <ac:spMkLst>
            <pc:docMk/>
            <pc:sldMk cId="4255904878" sldId="403"/>
            <ac:spMk id="2" creationId="{6EFF3C15-1A7D-4465-E2EB-76F710D5BF02}"/>
          </ac:spMkLst>
        </pc:spChg>
        <pc:spChg chg="mod">
          <ac:chgData name="shilpi gupta" userId="5ce4f23861899b28" providerId="LiveId" clId="{A3C977FF-BB8A-4C6F-BCC3-30AF3BFF52E7}" dt="2024-07-03T07:31:43.988" v="1113" actId="403"/>
          <ac:spMkLst>
            <pc:docMk/>
            <pc:sldMk cId="4255904878" sldId="403"/>
            <ac:spMk id="3" creationId="{88BE6133-0CB1-3DAB-7F87-EBAB14CE9809}"/>
          </ac:spMkLst>
        </pc:spChg>
      </pc:sldChg>
      <pc:sldChg chg="addSp delSp modSp new mod modAnim">
        <pc:chgData name="shilpi gupta" userId="5ce4f23861899b28" providerId="LiveId" clId="{A3C977FF-BB8A-4C6F-BCC3-30AF3BFF52E7}" dt="2024-07-03T07:08:53.509" v="873" actId="14100"/>
        <pc:sldMkLst>
          <pc:docMk/>
          <pc:sldMk cId="536366573" sldId="404"/>
        </pc:sldMkLst>
        <pc:spChg chg="del">
          <ac:chgData name="shilpi gupta" userId="5ce4f23861899b28" providerId="LiveId" clId="{A3C977FF-BB8A-4C6F-BCC3-30AF3BFF52E7}" dt="2024-07-02T16:43:49.156" v="347" actId="478"/>
          <ac:spMkLst>
            <pc:docMk/>
            <pc:sldMk cId="536366573" sldId="404"/>
            <ac:spMk id="2" creationId="{F93500F1-F682-E2C5-6D88-739CF807CC52}"/>
          </ac:spMkLst>
        </pc:spChg>
        <pc:spChg chg="add del mod">
          <ac:chgData name="shilpi gupta" userId="5ce4f23861899b28" providerId="LiveId" clId="{A3C977FF-BB8A-4C6F-BCC3-30AF3BFF52E7}" dt="2024-07-02T16:45:01.009" v="356"/>
          <ac:spMkLst>
            <pc:docMk/>
            <pc:sldMk cId="536366573" sldId="404"/>
            <ac:spMk id="3" creationId="{26F88302-C85D-BCD5-A606-9B0123BD9F18}"/>
          </ac:spMkLst>
        </pc:spChg>
        <pc:spChg chg="add del">
          <ac:chgData name="shilpi gupta" userId="5ce4f23861899b28" providerId="LiveId" clId="{A3C977FF-BB8A-4C6F-BCC3-30AF3BFF52E7}" dt="2024-07-02T16:43:57.987" v="349" actId="22"/>
          <ac:spMkLst>
            <pc:docMk/>
            <pc:sldMk cId="536366573" sldId="404"/>
            <ac:spMk id="5" creationId="{186D84C8-A86D-ECFF-803F-104317CAEA6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7" creationId="{A1B6A9A3-8361-DD6A-06DA-862BB1E3F19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8" creationId="{877AAFBA-9598-16F9-22EB-46C276D2925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9" creationId="{580BBE26-1C97-CDA5-77E5-CCF0DA8D4B2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0" creationId="{993CDB9F-D6CC-4087-9DC6-6CAE6D1168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1" creationId="{1FAC1D79-B739-0100-BB66-DF0C7ABFFAA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2" creationId="{432DE6F2-D0B9-C9A5-D632-37565A1935F0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3" creationId="{35FC7A1B-6620-0302-AC6D-34776C63EA97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4" creationId="{21643808-36A7-BD82-D239-C934776E39E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5" creationId="{64BD72DB-93C6-BDC0-7AA9-EAD4E9A615D6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6" creationId="{0CA59708-F3AE-D7EE-AB16-918FFC36B9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7" creationId="{7DEFC867-A7A3-CC26-8563-7BEFEA976ECD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8" creationId="{87A7D627-5AEA-9CAB-1B56-AB6C0BCA8D2B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9" creationId="{F72F287A-E4C6-7634-A9A4-2526E2B49C0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0" creationId="{8D02BBB8-4734-9C18-40E1-4AA95CA8D9FE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1" creationId="{1EF29BC8-2753-463C-96D5-CE72482A823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2" creationId="{805D6E61-9C6B-1F0F-C043-E76174047C1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3" creationId="{3851A00A-DB7A-738E-EF61-6F25FBC00BBC}"/>
          </ac:spMkLst>
        </pc:spChg>
        <pc:spChg chg="add mod">
          <ac:chgData name="shilpi gupta" userId="5ce4f23861899b28" providerId="LiveId" clId="{A3C977FF-BB8A-4C6F-BCC3-30AF3BFF52E7}" dt="2024-07-02T16:44:53.586" v="355"/>
          <ac:spMkLst>
            <pc:docMk/>
            <pc:sldMk cId="536366573" sldId="404"/>
            <ac:spMk id="24" creationId="{878C48B9-4D8A-E96D-07E5-596B4615B1CD}"/>
          </ac:spMkLst>
        </pc:spChg>
        <pc:spChg chg="add mod">
          <ac:chgData name="shilpi gupta" userId="5ce4f23861899b28" providerId="LiveId" clId="{A3C977FF-BB8A-4C6F-BCC3-30AF3BFF52E7}" dt="2024-07-03T07:08:53.509" v="873" actId="14100"/>
          <ac:spMkLst>
            <pc:docMk/>
            <pc:sldMk cId="536366573" sldId="404"/>
            <ac:spMk id="25" creationId="{89DE24C5-6583-781C-5C8A-878AB191FBBE}"/>
          </ac:spMkLst>
        </pc:spChg>
        <pc:grpChg chg="add mod">
          <ac:chgData name="shilpi gupta" userId="5ce4f23861899b28" providerId="LiveId" clId="{A3C977FF-BB8A-4C6F-BCC3-30AF3BFF52E7}" dt="2024-07-02T16:44:13.484" v="351" actId="1076"/>
          <ac:grpSpMkLst>
            <pc:docMk/>
            <pc:sldMk cId="536366573" sldId="404"/>
            <ac:grpSpMk id="6" creationId="{4C1C005B-58F4-C332-4E1A-3EC0005737B0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27:39.286" v="1103" actId="207"/>
        <pc:sldMkLst>
          <pc:docMk/>
          <pc:sldMk cId="800292098" sldId="405"/>
        </pc:sldMkLst>
        <pc:spChg chg="mod">
          <ac:chgData name="shilpi gupta" userId="5ce4f23861899b28" providerId="LiveId" clId="{A3C977FF-BB8A-4C6F-BCC3-30AF3BFF52E7}" dt="2024-07-03T07:27:39.286" v="1103" actId="207"/>
          <ac:spMkLst>
            <pc:docMk/>
            <pc:sldMk cId="800292098" sldId="405"/>
            <ac:spMk id="2" creationId="{9DB0421F-24B4-9BF8-E8BF-A9388CF1C1D3}"/>
          </ac:spMkLst>
        </pc:spChg>
        <pc:spChg chg="add del mod">
          <ac:chgData name="shilpi gupta" userId="5ce4f23861899b28" providerId="LiveId" clId="{A3C977FF-BB8A-4C6F-BCC3-30AF3BFF52E7}" dt="2024-07-03T07:23:38.065" v="1102" actId="403"/>
          <ac:spMkLst>
            <pc:docMk/>
            <pc:sldMk cId="800292098" sldId="405"/>
            <ac:spMk id="3" creationId="{2E2180DC-EC3A-80A5-0621-5A4430900358}"/>
          </ac:spMkLst>
        </pc:spChg>
        <pc:spChg chg="add mod">
          <ac:chgData name="shilpi gupta" userId="5ce4f23861899b28" providerId="LiveId" clId="{A3C977FF-BB8A-4C6F-BCC3-30AF3BFF52E7}" dt="2024-07-02T16:47:45.083" v="363"/>
          <ac:spMkLst>
            <pc:docMk/>
            <pc:sldMk cId="800292098" sldId="405"/>
            <ac:spMk id="4" creationId="{C1BE3F69-2737-8746-A0DA-367D82B47EFC}"/>
          </ac:spMkLst>
        </pc:spChg>
      </pc:sldChg>
      <pc:sldChg chg="modSp new mod">
        <pc:chgData name="shilpi gupta" userId="5ce4f23861899b28" providerId="LiveId" clId="{A3C977FF-BB8A-4C6F-BCC3-30AF3BFF52E7}" dt="2024-07-03T07:32:02.256" v="1115" actId="403"/>
        <pc:sldMkLst>
          <pc:docMk/>
          <pc:sldMk cId="3154168863" sldId="406"/>
        </pc:sldMkLst>
        <pc:spChg chg="mod">
          <ac:chgData name="shilpi gupta" userId="5ce4f23861899b28" providerId="LiveId" clId="{A3C977FF-BB8A-4C6F-BCC3-30AF3BFF52E7}" dt="2024-07-03T07:15:52.063" v="1055" actId="20577"/>
          <ac:spMkLst>
            <pc:docMk/>
            <pc:sldMk cId="3154168863" sldId="406"/>
            <ac:spMk id="2" creationId="{08C2AE90-5E27-66FC-E972-893F6EF56AC2}"/>
          </ac:spMkLst>
        </pc:spChg>
        <pc:spChg chg="mod">
          <ac:chgData name="shilpi gupta" userId="5ce4f23861899b28" providerId="LiveId" clId="{A3C977FF-BB8A-4C6F-BCC3-30AF3BFF52E7}" dt="2024-07-03T07:32:02.256" v="1115" actId="403"/>
          <ac:spMkLst>
            <pc:docMk/>
            <pc:sldMk cId="3154168863" sldId="406"/>
            <ac:spMk id="3" creationId="{46E33873-4BC4-73BA-93B8-D391A6C9424C}"/>
          </ac:spMkLst>
        </pc:spChg>
      </pc:sldChg>
      <pc:sldChg chg="modSp new mod">
        <pc:chgData name="shilpi gupta" userId="5ce4f23861899b28" providerId="LiveId" clId="{A3C977FF-BB8A-4C6F-BCC3-30AF3BFF52E7}" dt="2024-07-03T07:31:52.803" v="1114" actId="403"/>
        <pc:sldMkLst>
          <pc:docMk/>
          <pc:sldMk cId="3315944715" sldId="407"/>
        </pc:sldMkLst>
        <pc:spChg chg="mod">
          <ac:chgData name="shilpi gupta" userId="5ce4f23861899b28" providerId="LiveId" clId="{A3C977FF-BB8A-4C6F-BCC3-30AF3BFF52E7}" dt="2024-07-03T07:18:56.035" v="1100" actId="20577"/>
          <ac:spMkLst>
            <pc:docMk/>
            <pc:sldMk cId="3315944715" sldId="407"/>
            <ac:spMk id="2" creationId="{657CC0CB-DEDA-9739-016B-F59D45A0A33E}"/>
          </ac:spMkLst>
        </pc:spChg>
        <pc:spChg chg="mod">
          <ac:chgData name="shilpi gupta" userId="5ce4f23861899b28" providerId="LiveId" clId="{A3C977FF-BB8A-4C6F-BCC3-30AF3BFF52E7}" dt="2024-07-03T07:31:52.803" v="1114" actId="403"/>
          <ac:spMkLst>
            <pc:docMk/>
            <pc:sldMk cId="3315944715" sldId="407"/>
            <ac:spMk id="3" creationId="{ACE2B3D4-B152-0EC1-DF07-1C3D9453B5AA}"/>
          </ac:spMkLst>
        </pc:spChg>
      </pc:sldChg>
      <pc:sldChg chg="addSp modSp new mod">
        <pc:chgData name="shilpi gupta" userId="5ce4f23861899b28" providerId="LiveId" clId="{A3C977FF-BB8A-4C6F-BCC3-30AF3BFF52E7}" dt="2024-07-03T07:05:11.680" v="867" actId="14100"/>
        <pc:sldMkLst>
          <pc:docMk/>
          <pc:sldMk cId="1650859253" sldId="408"/>
        </pc:sldMkLst>
        <pc:spChg chg="mod">
          <ac:chgData name="shilpi gupta" userId="5ce4f23861899b28" providerId="LiveId" clId="{A3C977FF-BB8A-4C6F-BCC3-30AF3BFF52E7}" dt="2024-07-03T07:03:39.398" v="846" actId="20577"/>
          <ac:spMkLst>
            <pc:docMk/>
            <pc:sldMk cId="1650859253" sldId="408"/>
            <ac:spMk id="2" creationId="{74F1E94C-9D50-240F-3EDC-512FA4F5D63E}"/>
          </ac:spMkLst>
        </pc:spChg>
        <pc:spChg chg="mod">
          <ac:chgData name="shilpi gupta" userId="5ce4f23861899b28" providerId="LiveId" clId="{A3C977FF-BB8A-4C6F-BCC3-30AF3BFF52E7}" dt="2024-07-03T06:59:39.754" v="792" actId="20577"/>
          <ac:spMkLst>
            <pc:docMk/>
            <pc:sldMk cId="1650859253" sldId="408"/>
            <ac:spMk id="3" creationId="{C5A699B0-777B-EA91-F24A-D32A1640B24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5" creationId="{39A1201E-F780-AF8B-7855-E470CD7F93B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6" creationId="{AC41A3A9-D9E3-1180-878B-E67F6B907B8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7" creationId="{C9292C74-7347-A6D4-AC7C-BA251E56662F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8" creationId="{EDDB10BC-CF8F-0981-A38F-632AE6358042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9" creationId="{3439FC17-6B67-99B7-8743-FE6F4BE85069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0" creationId="{4CAA9103-6585-88BE-885C-B9BA556ABE3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1" creationId="{BD845DA9-D4E1-760A-C6FC-6889E39FDD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2" creationId="{B0A7B991-391D-4D23-783A-5858652160A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3" creationId="{5E682EB5-FB8A-493E-A317-51DEB4B0F5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4" creationId="{6BE3B0C4-A5C8-D00C-21EB-0D24DFED2A21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5" creationId="{E04E7795-68E0-E0B7-8A9A-D6232AEF24F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6" creationId="{2E93A9CE-D815-ABDA-FE4A-6ABB4CA169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7" creationId="{E89A59F2-8D28-453B-802B-F22ADC7ED76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8" creationId="{DE3CFE72-6D45-EAAC-199A-59EEC29789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9" creationId="{6388BAB4-E132-3FD7-120A-2299698923CD}"/>
          </ac:spMkLst>
        </pc:spChg>
        <pc:spChg chg="mod">
          <ac:chgData name="shilpi gupta" userId="5ce4f23861899b28" providerId="LiveId" clId="{A3C977FF-BB8A-4C6F-BCC3-30AF3BFF52E7}" dt="2024-07-03T07:04:35.283" v="857" actId="14100"/>
          <ac:spMkLst>
            <pc:docMk/>
            <pc:sldMk cId="1650859253" sldId="408"/>
            <ac:spMk id="20" creationId="{35EAF7F2-18A7-0C6C-DA2A-4CC6A34231CB}"/>
          </ac:spMkLst>
        </pc:spChg>
        <pc:spChg chg="mod">
          <ac:chgData name="shilpi gupta" userId="5ce4f23861899b28" providerId="LiveId" clId="{A3C977FF-BB8A-4C6F-BCC3-30AF3BFF52E7}" dt="2024-07-03T07:05:11.680" v="867" actId="14100"/>
          <ac:spMkLst>
            <pc:docMk/>
            <pc:sldMk cId="1650859253" sldId="408"/>
            <ac:spMk id="21" creationId="{4017A68C-05A5-DA16-B817-05EEF2316647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3" creationId="{84205360-38A6-BB3F-F8ED-BDF55D3CB2BA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4" creationId="{248C416A-DDB8-29AA-49A6-9D925B2D245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5" creationId="{11FB36B3-436E-A20A-AB4B-EEBBC4F8262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6" creationId="{367F5FE1-A187-471D-2D0D-0D8E3E941C40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7" creationId="{A72BEDAE-7713-64F5-D50C-6F5775C2DC29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8" creationId="{CE30AEC3-9169-30A7-BCDC-4158FE249EF6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9" creationId="{E3FB914B-9A94-9C10-9E72-A9D44C33D69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0" creationId="{B2FC8A05-5B45-1A10-A74E-D8AD12C82A1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1" creationId="{7DBC4DC6-C2E9-AA67-B616-9A67A4FEE91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2" creationId="{24A487E1-10D2-F146-2CBE-AC77D39FFA4B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3" creationId="{ACDF0933-511F-D7DA-30E8-78901FDDADA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4" creationId="{8BB5529E-A418-FE88-150C-B280A4A3D3C2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5" creationId="{783DCFAE-84DB-4B74-A19C-0B8C4BF0F68D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6" creationId="{619A7169-84DD-D820-D395-1E60D71CF96F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7" creationId="{1CB9EDC8-F213-A713-DFA9-FFCAA8ED0C0B}"/>
          </ac:spMkLst>
        </pc:spChg>
        <pc:spChg chg="mod">
          <ac:chgData name="shilpi gupta" userId="5ce4f23861899b28" providerId="LiveId" clId="{A3C977FF-BB8A-4C6F-BCC3-30AF3BFF52E7}" dt="2024-07-03T07:04:24.783" v="856" actId="14100"/>
          <ac:spMkLst>
            <pc:docMk/>
            <pc:sldMk cId="1650859253" sldId="408"/>
            <ac:spMk id="38" creationId="{72C87EF0-BC3B-64DE-1D7C-8FB9F2E1DA8D}"/>
          </ac:spMkLst>
        </pc:spChg>
        <pc:spChg chg="mod">
          <ac:chgData name="shilpi gupta" userId="5ce4f23861899b28" providerId="LiveId" clId="{A3C977FF-BB8A-4C6F-BCC3-30AF3BFF52E7}" dt="2024-07-03T07:04:04.379" v="851" actId="14100"/>
          <ac:spMkLst>
            <pc:docMk/>
            <pc:sldMk cId="1650859253" sldId="408"/>
            <ac:spMk id="39" creationId="{7E18DFED-70F5-595C-C7BC-11B06D476714}"/>
          </ac:spMkLst>
        </pc:spChg>
        <pc:grpChg chg="add mod">
          <ac:chgData name="shilpi gupta" userId="5ce4f23861899b28" providerId="LiveId" clId="{A3C977FF-BB8A-4C6F-BCC3-30AF3BFF52E7}" dt="2024-07-03T07:03:56.357" v="850" actId="1076"/>
          <ac:grpSpMkLst>
            <pc:docMk/>
            <pc:sldMk cId="1650859253" sldId="408"/>
            <ac:grpSpMk id="4" creationId="{FA3B3E5C-8810-11C5-1AB0-C7B5F1C39A38}"/>
          </ac:grpSpMkLst>
        </pc:grpChg>
        <pc:grpChg chg="add mod">
          <ac:chgData name="shilpi gupta" userId="5ce4f23861899b28" providerId="LiveId" clId="{A3C977FF-BB8A-4C6F-BCC3-30AF3BFF52E7}" dt="2024-07-03T07:03:55.098" v="849" actId="1076"/>
          <ac:grpSpMkLst>
            <pc:docMk/>
            <pc:sldMk cId="1650859253" sldId="408"/>
            <ac:grpSpMk id="22" creationId="{95D33832-6DAD-AF7D-8792-C531441BC261}"/>
          </ac:grpSpMkLst>
        </pc:grpChg>
      </pc:sldChg>
    </pc:docChg>
  </pc:docChgLst>
  <pc:docChgLst>
    <pc:chgData name="Dr Gaurav Sushant" userId="ea0695df9e5e2b13" providerId="LiveId" clId="{F4871C9F-E54F-401B-A2CF-83BCA400EFC0}"/>
    <pc:docChg chg="modSld">
      <pc:chgData name="Dr Gaurav Sushant" userId="ea0695df9e5e2b13" providerId="LiveId" clId="{F4871C9F-E54F-401B-A2CF-83BCA400EFC0}" dt="2024-09-12T09:29:58.810" v="152" actId="20577"/>
      <pc:docMkLst>
        <pc:docMk/>
      </pc:docMkLst>
      <pc:sldChg chg="modAnim">
        <pc:chgData name="Dr Gaurav Sushant" userId="ea0695df9e5e2b13" providerId="LiveId" clId="{F4871C9F-E54F-401B-A2CF-83BCA400EFC0}" dt="2024-09-11T04:21:10.329" v="116"/>
        <pc:sldMkLst>
          <pc:docMk/>
          <pc:sldMk cId="0" sldId="302"/>
        </pc:sldMkLst>
      </pc:sldChg>
      <pc:sldChg chg="modSp mod">
        <pc:chgData name="Dr Gaurav Sushant" userId="ea0695df9e5e2b13" providerId="LiveId" clId="{F4871C9F-E54F-401B-A2CF-83BCA400EFC0}" dt="2024-09-11T04:09:21.633" v="1" actId="1076"/>
        <pc:sldMkLst>
          <pc:docMk/>
          <pc:sldMk cId="0" sldId="304"/>
        </pc:sldMkLst>
        <pc:spChg chg="mod">
          <ac:chgData name="Dr Gaurav Sushant" userId="ea0695df9e5e2b13" providerId="LiveId" clId="{F4871C9F-E54F-401B-A2CF-83BCA400EFC0}" dt="2024-09-11T04:09:21.633" v="1" actId="1076"/>
          <ac:spMkLst>
            <pc:docMk/>
            <pc:sldMk cId="0" sldId="304"/>
            <ac:spMk id="4" creationId="{00000000-0000-0000-0000-000000000000}"/>
          </ac:spMkLst>
        </pc:spChg>
      </pc:sldChg>
      <pc:sldChg chg="modAnim">
        <pc:chgData name="Dr Gaurav Sushant" userId="ea0695df9e5e2b13" providerId="LiveId" clId="{F4871C9F-E54F-401B-A2CF-83BCA400EFC0}" dt="2024-09-11T04:09:47.304" v="4"/>
        <pc:sldMkLst>
          <pc:docMk/>
          <pc:sldMk cId="167419589" sldId="388"/>
        </pc:sldMkLst>
      </pc:sldChg>
      <pc:sldChg chg="modSp mod modAnim">
        <pc:chgData name="Dr Gaurav Sushant" userId="ea0695df9e5e2b13" providerId="LiveId" clId="{F4871C9F-E54F-401B-A2CF-83BCA400EFC0}" dt="2024-09-11T04:11:02.383" v="13" actId="1076"/>
        <pc:sldMkLst>
          <pc:docMk/>
          <pc:sldMk cId="443910992" sldId="440"/>
        </pc:sldMkLst>
        <pc:graphicFrameChg chg="mod modGraphic">
          <ac:chgData name="Dr Gaurav Sushant" userId="ea0695df9e5e2b13" providerId="LiveId" clId="{F4871C9F-E54F-401B-A2CF-83BCA400EFC0}" dt="2024-09-11T04:11:02.383" v="13" actId="1076"/>
          <ac:graphicFrameMkLst>
            <pc:docMk/>
            <pc:sldMk cId="443910992" sldId="440"/>
            <ac:graphicFrameMk id="4" creationId="{BACB21EC-26BF-A32A-2EE7-E941D2E38803}"/>
          </ac:graphicFrameMkLst>
        </pc:graphicFrameChg>
      </pc:sldChg>
      <pc:sldChg chg="modSp modAnim">
        <pc:chgData name="Dr Gaurav Sushant" userId="ea0695df9e5e2b13" providerId="LiveId" clId="{F4871C9F-E54F-401B-A2CF-83BCA400EFC0}" dt="2024-09-11T04:11:37.854" v="19" actId="20577"/>
        <pc:sldMkLst>
          <pc:docMk/>
          <pc:sldMk cId="341011120" sldId="441"/>
        </pc:sldMkLst>
        <pc:spChg chg="mod">
          <ac:chgData name="Dr Gaurav Sushant" userId="ea0695df9e5e2b13" providerId="LiveId" clId="{F4871C9F-E54F-401B-A2CF-83BCA400EFC0}" dt="2024-09-11T04:11:36.148" v="18" actId="20577"/>
          <ac:spMkLst>
            <pc:docMk/>
            <pc:sldMk cId="341011120" sldId="441"/>
            <ac:spMk id="2" creationId="{586A53B5-8684-0CA2-49A8-192612BC6877}"/>
          </ac:spMkLst>
        </pc:spChg>
      </pc:sldChg>
      <pc:sldChg chg="modSp mod modAnim">
        <pc:chgData name="Dr Gaurav Sushant" userId="ea0695df9e5e2b13" providerId="LiveId" clId="{F4871C9F-E54F-401B-A2CF-83BCA400EFC0}" dt="2024-09-11T04:12:19.671" v="27"/>
        <pc:sldMkLst>
          <pc:docMk/>
          <pc:sldMk cId="3572869024" sldId="442"/>
        </pc:sldMkLst>
        <pc:spChg chg="mod">
          <ac:chgData name="Dr Gaurav Sushant" userId="ea0695df9e5e2b13" providerId="LiveId" clId="{F4871C9F-E54F-401B-A2CF-83BCA400EFC0}" dt="2024-09-11T04:11:49.073" v="22" actId="1076"/>
          <ac:spMkLst>
            <pc:docMk/>
            <pc:sldMk cId="3572869024" sldId="442"/>
            <ac:spMk id="2" creationId="{10120DBB-AA14-D242-6215-8F0526364591}"/>
          </ac:spMkLst>
        </pc:spChg>
        <pc:spChg chg="mod">
          <ac:chgData name="Dr Gaurav Sushant" userId="ea0695df9e5e2b13" providerId="LiveId" clId="{F4871C9F-E54F-401B-A2CF-83BCA400EFC0}" dt="2024-09-11T04:11:46.255" v="21" actId="14100"/>
          <ac:spMkLst>
            <pc:docMk/>
            <pc:sldMk cId="3572869024" sldId="442"/>
            <ac:spMk id="3" creationId="{0B264F55-0D0B-83BF-FC2D-7992071AF985}"/>
          </ac:spMkLst>
        </pc:spChg>
        <pc:spChg chg="mod">
          <ac:chgData name="Dr Gaurav Sushant" userId="ea0695df9e5e2b13" providerId="LiveId" clId="{F4871C9F-E54F-401B-A2CF-83BCA400EFC0}" dt="2024-09-11T04:11:53.512" v="23" actId="1076"/>
          <ac:spMkLst>
            <pc:docMk/>
            <pc:sldMk cId="3572869024" sldId="442"/>
            <ac:spMk id="4" creationId="{2B0FF0FD-FDF4-DE85-5656-056BF877D99D}"/>
          </ac:spMkLst>
        </pc:spChg>
      </pc:sldChg>
      <pc:sldChg chg="modSp modAnim">
        <pc:chgData name="Dr Gaurav Sushant" userId="ea0695df9e5e2b13" providerId="LiveId" clId="{F4871C9F-E54F-401B-A2CF-83BCA400EFC0}" dt="2024-09-11T04:12:59.750" v="42" actId="20577"/>
        <pc:sldMkLst>
          <pc:docMk/>
          <pc:sldMk cId="79339120" sldId="443"/>
        </pc:sldMkLst>
        <pc:spChg chg="mod">
          <ac:chgData name="Dr Gaurav Sushant" userId="ea0695df9e5e2b13" providerId="LiveId" clId="{F4871C9F-E54F-401B-A2CF-83BCA400EFC0}" dt="2024-09-11T04:12:59.750" v="42" actId="20577"/>
          <ac:spMkLst>
            <pc:docMk/>
            <pc:sldMk cId="79339120" sldId="443"/>
            <ac:spMk id="2" creationId="{341CB463-63E7-13B1-3932-9BCE6A143B43}"/>
          </ac:spMkLst>
        </pc:spChg>
      </pc:sldChg>
      <pc:sldChg chg="modSp mod modAnim">
        <pc:chgData name="Dr Gaurav Sushant" userId="ea0695df9e5e2b13" providerId="LiveId" clId="{F4871C9F-E54F-401B-A2CF-83BCA400EFC0}" dt="2024-09-11T04:15:51.817" v="58" actId="14734"/>
        <pc:sldMkLst>
          <pc:docMk/>
          <pc:sldMk cId="3047856170" sldId="444"/>
        </pc:sldMkLst>
        <pc:spChg chg="mod">
          <ac:chgData name="Dr Gaurav Sushant" userId="ea0695df9e5e2b13" providerId="LiveId" clId="{F4871C9F-E54F-401B-A2CF-83BCA400EFC0}" dt="2024-09-11T04:14:28.704" v="48" actId="1076"/>
          <ac:spMkLst>
            <pc:docMk/>
            <pc:sldMk cId="3047856170" sldId="444"/>
            <ac:spMk id="2" creationId="{BA7EE5B5-FE42-A797-3641-6B9D8EE073DF}"/>
          </ac:spMkLst>
        </pc:spChg>
        <pc:spChg chg="mod">
          <ac:chgData name="Dr Gaurav Sushant" userId="ea0695df9e5e2b13" providerId="LiveId" clId="{F4871C9F-E54F-401B-A2CF-83BCA400EFC0}" dt="2024-09-11T04:14:22.299" v="47" actId="14100"/>
          <ac:spMkLst>
            <pc:docMk/>
            <pc:sldMk cId="3047856170" sldId="444"/>
            <ac:spMk id="3" creationId="{72C4FCDB-4D7A-0EED-FBFB-E4A716F5FC78}"/>
          </ac:spMkLst>
        </pc:spChg>
        <pc:graphicFrameChg chg="mod modGraphic">
          <ac:chgData name="Dr Gaurav Sushant" userId="ea0695df9e5e2b13" providerId="LiveId" clId="{F4871C9F-E54F-401B-A2CF-83BCA400EFC0}" dt="2024-09-11T04:15:51.817" v="58" actId="14734"/>
          <ac:graphicFrameMkLst>
            <pc:docMk/>
            <pc:sldMk cId="3047856170" sldId="444"/>
            <ac:graphicFrameMk id="4" creationId="{76E465F8-B10F-E61C-DCBE-993EC0D19CB1}"/>
          </ac:graphicFrameMkLst>
        </pc:graphicFrameChg>
      </pc:sldChg>
      <pc:sldChg chg="modSp mod modAnim">
        <pc:chgData name="Dr Gaurav Sushant" userId="ea0695df9e5e2b13" providerId="LiveId" clId="{F4871C9F-E54F-401B-A2CF-83BCA400EFC0}" dt="2024-09-11T04:17:31.669" v="64"/>
        <pc:sldMkLst>
          <pc:docMk/>
          <pc:sldMk cId="2920233675" sldId="445"/>
        </pc:sldMkLst>
        <pc:spChg chg="mod">
          <ac:chgData name="Dr Gaurav Sushant" userId="ea0695df9e5e2b13" providerId="LiveId" clId="{F4871C9F-E54F-401B-A2CF-83BCA400EFC0}" dt="2024-09-11T04:15:19.564" v="54" actId="1076"/>
          <ac:spMkLst>
            <pc:docMk/>
            <pc:sldMk cId="2920233675" sldId="445"/>
            <ac:spMk id="3" creationId="{20B2520A-E2FB-5456-23BB-356A078A29FA}"/>
          </ac:spMkLst>
        </pc:spChg>
        <pc:graphicFrameChg chg="mod modGraphic">
          <ac:chgData name="Dr Gaurav Sushant" userId="ea0695df9e5e2b13" providerId="LiveId" clId="{F4871C9F-E54F-401B-A2CF-83BCA400EFC0}" dt="2024-09-11T04:17:25.009" v="63" actId="14734"/>
          <ac:graphicFrameMkLst>
            <pc:docMk/>
            <pc:sldMk cId="2920233675" sldId="445"/>
            <ac:graphicFrameMk id="4" creationId="{1DCB3AB2-4C0F-16CE-5211-26621C325A14}"/>
          </ac:graphicFrameMkLst>
        </pc:graphicFrameChg>
      </pc:sldChg>
      <pc:sldChg chg="modAnim">
        <pc:chgData name="Dr Gaurav Sushant" userId="ea0695df9e5e2b13" providerId="LiveId" clId="{F4871C9F-E54F-401B-A2CF-83BCA400EFC0}" dt="2024-09-11T04:17:55.738" v="68"/>
        <pc:sldMkLst>
          <pc:docMk/>
          <pc:sldMk cId="3830916942" sldId="446"/>
        </pc:sldMkLst>
      </pc:sldChg>
      <pc:sldChg chg="modAnim">
        <pc:chgData name="Dr Gaurav Sushant" userId="ea0695df9e5e2b13" providerId="LiveId" clId="{F4871C9F-E54F-401B-A2CF-83BCA400EFC0}" dt="2024-09-11T04:18:10.953" v="72"/>
        <pc:sldMkLst>
          <pc:docMk/>
          <pc:sldMk cId="3743214024" sldId="447"/>
        </pc:sldMkLst>
      </pc:sldChg>
      <pc:sldChg chg="modSp modAnim">
        <pc:chgData name="Dr Gaurav Sushant" userId="ea0695df9e5e2b13" providerId="LiveId" clId="{F4871C9F-E54F-401B-A2CF-83BCA400EFC0}" dt="2024-09-12T04:46:27.114" v="121" actId="20577"/>
        <pc:sldMkLst>
          <pc:docMk/>
          <pc:sldMk cId="2243815932" sldId="448"/>
        </pc:sldMkLst>
        <pc:spChg chg="mod">
          <ac:chgData name="Dr Gaurav Sushant" userId="ea0695df9e5e2b13" providerId="LiveId" clId="{F4871C9F-E54F-401B-A2CF-83BCA400EFC0}" dt="2024-09-12T04:46:27.114" v="121" actId="20577"/>
          <ac:spMkLst>
            <pc:docMk/>
            <pc:sldMk cId="2243815932" sldId="448"/>
            <ac:spMk id="2" creationId="{1C537378-733D-D14C-990B-82CD8F21B543}"/>
          </ac:spMkLst>
        </pc:spChg>
      </pc:sldChg>
      <pc:sldChg chg="modAnim">
        <pc:chgData name="Dr Gaurav Sushant" userId="ea0695df9e5e2b13" providerId="LiveId" clId="{F4871C9F-E54F-401B-A2CF-83BCA400EFC0}" dt="2024-09-11T04:18:41.277" v="79"/>
        <pc:sldMkLst>
          <pc:docMk/>
          <pc:sldMk cId="4287394923" sldId="449"/>
        </pc:sldMkLst>
      </pc:sldChg>
      <pc:sldChg chg="modAnim">
        <pc:chgData name="Dr Gaurav Sushant" userId="ea0695df9e5e2b13" providerId="LiveId" clId="{F4871C9F-E54F-401B-A2CF-83BCA400EFC0}" dt="2024-09-11T04:18:58.290" v="83"/>
        <pc:sldMkLst>
          <pc:docMk/>
          <pc:sldMk cId="712952541" sldId="452"/>
        </pc:sldMkLst>
      </pc:sldChg>
      <pc:sldChg chg="modSp modAnim">
        <pc:chgData name="Dr Gaurav Sushant" userId="ea0695df9e5e2b13" providerId="LiveId" clId="{F4871C9F-E54F-401B-A2CF-83BCA400EFC0}" dt="2024-09-12T09:29:58.810" v="152" actId="20577"/>
        <pc:sldMkLst>
          <pc:docMk/>
          <pc:sldMk cId="1407282304" sldId="453"/>
        </pc:sldMkLst>
        <pc:spChg chg="mod">
          <ac:chgData name="Dr Gaurav Sushant" userId="ea0695df9e5e2b13" providerId="LiveId" clId="{F4871C9F-E54F-401B-A2CF-83BCA400EFC0}" dt="2024-09-12T09:29:58.810" v="152" actId="20577"/>
          <ac:spMkLst>
            <pc:docMk/>
            <pc:sldMk cId="1407282304" sldId="453"/>
            <ac:spMk id="2" creationId="{4BE98C05-7791-D41E-0341-3F2DE8665AF1}"/>
          </ac:spMkLst>
        </pc:spChg>
      </pc:sldChg>
      <pc:sldChg chg="modAnim">
        <pc:chgData name="Dr Gaurav Sushant" userId="ea0695df9e5e2b13" providerId="LiveId" clId="{F4871C9F-E54F-401B-A2CF-83BCA400EFC0}" dt="2024-09-11T04:19:21.048" v="89"/>
        <pc:sldMkLst>
          <pc:docMk/>
          <pc:sldMk cId="2303673513" sldId="454"/>
        </pc:sldMkLst>
      </pc:sldChg>
      <pc:sldChg chg="modAnim">
        <pc:chgData name="Dr Gaurav Sushant" userId="ea0695df9e5e2b13" providerId="LiveId" clId="{F4871C9F-E54F-401B-A2CF-83BCA400EFC0}" dt="2024-09-11T04:19:35.348" v="93"/>
        <pc:sldMkLst>
          <pc:docMk/>
          <pc:sldMk cId="1381215770" sldId="455"/>
        </pc:sldMkLst>
      </pc:sldChg>
      <pc:sldChg chg="modAnim">
        <pc:chgData name="Dr Gaurav Sushant" userId="ea0695df9e5e2b13" providerId="LiveId" clId="{F4871C9F-E54F-401B-A2CF-83BCA400EFC0}" dt="2024-09-11T04:19:48.576" v="97"/>
        <pc:sldMkLst>
          <pc:docMk/>
          <pc:sldMk cId="4290193593" sldId="456"/>
        </pc:sldMkLst>
      </pc:sldChg>
      <pc:sldChg chg="modAnim">
        <pc:chgData name="Dr Gaurav Sushant" userId="ea0695df9e5e2b13" providerId="LiveId" clId="{F4871C9F-E54F-401B-A2CF-83BCA400EFC0}" dt="2024-09-11T04:20:11.436" v="103"/>
        <pc:sldMkLst>
          <pc:docMk/>
          <pc:sldMk cId="1399419827" sldId="459"/>
        </pc:sldMkLst>
      </pc:sldChg>
      <pc:sldChg chg="modAnim">
        <pc:chgData name="Dr Gaurav Sushant" userId="ea0695df9e5e2b13" providerId="LiveId" clId="{F4871C9F-E54F-401B-A2CF-83BCA400EFC0}" dt="2024-09-11T04:20:37.475" v="109"/>
        <pc:sldMkLst>
          <pc:docMk/>
          <pc:sldMk cId="2112929161" sldId="460"/>
        </pc:sldMkLst>
      </pc:sldChg>
      <pc:sldChg chg="modAnim">
        <pc:chgData name="Dr Gaurav Sushant" userId="ea0695df9e5e2b13" providerId="LiveId" clId="{F4871C9F-E54F-401B-A2CF-83BCA400EFC0}" dt="2024-09-11T04:20:04.338" v="101"/>
        <pc:sldMkLst>
          <pc:docMk/>
          <pc:sldMk cId="184412125" sldId="461"/>
        </pc:sldMkLst>
      </pc:sldChg>
      <pc:sldChg chg="modAnim">
        <pc:chgData name="Dr Gaurav Sushant" userId="ea0695df9e5e2b13" providerId="LiveId" clId="{F4871C9F-E54F-401B-A2CF-83BCA400EFC0}" dt="2024-09-11T04:20:53.341" v="113"/>
        <pc:sldMkLst>
          <pc:docMk/>
          <pc:sldMk cId="4229525912" sldId="462"/>
        </pc:sldMkLst>
      </pc:sldChg>
      <pc:sldChg chg="modAnim">
        <pc:chgData name="Dr Gaurav Sushant" userId="ea0695df9e5e2b13" providerId="LiveId" clId="{F4871C9F-E54F-401B-A2CF-83BCA400EFC0}" dt="2024-09-11T04:21:00.980" v="115"/>
        <pc:sldMkLst>
          <pc:docMk/>
          <pc:sldMk cId="1266863051" sldId="463"/>
        </pc:sldMkLst>
      </pc:sldChg>
      <pc:sldChg chg="modAnim">
        <pc:chgData name="Dr Gaurav Sushant" userId="ea0695df9e5e2b13" providerId="LiveId" clId="{F4871C9F-E54F-401B-A2CF-83BCA400EFC0}" dt="2024-09-11T04:20:17.342" v="105"/>
        <pc:sldMkLst>
          <pc:docMk/>
          <pc:sldMk cId="2066202101" sldId="464"/>
        </pc:sldMkLst>
      </pc:sldChg>
    </pc:docChg>
  </pc:docChgLst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  <pc:spChg chg="mod">
          <ac:chgData name="shilpi gupta" userId="5ce4f23861899b28" providerId="LiveId" clId="{BDE5A095-82B3-4DE9-97A0-E6E8282F80E4}" dt="2024-06-26T17:39:22.317" v="126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  <pc:spChg chg="mod">
          <ac:chgData name="shilpi gupta" userId="5ce4f23861899b28" providerId="LiveId" clId="{BDE5A095-82B3-4DE9-97A0-E6E8282F80E4}" dt="2024-06-26T15:36:19.508" v="852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2/11/2025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2/11/2025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2/11/2025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2/11/2025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2/11/2025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2/11/2025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2/11/2025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2/11/2025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2/11/2025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2/11/2025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sz="400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09600" y="16764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 algn="ctr">
              <a:buNone/>
            </a:pPr>
            <a:r>
              <a:rPr lang="en-IN" altLang="en-US" sz="3200"/>
              <a:t>Los </a:t>
            </a:r>
            <a:r>
              <a:rPr lang="en-IN" altLang="en-US" sz="3200" err="1"/>
              <a:t>Verbos</a:t>
            </a:r>
            <a:r>
              <a:rPr lang="en-IN" altLang="en-US" sz="3200"/>
              <a:t> </a:t>
            </a:r>
            <a:r>
              <a:rPr lang="en-IN" altLang="en-US" sz="3200" err="1"/>
              <a:t>Regulares</a:t>
            </a:r>
            <a:r>
              <a:rPr lang="en-IN" altLang="en-US" sz="3200"/>
              <a:t> (-AR, -ER, -IR ending verb)</a:t>
            </a:r>
          </a:p>
          <a:p>
            <a:pPr marL="109220" indent="0" algn="ctr">
              <a:buNone/>
            </a:pPr>
            <a:endParaRPr lang="en-IN" altLang="en-US" sz="3200"/>
          </a:p>
          <a:p>
            <a:pPr marL="109220" indent="0" algn="ctr">
              <a:buNone/>
            </a:pPr>
            <a:r>
              <a:rPr lang="en-IN" altLang="en-US" sz="3200"/>
              <a:t>(Regular Verbs)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D87E3-35B0-415F-343B-678486D3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Los </a:t>
            </a:r>
            <a:r>
              <a:rPr lang="en-US" err="1"/>
              <a:t>pronombres</a:t>
            </a:r>
            <a:r>
              <a:rPr lang="en-US"/>
              <a:t> </a:t>
            </a:r>
            <a:r>
              <a:rPr lang="en-US" err="1"/>
              <a:t>personales</a:t>
            </a:r>
            <a:endParaRPr lang="en-US"/>
          </a:p>
          <a:p>
            <a:r>
              <a:rPr lang="en-US"/>
              <a:t>Types of verbs in Spanish </a:t>
            </a:r>
          </a:p>
          <a:p>
            <a:r>
              <a:rPr lang="es-ES"/>
              <a:t>Example of </a:t>
            </a:r>
            <a:r>
              <a:rPr lang="es-ES" err="1"/>
              <a:t>verbs</a:t>
            </a:r>
            <a:endParaRPr lang="es-ES"/>
          </a:p>
          <a:p>
            <a:r>
              <a:rPr lang="es-ES" err="1"/>
              <a:t>Present</a:t>
            </a:r>
            <a:r>
              <a:rPr lang="es-ES"/>
              <a:t> tense </a:t>
            </a:r>
            <a:r>
              <a:rPr lang="es-ES" err="1"/>
              <a:t>conjugation</a:t>
            </a:r>
            <a:r>
              <a:rPr lang="es-ES"/>
              <a:t> </a:t>
            </a:r>
          </a:p>
          <a:p>
            <a:r>
              <a:rPr lang="es-ES"/>
              <a:t>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verbs</a:t>
            </a:r>
            <a:endParaRPr lang="es-ES"/>
          </a:p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verbs</a:t>
            </a:r>
            <a:endParaRPr lang="es-ES"/>
          </a:p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verbs</a:t>
            </a:r>
            <a:r>
              <a:rPr lang="es-ES"/>
              <a:t>.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8FADB6-DA2D-0D2E-9764-B5634A0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			Regular Verbs </a:t>
            </a:r>
          </a:p>
        </p:txBody>
      </p:sp>
    </p:spTree>
    <p:extLst>
      <p:ext uri="{BB962C8B-B14F-4D97-AF65-F5344CB8AC3E}">
        <p14:creationId xmlns:p14="http://schemas.microsoft.com/office/powerpoint/2010/main" val="16741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B21EC-26BF-A32A-2EE7-E941D2E38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896737"/>
              </p:ext>
            </p:extLst>
          </p:nvPr>
        </p:nvGraphicFramePr>
        <p:xfrm>
          <a:off x="1873091" y="1699419"/>
          <a:ext cx="8445818" cy="345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909">
                  <a:extLst>
                    <a:ext uri="{9D8B030D-6E8A-4147-A177-3AD203B41FA5}">
                      <a16:colId xmlns:a16="http://schemas.microsoft.com/office/drawing/2014/main" val="2198726333"/>
                    </a:ext>
                  </a:extLst>
                </a:gridCol>
                <a:gridCol w="4222909">
                  <a:extLst>
                    <a:ext uri="{9D8B030D-6E8A-4147-A177-3AD203B41FA5}">
                      <a16:colId xmlns:a16="http://schemas.microsoft.com/office/drawing/2014/main" val="3794048325"/>
                    </a:ext>
                  </a:extLst>
                </a:gridCol>
              </a:tblGrid>
              <a:tr h="1210866">
                <a:tc>
                  <a:txBody>
                    <a:bodyPr/>
                    <a:lstStyle/>
                    <a:p>
                      <a:r>
                        <a:rPr lang="en-US" sz="3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333313"/>
                  </a:ext>
                </a:extLst>
              </a:tr>
              <a:tr h="800496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osotros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3347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Vosotros/as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25247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Ellos/Ellas/ Ustedes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3453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976A217-16DE-6A8E-72EB-A41A0120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>
                <a:latin typeface="Arial" panose="020B0604020202020204" pitchFamily="34" charset="0"/>
              </a:rPr>
              <a:t>Los </a:t>
            </a:r>
            <a:r>
              <a:rPr lang="en-US" altLang="en-US" sz="4000" err="1">
                <a:latin typeface="Arial" panose="020B0604020202020204" pitchFamily="34" charset="0"/>
              </a:rPr>
              <a:t>Pronombres</a:t>
            </a:r>
            <a:r>
              <a:rPr lang="en-US" altLang="en-US" sz="4000">
                <a:latin typeface="Arial" panose="020B0604020202020204" pitchFamily="34" charset="0"/>
              </a:rPr>
              <a:t> </a:t>
            </a:r>
            <a:r>
              <a:rPr lang="en-US" altLang="en-US" sz="4000" err="1">
                <a:latin typeface="Arial" panose="020B0604020202020204" pitchFamily="34" charset="0"/>
              </a:rPr>
              <a:t>Personales</a:t>
            </a:r>
            <a:endParaRPr lang="en-US" sz="4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91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A53B5-8684-0CA2-49A8-192612BC6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infinitive forms of Spanish verbs always end in </a:t>
            </a:r>
          </a:p>
          <a:p>
            <a:pPr lvl="1"/>
            <a:r>
              <a:rPr lang="en-US"/>
              <a:t>AR  (Hablar</a:t>
            </a:r>
          </a:p>
          <a:p>
            <a:pPr lvl="1"/>
            <a:r>
              <a:rPr lang="en-US"/>
              <a:t>ER  (Comer)</a:t>
            </a:r>
          </a:p>
          <a:p>
            <a:pPr lvl="1"/>
            <a:r>
              <a:rPr lang="en-US"/>
              <a:t>IR   (</a:t>
            </a:r>
            <a:r>
              <a:rPr lang="en-US" err="1"/>
              <a:t>Escribir</a:t>
            </a:r>
            <a:r>
              <a:rPr lang="en-US"/>
              <a:t>)</a:t>
            </a:r>
          </a:p>
          <a:p>
            <a:pPr marL="392430" lvl="1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325926-C9B5-10E1-B6FE-51B28633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Verbs in Spanish </a:t>
            </a:r>
          </a:p>
        </p:txBody>
      </p:sp>
    </p:spTree>
    <p:extLst>
      <p:ext uri="{BB962C8B-B14F-4D97-AF65-F5344CB8AC3E}">
        <p14:creationId xmlns:p14="http://schemas.microsoft.com/office/powerpoint/2010/main" val="34101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120DBB-AA14-D242-6215-8F0526364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3638"/>
            <a:ext cx="10972800" cy="4525962"/>
          </a:xfrm>
        </p:spPr>
        <p:txBody>
          <a:bodyPr/>
          <a:lstStyle/>
          <a:p>
            <a:r>
              <a:rPr lang="en-US"/>
              <a:t>Every verb has 2 parts: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264F55-0D0B-83BF-FC2D-7992071A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615"/>
            <a:ext cx="10972800" cy="1108023"/>
          </a:xfrm>
        </p:spPr>
        <p:txBody>
          <a:bodyPr/>
          <a:lstStyle/>
          <a:p>
            <a:r>
              <a:rPr lang="en-US"/>
              <a:t> Verbs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0FF0FD-FDF4-DE85-5656-056BF877D99D}"/>
              </a:ext>
            </a:extLst>
          </p:cNvPr>
          <p:cNvSpPr txBox="1">
            <a:spLocks/>
          </p:cNvSpPr>
          <p:nvPr/>
        </p:nvSpPr>
        <p:spPr bwMode="auto">
          <a:xfrm>
            <a:off x="2590800" y="2057400"/>
            <a:ext cx="7467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			Stem		Ending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Hablar	=   </a:t>
            </a:r>
            <a:r>
              <a:rPr lang="en-US" altLang="en-US" sz="2800" b="1" err="1">
                <a:latin typeface="Arial" panose="020B0604020202020204" pitchFamily="34" charset="0"/>
                <a:cs typeface="Arial" panose="020B0604020202020204" pitchFamily="34" charset="0"/>
              </a:rPr>
              <a:t>habl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        +	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Enseñar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=   </a:t>
            </a: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enseñ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	   +	AR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Estudiar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=   </a:t>
            </a:r>
            <a:r>
              <a:rPr lang="en-US" altLang="en-US" sz="2800" b="1" err="1">
                <a:latin typeface="Arial" panose="020B0604020202020204" pitchFamily="34" charset="0"/>
                <a:cs typeface="Arial" panose="020B0604020202020204" pitchFamily="34" charset="0"/>
              </a:rPr>
              <a:t>estudi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	   +  	AR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Necesitar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=   </a:t>
            </a: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necesit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   +	AR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Comer	=   com-	   +	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Beber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=   </a:t>
            </a: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beb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	   +	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Escribir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	=   </a:t>
            </a: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escrib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	   +	IR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Compartir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=   compart- +	IR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err="1">
                <a:latin typeface="Arial" panose="020B0604020202020204" pitchFamily="34" charset="0"/>
                <a:cs typeface="Arial" panose="020B0604020202020204" pitchFamily="34" charset="0"/>
              </a:rPr>
              <a:t>Vivir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    =    Viv-           +    IR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8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1CB463-63E7-13B1-3932-9BCE6A143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i="1" u="sng">
                <a:solidFill>
                  <a:schemeClr val="bg2"/>
                </a:solidFill>
              </a:rPr>
              <a:t>Present-tense</a:t>
            </a:r>
            <a:r>
              <a:rPr lang="en-US" altLang="en-US" sz="3200">
                <a:solidFill>
                  <a:schemeClr val="bg2"/>
                </a:solidFill>
              </a:rPr>
              <a:t> verbs in Spanish indicate what is happening “now, in the present.”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chemeClr val="bg2"/>
                </a:solidFill>
              </a:rPr>
              <a:t>	I study Spanish.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chemeClr val="bg2"/>
                </a:solidFill>
              </a:rPr>
              <a:t>	I eat ice-cream.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>
              <a:solidFill>
                <a:schemeClr val="bg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53784C-909F-B417-122E-6890BD64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Present tense conjugation </a:t>
            </a:r>
          </a:p>
        </p:txBody>
      </p:sp>
    </p:spTree>
    <p:extLst>
      <p:ext uri="{BB962C8B-B14F-4D97-AF65-F5344CB8AC3E}">
        <p14:creationId xmlns:p14="http://schemas.microsoft.com/office/powerpoint/2010/main" val="7933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7EE5B5-FE42-A797-3641-6B9D8EE07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5102224"/>
          </a:xfrm>
        </p:spPr>
        <p:txBody>
          <a:bodyPr/>
          <a:lstStyle/>
          <a:p>
            <a:r>
              <a:rPr lang="en-US"/>
              <a:t>Habl</a:t>
            </a:r>
            <a:r>
              <a:rPr lang="en-US" u="sng"/>
              <a:t>ar</a:t>
            </a:r>
            <a:r>
              <a:rPr lang="en-US"/>
              <a:t> (to talk, to speak) </a:t>
            </a:r>
          </a:p>
          <a:p>
            <a:endParaRPr lang="en-US" u="sng"/>
          </a:p>
          <a:p>
            <a:endParaRPr lang="en-US" u="sng"/>
          </a:p>
          <a:p>
            <a:endParaRPr lang="en-US" u="sng"/>
          </a:p>
          <a:p>
            <a:endParaRPr lang="en-US" u="sng"/>
          </a:p>
          <a:p>
            <a:endParaRPr lang="en-US" u="sng"/>
          </a:p>
          <a:p>
            <a:endParaRPr lang="en-US" u="sng"/>
          </a:p>
          <a:p>
            <a:r>
              <a:rPr lang="en-US" err="1"/>
              <a:t>Yo</a:t>
            </a:r>
            <a:r>
              <a:rPr lang="en-US"/>
              <a:t> </a:t>
            </a:r>
            <a:r>
              <a:rPr lang="en-US" err="1"/>
              <a:t>hablo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C4FCDB-4D7A-0EED-FBFB-E4A716F5F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0650"/>
            <a:ext cx="10972800" cy="869950"/>
          </a:xfrm>
        </p:spPr>
        <p:txBody>
          <a:bodyPr/>
          <a:lstStyle/>
          <a:p>
            <a:r>
              <a:rPr lang="en-US" err="1"/>
              <a:t>Ar</a:t>
            </a:r>
            <a:r>
              <a:rPr lang="en-US"/>
              <a:t> ending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E465F8-B10F-E61C-DCBE-993EC0D19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892263"/>
              </p:ext>
            </p:extLst>
          </p:nvPr>
        </p:nvGraphicFramePr>
        <p:xfrm>
          <a:off x="1590516" y="2470150"/>
          <a:ext cx="8230236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484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4105752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habl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Habl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Habl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Habl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habl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Habl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85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ABEAB-389B-A24B-48AE-771829DA0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5102224"/>
          </a:xfrm>
        </p:spPr>
        <p:txBody>
          <a:bodyPr/>
          <a:lstStyle/>
          <a:p>
            <a:r>
              <a:rPr lang="es-ES"/>
              <a:t>Trabajar (to </a:t>
            </a:r>
            <a:r>
              <a:rPr lang="es-ES" err="1"/>
              <a:t>work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Nosotros trabajamos en la oficina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B2520A-E2FB-5456-23BB-356A078A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399"/>
            <a:ext cx="10972800" cy="1143000"/>
          </a:xfrm>
        </p:spPr>
        <p:txBody>
          <a:bodyPr/>
          <a:lstStyle/>
          <a:p>
            <a:r>
              <a:rPr lang="en-US" err="1"/>
              <a:t>Ar</a:t>
            </a:r>
            <a:r>
              <a:rPr lang="en-US"/>
              <a:t> ending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CB3AB2-4C0F-16CE-5211-26621C325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940889"/>
              </p:ext>
            </p:extLst>
          </p:nvPr>
        </p:nvGraphicFramePr>
        <p:xfrm>
          <a:off x="1473835" y="2362200"/>
          <a:ext cx="924433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165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4622165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trabaj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trabaj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trabaj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trabaj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trab</a:t>
                      </a:r>
                      <a:r>
                        <a:rPr lang="es-ES" sz="3000" u="non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aj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trabaj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23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2856AF-444B-0E7C-5EDE-8FC0644F8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Necesitar ( to need)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Ella necesita un bolígrafo.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597F86-08A0-91DC-CF27-EF694959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Ar</a:t>
            </a:r>
            <a:r>
              <a:rPr lang="en-US"/>
              <a:t> ending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E62E5F-12A8-9F0C-DFED-6A37FAC44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418984"/>
              </p:ext>
            </p:extLst>
          </p:nvPr>
        </p:nvGraphicFramePr>
        <p:xfrm>
          <a:off x="685800" y="2514599"/>
          <a:ext cx="10896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necesit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necesit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Necesit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necesit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necesit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necesit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91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592183-BA8F-21DB-0A0E-D3DCCDB60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4995862"/>
          </a:xfrm>
        </p:spPr>
        <p:txBody>
          <a:bodyPr/>
          <a:lstStyle/>
          <a:p>
            <a:r>
              <a:rPr lang="es-ES"/>
              <a:t>Estudiar (to </a:t>
            </a:r>
            <a:r>
              <a:rPr lang="es-ES" err="1"/>
              <a:t>study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Tú estudias todos los días.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68B407-BF25-2D3D-1BF4-DBA81564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Ar</a:t>
            </a:r>
            <a:r>
              <a:rPr lang="en-US"/>
              <a:t> ending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AD1088-0447-C9B9-7578-F14A60A18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497761"/>
              </p:ext>
            </p:extLst>
          </p:nvPr>
        </p:nvGraphicFramePr>
        <p:xfrm>
          <a:off x="685800" y="2289304"/>
          <a:ext cx="10896600" cy="309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estudi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estudi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estudi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21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537378-733D-D14C-990B-82CD8F21B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4919662"/>
          </a:xfrm>
        </p:spPr>
        <p:txBody>
          <a:bodyPr/>
          <a:lstStyle/>
          <a:p>
            <a:r>
              <a:rPr lang="es-ES"/>
              <a:t>Enseñar (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teach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Él enseña matemática. 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8175AE-4ABF-A9F9-222D-531459D0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Ar</a:t>
            </a:r>
            <a:r>
              <a:rPr lang="en-US"/>
              <a:t> ending verb conjugation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CCDE14-92B5-5AE7-C292-5D2E44E15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7351"/>
              </p:ext>
            </p:extLst>
          </p:nvPr>
        </p:nvGraphicFramePr>
        <p:xfrm>
          <a:off x="685800" y="2289304"/>
          <a:ext cx="10896600" cy="309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enseñ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enseñ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enseñ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enseñ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enseñ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enseñ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81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937371"/>
              </p:ext>
            </p:extLst>
          </p:nvPr>
        </p:nvGraphicFramePr>
        <p:xfrm>
          <a:off x="685800" y="2289304"/>
          <a:ext cx="10896600" cy="309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 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 </a:t>
                      </a:r>
                      <a:r>
                        <a:rPr lang="es-E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  <a:endParaRPr lang="es-E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39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Comer (To </a:t>
            </a:r>
            <a:r>
              <a:rPr lang="es-ES" err="1"/>
              <a:t>eat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Nosotros comemos paella.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45881"/>
              </p:ext>
            </p:extLst>
          </p:nvPr>
        </p:nvGraphicFramePr>
        <p:xfrm>
          <a:off x="685800" y="2289304"/>
          <a:ext cx="10896600" cy="309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com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com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com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com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95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Beber (To </a:t>
            </a:r>
            <a:r>
              <a:rPr lang="es-ES" err="1"/>
              <a:t>drink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Nosotros bebemos el tinto de verano.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637997"/>
              </p:ext>
            </p:extLst>
          </p:nvPr>
        </p:nvGraphicFramePr>
        <p:xfrm>
          <a:off x="685800" y="2289304"/>
          <a:ext cx="10896600" cy="309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beb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beb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beb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beb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beb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beb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28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pPr marL="109220" indent="0">
              <a:buNone/>
            </a:pPr>
            <a:r>
              <a:rPr lang="es-ES"/>
              <a:t>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738313"/>
              </p:ext>
            </p:extLst>
          </p:nvPr>
        </p:nvGraphicFramePr>
        <p:xfrm>
          <a:off x="685800" y="2289305"/>
          <a:ext cx="10896600" cy="273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943243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</a:t>
                      </a:r>
                      <a:r>
                        <a:rPr lang="es-E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éis</a:t>
                      </a:r>
                      <a:endParaRPr lang="es-E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67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Escribir (To </a:t>
            </a:r>
            <a:r>
              <a:rPr lang="es-ES" err="1"/>
              <a:t>write</a:t>
            </a:r>
            <a:r>
              <a:rPr lang="es-ES"/>
              <a:t>)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pPr marL="109220" indent="0">
              <a:buNone/>
            </a:pPr>
            <a:r>
              <a:rPr lang="es-ES"/>
              <a:t> Ellos escriben la carta.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2165"/>
              </p:ext>
            </p:extLst>
          </p:nvPr>
        </p:nvGraphicFramePr>
        <p:xfrm>
          <a:off x="685800" y="2289305"/>
          <a:ext cx="10896600" cy="273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943243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escrib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none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escrib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escrib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escribí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escrib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escrib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21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1191"/>
            <a:ext cx="10972800" cy="4815909"/>
          </a:xfrm>
        </p:spPr>
        <p:txBody>
          <a:bodyPr/>
          <a:lstStyle/>
          <a:p>
            <a:pPr marL="109220" indent="0">
              <a:buNone/>
            </a:pPr>
            <a:r>
              <a:rPr lang="es-ES"/>
              <a:t>Compartir (To share)</a:t>
            </a:r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r>
              <a:rPr lang="es-ES"/>
              <a:t>Ustedes comparten la casa. 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pPr marL="109220" indent="0">
              <a:buNone/>
            </a:pPr>
            <a:r>
              <a:rPr lang="es-ES"/>
              <a:t>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47681"/>
              </p:ext>
            </p:extLst>
          </p:nvPr>
        </p:nvGraphicFramePr>
        <p:xfrm>
          <a:off x="604603" y="2366670"/>
          <a:ext cx="10896600" cy="2847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943243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none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comparte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compartí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compart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compart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1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1191"/>
            <a:ext cx="10972800" cy="4815909"/>
          </a:xfrm>
        </p:spPr>
        <p:txBody>
          <a:bodyPr/>
          <a:lstStyle/>
          <a:p>
            <a:pPr marL="109220" indent="0">
              <a:buNone/>
            </a:pPr>
            <a:r>
              <a:rPr lang="es-ES"/>
              <a:t>Vivir (To </a:t>
            </a:r>
            <a:r>
              <a:rPr lang="es-ES" err="1"/>
              <a:t>live</a:t>
            </a:r>
            <a:r>
              <a:rPr lang="es-ES"/>
              <a:t>)</a:t>
            </a:r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r>
              <a:rPr lang="es-ES"/>
              <a:t>Vosotros vivís en Madrid.  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pPr marL="109220" indent="0">
              <a:buNone/>
            </a:pPr>
            <a:r>
              <a:rPr lang="es-ES"/>
              <a:t>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661532"/>
              </p:ext>
            </p:extLst>
          </p:nvPr>
        </p:nvGraphicFramePr>
        <p:xfrm>
          <a:off x="604603" y="2366670"/>
          <a:ext cx="10896600" cy="273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943243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viv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none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viv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vive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viví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viv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viv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1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98C05-7791-D41E-0341-3F2DE866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1191"/>
            <a:ext cx="10972800" cy="4815909"/>
          </a:xfrm>
        </p:spPr>
        <p:txBody>
          <a:bodyPr/>
          <a:lstStyle/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r>
              <a:rPr lang="es-ES"/>
              <a:t> 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pPr marL="109220" indent="0">
              <a:buNone/>
            </a:pPr>
            <a:r>
              <a:rPr lang="es-ES"/>
              <a:t> </a:t>
            </a:r>
          </a:p>
          <a:p>
            <a:pPr marL="10922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C9DC3-CFB2-8A2A-6826-05AF1A8E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r>
              <a:rPr lang="es-ES" err="1"/>
              <a:t>conjugation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61EB1-0580-C31F-AEA5-9D5B8ABEF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164168"/>
              </p:ext>
            </p:extLst>
          </p:nvPr>
        </p:nvGraphicFramePr>
        <p:xfrm>
          <a:off x="604603" y="2366670"/>
          <a:ext cx="10896600" cy="273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300">
                  <a:extLst>
                    <a:ext uri="{9D8B030D-6E8A-4147-A177-3AD203B41FA5}">
                      <a16:colId xmlns:a16="http://schemas.microsoft.com/office/drawing/2014/main" val="2885068269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1525944391"/>
                    </a:ext>
                  </a:extLst>
                </a:gridCol>
              </a:tblGrid>
              <a:tr h="943243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imos</a:t>
                      </a:r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48759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n-U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e</a:t>
                      </a:r>
                      <a:r>
                        <a:rPr lang="en-U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      </a:t>
                      </a:r>
                      <a:r>
                        <a:rPr lang="es-ES" sz="3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í</a:t>
                      </a:r>
                      <a:r>
                        <a:rPr lang="es-ES" sz="3000" u="sng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es-E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18524"/>
                  </a:ext>
                </a:extLst>
              </a:tr>
              <a:tr h="898326"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Él/ Ella/ Usted 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Ellos/ Ellas/ Ustedes   </a:t>
                      </a:r>
                      <a:r>
                        <a:rPr lang="es-ES" sz="300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endParaRPr lang="en-US" sz="3000" u="sng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1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41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096980-B78C-1E06-3494-1F56C1B7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Cantar</a:t>
            </a:r>
            <a:r>
              <a:rPr lang="en-US"/>
              <a:t> = to sing </a:t>
            </a:r>
          </a:p>
          <a:p>
            <a:r>
              <a:rPr lang="en-US" err="1"/>
              <a:t>Cenar</a:t>
            </a:r>
            <a:r>
              <a:rPr lang="en-US"/>
              <a:t> = to dine </a:t>
            </a:r>
          </a:p>
          <a:p>
            <a:r>
              <a:rPr lang="en-US" err="1"/>
              <a:t>Gritar</a:t>
            </a:r>
            <a:r>
              <a:rPr lang="en-US"/>
              <a:t>= to shout</a:t>
            </a:r>
          </a:p>
          <a:p>
            <a:r>
              <a:rPr lang="en-US" err="1"/>
              <a:t>Abrir</a:t>
            </a:r>
            <a:r>
              <a:rPr lang="en-US"/>
              <a:t>= to open </a:t>
            </a:r>
          </a:p>
          <a:p>
            <a:r>
              <a:rPr lang="en-US" err="1"/>
              <a:t>Escuchar</a:t>
            </a:r>
            <a:r>
              <a:rPr lang="en-US"/>
              <a:t>= to listen</a:t>
            </a:r>
          </a:p>
          <a:p>
            <a:r>
              <a:rPr lang="en-US" err="1"/>
              <a:t>Abandonar</a:t>
            </a:r>
            <a:r>
              <a:rPr lang="en-US"/>
              <a:t> = to abandon</a:t>
            </a:r>
          </a:p>
          <a:p>
            <a:r>
              <a:rPr lang="en-US" err="1"/>
              <a:t>Dibujar</a:t>
            </a:r>
            <a:r>
              <a:rPr lang="en-US"/>
              <a:t>= to draw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1822E7-2215-0875-7F20-4CCEB2B7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verbs </a:t>
            </a:r>
          </a:p>
        </p:txBody>
      </p:sp>
    </p:spTree>
    <p:extLst>
      <p:ext uri="{BB962C8B-B14F-4D97-AF65-F5344CB8AC3E}">
        <p14:creationId xmlns:p14="http://schemas.microsoft.com/office/powerpoint/2010/main" val="206620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999DC6-153B-4DEF-A8B3-6904CC54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11887200" cy="1143000"/>
          </a:xfrm>
        </p:spPr>
        <p:txBody>
          <a:bodyPr>
            <a:normAutofit fontScale="90000"/>
          </a:bodyPr>
          <a:lstStyle/>
          <a:p>
            <a:r>
              <a:rPr lang="es-ES" err="1"/>
              <a:t>Conjugation</a:t>
            </a:r>
            <a:r>
              <a:rPr lang="es-ES"/>
              <a:t> AR, ER, and 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endParaRPr lang="en-US"/>
          </a:p>
        </p:txBody>
      </p:sp>
      <p:graphicFrame>
        <p:nvGraphicFramePr>
          <p:cNvPr id="8" name="Group 40">
            <a:extLst>
              <a:ext uri="{FF2B5EF4-FFF2-40B4-BE49-F238E27FC236}">
                <a16:creationId xmlns:a16="http://schemas.microsoft.com/office/drawing/2014/main" id="{484204AC-29B1-4EF0-66C7-62A5E0ACA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520487"/>
              </p:ext>
            </p:extLst>
          </p:nvPr>
        </p:nvGraphicFramePr>
        <p:xfrm>
          <a:off x="4876800" y="2392362"/>
          <a:ext cx="5257800" cy="41910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-o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-as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-a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Habl-amos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Com-emos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</a:t>
                      </a: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imos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Habl-</a:t>
                      </a: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áis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éis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</a:t>
                      </a: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ís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Habl-an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Com-en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Viv-</a:t>
                      </a: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en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38">
            <a:extLst>
              <a:ext uri="{FF2B5EF4-FFF2-40B4-BE49-F238E27FC236}">
                <a16:creationId xmlns:a16="http://schemas.microsoft.com/office/drawing/2014/main" id="{AECCD226-3F06-9D0F-B737-FBAB6D5ED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305" y="2392361"/>
            <a:ext cx="222849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	        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Yo</a:t>
            </a: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	        T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</a:t>
            </a: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Ud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./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ella</a:t>
            </a: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nosotros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(as)</a:t>
            </a: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vosotros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(as)</a:t>
            </a: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b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Uds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ellos</a:t>
            </a: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2400" err="1">
                <a:solidFill>
                  <a:schemeClr val="bg2"/>
                </a:solidFill>
                <a:latin typeface="Times New Roman" panose="02020603050405020304" pitchFamily="18" charset="0"/>
              </a:rPr>
              <a:t>ellas</a:t>
            </a:r>
            <a:endParaRPr lang="en-US" altLang="en-US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2EE85F72-9C79-B73C-3E84-4E6C9DB8B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662" y="1645443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>
                <a:solidFill>
                  <a:schemeClr val="bg2"/>
                </a:solidFill>
                <a:latin typeface="Times New Roman" panose="02020603050405020304" pitchFamily="18" charset="0"/>
              </a:rPr>
              <a:t>-AR		-ER		-IR</a:t>
            </a:r>
          </a:p>
        </p:txBody>
      </p:sp>
    </p:spTree>
    <p:extLst>
      <p:ext uri="{BB962C8B-B14F-4D97-AF65-F5344CB8AC3E}">
        <p14:creationId xmlns:p14="http://schemas.microsoft.com/office/powerpoint/2010/main" val="211292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9909D95C-2A07-3DF4-FCA7-170F066FC8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230" y="1481138"/>
            <a:ext cx="724153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9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C3364A-FAB8-F514-E8CB-9E370E59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Guess the verbs in Spanish </a:t>
            </a:r>
          </a:p>
        </p:txBody>
      </p:sp>
      <p:pic>
        <p:nvPicPr>
          <p:cNvPr id="1026" name="Picture 2" descr="It is possible to teach and write at the same time?">
            <a:extLst>
              <a:ext uri="{FF2B5EF4-FFF2-40B4-BE49-F238E27FC236}">
                <a16:creationId xmlns:a16="http://schemas.microsoft.com/office/drawing/2014/main" id="{7487A143-0744-47AD-0259-8F8A84DD5D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80007"/>
            <a:ext cx="2514600" cy="169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sko">
            <a:extLst>
              <a:ext uri="{FF2B5EF4-FFF2-40B4-BE49-F238E27FC236}">
                <a16:creationId xmlns:a16="http://schemas.microsoft.com/office/drawing/2014/main" id="{9907F096-B143-0702-3806-B98D8BED1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480872"/>
            <a:ext cx="3457575" cy="197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rink">
            <a:extLst>
              <a:ext uri="{FF2B5EF4-FFF2-40B4-BE49-F238E27FC236}">
                <a16:creationId xmlns:a16="http://schemas.microsoft.com/office/drawing/2014/main" id="{D017D4D0-0FE4-73B8-A067-06CE35F8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480872"/>
            <a:ext cx="2628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52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360CD-992B-98F9-F4CE-7256DEBC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1.	Mi padre y yo __________ (vivir) en un piso.</a:t>
            </a:r>
          </a:p>
          <a:p>
            <a:r>
              <a:rPr lang="es-ES"/>
              <a:t>2.	Mi abuelo ___________ (comer) a horas fijas.</a:t>
            </a:r>
          </a:p>
          <a:p>
            <a:r>
              <a:rPr lang="es-ES"/>
              <a:t>3.	Ellos __________ (cantar) todo el día.</a:t>
            </a:r>
          </a:p>
          <a:p>
            <a:r>
              <a:rPr lang="es-ES"/>
              <a:t>4.	Vosotros_______________ (trabajar) muy duro.</a:t>
            </a:r>
          </a:p>
          <a:p>
            <a:r>
              <a:rPr lang="es-ES"/>
              <a:t>5.	Yo ________________ (escribir) un libro.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FFCCE4-6AC4-B37E-B7F7-7582A0A8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Fill in the blanks </a:t>
            </a:r>
          </a:p>
        </p:txBody>
      </p:sp>
    </p:spTree>
    <p:extLst>
      <p:ext uri="{BB962C8B-B14F-4D97-AF65-F5344CB8AC3E}">
        <p14:creationId xmlns:p14="http://schemas.microsoft.com/office/powerpoint/2010/main" val="126686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Los </a:t>
            </a:r>
            <a:r>
              <a:rPr lang="en-US" sz="3200" err="1"/>
              <a:t>pronombres</a:t>
            </a:r>
            <a:r>
              <a:rPr lang="en-US" sz="3200"/>
              <a:t> </a:t>
            </a:r>
            <a:r>
              <a:rPr lang="en-US" sz="3200" err="1"/>
              <a:t>personales</a:t>
            </a:r>
            <a:endParaRPr lang="en-US" sz="3200"/>
          </a:p>
          <a:p>
            <a:r>
              <a:rPr lang="en-US" sz="3200"/>
              <a:t>Types of verbs in Spanish </a:t>
            </a:r>
          </a:p>
          <a:p>
            <a:r>
              <a:rPr lang="es-ES" sz="3200"/>
              <a:t>Example of </a:t>
            </a:r>
            <a:r>
              <a:rPr lang="es-ES" sz="3200" err="1"/>
              <a:t>verbs</a:t>
            </a:r>
            <a:endParaRPr lang="es-ES" sz="3200"/>
          </a:p>
          <a:p>
            <a:r>
              <a:rPr lang="es-ES" sz="3200" err="1"/>
              <a:t>Present</a:t>
            </a:r>
            <a:r>
              <a:rPr lang="es-ES" sz="3200"/>
              <a:t> tense </a:t>
            </a:r>
            <a:r>
              <a:rPr lang="es-ES" sz="3200" err="1"/>
              <a:t>conjugation</a:t>
            </a:r>
            <a:r>
              <a:rPr lang="es-ES" sz="3200"/>
              <a:t> </a:t>
            </a:r>
          </a:p>
          <a:p>
            <a:r>
              <a:rPr lang="es-ES" sz="3200"/>
              <a:t>Ar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verbs</a:t>
            </a:r>
            <a:endParaRPr lang="es-ES" sz="3200"/>
          </a:p>
          <a:p>
            <a:r>
              <a:rPr lang="es-ES" sz="3200"/>
              <a:t>Er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verbs</a:t>
            </a:r>
            <a:endParaRPr lang="es-ES" sz="3200"/>
          </a:p>
          <a:p>
            <a:r>
              <a:rPr lang="es-ES" sz="3200"/>
              <a:t>Ir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verbs</a:t>
            </a:r>
            <a:r>
              <a:rPr lang="es-ES" sz="3200"/>
              <a:t>. </a:t>
            </a:r>
            <a:endParaRPr lang="en-US" sz="3200"/>
          </a:p>
          <a:p>
            <a:endParaRPr lang="en-IN" altLang="en-US" sz="32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Concourse</vt:lpstr>
      <vt:lpstr>Spanish I</vt:lpstr>
      <vt:lpstr>    Regular Verbs </vt:lpstr>
      <vt:lpstr>Los Pronombres Personales</vt:lpstr>
      <vt:lpstr>Verbs in Spanish </vt:lpstr>
      <vt:lpstr> Verbs </vt:lpstr>
      <vt:lpstr> Present tense conjugation </vt:lpstr>
      <vt:lpstr>Ar ending verb conjugation</vt:lpstr>
      <vt:lpstr>Ar ending verb conjugation</vt:lpstr>
      <vt:lpstr>Ar ending verb conjugation</vt:lpstr>
      <vt:lpstr>Ar ending verb conjugation</vt:lpstr>
      <vt:lpstr>Ar ending verb conjugation</vt:lpstr>
      <vt:lpstr>AR ending verb conjugation </vt:lpstr>
      <vt:lpstr>ER ending verb conjugation </vt:lpstr>
      <vt:lpstr>ER ending verb conjugation </vt:lpstr>
      <vt:lpstr>ER ending verb conjugation </vt:lpstr>
      <vt:lpstr>IR ending verb conjugation </vt:lpstr>
      <vt:lpstr>IR ending verb conjugation </vt:lpstr>
      <vt:lpstr>IR ending verb conjugation </vt:lpstr>
      <vt:lpstr>IR ending verb conjugation </vt:lpstr>
      <vt:lpstr>More verbs </vt:lpstr>
      <vt:lpstr>Conjugation AR, ER, and IR ending verb</vt:lpstr>
      <vt:lpstr>PowerPoint Presentation</vt:lpstr>
      <vt:lpstr> Guess the verbs in Spanish </vt:lpstr>
      <vt:lpstr> Fill in the blanks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revision>1</cp:revision>
  <dcterms:created xsi:type="dcterms:W3CDTF">2007-10-19T05:42:00Z</dcterms:created>
  <dcterms:modified xsi:type="dcterms:W3CDTF">2025-02-12T03:54:15Z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