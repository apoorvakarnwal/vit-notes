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1E540-DAF6-4573-806D-D4A7838C9D81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BCF69D-CD21-4899-BE9C-99A4A2ECA8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853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images/search?view=detailV2&amp;ccid=oSwo%2FSIX&amp;id=F989DDB735FCA0F5F884C36D55AB41615B4393FA&amp;thid=OIP.oSwo_SIXx_0lw8bMGbZdswHaJ4&amp;mediaurl=https%3A%2F%2Fi.pinimg.com%2F736x%2F46%2F2b%2Fb8%2F462bb83aaf392f384b8efd7b903a6cd7.jpg&amp;exph=960&amp;expw=720&amp;q=subject+pronouns+in+spanish&amp;simid=607997404920766634&amp;form=IRPRST&amp;ck=B8A6E0982930E63A0326A2C028576B10&amp;selectedindex=8&amp;ajaxhist=0&amp;ajaxserp=0&amp;pivotparams=insightsToken%3Dccid_DGb%252BwhD9*cp_C9CE930DDB7B62840F3852B172F82D33*mid_197B49D7A648F47B5DFCF2BEA350D78B0FE68CC5*simid_608052934561920610*thid_OIP.DGb-whD9bx3g9ccIPGynxwAAAA&amp;vt=0&amp;sim=11&amp;iss=VSI&amp;ajaxhist=0&amp;ajaxserp=0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images/search?view=detailV2&amp;ccid=bTQbC5k9&amp;id=CA6CAF69880128B55CC9B7430BA430C39AC56584&amp;thid=OIP.bTQbC5k9u18C9bJ2CAwwMQHaFw&amp;mediaurl=https%3a%2f%2fi.pinimg.com%2f736x%2fb5%2ff9%2fc3%2fb5f9c3612daef23fdbcba99f40d1c58b.jpg&amp;exph=560&amp;expw=720&amp;q=CONJUGATION+OF+ESTAR&amp;simid=608002885298296085&amp;FORM=IRPRST&amp;ck=7CF6A82C6A9BFC1C64E8F7E28532DFD2&amp;selectedIndex=3&amp;ajaxhist=0&amp;ajaxserp=0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images/search?view=detailV2&amp;ccid=%2bONDSHGY&amp;id=3826B745BE800BF89E553C95632635AEBBE61F20&amp;thid=OIP.-ONDSHGYqrtw6vdWs0Wp-wHaFP&amp;mediaurl=https%3a%2f%2fi.pinimg.com%2foriginals%2f22%2f69%2f9d%2f22699df2e32972546ab8bac41ac9461d.jpg&amp;exph=559&amp;expw=790&amp;q=Tener+Conjugation+Chart&amp;simid=608018789561367043&amp;FORM=IRPRST&amp;ck=EADDB5CEB047A58F744CB9C9A949CBB8&amp;selectedIndex=7&amp;ajaxhist=0&amp;ajaxserp=0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subject pronouns in </a:t>
            </a:r>
            <a:r>
              <a:rPr lang="en-US" dirty="0" err="1">
                <a:hlinkClick r:id="rId3"/>
              </a:rPr>
              <a:t>spanish</a:t>
            </a:r>
            <a:r>
              <a:rPr lang="en-US" dirty="0">
                <a:hlinkClick r:id="rId3"/>
              </a:rPr>
              <a:t> - Bing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F69D-CD21-4899-BE9C-99A4A2ECA8E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332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CONJUGATION OF ESTAR - Bing images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F69D-CD21-4899-BE9C-99A4A2ECA8E3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143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Tener Conjugation Chart - Bing images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CF69D-CD21-4899-BE9C-99A4A2ECA8E3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661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29D2-90CA-FA9F-1F99-4143B7705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D0FFE-561D-7E9B-8FE1-BEE85C7F4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D3CCB-CA3F-04CF-02BA-6B4D3104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76AE1-D9FD-034D-49C7-F064E896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9C06F-5777-BDD0-0053-388CA1DB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62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BD1A-C0A2-6E65-0F7E-0A36EE69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0F73-2D00-BABA-437E-16DE2E41D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BF7E5-F027-D69A-846D-A53E422A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EECD4-D8E8-6412-04AF-5C335ABB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E4DE9-9CA0-C483-4C41-A44EEE16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0244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5C97-D2B8-568B-C698-EFF3B801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36DCA-D09A-48F6-2C93-255AEB504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66619-CADB-C881-26D2-A8A821C1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2D75-CF2D-1A0E-0471-621E0561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CFCCC-98F5-06DD-814F-BDFFCCCE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19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C026-EBA4-C11E-7A84-917A3374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E4BCA-9152-63E0-E14E-9AD683EE1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4143E-5D26-0A6B-3AC2-464C53E4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29D4E-D205-48B6-2272-3FC209D0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1610C-94D0-A7B2-A4F9-1E5C65EF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D20FE-0612-B8A0-3C29-F80E6A34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71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EFCFB-BBFF-E0E5-A094-8D55A2DA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9DD1A-669E-14C8-FE3A-90B4A320E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58D0D-9C41-BB98-71B6-E1AECDC73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EA12F-6CDC-080C-C463-A8FF0B3FC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2E912-F4E0-FB0F-26CA-764E584C6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83872D-3711-7A2E-A041-CD5AC596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A7F672-CF5E-CC69-D92F-155C3244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4ADF27-E3C8-D672-CE86-28FA5B03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39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DCDA-E280-8BE3-D456-A101E1AA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F9DCE-7161-19A5-8590-3410C88E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73BA0-94F1-3031-9610-884CA378E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D73E1-CA90-6BBA-E776-AC8520F0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03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64D1E-238C-C981-7128-DC6C3B3E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F717D-021C-4828-61D6-8AFECC6C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A4589-0997-41C0-FD12-727ECEDA8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592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31A9-4DD1-4D18-EA77-A58A9356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A7E1-2716-DFA1-FE35-3DEF28166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FFEC3-96CB-25DC-8B7E-71D58CB3A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3BD87-BD75-8F4F-B8A3-A6E36CFF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A0F73-5D48-CA4E-3126-32506A62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C16B8-221D-D10C-5102-C1D156E1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191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E5084-A3E9-B19C-137E-A115BE6C1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13ED13-7409-3C96-866F-189D4D537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8B97A-D260-9748-2051-D9F273983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5A147-BC8D-9A95-C379-AF74B171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5D8B9-89E3-ACE4-7434-878735DD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88827-6F6D-5AC4-4EF4-94C1A13C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086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CEFF-69CB-5B15-2B4C-EDA79AC6A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E5283-6565-41FC-DE61-867E133E5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298DA-C0B9-FA49-9547-8E5C4C32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57246-5A15-16E2-F6D1-BB4173B5F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8145B-7B2B-D64F-D297-2AA295A1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61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3997E-8629-DF83-6A94-C0F1884A0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FA076-3503-5E9F-2886-0671EFE6D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CD66A-C1B9-40F0-801A-8EBC7CF5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C8B85-9ADA-78A5-48F8-AB7B8CA5F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A335D-B82A-8A98-5E75-B335DF18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61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BEF3-2B78-BDA5-1FAE-107E6F43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96D2B-68C5-632B-10C2-9F91584EF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1BEB8-FBE2-E8B3-CE00-B52E44A33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563B1-7D15-46CA-8AF4-004B39CC7BB8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4509E-BF28-529E-F5BB-221674408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6DDC1-11B9-2A2A-93D6-D0D3E220B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F79-3C92-4187-9B30-32AE104D6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759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9B2C-4F23-EC17-FF23-F93BC5F27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SUBJECT PRONOUNS AND VERBS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41158-227E-2121-A6D3-1E12F1C6A1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162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FF3B-6DA6-5E42-7946-A502C816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SUBJECT PRONOUNS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6BFE48-828C-2BA6-238F-41C46D6B0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678" y="1300900"/>
            <a:ext cx="8851769" cy="5401558"/>
          </a:xfrm>
        </p:spPr>
      </p:pic>
    </p:spTree>
    <p:extLst>
      <p:ext uri="{BB962C8B-B14F-4D97-AF65-F5344CB8AC3E}">
        <p14:creationId xmlns:p14="http://schemas.microsoft.com/office/powerpoint/2010/main" val="1257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CF9F-8060-A1E3-205B-E27F4B9B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20A6-F4B1-0EFB-C4C8-4909439C7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more </a:t>
            </a:r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persons</a:t>
            </a:r>
            <a:r>
              <a:rPr lang="es-ES" dirty="0"/>
              <a:t> </a:t>
            </a:r>
            <a:r>
              <a:rPr lang="es-ES" dirty="0" err="1"/>
              <a:t>together</a:t>
            </a:r>
            <a:r>
              <a:rPr lang="es-ES" dirty="0"/>
              <a:t> </a:t>
            </a:r>
            <a:r>
              <a:rPr lang="es-ES" dirty="0" err="1"/>
              <a:t>represent</a:t>
            </a:r>
            <a:r>
              <a:rPr lang="es-ES" dirty="0"/>
              <a:t> ellos/ellas</a:t>
            </a:r>
          </a:p>
          <a:p>
            <a:pPr marL="0" indent="0">
              <a:buNone/>
            </a:pPr>
            <a:r>
              <a:rPr lang="es-ES" dirty="0"/>
              <a:t>	Pedro, Paula y Ramon(=Ellos) tienen una casa. 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person</a:t>
            </a:r>
            <a:r>
              <a:rPr lang="es-ES" dirty="0"/>
              <a:t> +tú </a:t>
            </a:r>
            <a:r>
              <a:rPr lang="es-ES" dirty="0" err="1"/>
              <a:t>represent</a:t>
            </a:r>
            <a:r>
              <a:rPr lang="es-ES" dirty="0"/>
              <a:t> vosotros/-as</a:t>
            </a:r>
          </a:p>
          <a:p>
            <a:pPr marL="0" indent="0">
              <a:buNone/>
            </a:pPr>
            <a:r>
              <a:rPr lang="es-ES" dirty="0"/>
              <a:t>	Pedro, Paula y tú (=vosotros) tenéis una casa.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person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person</a:t>
            </a:r>
            <a:r>
              <a:rPr lang="es-ES" dirty="0"/>
              <a:t> +yo </a:t>
            </a:r>
            <a:r>
              <a:rPr lang="es-ES" dirty="0" err="1"/>
              <a:t>represent</a:t>
            </a:r>
            <a:r>
              <a:rPr lang="es-ES" dirty="0"/>
              <a:t> nosotros/-as</a:t>
            </a:r>
          </a:p>
          <a:p>
            <a:pPr marL="0" indent="0">
              <a:buNone/>
            </a:pPr>
            <a:r>
              <a:rPr lang="es-ES" dirty="0"/>
              <a:t>	Pedro, Paula, tú y yo (=nosotros</a:t>
            </a:r>
            <a:r>
              <a:rPr lang="es-ES"/>
              <a:t>) tenemos </a:t>
            </a:r>
            <a:r>
              <a:rPr lang="es-ES" dirty="0"/>
              <a:t>una casa.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451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6C70-696A-2B99-F273-6FBBE04D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E13886-9677-150F-E82E-8EF9CCDBA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92" y="1102937"/>
            <a:ext cx="8804635" cy="5389938"/>
          </a:xfrm>
        </p:spPr>
      </p:pic>
    </p:spTree>
    <p:extLst>
      <p:ext uri="{BB962C8B-B14F-4D97-AF65-F5344CB8AC3E}">
        <p14:creationId xmlns:p14="http://schemas.microsoft.com/office/powerpoint/2010/main" val="317319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346D6-8CE7-95D9-E94D-5E47905A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36C499-E9C2-0832-0A5C-C1E47510D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484" y="1574275"/>
            <a:ext cx="10048973" cy="5005633"/>
          </a:xfrm>
        </p:spPr>
      </p:pic>
    </p:spTree>
    <p:extLst>
      <p:ext uri="{BB962C8B-B14F-4D97-AF65-F5344CB8AC3E}">
        <p14:creationId xmlns:p14="http://schemas.microsoft.com/office/powerpoint/2010/main" val="311747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1354-833F-809F-A892-04B3252A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TENER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C90EEC-A8B2-B4F0-57DF-ADBAA2AF35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04" y="1251284"/>
            <a:ext cx="11694695" cy="5241591"/>
          </a:xfrm>
        </p:spPr>
      </p:pic>
    </p:spTree>
    <p:extLst>
      <p:ext uri="{BB962C8B-B14F-4D97-AF65-F5344CB8AC3E}">
        <p14:creationId xmlns:p14="http://schemas.microsoft.com/office/powerpoint/2010/main" val="372651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100</Words>
  <Application>Microsoft Office PowerPoint</Application>
  <PresentationFormat>Widescreen</PresentationFormat>
  <Paragraphs>19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SUBJECT PRONOUNS AND VERBS</vt:lpstr>
      <vt:lpstr>SUBJECT PRONOUNS</vt:lpstr>
      <vt:lpstr>PowerPoint Presentation</vt:lpstr>
      <vt:lpstr>SER</vt:lpstr>
      <vt:lpstr>ESTAR</vt:lpstr>
      <vt:lpstr>TENER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 AND VERBS</dc:title>
  <dc:creator>baishali21@outlook.com</dc:creator>
  <cp:lastModifiedBy>baishali choudhuri</cp:lastModifiedBy>
  <cp:revision>3</cp:revision>
  <dcterms:created xsi:type="dcterms:W3CDTF">2023-08-18T08:08:09Z</dcterms:created>
  <dcterms:modified xsi:type="dcterms:W3CDTF">2024-08-24T05:19:07Z</dcterms:modified>
</cp:coreProperties>
</file>