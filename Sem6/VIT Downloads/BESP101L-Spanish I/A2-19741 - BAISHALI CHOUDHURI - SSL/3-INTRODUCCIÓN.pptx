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57" r:id="rId5"/>
    <p:sldId id="267" r:id="rId6"/>
    <p:sldId id="274" r:id="rId7"/>
    <p:sldId id="276" r:id="rId8"/>
    <p:sldId id="275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C20C-60D0-4845-B751-C188FCD1B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EE66D-AF90-4141-A6EC-534E64809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A04A7-C6D3-4269-914E-313D9680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FA4C2-7C5A-4F03-9992-1EE036F1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624C1-C466-403C-B4D1-B3A9DAED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430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36B3-5460-4FDC-82D6-F2530B17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B4F3B-B0A9-4538-8CB1-7916A8A07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913B5-BAA3-4D81-BD79-DB33F3581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3D388-C15C-4C0D-B194-144C1000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DE36B-167F-482D-994A-434BB1D04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286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1A22-0A32-4D71-9EDF-C71A0B365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DDC63-2141-44BD-9F4F-44B3624B3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4E716-5346-4B08-92AE-6A3EF8E6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E7E9A-7D96-477C-901F-E33E85D9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E71E5-A711-42A5-B15B-C02583EC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8466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A6635-4C8F-46C9-922F-C33719B7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A7E43-5ADD-4657-A059-D53A0D661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D58BD-B85A-4F23-9A58-FEEB19A21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34A4F-9F15-41E2-B0A9-4E86A21F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FCF62-AF83-40BC-94AB-E2974321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86FEF-2BBE-43B4-8C45-7A7BCEB2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83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E6A-5FAD-4B48-AB39-9E10B2690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F5EAF-99B1-41EF-BD56-85857F4D3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E9564-4257-4D26-889F-9877F56FA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59E372-9AAA-43DC-89CC-4823A7C89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6CEC8-6A6C-4C97-AC22-C0CE4B246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8FE15-EF33-4FD1-89AC-FC4A4F981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31652A-52CC-47AF-9DB6-1C15ED32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CF663-0122-459E-AAEE-EAAFD77B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672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A13D-D10C-4E80-A15C-E774CA3DE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06747-EA3B-4854-91FD-EA9198D1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6EFAE-91B2-4C45-9F0C-3A705779A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ECAED-AE97-489B-AFD7-6F239BDC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700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732EC-EC90-4E32-B21E-522D57D6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E7DC85-F522-4524-BE01-63C7784C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99F96-B66A-411B-B220-C65D17BA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6079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5A30-C826-41C0-9EE2-C3919E77B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01E6C-E090-4402-B3C9-638D8E625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DB324-F1DE-433F-9929-9B742E7ED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98FDD-A8C2-47D1-BE33-A25212F2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71154-36F8-4423-9C95-72D9F7D6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6605F-770C-4EA5-BBB2-646E481E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11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1019-0023-4112-A464-F5ADEBFEB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0F2E11-DDB2-4D67-8558-80EF4E450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F9DC8-F1C7-4B4D-B82A-9C46657DC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3363D-55AC-4447-AB7B-26A7473AC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6DD17-9820-433A-BC4F-D050D46D5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9F60C-5DC9-41FB-8B7C-A72F31E0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2795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27D4-F069-4CB1-9C59-84D566C8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841C4-80EA-4B89-8AA5-68C2025EC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19124-DDAF-487A-BAC2-78C6A94A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79F26-6653-434F-9657-5317DD14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1AD86-1618-477E-A26B-BB72C7D8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3876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FA0335-32F7-496B-8A74-16EBC4A3A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D75F8-BCAC-4533-9A99-9967F546C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84F1D-1F11-4849-8C50-070FD84B2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0BBD5-5F3E-49C4-B108-D1752173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2633C-C0DE-497F-B67A-50405DB0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431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9DD70-3F1F-4AE8-865D-8C8CFBBE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69254-5CC2-44AE-866B-B5602B546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19012-0D80-4EAF-817D-AFAE34C2D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15DC9-E798-4C72-931E-E2DB028EFC5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647B5-9C77-4351-BEE1-EED05E2C1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36EC1-33EF-4F09-9A36-EB2EDF919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DCEA6-D8AE-4745-BD30-9CC2AD051C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21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92EB-F63E-4016-B3F3-B93A8256B3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INTRODUCCIÓN Y CONVERSACIÓN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C9421-88B2-4F61-AA90-BAE52E730A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And </a:t>
            </a:r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relevant</a:t>
            </a:r>
            <a:r>
              <a:rPr lang="es-ES" dirty="0"/>
              <a:t> </a:t>
            </a:r>
            <a:r>
              <a:rPr lang="es-ES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02358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DFE1-E1C0-583C-6281-EA85C38C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INTRODUCCIÓN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FAC7A-807A-FF30-D5FE-66579068F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s-ES" dirty="0"/>
              <a:t>! Hola!, buenos días/buenas tardes. </a:t>
            </a:r>
          </a:p>
          <a:p>
            <a:pPr marL="514350" indent="-514350">
              <a:buAutoNum type="arabicPeriod"/>
            </a:pPr>
            <a:r>
              <a:rPr lang="es-ES" dirty="0"/>
              <a:t>Yo me llamo _______ (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name</a:t>
            </a:r>
            <a:r>
              <a:rPr lang="es-ES" dirty="0"/>
              <a:t>). </a:t>
            </a:r>
            <a:r>
              <a:rPr lang="es-ES" i="1" dirty="0" err="1"/>
              <a:t>My</a:t>
            </a:r>
            <a:r>
              <a:rPr lang="es-ES" i="1" dirty="0"/>
              <a:t> </a:t>
            </a:r>
            <a:r>
              <a:rPr lang="es-ES" i="1" dirty="0" err="1"/>
              <a:t>name</a:t>
            </a:r>
            <a:r>
              <a:rPr lang="es-ES" i="1" dirty="0"/>
              <a:t> </a:t>
            </a:r>
            <a:r>
              <a:rPr lang="es-ES" i="1" dirty="0" err="1"/>
              <a:t>is</a:t>
            </a:r>
            <a:r>
              <a:rPr lang="es-ES" i="1" dirty="0"/>
              <a:t> …</a:t>
            </a:r>
            <a:endParaRPr lang="es-ES" dirty="0"/>
          </a:p>
          <a:p>
            <a:pPr marL="514350" indent="-514350">
              <a:buAutoNum type="arabicPeriod"/>
            </a:pPr>
            <a:r>
              <a:rPr lang="es-ES" dirty="0"/>
              <a:t>Mi apellido es _______ (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surname</a:t>
            </a:r>
            <a:r>
              <a:rPr lang="es-ES" dirty="0"/>
              <a:t>).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surnme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…..</a:t>
            </a:r>
          </a:p>
          <a:p>
            <a:pPr marL="514350" indent="-514350">
              <a:buAutoNum type="arabicPeriod"/>
            </a:pPr>
            <a:r>
              <a:rPr lang="es-ES" dirty="0"/>
              <a:t>Yo tengo ________ (</a:t>
            </a:r>
            <a:r>
              <a:rPr lang="es-ES" dirty="0" err="1"/>
              <a:t>age</a:t>
            </a:r>
            <a:r>
              <a:rPr lang="es-ES" dirty="0"/>
              <a:t>) años. I am ….. </a:t>
            </a:r>
            <a:r>
              <a:rPr lang="es-ES" dirty="0" err="1"/>
              <a:t>years</a:t>
            </a:r>
            <a:r>
              <a:rPr lang="es-ES" dirty="0"/>
              <a:t> </a:t>
            </a:r>
            <a:r>
              <a:rPr lang="es-ES" dirty="0" err="1"/>
              <a:t>old</a:t>
            </a:r>
            <a:r>
              <a:rPr lang="es-ES" dirty="0"/>
              <a:t>.</a:t>
            </a:r>
          </a:p>
          <a:p>
            <a:pPr marL="514350" indent="-514350">
              <a:buAutoNum type="arabicPeriod"/>
            </a:pPr>
            <a:r>
              <a:rPr lang="es-ES" dirty="0"/>
              <a:t>Yo soy de _________ (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hometown</a:t>
            </a:r>
            <a:r>
              <a:rPr lang="es-ES" dirty="0"/>
              <a:t>/</a:t>
            </a:r>
            <a:r>
              <a:rPr lang="es-ES" dirty="0" err="1"/>
              <a:t>state</a:t>
            </a:r>
            <a:r>
              <a:rPr lang="es-ES" dirty="0"/>
              <a:t>/country) ….. I am </a:t>
            </a:r>
            <a:r>
              <a:rPr lang="es-ES" dirty="0" err="1"/>
              <a:t>from</a:t>
            </a:r>
            <a:r>
              <a:rPr lang="es-ES" dirty="0"/>
              <a:t>……</a:t>
            </a:r>
          </a:p>
          <a:p>
            <a:pPr marL="514350" indent="-514350">
              <a:buAutoNum type="arabicPeriod"/>
            </a:pPr>
            <a:r>
              <a:rPr lang="es-ES" dirty="0"/>
              <a:t>Yo soy estudiante. I am a </a:t>
            </a:r>
            <a:r>
              <a:rPr lang="es-ES" dirty="0" err="1"/>
              <a:t>student</a:t>
            </a:r>
            <a:endParaRPr lang="es-ES" dirty="0"/>
          </a:p>
          <a:p>
            <a:pPr marL="514350" indent="-514350">
              <a:buAutoNum type="arabicPeriod"/>
            </a:pPr>
            <a:r>
              <a:rPr lang="es-ES" dirty="0"/>
              <a:t>Mi universidad es VIT.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university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VIT</a:t>
            </a:r>
          </a:p>
          <a:p>
            <a:pPr marL="514350" indent="-514350">
              <a:buAutoNum type="arabicPeriod"/>
            </a:pPr>
            <a:r>
              <a:rPr lang="es-ES" dirty="0"/>
              <a:t>Yo tengo ______ (</a:t>
            </a:r>
            <a:r>
              <a:rPr lang="es-ES" dirty="0" err="1"/>
              <a:t>number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family</a:t>
            </a:r>
            <a:r>
              <a:rPr lang="es-ES" dirty="0"/>
              <a:t> </a:t>
            </a:r>
            <a:r>
              <a:rPr lang="es-ES" dirty="0" err="1"/>
              <a:t>members</a:t>
            </a:r>
            <a:r>
              <a:rPr lang="es-ES" dirty="0"/>
              <a:t>) en mi familia. I </a:t>
            </a:r>
            <a:r>
              <a:rPr lang="es-ES" dirty="0" err="1"/>
              <a:t>have</a:t>
            </a:r>
            <a:r>
              <a:rPr lang="es-ES" dirty="0"/>
              <a:t> … </a:t>
            </a:r>
            <a:r>
              <a:rPr lang="es-ES" dirty="0" err="1"/>
              <a:t>family</a:t>
            </a:r>
            <a:r>
              <a:rPr lang="es-ES" dirty="0"/>
              <a:t> </a:t>
            </a:r>
            <a:r>
              <a:rPr lang="es-ES" dirty="0" err="1"/>
              <a:t>members</a:t>
            </a:r>
            <a:endParaRPr lang="es-ES" dirty="0"/>
          </a:p>
          <a:p>
            <a:pPr marL="514350" indent="-514350">
              <a:buAutoNum type="arabicPeriod"/>
            </a:pPr>
            <a:r>
              <a:rPr lang="es-ES" dirty="0"/>
              <a:t>Mi madre se llama _________ (</a:t>
            </a:r>
            <a:r>
              <a:rPr lang="es-ES" dirty="0" err="1"/>
              <a:t>name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mother</a:t>
            </a:r>
            <a:r>
              <a:rPr lang="es-ES" dirty="0"/>
              <a:t>)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mother’s</a:t>
            </a:r>
            <a:r>
              <a:rPr lang="es-ES" dirty="0"/>
              <a:t> </a:t>
            </a:r>
            <a:r>
              <a:rPr lang="es-ES" dirty="0" err="1"/>
              <a:t>name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….</a:t>
            </a:r>
          </a:p>
          <a:p>
            <a:pPr marL="514350" indent="-514350">
              <a:buAutoNum type="arabicPeriod"/>
            </a:pPr>
            <a:r>
              <a:rPr lang="es-ES" dirty="0"/>
              <a:t>Ella es __________ (</a:t>
            </a:r>
            <a:r>
              <a:rPr lang="es-ES" dirty="0" err="1"/>
              <a:t>her</a:t>
            </a:r>
            <a:r>
              <a:rPr lang="es-ES" dirty="0"/>
              <a:t> profesión). </a:t>
            </a:r>
            <a:r>
              <a:rPr lang="es-ES" dirty="0" err="1"/>
              <a:t>She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….</a:t>
            </a:r>
          </a:p>
          <a:p>
            <a:pPr marL="514350" indent="-514350">
              <a:buAutoNum type="arabicPeriod"/>
            </a:pPr>
            <a:r>
              <a:rPr lang="es-ES" dirty="0"/>
              <a:t>Ella tiene ________ (</a:t>
            </a:r>
            <a:r>
              <a:rPr lang="es-ES" dirty="0" err="1"/>
              <a:t>age</a:t>
            </a:r>
            <a:r>
              <a:rPr lang="es-ES" dirty="0"/>
              <a:t>) años. </a:t>
            </a:r>
            <a:r>
              <a:rPr lang="es-ES" dirty="0" err="1"/>
              <a:t>She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…… </a:t>
            </a:r>
            <a:r>
              <a:rPr lang="es-ES" dirty="0" err="1"/>
              <a:t>years</a:t>
            </a:r>
            <a:r>
              <a:rPr lang="es-ES" dirty="0"/>
              <a:t> </a:t>
            </a:r>
            <a:r>
              <a:rPr lang="es-ES" dirty="0" err="1"/>
              <a:t>old</a:t>
            </a:r>
            <a:endParaRPr lang="es-ES" dirty="0"/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752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BEF3-92E1-6FE4-DD81-3E4C554B1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F79F9-4085-DC08-0AAE-C0DA3553C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12. Mi padre se llama _______. (name)</a:t>
            </a:r>
          </a:p>
          <a:p>
            <a:pPr marL="0" indent="0">
              <a:buNone/>
            </a:pPr>
            <a:r>
              <a:rPr lang="en-IN" dirty="0"/>
              <a:t>13. </a:t>
            </a:r>
            <a:r>
              <a:rPr lang="en-IN" dirty="0" err="1"/>
              <a:t>Él</a:t>
            </a:r>
            <a:r>
              <a:rPr lang="en-IN" dirty="0"/>
              <a:t> es ________. (profession)</a:t>
            </a:r>
          </a:p>
          <a:p>
            <a:pPr marL="0" indent="0">
              <a:buNone/>
            </a:pPr>
            <a:r>
              <a:rPr lang="en-IN" dirty="0"/>
              <a:t>14. </a:t>
            </a:r>
            <a:r>
              <a:rPr lang="en-IN" dirty="0" err="1"/>
              <a:t>Él</a:t>
            </a:r>
            <a:r>
              <a:rPr lang="es-ES" dirty="0"/>
              <a:t> tiene ________ (</a:t>
            </a:r>
            <a:r>
              <a:rPr lang="es-ES" dirty="0" err="1"/>
              <a:t>age</a:t>
            </a:r>
            <a:r>
              <a:rPr lang="es-ES" dirty="0"/>
              <a:t>) años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15. Mi </a:t>
            </a:r>
            <a:r>
              <a:rPr lang="en-IN" dirty="0" err="1"/>
              <a:t>hermana</a:t>
            </a:r>
            <a:r>
              <a:rPr lang="en-IN" dirty="0"/>
              <a:t> se llama ______. (name)</a:t>
            </a:r>
          </a:p>
          <a:p>
            <a:pPr marL="0" indent="0">
              <a:buNone/>
            </a:pPr>
            <a:r>
              <a:rPr lang="en-IN" dirty="0"/>
              <a:t>16. Ella es _______. (profession)</a:t>
            </a:r>
          </a:p>
          <a:p>
            <a:pPr marL="0" indent="0">
              <a:buNone/>
            </a:pPr>
            <a:r>
              <a:rPr lang="en-IN" dirty="0"/>
              <a:t>17. </a:t>
            </a:r>
            <a:r>
              <a:rPr lang="es-ES" dirty="0"/>
              <a:t>Ella tiene ________ (</a:t>
            </a:r>
            <a:r>
              <a:rPr lang="es-ES" dirty="0" err="1"/>
              <a:t>age</a:t>
            </a:r>
            <a:r>
              <a:rPr lang="es-ES" dirty="0"/>
              <a:t>) años.</a:t>
            </a:r>
          </a:p>
          <a:p>
            <a:pPr marL="0" indent="0">
              <a:buNone/>
            </a:pPr>
            <a:r>
              <a:rPr lang="es-ES" dirty="0"/>
              <a:t>[In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family</a:t>
            </a:r>
            <a:r>
              <a:rPr lang="es-ES" dirty="0"/>
              <a:t> </a:t>
            </a:r>
            <a:r>
              <a:rPr lang="es-ES" dirty="0" err="1"/>
              <a:t>members</a:t>
            </a:r>
            <a:r>
              <a:rPr lang="es-ES" dirty="0"/>
              <a:t> </a:t>
            </a:r>
            <a:r>
              <a:rPr lang="es-ES" dirty="0" err="1"/>
              <a:t>name</a:t>
            </a:r>
            <a:r>
              <a:rPr lang="es-ES" dirty="0"/>
              <a:t>, profesión and </a:t>
            </a:r>
            <a:r>
              <a:rPr lang="es-ES" dirty="0" err="1"/>
              <a:t>age</a:t>
            </a:r>
            <a:r>
              <a:rPr lang="es-ES" dirty="0"/>
              <a:t> can be </a:t>
            </a:r>
            <a:r>
              <a:rPr lang="es-ES" dirty="0" err="1"/>
              <a:t>added</a:t>
            </a:r>
            <a:r>
              <a:rPr lang="es-ES" dirty="0"/>
              <a:t>.]</a:t>
            </a:r>
          </a:p>
          <a:p>
            <a:pPr marL="0" indent="0">
              <a:buNone/>
            </a:pPr>
            <a:r>
              <a:rPr lang="es-ES" dirty="0"/>
              <a:t>18. Mi familia esta en ___________. (</a:t>
            </a:r>
            <a:r>
              <a:rPr lang="es-ES" dirty="0" err="1"/>
              <a:t>name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place </a:t>
            </a:r>
            <a:r>
              <a:rPr lang="es-ES" dirty="0" err="1"/>
              <a:t>where</a:t>
            </a:r>
            <a:r>
              <a:rPr lang="es-ES" dirty="0"/>
              <a:t> 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family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staying</a:t>
            </a:r>
            <a:r>
              <a:rPr lang="es-ES" dirty="0"/>
              <a:t>.)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family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in…..</a:t>
            </a:r>
          </a:p>
          <a:p>
            <a:pPr marL="0" indent="0">
              <a:buNone/>
            </a:pPr>
            <a:r>
              <a:rPr lang="es-ES" dirty="0"/>
              <a:t>19. Yo estoy en </a:t>
            </a:r>
            <a:r>
              <a:rPr lang="es-ES" dirty="0" err="1"/>
              <a:t>Vellore</a:t>
            </a:r>
            <a:r>
              <a:rPr lang="es-ES" dirty="0"/>
              <a:t>. I am in ……</a:t>
            </a:r>
          </a:p>
          <a:p>
            <a:pPr marL="0" indent="0">
              <a:buNone/>
            </a:pPr>
            <a:r>
              <a:rPr lang="es-ES" dirty="0"/>
              <a:t>20. Gracias.</a:t>
            </a:r>
          </a:p>
        </p:txBody>
      </p:sp>
    </p:spTree>
    <p:extLst>
      <p:ext uri="{BB962C8B-B14F-4D97-AF65-F5344CB8AC3E}">
        <p14:creationId xmlns:p14="http://schemas.microsoft.com/office/powerpoint/2010/main" val="3882343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1B7FD-904B-48EF-9EA8-AF1409CD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conversación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13E71-62C4-45F1-8649-476C86473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err="1"/>
              <a:t>Two</a:t>
            </a:r>
            <a:r>
              <a:rPr lang="es-ES" dirty="0"/>
              <a:t> </a:t>
            </a:r>
            <a:r>
              <a:rPr lang="es-ES" dirty="0" err="1"/>
              <a:t>persons</a:t>
            </a:r>
            <a:r>
              <a:rPr lang="es-ES" dirty="0"/>
              <a:t> are meeting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first</a:t>
            </a:r>
            <a:r>
              <a:rPr lang="es-ES" dirty="0"/>
              <a:t> time.</a:t>
            </a:r>
          </a:p>
          <a:p>
            <a:endParaRPr lang="es-ES" dirty="0"/>
          </a:p>
          <a:p>
            <a:pPr marL="514350" indent="-514350">
              <a:buFont typeface="+mj-lt"/>
              <a:buAutoNum type="arabicParenR"/>
            </a:pPr>
            <a:r>
              <a:rPr lang="es-ES" dirty="0"/>
              <a:t>Pedro: !Hola!, buenos días. ¿Cómo te llamas? / ¿ Cuál es tu nombre ?/ (informal---- </a:t>
            </a:r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name</a:t>
            </a:r>
            <a:r>
              <a:rPr lang="es-ES" dirty="0"/>
              <a:t>?) [¿ Quien eres? ----- </a:t>
            </a:r>
            <a:r>
              <a:rPr lang="es-ES" dirty="0" err="1"/>
              <a:t>who</a:t>
            </a:r>
            <a:r>
              <a:rPr lang="es-ES" dirty="0"/>
              <a:t> are </a:t>
            </a:r>
            <a:r>
              <a:rPr lang="es-ES" dirty="0" err="1"/>
              <a:t>you</a:t>
            </a:r>
            <a:r>
              <a:rPr lang="es-ES" dirty="0"/>
              <a:t>?]</a:t>
            </a:r>
          </a:p>
          <a:p>
            <a:pPr marL="514350" indent="-514350">
              <a:buFont typeface="+mj-lt"/>
              <a:buAutoNum type="arabicParenR"/>
            </a:pPr>
            <a:r>
              <a:rPr lang="es-ES" dirty="0"/>
              <a:t>Gabriela: Me llamo Gabriela/ Mi nombre es ……/ Yo soy ……., ¿y tú? I am…/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name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…., and </a:t>
            </a:r>
            <a:r>
              <a:rPr lang="es-ES" dirty="0" err="1"/>
              <a:t>you</a:t>
            </a:r>
            <a:r>
              <a:rPr lang="es-ES" dirty="0"/>
              <a:t>?</a:t>
            </a:r>
          </a:p>
          <a:p>
            <a:pPr marL="514350" indent="-514350">
              <a:buFont typeface="+mj-lt"/>
              <a:buAutoNum type="arabicParenR"/>
            </a:pPr>
            <a:r>
              <a:rPr lang="es-ES" dirty="0"/>
              <a:t>P: Yo me llamo Pedro. ¿Cómo estás? /¿Qué tal? I am …. </a:t>
            </a:r>
            <a:r>
              <a:rPr lang="es-ES" dirty="0" err="1"/>
              <a:t>How</a:t>
            </a:r>
            <a:r>
              <a:rPr lang="es-ES" dirty="0"/>
              <a:t> are </a:t>
            </a:r>
            <a:r>
              <a:rPr lang="es-ES" dirty="0" err="1"/>
              <a:t>you</a:t>
            </a:r>
            <a:r>
              <a:rPr lang="es-ES" dirty="0"/>
              <a:t>?</a:t>
            </a:r>
          </a:p>
          <a:p>
            <a:pPr marL="514350" indent="-514350">
              <a:buFont typeface="+mj-lt"/>
              <a:buAutoNum type="arabicParenR"/>
            </a:pPr>
            <a:r>
              <a:rPr lang="es-ES" dirty="0"/>
              <a:t>G: Estoy bien/muy bien, ¿y tú? (I am fine, and </a:t>
            </a:r>
            <a:r>
              <a:rPr lang="es-ES" dirty="0" err="1"/>
              <a:t>you</a:t>
            </a:r>
            <a:r>
              <a:rPr lang="es-ES" dirty="0"/>
              <a:t>?) I am fine, and </a:t>
            </a:r>
            <a:r>
              <a:rPr lang="es-ES" dirty="0" err="1"/>
              <a:t>you</a:t>
            </a:r>
            <a:r>
              <a:rPr lang="es-ES" dirty="0"/>
              <a:t>?</a:t>
            </a:r>
          </a:p>
          <a:p>
            <a:pPr marL="514350" indent="-514350">
              <a:buFont typeface="+mj-lt"/>
              <a:buAutoNum type="arabicParenR"/>
            </a:pPr>
            <a:r>
              <a:rPr lang="es-ES" dirty="0"/>
              <a:t>P: Estoy bien también. Gracias. ¿Cuál es tu apellido ?</a:t>
            </a:r>
          </a:p>
          <a:p>
            <a:pPr marL="514350" indent="-514350">
              <a:buFont typeface="+mj-lt"/>
              <a:buAutoNum type="arabicParenR"/>
            </a:pPr>
            <a:r>
              <a:rPr lang="es-ES" dirty="0"/>
              <a:t>G: Mi apellido es González Diaz   ¿y tu?</a:t>
            </a:r>
          </a:p>
          <a:p>
            <a:pPr marL="514350" indent="-514350">
              <a:buFont typeface="+mj-lt"/>
              <a:buAutoNum type="arabicParenR"/>
            </a:pPr>
            <a:r>
              <a:rPr lang="es-ES" dirty="0"/>
              <a:t>P: Mi apellido es Martin.</a:t>
            </a:r>
          </a:p>
          <a:p>
            <a:pPr marL="514350" indent="-514350">
              <a:buFont typeface="+mj-lt"/>
              <a:buAutoNum type="arabicParenR"/>
            </a:pPr>
            <a:endParaRPr lang="es-ES" dirty="0"/>
          </a:p>
          <a:p>
            <a:endParaRPr lang="es-ES" dirty="0">
              <a:highlight>
                <a:srgbClr val="FFFF00"/>
              </a:highlight>
            </a:endParaRPr>
          </a:p>
          <a:p>
            <a:endParaRPr lang="es-ES" dirty="0">
              <a:highlight>
                <a:srgbClr val="FFFF00"/>
              </a:highlight>
            </a:endParaRP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6340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95C63-7B97-490D-7694-D296095C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01510-653B-BC62-99C8-0BF3FE500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/>
              <a:t>¿De dónde eres? </a:t>
            </a:r>
            <a:r>
              <a:rPr lang="es-ES" dirty="0" err="1"/>
              <a:t>Where</a:t>
            </a:r>
            <a:r>
              <a:rPr lang="es-ES" dirty="0"/>
              <a:t> are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?</a:t>
            </a:r>
          </a:p>
          <a:p>
            <a:pPr marL="0" indent="0">
              <a:buNone/>
            </a:pPr>
            <a:r>
              <a:rPr lang="es-ES" dirty="0"/>
              <a:t>8) G: Soy de Madrid ¿y tú? I am </a:t>
            </a:r>
            <a:r>
              <a:rPr lang="es-ES" dirty="0" err="1"/>
              <a:t>from</a:t>
            </a:r>
            <a:r>
              <a:rPr lang="es-ES" dirty="0"/>
              <a:t> Madrid and </a:t>
            </a:r>
            <a:r>
              <a:rPr lang="es-ES" dirty="0" err="1"/>
              <a:t>you</a:t>
            </a:r>
            <a:r>
              <a:rPr lang="es-ES" dirty="0"/>
              <a:t>? </a:t>
            </a:r>
          </a:p>
          <a:p>
            <a:pPr marL="0" indent="0">
              <a:buNone/>
            </a:pPr>
            <a:r>
              <a:rPr lang="es-ES" dirty="0"/>
              <a:t>9) P: Yo soy de Valladolid. </a:t>
            </a:r>
            <a:r>
              <a:rPr lang="es-ES_tradnl" dirty="0"/>
              <a:t>¿Cuántos años tienes tú? I am </a:t>
            </a:r>
            <a:r>
              <a:rPr lang="es-ES_tradnl" dirty="0" err="1"/>
              <a:t>from</a:t>
            </a:r>
            <a:r>
              <a:rPr lang="es-ES_tradnl" dirty="0"/>
              <a:t> ….. </a:t>
            </a:r>
            <a:r>
              <a:rPr lang="es-ES_tradnl" dirty="0" err="1"/>
              <a:t>How</a:t>
            </a:r>
            <a:r>
              <a:rPr lang="es-ES_tradnl" dirty="0"/>
              <a:t> </a:t>
            </a:r>
            <a:r>
              <a:rPr lang="es-ES_tradnl" dirty="0" err="1"/>
              <a:t>old</a:t>
            </a:r>
            <a:r>
              <a:rPr lang="es-ES_tradnl" dirty="0"/>
              <a:t> are </a:t>
            </a:r>
            <a:r>
              <a:rPr lang="es-ES_tradnl" dirty="0" err="1"/>
              <a:t>you</a:t>
            </a:r>
            <a:r>
              <a:rPr lang="es-ES_tradnl" dirty="0"/>
              <a:t>?</a:t>
            </a:r>
          </a:p>
          <a:p>
            <a:pPr marL="0" indent="0">
              <a:buNone/>
            </a:pPr>
            <a:r>
              <a:rPr lang="es-ES_tradnl" dirty="0"/>
              <a:t>10) G: Yo tengo dieciocho años.</a:t>
            </a:r>
            <a:r>
              <a:rPr lang="es-ES" dirty="0"/>
              <a:t> ¿ y tú?</a:t>
            </a:r>
          </a:p>
          <a:p>
            <a:pPr marL="0" indent="0">
              <a:buNone/>
            </a:pPr>
            <a:r>
              <a:rPr lang="es-ES" dirty="0"/>
              <a:t>11) P: Yo tengo dieciséis anos. ¿Qué eres?</a:t>
            </a:r>
          </a:p>
          <a:p>
            <a:pPr marL="0" indent="0">
              <a:buNone/>
            </a:pPr>
            <a:r>
              <a:rPr lang="es-ES" dirty="0"/>
              <a:t>12) G: Yo soy estudiante de periodismo.(</a:t>
            </a: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name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subject</a:t>
            </a:r>
            <a:r>
              <a:rPr lang="es-ES" dirty="0"/>
              <a:t>) ¿ y tú?</a:t>
            </a:r>
          </a:p>
          <a:p>
            <a:pPr marL="0" indent="0">
              <a:buNone/>
            </a:pPr>
            <a:r>
              <a:rPr lang="es-ES" dirty="0"/>
              <a:t>13) P: Yo soy alumno en una escuela. </a:t>
            </a:r>
            <a:r>
              <a:rPr lang="es-ES_tradnl" dirty="0"/>
              <a:t>¿Cuál es el numero de tu teléfono?</a:t>
            </a:r>
          </a:p>
          <a:p>
            <a:pPr marL="0" indent="0">
              <a:buNone/>
            </a:pPr>
            <a:r>
              <a:rPr lang="es-ES_tradnl" dirty="0"/>
              <a:t>14) G: El numero de mi teléfono es 989898989898. </a:t>
            </a:r>
            <a:r>
              <a:rPr lang="es-ES" dirty="0"/>
              <a:t>¿ y tu?</a:t>
            </a:r>
          </a:p>
          <a:p>
            <a:pPr marL="0" indent="0">
              <a:buNone/>
            </a:pPr>
            <a:r>
              <a:rPr lang="es-ES" dirty="0"/>
              <a:t>15) P: 56565656. Mucho gusto. Hasta luego</a:t>
            </a:r>
          </a:p>
          <a:p>
            <a:pPr marL="0" indent="0">
              <a:buNone/>
            </a:pPr>
            <a:r>
              <a:rPr lang="es-ES" dirty="0"/>
              <a:t>16) G: Mucho gusto. Adiós.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0381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6CB2-DFAD-ECE2-8177-62E032A0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More questions.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D8B84-0C9A-2D5D-7D9B-0A4E07F2F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Asking names of your mother/father/brother/or any relatives…. </a:t>
            </a:r>
          </a:p>
          <a:p>
            <a:pPr marL="0" indent="0">
              <a:buNone/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¿Como se llama tu padre/tu madre/tu hermano/tu hermana/tu abuela/tu amigo…..?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dirty="0"/>
              <a:t>------Mi padre se llama Juan</a:t>
            </a:r>
          </a:p>
          <a:p>
            <a:pPr marL="0" indent="0">
              <a:buNone/>
            </a:pPr>
            <a:r>
              <a:rPr lang="es-ES" dirty="0"/>
              <a:t>------Mi madre/hermano/hermana se llama ……….. (</a:t>
            </a:r>
            <a:r>
              <a:rPr lang="es-ES" dirty="0" err="1"/>
              <a:t>name</a:t>
            </a:r>
            <a:r>
              <a:rPr lang="es-ES" dirty="0"/>
              <a:t>)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------ 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¿Cuál es el nombre de tu abuelo (</a:t>
            </a:r>
            <a:r>
              <a:rPr lang="es-E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relative)?</a:t>
            </a:r>
          </a:p>
          <a:p>
            <a:pPr marL="0" indent="0">
              <a:buNone/>
            </a:pP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 El nombre de mi 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abuelo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 Fernando</a:t>
            </a:r>
          </a:p>
          <a:p>
            <a:pPr marL="0" indent="0">
              <a:buNone/>
            </a:pPr>
            <a:endParaRPr lang="es-E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 </a:t>
            </a:r>
            <a:r>
              <a:rPr lang="es-ES" dirty="0"/>
              <a:t>¿Cómo se llama usted? </a:t>
            </a:r>
            <a:r>
              <a:rPr lang="es-ES" b="1" dirty="0"/>
              <a:t>(formal ---- </a:t>
            </a:r>
            <a:r>
              <a:rPr lang="es-ES" b="1" dirty="0" err="1"/>
              <a:t>when</a:t>
            </a:r>
            <a:r>
              <a:rPr lang="es-ES" b="1" dirty="0"/>
              <a:t> </a:t>
            </a:r>
            <a:r>
              <a:rPr lang="es-ES" b="1" dirty="0" err="1"/>
              <a:t>one</a:t>
            </a:r>
            <a:r>
              <a:rPr lang="es-ES" b="1" dirty="0"/>
              <a:t> </a:t>
            </a:r>
            <a:r>
              <a:rPr lang="es-ES" b="1" dirty="0" err="1"/>
              <a:t>is</a:t>
            </a:r>
            <a:r>
              <a:rPr lang="es-ES" b="1" dirty="0"/>
              <a:t> </a:t>
            </a:r>
            <a:r>
              <a:rPr lang="es-ES" b="1" dirty="0" err="1"/>
              <a:t>asking</a:t>
            </a:r>
            <a:r>
              <a:rPr lang="es-ES" b="1" dirty="0"/>
              <a:t> </a:t>
            </a:r>
            <a:r>
              <a:rPr lang="es-ES" b="1" dirty="0" err="1"/>
              <a:t>someone</a:t>
            </a:r>
            <a:r>
              <a:rPr lang="es-ES" b="1" dirty="0"/>
              <a:t> senior </a:t>
            </a:r>
            <a:r>
              <a:rPr lang="es-ES" b="1" dirty="0" err="1"/>
              <a:t>or</a:t>
            </a:r>
            <a:r>
              <a:rPr lang="es-ES" b="1" dirty="0"/>
              <a:t> </a:t>
            </a:r>
            <a:r>
              <a:rPr lang="es-ES" b="1" dirty="0" err="1"/>
              <a:t>one’s</a:t>
            </a:r>
            <a:r>
              <a:rPr lang="es-ES" b="1" dirty="0"/>
              <a:t> </a:t>
            </a:r>
            <a:r>
              <a:rPr lang="es-ES" b="1" dirty="0" err="1"/>
              <a:t>teacher</a:t>
            </a:r>
            <a:r>
              <a:rPr lang="es-ES" b="1" dirty="0"/>
              <a:t>/ </a:t>
            </a:r>
            <a:r>
              <a:rPr lang="es-ES" b="1" dirty="0" err="1"/>
              <a:t>parents</a:t>
            </a:r>
            <a:r>
              <a:rPr lang="es-ES" b="1" dirty="0"/>
              <a:t>/</a:t>
            </a:r>
            <a:r>
              <a:rPr lang="es-ES" b="1" dirty="0" err="1"/>
              <a:t>grandparents</a:t>
            </a:r>
            <a:r>
              <a:rPr lang="es-ES" b="1" dirty="0"/>
              <a:t> etc.)</a:t>
            </a:r>
          </a:p>
          <a:p>
            <a:pPr marL="0" indent="0">
              <a:buNone/>
            </a:pPr>
            <a:r>
              <a:rPr lang="es-ES" dirty="0"/>
              <a:t>------- Me llamo ___________ (</a:t>
            </a:r>
            <a:r>
              <a:rPr lang="es-ES" dirty="0" err="1"/>
              <a:t>name</a:t>
            </a:r>
            <a:r>
              <a:rPr lang="es-ES" dirty="0"/>
              <a:t>)</a:t>
            </a:r>
          </a:p>
          <a:p>
            <a:pPr marL="0" indent="0"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8469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4221-CDE9-4FDD-086A-CDCC5474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Some questions with SER</a:t>
            </a:r>
            <a:endParaRPr lang="es-E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F99DC-21B7-B29C-1EC7-FA20D6C3B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¿Cuál es tu libro/ película/ color/ actor/ actriz favorito?</a:t>
            </a:r>
          </a:p>
          <a:p>
            <a:pPr marL="0" indent="0">
              <a:buNone/>
            </a:pP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--- Mi color favorito es………</a:t>
            </a:r>
            <a:endParaRPr lang="es-E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s-E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¿De dónde es tu padre/ sobrino/primo/amigo/abuelo?</a:t>
            </a:r>
          </a:p>
          <a:p>
            <a:pPr marL="0" indent="0">
              <a:buNone/>
            </a:pPr>
            <a:r>
              <a:rPr lang="es-E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----- Mi abuelo es de __________</a:t>
            </a:r>
            <a:endParaRPr lang="es-E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¿Quién es tu 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mejor amigo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Who </a:t>
            </a:r>
            <a:r>
              <a:rPr lang="es-E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best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friend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 Mi mejor amigo es………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IN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320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E491-73F3-1DDA-D089-5694C242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Some questions with ESTAR</a:t>
            </a:r>
            <a:endParaRPr lang="es-E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350C2-9F9B-856E-7945-B640F7558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Asking someone’s well being…..</a:t>
            </a:r>
            <a:endParaRPr lang="es-E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¿Cómo está tu primo (</a:t>
            </a:r>
            <a:r>
              <a:rPr lang="es-E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other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relative)?</a:t>
            </a:r>
          </a:p>
          <a:p>
            <a:pPr marL="0" indent="0">
              <a:buNone/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</a:t>
            </a:r>
            <a:r>
              <a:rPr lang="es-E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 primo esta bien / muy bien.</a:t>
            </a:r>
          </a:p>
          <a:p>
            <a:pPr marL="0" indent="0">
              <a:buNone/>
            </a:pPr>
            <a:endParaRPr lang="es-E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¿Dónde está tu universidad/ escuela/ </a:t>
            </a:r>
            <a:r>
              <a:rPr lang="es-ES" dirty="0">
                <a:solidFill>
                  <a:srgbClr val="000000"/>
                </a:solidFill>
                <a:latin typeface="Times New Roman" panose="02020603050405020304" pitchFamily="18" charset="0"/>
              </a:rPr>
              <a:t>colegio/ </a:t>
            </a:r>
            <a:r>
              <a:rPr lang="es-E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casa/ apartamento…..? </a:t>
            </a:r>
          </a:p>
          <a:p>
            <a:endParaRPr lang="es-E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E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Mi universidad está en </a:t>
            </a:r>
            <a:r>
              <a:rPr lang="es-ES" sz="2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Vellore</a:t>
            </a:r>
            <a:endParaRPr lang="es-E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ES" dirty="0">
                <a:solidFill>
                  <a:srgbClr val="000000"/>
                </a:solidFill>
                <a:latin typeface="Times New Roman" panose="02020603050405020304" pitchFamily="18" charset="0"/>
              </a:rPr>
              <a:t>Mi escuela </a:t>
            </a:r>
            <a:r>
              <a:rPr lang="es-E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está en ……..</a:t>
            </a:r>
          </a:p>
          <a:p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1709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367DE-8B26-A1C7-376E-724C2AD0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Some questions with TENER</a:t>
            </a:r>
            <a:endParaRPr lang="es-E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71A93-B756-68F6-C5DF-76A59814C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¿Cuántos años tiene tu </a:t>
            </a:r>
            <a:r>
              <a:rPr lang="es-E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hermano</a:t>
            </a: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?[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old</a:t>
            </a: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brother</a:t>
            </a: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----- Mi hermano tiene….. Anos.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s-E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 In </a:t>
            </a:r>
            <a:r>
              <a:rPr lang="es-ES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es-E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way</a:t>
            </a:r>
            <a:r>
              <a:rPr lang="es-E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s-ES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one’s</a:t>
            </a:r>
            <a:r>
              <a:rPr lang="es-E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relative’s</a:t>
            </a:r>
            <a:r>
              <a:rPr lang="es-E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</a:t>
            </a:r>
            <a:r>
              <a:rPr lang="es-E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be </a:t>
            </a:r>
            <a:r>
              <a:rPr lang="es-ES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asked</a:t>
            </a:r>
            <a:r>
              <a:rPr lang="es-E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s-ES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answer</a:t>
            </a:r>
            <a:r>
              <a:rPr lang="es-E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be </a:t>
            </a:r>
            <a:r>
              <a:rPr lang="es-ES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given</a:t>
            </a:r>
            <a:r>
              <a:rPr lang="es-E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s-E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s-ES_tradnl" sz="1800" dirty="0"/>
              <a:t>¿Cuántos miembros tienes en tu familia?</a:t>
            </a:r>
          </a:p>
          <a:p>
            <a:pPr marL="0" indent="0">
              <a:buNone/>
            </a:pPr>
            <a:r>
              <a:rPr lang="es-ES_tradnl" sz="1800" dirty="0"/>
              <a:t>----Yo tengo cuatro miembros, mi padre, mi madre, mi hermano y yo mismo.</a:t>
            </a:r>
          </a:p>
          <a:p>
            <a:pPr marL="0" indent="0">
              <a:buNone/>
            </a:pPr>
            <a:endParaRPr lang="es-ES_tradnl" sz="1800" dirty="0"/>
          </a:p>
          <a:p>
            <a:r>
              <a:rPr lang="es-ES_tradnl" sz="1800" dirty="0"/>
              <a:t>¿ Que es tu padre?</a:t>
            </a:r>
          </a:p>
          <a:p>
            <a:pPr marL="0" indent="0">
              <a:buNone/>
            </a:pPr>
            <a:r>
              <a:rPr lang="es-ES_tradnl" sz="1800" dirty="0"/>
              <a:t>----Mi padre es profesor. (in </a:t>
            </a:r>
            <a:r>
              <a:rPr lang="es-ES_tradnl" sz="1800" dirty="0" err="1"/>
              <a:t>this</a:t>
            </a:r>
            <a:r>
              <a:rPr lang="es-ES_tradnl" sz="1800" dirty="0"/>
              <a:t> </a:t>
            </a:r>
            <a:r>
              <a:rPr lang="es-ES_tradnl" sz="1800" dirty="0" err="1"/>
              <a:t>way</a:t>
            </a:r>
            <a:r>
              <a:rPr lang="es-ES_tradnl" sz="1800" dirty="0"/>
              <a:t> </a:t>
            </a:r>
            <a:r>
              <a:rPr lang="es-ES_tradnl" sz="1800" dirty="0" err="1"/>
              <a:t>one’s</a:t>
            </a:r>
            <a:r>
              <a:rPr lang="es-ES_tradnl" sz="1800" dirty="0"/>
              <a:t> </a:t>
            </a:r>
            <a:r>
              <a:rPr lang="es-ES_tradnl" sz="1800" dirty="0" err="1"/>
              <a:t>relative’s</a:t>
            </a:r>
            <a:r>
              <a:rPr lang="es-ES_tradnl" sz="1800" dirty="0"/>
              <a:t> </a:t>
            </a:r>
            <a:r>
              <a:rPr lang="es-ES_tradnl" sz="1800" dirty="0" err="1"/>
              <a:t>profession</a:t>
            </a:r>
            <a:r>
              <a:rPr lang="es-ES_tradnl" sz="1800" dirty="0"/>
              <a:t> can be </a:t>
            </a:r>
            <a:r>
              <a:rPr lang="es-ES_tradnl" sz="1800" dirty="0" err="1"/>
              <a:t>asked</a:t>
            </a:r>
            <a:r>
              <a:rPr lang="es-ES_tradnl" sz="1800" dirty="0"/>
              <a:t> and </a:t>
            </a:r>
            <a:r>
              <a:rPr lang="es-ES_tradnl" sz="1800" dirty="0" err="1"/>
              <a:t>answered</a:t>
            </a:r>
            <a:r>
              <a:rPr lang="es-ES_tradnl" sz="1800" dirty="0"/>
              <a:t>)</a:t>
            </a:r>
          </a:p>
          <a:p>
            <a:pPr marL="0" indent="0">
              <a:buNone/>
            </a:pPr>
            <a:endParaRPr lang="es-ES_tradnl" sz="1800" dirty="0"/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¿Cuántos </a:t>
            </a:r>
            <a:r>
              <a:rPr lang="es-E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primo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 tienes </a:t>
            </a: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tú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? </a:t>
            </a:r>
          </a:p>
          <a:p>
            <a:pPr marL="0" indent="0">
              <a:buNone/>
            </a:pPr>
            <a:r>
              <a:rPr lang="es-E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---- Yo tengo diez primos. (</a:t>
            </a:r>
            <a:r>
              <a:rPr lang="es-E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we</a:t>
            </a:r>
            <a:r>
              <a:rPr lang="es-E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can </a:t>
            </a:r>
            <a:r>
              <a:rPr lang="es-E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ask</a:t>
            </a:r>
            <a:r>
              <a:rPr lang="es-E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number</a:t>
            </a:r>
            <a:r>
              <a:rPr lang="es-E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of</a:t>
            </a:r>
            <a:r>
              <a:rPr lang="es-E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siblings</a:t>
            </a:r>
            <a:r>
              <a:rPr lang="es-E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/ Friends/ </a:t>
            </a:r>
            <a:r>
              <a:rPr lang="es-E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cousins</a:t>
            </a:r>
            <a:r>
              <a:rPr lang="es-E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etc</a:t>
            </a:r>
            <a:r>
              <a:rPr lang="es-E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in </a:t>
            </a:r>
            <a:r>
              <a:rPr lang="es-E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this</a:t>
            </a:r>
            <a:r>
              <a:rPr lang="es-E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way</a:t>
            </a:r>
            <a:r>
              <a:rPr lang="es-E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s-ES_tradnl" sz="1800" dirty="0"/>
          </a:p>
          <a:p>
            <a:pPr>
              <a:buFont typeface="Wingdings" panose="05000000000000000000" pitchFamily="2" charset="2"/>
              <a:buChar char="n"/>
            </a:pPr>
            <a:endParaRPr lang="es-ES_tradnl" sz="1800" dirty="0"/>
          </a:p>
          <a:p>
            <a:pPr>
              <a:buFont typeface="Wingdings" panose="05000000000000000000" pitchFamily="2" charset="2"/>
              <a:buChar char="n"/>
            </a:pPr>
            <a:endParaRPr lang="es-ES_tradnl" sz="1800" dirty="0"/>
          </a:p>
          <a:p>
            <a:pPr marL="342900" lvl="0" indent="-342900">
              <a:buFont typeface="Calibri" panose="020F0502020204030204" pitchFamily="34" charset="0"/>
              <a:buAutoNum type="alphaLcPeriod"/>
            </a:pP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1468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2548</TotalTime>
  <Words>915</Words>
  <Application>Microsoft Office PowerPoint</Application>
  <PresentationFormat>Widescreen</PresentationFormat>
  <Paragraphs>112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INTRODUCCIÓN Y CONVERSACIÓN</vt:lpstr>
      <vt:lpstr>LA INTRODUCCIÓN</vt:lpstr>
      <vt:lpstr>PowerPoint Presentation</vt:lpstr>
      <vt:lpstr>La conversación</vt:lpstr>
      <vt:lpstr>PowerPoint Presentation</vt:lpstr>
      <vt:lpstr>More questions.</vt:lpstr>
      <vt:lpstr>Some questions with SER</vt:lpstr>
      <vt:lpstr>Some questions with ESTAR</vt:lpstr>
      <vt:lpstr>Some questions with TENER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baishali choudhuri</dc:creator>
  <cp:lastModifiedBy>baishali choudhuri</cp:lastModifiedBy>
  <cp:revision>32</cp:revision>
  <dcterms:created xsi:type="dcterms:W3CDTF">2021-04-05T07:22:10Z</dcterms:created>
  <dcterms:modified xsi:type="dcterms:W3CDTF">2024-08-21T10:53:39Z</dcterms:modified>
</cp:coreProperties>
</file>