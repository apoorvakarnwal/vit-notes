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9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8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E899-6B51-DF87-B856-ABE49C18F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4228A-800F-5820-295A-B9ED46408B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21D49-50BA-DF30-AA67-553601FA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6A975-F744-7C06-A675-0E19228E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A74E6-8074-FC42-5FBE-09E70D7C7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827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115FE-FA43-B161-6E7B-6E309F687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B5B97-95A2-85BD-7B70-CC68B1372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7A32E-4DD9-829B-798B-D18F382CD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21658-BA3A-07B7-1634-5270FFF4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42E5A-AB43-0097-A1CB-3FC56A107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0916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C2A56-E081-53E0-705D-736280A9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20225-31B4-EFB1-DBE9-BF35AEA4CB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9A13A-549B-9794-D780-1FDA42478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492AF-0694-214C-D442-434C493C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66AD9-6C1F-C2AA-2AEB-C0275F84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087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7D6C8-2BBE-A39D-D8ED-A1C253CC5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E9451-9A3A-7504-2663-71B667B99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A223B2-F387-B865-FE2F-05F58640B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5D7E7-A867-9308-604A-FB78C050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0D9EA-11F1-C3B5-65B7-D127DDDEF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29027-980C-7B1C-51F0-F1F04432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2900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B319-A942-D337-E6E7-BB590795B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634F1-93A8-60DE-2491-63B91A3C7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99513-436D-5CC8-BEA6-9F34C9839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D37CE-60E9-A1FE-50B6-8BF377FD5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18E7AB-6236-6E43-3C77-1C72251624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61AB72-7415-B1B8-27C7-B8E7B0F3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2B6791-70B3-B645-9732-3C3A75ED2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093E25-6604-D94B-C225-1567B88B4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450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4E37-8C14-6D76-B226-09D0DDD71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2E7BCF-78E1-ECD3-F322-6F8B5886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04E38E-81D5-4372-2B20-3251CB46F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E58F6-6471-419D-C6CE-4535EFB98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4800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8CCAC-F137-6261-68BE-09C37B3A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12E12-DDB6-4FFE-2DF2-0CAD5D992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3D611-2CFC-119E-7C30-FAB6A31E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0849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B221-1DE1-17E9-6A0C-A4F47776A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257C4-ADE8-45AA-FCC2-4CFD6363F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26F577-5176-71D6-06A5-6E8AB4C41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6FD8C-2FEB-824E-70EB-77DE10FC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B7330-8130-C493-3E76-8F918F92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3AF7EB-B75D-1DC7-B734-65A140DA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7867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97379-0084-D7EF-FAF2-A70E0B59F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38A6E-1D7E-FC14-EFC6-CCD715F26B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89DD6-2ACE-CB62-3335-357048E75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F0846-CBAA-D358-02D2-24499A51D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2ABCF-9837-7ED9-F2B6-0F5DDC86B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ABA97-26FD-939F-8E7C-9E39384CF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876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19EA-97BB-A897-37A9-2CBBEF34F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4F13A-D3E8-E043-04CD-4C07305AA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70673-3858-F9C3-213E-77E066D25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941CE-59F9-A93E-0D7C-AFA6A699F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B6AD-56E9-447F-8B7D-BCF4AC54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514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1631F0-F759-74AA-B7B4-64E6E4FB6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85177-01C4-BEFE-739D-C3C8B0672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1C5D6-FAF4-B7F3-EE08-3058B596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0E32A-5CB1-4C0A-E336-45D2CA114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6EB71-DC7A-ECC6-6037-084119746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840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F24C99-A992-7417-2D56-17A4655CA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43C7F-6E72-5361-4AD9-A2EBFCC61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330E9-3E95-9D3B-ECEE-DC3C6DCBC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083B2-C9CA-4C3D-BB04-A60E4BA7A596}" type="datetimeFigureOut">
              <a:rPr lang="es-ES" smtClean="0"/>
              <a:t>21/08/2024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65780-ACAA-6D63-FFC3-31AF97580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5CD5F-1040-87BB-3858-4F07570F0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58F73-BC4D-427E-9846-92640D8F963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949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1E9B-CC3D-F018-E989-AEC658682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LOS NUMEROS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22101-829B-8053-0DF5-BD8E1E255E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THE NUMBERS</a:t>
            </a:r>
          </a:p>
        </p:txBody>
      </p:sp>
    </p:spTree>
    <p:extLst>
      <p:ext uri="{BB962C8B-B14F-4D97-AF65-F5344CB8AC3E}">
        <p14:creationId xmlns:p14="http://schemas.microsoft.com/office/powerpoint/2010/main" val="1780083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8191E-F763-424D-8CE5-D9C6D949C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NUMEROS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B16373E-878B-4ECA-86E1-A93D29162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29" y="1364566"/>
            <a:ext cx="9256540" cy="5022166"/>
          </a:xfrm>
        </p:spPr>
      </p:pic>
    </p:spTree>
    <p:extLst>
      <p:ext uri="{BB962C8B-B14F-4D97-AF65-F5344CB8AC3E}">
        <p14:creationId xmlns:p14="http://schemas.microsoft.com/office/powerpoint/2010/main" val="2376612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C1C82-E9E8-469D-AFD4-D37CEF01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CC4B0-3E95-4966-A9F9-18EB0D651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Veintiuno 21</a:t>
            </a:r>
          </a:p>
          <a:p>
            <a:r>
              <a:rPr lang="es-ES" dirty="0"/>
              <a:t>Veintidós 22</a:t>
            </a:r>
          </a:p>
          <a:p>
            <a:r>
              <a:rPr lang="es-ES" dirty="0"/>
              <a:t>Veintitrés 23</a:t>
            </a:r>
          </a:p>
          <a:p>
            <a:endParaRPr lang="es-ES" dirty="0"/>
          </a:p>
          <a:p>
            <a:r>
              <a:rPr lang="es-ES" dirty="0"/>
              <a:t>Treinta 30</a:t>
            </a:r>
          </a:p>
          <a:p>
            <a:r>
              <a:rPr lang="es-ES" dirty="0"/>
              <a:t>Treinta y uno 31</a:t>
            </a:r>
          </a:p>
          <a:p>
            <a:r>
              <a:rPr lang="es-ES" dirty="0"/>
              <a:t>Treinta y dos 32</a:t>
            </a:r>
          </a:p>
          <a:p>
            <a:endParaRPr lang="es-ES" dirty="0"/>
          </a:p>
          <a:p>
            <a:r>
              <a:rPr lang="es-ES" dirty="0"/>
              <a:t>Cuarenta  40</a:t>
            </a:r>
          </a:p>
          <a:p>
            <a:r>
              <a:rPr lang="es-ES" dirty="0"/>
              <a:t>Cuarenta y cinco 45</a:t>
            </a:r>
          </a:p>
          <a:p>
            <a:r>
              <a:rPr lang="es-ES" dirty="0"/>
              <a:t>Cuarenta y ocho 48</a:t>
            </a:r>
          </a:p>
        </p:txBody>
      </p:sp>
    </p:spTree>
    <p:extLst>
      <p:ext uri="{BB962C8B-B14F-4D97-AF65-F5344CB8AC3E}">
        <p14:creationId xmlns:p14="http://schemas.microsoft.com/office/powerpoint/2010/main" val="150788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75532-AC74-A876-9864-652C5938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B5214-BCA4-47C4-74C7-A3448AD2F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Cincuenta  50	cincuenta y uno 51</a:t>
            </a:r>
          </a:p>
          <a:p>
            <a:r>
              <a:rPr lang="es-ES" dirty="0"/>
              <a:t>Sesenta  60	sesenta y dos 62</a:t>
            </a:r>
          </a:p>
          <a:p>
            <a:r>
              <a:rPr lang="es-ES" dirty="0"/>
              <a:t>Setenta  70	sesenta  y tres 73</a:t>
            </a:r>
          </a:p>
          <a:p>
            <a:r>
              <a:rPr lang="es-ES" dirty="0"/>
              <a:t>Ochenta 80	ochenta y cuatro 84</a:t>
            </a:r>
          </a:p>
          <a:p>
            <a:r>
              <a:rPr lang="es-ES" dirty="0"/>
              <a:t>Noventa  90	noventa y cinco 95</a:t>
            </a:r>
          </a:p>
          <a:p>
            <a:r>
              <a:rPr lang="es-ES" dirty="0"/>
              <a:t>Cien 100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sz="2800" b="1" dirty="0"/>
              <a:t>Cero 0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2388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55DE4-5EA8-C738-0CDA-F585590E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Practice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32055-C597-6A85-9926-379715E72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Dieciocho + dieciséis =</a:t>
            </a:r>
          </a:p>
          <a:p>
            <a:r>
              <a:rPr lang="es-ES" dirty="0"/>
              <a:t>Cincuenta y cuatro – cuarenta =</a:t>
            </a:r>
          </a:p>
          <a:p>
            <a:r>
              <a:rPr lang="es-ES" dirty="0"/>
              <a:t>Ochenta y ocho, cuarenta y cuatro, _________, once.</a:t>
            </a:r>
          </a:p>
          <a:p>
            <a:r>
              <a:rPr lang="es-ES" dirty="0"/>
              <a:t>Quince, treinta, cuarenta y cinco, ________.</a:t>
            </a:r>
          </a:p>
          <a:p>
            <a:r>
              <a:rPr lang="es-ES" dirty="0"/>
              <a:t>Sesenta + cuarenta =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9924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106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LOS NUMEROS</vt:lpstr>
      <vt:lpstr>LOS NUMEROS</vt:lpstr>
      <vt:lpstr>PowerPoint Presentation</vt:lpstr>
      <vt:lpstr>PowerPoint Presentation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baishali choudhuri</dc:creator>
  <cp:lastModifiedBy>baishali choudhuri</cp:lastModifiedBy>
  <cp:revision>1</cp:revision>
  <dcterms:created xsi:type="dcterms:W3CDTF">2024-08-21T07:17:11Z</dcterms:created>
  <dcterms:modified xsi:type="dcterms:W3CDTF">2024-08-21T11:14:17Z</dcterms:modified>
</cp:coreProperties>
</file>