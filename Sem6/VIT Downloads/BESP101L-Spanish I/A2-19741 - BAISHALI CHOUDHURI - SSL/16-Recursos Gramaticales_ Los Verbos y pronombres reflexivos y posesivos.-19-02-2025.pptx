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57" r:id="rId5"/>
    <p:sldId id="262" r:id="rId6"/>
    <p:sldId id="263" r:id="rId7"/>
    <p:sldId id="264" r:id="rId8"/>
    <p:sldId id="259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6BFC7-E1E5-4AD3-9552-D08A87B957EB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C9391-4FC4-4AB9-97E9-D2047B5DF9F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357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images/search?view=detailV2&amp;ccid=aRAAKL%2FR&amp;id=4525004A676FF85E0615BD7E36E8FA1C3ADE7D7B&amp;thid=OIP.aRAAKL_Rnx-22WF83aUCUwAAAA&amp;mediaurl=https%3A%2F%2Fi.pinimg.com%2Foriginals%2F21%2F02%2Fea%2F2102ea67f59f682eb918093cca20e657.png&amp;exph=504&amp;expw=393&amp;q=vestirse+conjugation&amp;simid=608025730566346912&amp;form=IRPRST&amp;ck=EF4272D475B2EDAEFEB25CA578FAA61E&amp;selectedindex=4&amp;itb=0&amp;cw=716&amp;ch=661&amp;ajaxhist=0&amp;ajaxserp=0&amp;vt=0&amp;sim=11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>
                <a:hlinkClick r:id="rId3"/>
              </a:rPr>
              <a:t>vestirse</a:t>
            </a:r>
            <a:r>
              <a:rPr lang="en-IN" dirty="0">
                <a:hlinkClick r:id="rId3"/>
              </a:rPr>
              <a:t> conjugation - Search Images (bing.com)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C9391-4FC4-4AB9-97E9-D2047B5DF9F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3080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3E97-FFF3-3C35-557B-3DCF38EC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77BAD-21D9-78E1-A1C7-0885A07C9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49D9D-0D7D-F406-6A5C-5BC90B18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2F243-E45C-B909-6064-A0F86A97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D0364-D9CF-873B-2294-F75DD94E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098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FA1E-E24B-2613-3E3B-04D0D401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8A74-DE02-22C6-77FE-C92BAA87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B65A8-2877-B778-048B-79938A3F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631C7-E78B-577A-24A2-57A14736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4BA7B-A9D7-EC0A-C16B-AC796DCF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191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F421-72F3-A850-BD7D-D1FBC0BA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6294-5D09-A1ED-0D37-9DF984050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00D29-171E-8E7D-FB08-C8835C3E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1B068-9F3F-A04D-F77F-090495A1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747D2-67BA-0EE8-7A2D-6B879031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74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DA9B-E8D3-93D8-E4C2-213F0217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DEBF-F90E-3A85-12E5-6A414229E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C7086-194F-CA3B-C3C5-8AF37734D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571B0-46E6-413C-28A2-A3063A14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654A3-8F68-4590-8B84-C4D76A10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CD67B-F997-5A42-525D-7253883A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921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C860-6755-9CD6-A424-68EDDCCD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E033E-568D-C5C9-3739-F733BDBA3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6DEFF-BD7D-D99E-C758-DC9F8421A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9E977-AA96-15D5-7DD1-F58C97F60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8F383-B25C-EEA8-F98B-4E595AA9B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2AEC5-9F28-8083-ED16-0E20D21EA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7ACA4-1A7A-1D78-5C81-46C0F5CD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00B64-AC2A-B3B0-BF5B-50ADCDA3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02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CDB3-24B8-40D4-B349-74F0D07B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F15CC-02BD-0D79-C54E-81DA2AC5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21D48-E6CD-49D8-A4EF-CC08DFD6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9BF52-5B3F-AF6B-1275-24CF232C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23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73F88-775F-DFE7-2483-66533B75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A46E6-65AA-0EC4-4F3C-BA94FD60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DAA0-C5C7-FFC6-887A-C64EF834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28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D325-8C91-8242-5050-5AED4890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92B0A-BB2C-28A0-9DEE-A3EC32088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8F9B9-6E45-1077-E83C-0EDA493D1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53BAA-CFD9-2D41-319B-894EADCB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6B487-5CD6-84E8-D09B-AC341557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CB29-9457-8626-18AD-B9BC2893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769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D006-EDB6-292C-D738-F703EDD3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31BB66-F75B-0593-2AC8-D29B5D3D6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FF3CE-E147-6E85-199F-D2F8E1097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61C3A-4C1D-824E-FD8E-1B995F6D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38432-B7BF-7AB5-AD19-21763904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D817E-379A-D3EC-A705-2516044D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201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2C8A-EFAD-862C-C016-4EDF15BE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A8714-8A59-DEC4-BA39-622BECEC2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6104B-58EC-C193-6541-4D1BB1E8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BD1B6-97DE-DD7F-5F0B-FED70D46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7278E-1F46-6519-E26F-6FBFF2CA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450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6B7F5-2F73-CAD3-4378-6015978AE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89339-85AA-5A46-FCDE-D05D8D55F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0382B-3C15-E67A-5A7D-1D16F26D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93CBB-266B-3C05-688B-A4CE91E5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7E7A-5C8E-515B-09A0-825998CA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469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6A0E1B-1829-A12C-0827-29F889EE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96D44-56DA-7F3A-EE20-FD8D4F07B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59521-8638-1DF9-7506-E024B5277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6CB1F-3A61-49C8-8E86-5EF460AAB7E2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0EA3F-CE2D-149B-5D4E-02F6894A0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A65A-4D09-CB55-82BF-1FB2F5A49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FC6E-EF15-4458-AB55-AD215C10B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75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3417-D801-24E9-9EAC-9CF50ECB3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Los verbos reflexivos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BBB22-6DF4-DB62-BBB8-F92656DC8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Llamarse, Lavarse, Levantarse, Irse, Llevarse, Peinarse</a:t>
            </a:r>
          </a:p>
        </p:txBody>
      </p:sp>
    </p:spTree>
    <p:extLst>
      <p:ext uri="{BB962C8B-B14F-4D97-AF65-F5344CB8AC3E}">
        <p14:creationId xmlns:p14="http://schemas.microsoft.com/office/powerpoint/2010/main" val="3839807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1EECC2-8394-DECD-3637-93F454D9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Definition</a:t>
            </a:r>
            <a:r>
              <a:rPr lang="es-ES" dirty="0"/>
              <a:t> and </a:t>
            </a:r>
            <a:r>
              <a:rPr lang="es-ES" dirty="0" err="1"/>
              <a:t>usage</a:t>
            </a:r>
            <a:endParaRPr lang="es-E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83E2D-C9F2-23D3-5942-EAE59CFFB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verb is reflexive when the subject and the object are the same.</a:t>
            </a:r>
          </a:p>
          <a:p>
            <a:pPr marL="0" indent="0">
              <a:buNone/>
            </a:pP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 wash myself.</a:t>
            </a:r>
            <a:r>
              <a:rPr lang="en-US" sz="3200" i="1" dirty="0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i="1" dirty="0" err="1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200" i="1" dirty="0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3200" i="1" dirty="0" err="1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lavo</a:t>
            </a:r>
            <a:r>
              <a:rPr lang="en-US" sz="3200" i="1" dirty="0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3200" i="1" dirty="0">
              <a:solidFill>
                <a:srgbClr val="2F2F2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But, </a:t>
            </a: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 wash the car.  </a:t>
            </a:r>
            <a:r>
              <a:rPr lang="en-US" sz="32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</a:t>
            </a: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lavo</a:t>
            </a: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</a:t>
            </a: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coche</a:t>
            </a: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32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is not reflexive because subject and object are not same.</a:t>
            </a:r>
            <a:endParaRPr lang="en-US" sz="3200" i="1" dirty="0">
              <a:solidFill>
                <a:srgbClr val="2F2F2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2F2F2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hen a verb is reflexive, the infinitive ends in "se.“</a:t>
            </a:r>
          </a:p>
          <a:p>
            <a:pPr marL="0" indent="0">
              <a:buNone/>
            </a:pPr>
            <a:r>
              <a:rPr lang="es-ES" sz="3200" dirty="0"/>
              <a:t>Llamarse, Lavarse, Levantarse, Llevarse, Peinarse </a:t>
            </a:r>
            <a:r>
              <a:rPr lang="es-ES" sz="3200" dirty="0" err="1"/>
              <a:t>etc</a:t>
            </a:r>
            <a:endParaRPr lang="es-ES" sz="3200" dirty="0"/>
          </a:p>
          <a:p>
            <a:endParaRPr lang="es-ES" sz="1600" dirty="0"/>
          </a:p>
          <a:p>
            <a:endParaRPr lang="es-ES" sz="1600" dirty="0"/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454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A849-A5BA-2776-E985-75BDB0E1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BD8DE-29A9-B16D-9606-31F76A25E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one reflexive verb we have been using since we began studying Spanish.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spcAft>
                <a:spcPts val="600"/>
              </a:spcAft>
            </a:pPr>
            <a:r>
              <a:rPr lang="es-E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llamarse</a:t>
            </a:r>
            <a:r>
              <a:rPr lang="es-ES" sz="28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s-ES" sz="28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28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s-ES" sz="28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oneself</a:t>
            </a:r>
            <a:endParaRPr lang="es-ES" sz="2800" i="1" dirty="0">
              <a:solidFill>
                <a:srgbClr val="2F2F2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spcAft>
                <a:spcPts val="600"/>
              </a:spcAft>
            </a:pPr>
            <a:r>
              <a:rPr lang="es-E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¿Cómo se llama usted? </a:t>
            </a:r>
            <a:r>
              <a:rPr lang="es-ES" sz="2800" b="1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s-E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E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s-E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b="1" i="1" dirty="0">
                <a:solidFill>
                  <a:srgbClr val="2F2F2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s-ES" sz="28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spcAft>
                <a:spcPts val="1000"/>
              </a:spcAft>
            </a:pPr>
            <a:r>
              <a:rPr lang="en-U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 </a:t>
            </a:r>
            <a:r>
              <a:rPr lang="en-US" sz="2800" b="1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llamo</a:t>
            </a:r>
            <a:r>
              <a:rPr lang="en-US" sz="2800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Juan. My name is Juan/ I am called Juan</a:t>
            </a:r>
            <a:br>
              <a:rPr lang="en-US" sz="2800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277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27BC-F494-A840-5E51-5640A1B3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Reflexive </a:t>
            </a:r>
            <a:r>
              <a:rPr lang="es-ES" dirty="0" err="1"/>
              <a:t>Pronouns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042FF-BE63-6CEE-8F9B-42248B5503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Lavarse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Yo				me</a:t>
            </a:r>
          </a:p>
          <a:p>
            <a:r>
              <a:rPr lang="es-ES" dirty="0"/>
              <a:t>Tu				te</a:t>
            </a:r>
          </a:p>
          <a:p>
            <a:r>
              <a:rPr lang="es-ES" dirty="0"/>
              <a:t>El/ella/ustedes		Se</a:t>
            </a:r>
          </a:p>
          <a:p>
            <a:r>
              <a:rPr lang="es-ES" dirty="0"/>
              <a:t>Nosotros/-as		Nos</a:t>
            </a:r>
          </a:p>
          <a:p>
            <a:r>
              <a:rPr lang="es-ES" dirty="0"/>
              <a:t>Vosotros/-as		Os</a:t>
            </a:r>
          </a:p>
          <a:p>
            <a:r>
              <a:rPr lang="es-ES" dirty="0"/>
              <a:t>Ellos/Ellas/Ustedes	Se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6CFA3-3B4F-2DB5-018C-D2EAF195C6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Llamarse</a:t>
            </a:r>
          </a:p>
          <a:p>
            <a:endParaRPr lang="es-ES" dirty="0"/>
          </a:p>
          <a:p>
            <a:r>
              <a:rPr lang="es-ES" dirty="0"/>
              <a:t>Yo 			me llamo</a:t>
            </a:r>
          </a:p>
          <a:p>
            <a:r>
              <a:rPr lang="es-ES" dirty="0"/>
              <a:t>Tu 			te llamas</a:t>
            </a:r>
          </a:p>
          <a:p>
            <a:r>
              <a:rPr lang="es-ES" dirty="0"/>
              <a:t>El/ella/</a:t>
            </a:r>
            <a:r>
              <a:rPr lang="es-ES" dirty="0" err="1"/>
              <a:t>ud.</a:t>
            </a:r>
            <a:r>
              <a:rPr lang="es-ES" dirty="0"/>
              <a:t> 		se llama</a:t>
            </a:r>
          </a:p>
          <a:p>
            <a:endParaRPr lang="es-ES" dirty="0"/>
          </a:p>
          <a:p>
            <a:r>
              <a:rPr lang="es-ES" dirty="0"/>
              <a:t>Nosotros/-as	nos llamamos</a:t>
            </a:r>
          </a:p>
          <a:p>
            <a:r>
              <a:rPr lang="es-ES" dirty="0"/>
              <a:t>Vosotros/-as	os llamáis</a:t>
            </a:r>
          </a:p>
          <a:p>
            <a:r>
              <a:rPr lang="es-ES" dirty="0"/>
              <a:t>Ellos/Ellas/</a:t>
            </a:r>
            <a:r>
              <a:rPr lang="es-ES" dirty="0" err="1"/>
              <a:t>uds.</a:t>
            </a:r>
            <a:r>
              <a:rPr lang="es-ES" dirty="0"/>
              <a:t>	se llaman</a:t>
            </a:r>
          </a:p>
        </p:txBody>
      </p:sp>
    </p:spTree>
    <p:extLst>
      <p:ext uri="{BB962C8B-B14F-4D97-AF65-F5344CB8AC3E}">
        <p14:creationId xmlns:p14="http://schemas.microsoft.com/office/powerpoint/2010/main" val="414056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4082-EDF5-B662-6388-104D9A36F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Reflesive</a:t>
            </a:r>
            <a:r>
              <a:rPr lang="es-ES" dirty="0"/>
              <a:t> </a:t>
            </a:r>
            <a:r>
              <a:rPr lang="es-ES" dirty="0" err="1"/>
              <a:t>pronoun</a:t>
            </a:r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86F56D-5CBE-14D5-5F8E-603B8B23D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purpose of the </a:t>
            </a:r>
            <a:r>
              <a:rPr lang="en-US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reflexive pronouns </a:t>
            </a:r>
            <a:r>
              <a:rPr lang="en-US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to show that the action of the verb remains with the subject.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r>
              <a:rPr lang="es-ES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Juan se lava la cara.</a:t>
            </a:r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br>
              <a:rPr lang="es-E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Juan washes his face. </a:t>
            </a:r>
            <a:r>
              <a:rPr lang="es-E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(reflexive)</a:t>
            </a:r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r>
              <a:rPr lang="es-ES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Juan lava su carro.</a:t>
            </a:r>
            <a:r>
              <a:rPr lang="es-E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(non-reflexive)</a:t>
            </a:r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br>
              <a:rPr lang="en-IN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Juan washes his car.</a:t>
            </a:r>
          </a:p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When referring to body parts, use the definite article, thus "la </a:t>
            </a:r>
            <a:r>
              <a:rPr lang="en-US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not "</a:t>
            </a:r>
            <a:r>
              <a:rPr lang="en-US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i="1" dirty="0">
                <a:solidFill>
                  <a:srgbClr val="2F2F2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280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F180-B60F-36CB-0898-9F2C76F5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Regular reflexive </a:t>
            </a:r>
            <a:r>
              <a:rPr lang="es-ES" dirty="0" err="1"/>
              <a:t>verbs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94BF3-12FB-702E-BB9B-7D8BC6DAF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Levantarse: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wake</a:t>
            </a:r>
            <a:r>
              <a:rPr lang="es-ES" dirty="0"/>
              <a:t> up</a:t>
            </a:r>
          </a:p>
          <a:p>
            <a:r>
              <a:rPr lang="es-ES" dirty="0"/>
              <a:t>Lavarse: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wash</a:t>
            </a:r>
            <a:r>
              <a:rPr lang="es-ES" dirty="0"/>
              <a:t> </a:t>
            </a:r>
            <a:r>
              <a:rPr lang="es-ES" dirty="0" err="1"/>
              <a:t>oneself</a:t>
            </a:r>
            <a:endParaRPr lang="es-ES" dirty="0"/>
          </a:p>
          <a:p>
            <a:r>
              <a:rPr lang="es-ES" dirty="0"/>
              <a:t>Cepillarse: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brush</a:t>
            </a:r>
            <a:endParaRPr lang="es-ES" dirty="0"/>
          </a:p>
          <a:p>
            <a:r>
              <a:rPr lang="es-ES" dirty="0"/>
              <a:t>Afeitarse: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shave</a:t>
            </a:r>
            <a:endParaRPr lang="es-ES" dirty="0"/>
          </a:p>
          <a:p>
            <a:r>
              <a:rPr lang="es-ES" dirty="0"/>
              <a:t>Bañarse: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take</a:t>
            </a:r>
            <a:r>
              <a:rPr lang="es-ES" dirty="0"/>
              <a:t> </a:t>
            </a:r>
            <a:r>
              <a:rPr lang="es-ES" dirty="0" err="1"/>
              <a:t>bath</a:t>
            </a:r>
            <a:r>
              <a:rPr lang="es-ES" dirty="0"/>
              <a:t>/ Ducharse: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take</a:t>
            </a:r>
            <a:r>
              <a:rPr lang="es-ES" dirty="0"/>
              <a:t> </a:t>
            </a:r>
            <a:r>
              <a:rPr lang="es-ES" dirty="0" err="1"/>
              <a:t>shower</a:t>
            </a:r>
            <a:endParaRPr lang="es-ES" dirty="0"/>
          </a:p>
          <a:p>
            <a:r>
              <a:rPr lang="es-ES" dirty="0"/>
              <a:t>Peinarse: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comb</a:t>
            </a:r>
            <a:endParaRPr lang="es-ES" dirty="0"/>
          </a:p>
          <a:p>
            <a:r>
              <a:rPr lang="es-ES" dirty="0"/>
              <a:t>Maquillarse: </a:t>
            </a:r>
            <a:r>
              <a:rPr lang="es-ES" dirty="0" err="1"/>
              <a:t>put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make</a:t>
            </a:r>
            <a:r>
              <a:rPr lang="es-ES" dirty="0"/>
              <a:t> up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163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B1E7-0C7E-FE7F-D07C-18A5837C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Irregular reflexive </a:t>
            </a:r>
            <a:r>
              <a:rPr lang="es-ES" dirty="0" err="1"/>
              <a:t>verbs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2985-B195-565A-FE64-1573C16E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Despertarse: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wake</a:t>
            </a:r>
            <a:r>
              <a:rPr lang="es-ES" dirty="0"/>
              <a:t> up</a:t>
            </a:r>
          </a:p>
          <a:p>
            <a:r>
              <a:rPr lang="es-ES" dirty="0"/>
              <a:t>Acostarse: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go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bed</a:t>
            </a:r>
            <a:endParaRPr lang="es-ES" dirty="0"/>
          </a:p>
          <a:p>
            <a:r>
              <a:rPr lang="es-ES" dirty="0"/>
              <a:t>Dormirse: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sleep</a:t>
            </a:r>
            <a:r>
              <a:rPr lang="es-ES" dirty="0"/>
              <a:t> off</a:t>
            </a:r>
          </a:p>
          <a:p>
            <a:r>
              <a:rPr lang="es-ES" dirty="0"/>
              <a:t>Vestirse: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dress</a:t>
            </a:r>
            <a:r>
              <a:rPr lang="es-ES" dirty="0"/>
              <a:t> up</a:t>
            </a:r>
          </a:p>
        </p:txBody>
      </p:sp>
    </p:spTree>
    <p:extLst>
      <p:ext uri="{BB962C8B-B14F-4D97-AF65-F5344CB8AC3E}">
        <p14:creationId xmlns:p14="http://schemas.microsoft.com/office/powerpoint/2010/main" val="35007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6ECC-68AA-61B7-E3FB-A47A8D74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A9A121-650A-17E1-EFB6-0DA3F118AC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FF98DE-C224-96E3-F9FC-D8C25B067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09482"/>
            <a:ext cx="5181600" cy="4231342"/>
          </a:xfrm>
        </p:spPr>
      </p:pic>
    </p:spTree>
    <p:extLst>
      <p:ext uri="{BB962C8B-B14F-4D97-AF65-F5344CB8AC3E}">
        <p14:creationId xmlns:p14="http://schemas.microsoft.com/office/powerpoint/2010/main" val="2461708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DBE72C-CBDC-1E5B-017B-8FC1ED27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Dormirse (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sleep</a:t>
            </a:r>
            <a:r>
              <a:rPr lang="es-ES" dirty="0"/>
              <a:t> off/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fall</a:t>
            </a:r>
            <a:r>
              <a:rPr lang="es-ES" dirty="0"/>
              <a:t> </a:t>
            </a:r>
            <a:r>
              <a:rPr lang="es-ES" dirty="0" err="1"/>
              <a:t>asleep</a:t>
            </a:r>
            <a:r>
              <a:rPr lang="es-E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73C9E-62C1-EDB9-970E-AC70FB0BC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Yo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me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duermo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(I fall asleep)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Tú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te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duermes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(You fall asleep)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Él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/Ella/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Usted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duerme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(He/She/You fall asleep)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Nosotros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Nosotras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nos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dormimos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(We fall asleep)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Vosotros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Vosotras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os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dormís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(You all fall asleep)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Ellos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Ellas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Ustedes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n-IN" b="0" i="0" dirty="0" err="1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duermen</a:t>
            </a:r>
            <a:r>
              <a:rPr lang="en-IN" b="0" i="0" dirty="0">
                <a:solidFill>
                  <a:srgbClr val="111111"/>
                </a:solidFill>
                <a:effectLst/>
                <a:latin typeface="Segoe UI" panose="020B0502040204020203" pitchFamily="34" charset="0"/>
              </a:rPr>
              <a:t> (They/You all fall asleep)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7430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83A1-8E3F-0C78-F006-02B17E67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Vestirse (</a:t>
            </a:r>
            <a:r>
              <a:rPr lang="es-ES" dirty="0" err="1"/>
              <a:t>dress</a:t>
            </a:r>
            <a:r>
              <a:rPr lang="es-ES" dirty="0"/>
              <a:t> up)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65E4C2-F5E4-E005-9EE8-A096950C2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28" y="2080887"/>
            <a:ext cx="9125712" cy="4777113"/>
          </a:xfrm>
        </p:spPr>
      </p:pic>
    </p:spTree>
    <p:extLst>
      <p:ext uri="{BB962C8B-B14F-4D97-AF65-F5344CB8AC3E}">
        <p14:creationId xmlns:p14="http://schemas.microsoft.com/office/powerpoint/2010/main" val="305782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3454</TotalTime>
  <Words>457</Words>
  <Application>Microsoft Office PowerPoint</Application>
  <PresentationFormat>Widescreen</PresentationFormat>
  <Paragraphs>70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Office Theme</vt:lpstr>
      <vt:lpstr>Los verbos reflexivos</vt:lpstr>
      <vt:lpstr>Definition and usage</vt:lpstr>
      <vt:lpstr>PowerPoint Presentation</vt:lpstr>
      <vt:lpstr>Reflexive Pronouns</vt:lpstr>
      <vt:lpstr>Reflesive pronoun</vt:lpstr>
      <vt:lpstr>Regular reflexive verbs</vt:lpstr>
      <vt:lpstr>Irregular reflexive verbs</vt:lpstr>
      <vt:lpstr>PowerPoint Presentation</vt:lpstr>
      <vt:lpstr>Dormirse (to sleep off/ to fall asleep)</vt:lpstr>
      <vt:lpstr>Vestirse (dress up)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verbos reflexivos</dc:title>
  <dc:creator>baishali choudhuri</dc:creator>
  <cp:lastModifiedBy>baishali choudhuri</cp:lastModifiedBy>
  <cp:revision>7</cp:revision>
  <dcterms:created xsi:type="dcterms:W3CDTF">2023-10-09T16:53:43Z</dcterms:created>
  <dcterms:modified xsi:type="dcterms:W3CDTF">2024-10-22T08:37:46Z</dcterms:modified>
</cp:coreProperties>
</file>