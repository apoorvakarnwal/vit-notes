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1" r:id="rId9"/>
    <p:sldId id="262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ESTAR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1279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Estar=</a:t>
            </a:r>
            <a:r>
              <a:rPr lang="es-ES" dirty="0" err="1"/>
              <a:t>To</a:t>
            </a:r>
            <a:r>
              <a:rPr lang="es-ES" dirty="0"/>
              <a:t> be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19101"/>
            <a:ext cx="8229600" cy="5288161"/>
          </a:xfrm>
        </p:spPr>
      </p:pic>
    </p:spTree>
    <p:extLst>
      <p:ext uri="{BB962C8B-B14F-4D97-AF65-F5344CB8AC3E}">
        <p14:creationId xmlns:p14="http://schemas.microsoft.com/office/powerpoint/2010/main" val="2770711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err="1"/>
              <a:t>Estar</a:t>
            </a:r>
            <a:r>
              <a:rPr lang="en-IN" b="1" dirty="0"/>
              <a:t> is used to express geographical or physical locations.</a:t>
            </a:r>
          </a:p>
          <a:p>
            <a:r>
              <a:rPr lang="en-IN" dirty="0"/>
              <a:t>¿</a:t>
            </a:r>
            <a:r>
              <a:rPr lang="en-IN" dirty="0" err="1"/>
              <a:t>Dónde</a:t>
            </a:r>
            <a:r>
              <a:rPr lang="en-IN" dirty="0"/>
              <a:t> </a:t>
            </a:r>
            <a:r>
              <a:rPr lang="en-IN" b="1" dirty="0" err="1"/>
              <a:t>estás</a:t>
            </a:r>
            <a:r>
              <a:rPr lang="en-IN" dirty="0"/>
              <a:t>? </a:t>
            </a:r>
            <a:r>
              <a:rPr lang="en-IN" b="1" dirty="0" err="1"/>
              <a:t>Estoy</a:t>
            </a:r>
            <a:r>
              <a:rPr lang="en-IN" dirty="0"/>
              <a:t> </a:t>
            </a:r>
            <a:r>
              <a:rPr lang="en-IN" dirty="0" err="1"/>
              <a:t>en</a:t>
            </a:r>
            <a:r>
              <a:rPr lang="en-IN" dirty="0"/>
              <a:t> </a:t>
            </a:r>
            <a:r>
              <a:rPr lang="en-IN" dirty="0" err="1"/>
              <a:t>el</a:t>
            </a:r>
            <a:r>
              <a:rPr lang="en-IN" dirty="0"/>
              <a:t> </a:t>
            </a:r>
            <a:r>
              <a:rPr lang="en-IN" dirty="0" err="1"/>
              <a:t>laboratorio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Where are you?</a:t>
            </a:r>
            <a:r>
              <a:rPr lang="en-IN" b="1" dirty="0"/>
              <a:t> </a:t>
            </a:r>
            <a:r>
              <a:rPr lang="en-IN" dirty="0"/>
              <a:t>I’m in the laboratory.</a:t>
            </a:r>
          </a:p>
          <a:p>
            <a:r>
              <a:rPr lang="en-IN" dirty="0"/>
              <a:t>¿</a:t>
            </a:r>
            <a:r>
              <a:rPr lang="en-IN" dirty="0" err="1"/>
              <a:t>Dónde</a:t>
            </a:r>
            <a:r>
              <a:rPr lang="en-IN" dirty="0"/>
              <a:t> </a:t>
            </a:r>
            <a:r>
              <a:rPr lang="en-IN" b="1" dirty="0" err="1"/>
              <a:t>está</a:t>
            </a:r>
            <a:r>
              <a:rPr lang="en-IN" dirty="0"/>
              <a:t> Chile?</a:t>
            </a:r>
            <a:br>
              <a:rPr lang="en-IN" dirty="0"/>
            </a:br>
            <a:r>
              <a:rPr lang="en-IN" dirty="0"/>
              <a:t>Where’s Chile?</a:t>
            </a:r>
          </a:p>
          <a:p>
            <a:r>
              <a:rPr lang="en-IN" dirty="0"/>
              <a:t>Chile </a:t>
            </a:r>
            <a:r>
              <a:rPr lang="en-IN" b="1" dirty="0" err="1"/>
              <a:t>está</a:t>
            </a:r>
            <a:r>
              <a:rPr lang="en-IN" dirty="0"/>
              <a:t> en </a:t>
            </a:r>
            <a:r>
              <a:rPr lang="en-IN" dirty="0" err="1"/>
              <a:t>América</a:t>
            </a:r>
            <a:r>
              <a:rPr lang="en-IN" dirty="0"/>
              <a:t> del Sur.</a:t>
            </a:r>
            <a:br>
              <a:rPr lang="en-IN" dirty="0"/>
            </a:br>
            <a:r>
              <a:rPr lang="en-IN" dirty="0"/>
              <a:t>Chile is in South America.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0469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 err="1"/>
              <a:t>Estar</a:t>
            </a:r>
            <a:r>
              <a:rPr lang="en-IN" b="1" dirty="0"/>
              <a:t> is used with adjectives to express a state or condition (“how” something is) and emotions.</a:t>
            </a:r>
          </a:p>
          <a:p>
            <a:r>
              <a:rPr lang="en-IN" dirty="0"/>
              <a:t>¿</a:t>
            </a:r>
            <a:r>
              <a:rPr lang="en-IN" dirty="0" err="1"/>
              <a:t>Cómo</a:t>
            </a:r>
            <a:r>
              <a:rPr lang="en-IN" dirty="0"/>
              <a:t> </a:t>
            </a:r>
            <a:r>
              <a:rPr lang="en-IN" b="1" dirty="0" err="1"/>
              <a:t>está</a:t>
            </a:r>
            <a:r>
              <a:rPr lang="en-IN" dirty="0"/>
              <a:t> la </a:t>
            </a:r>
            <a:r>
              <a:rPr lang="en-IN" dirty="0" err="1"/>
              <a:t>sopa</a:t>
            </a:r>
            <a:r>
              <a:rPr lang="en-IN" dirty="0"/>
              <a:t>?</a:t>
            </a:r>
            <a:br>
              <a:rPr lang="en-IN" dirty="0"/>
            </a:br>
            <a:r>
              <a:rPr lang="en-IN" dirty="0"/>
              <a:t>How’s the soup?</a:t>
            </a:r>
          </a:p>
          <a:p>
            <a:r>
              <a:rPr lang="en-IN" dirty="0"/>
              <a:t>La </a:t>
            </a:r>
            <a:r>
              <a:rPr lang="en-IN" dirty="0" err="1"/>
              <a:t>sopa</a:t>
            </a:r>
            <a:r>
              <a:rPr lang="en-IN" dirty="0"/>
              <a:t> </a:t>
            </a:r>
            <a:r>
              <a:rPr lang="en-IN" b="1" dirty="0" err="1"/>
              <a:t>está</a:t>
            </a:r>
            <a:r>
              <a:rPr lang="en-IN" dirty="0"/>
              <a:t> </a:t>
            </a:r>
            <a:r>
              <a:rPr lang="en-IN" dirty="0" err="1"/>
              <a:t>fría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The soup is cold.</a:t>
            </a:r>
          </a:p>
          <a:p>
            <a:r>
              <a:rPr lang="en-IN" dirty="0"/>
              <a:t>¿</a:t>
            </a:r>
            <a:r>
              <a:rPr lang="en-IN" dirty="0" err="1"/>
              <a:t>Cómo</a:t>
            </a:r>
            <a:r>
              <a:rPr lang="en-IN" dirty="0"/>
              <a:t> </a:t>
            </a:r>
            <a:r>
              <a:rPr lang="en-IN" b="1" dirty="0" err="1"/>
              <a:t>estás</a:t>
            </a:r>
            <a:r>
              <a:rPr lang="en-IN" dirty="0"/>
              <a:t> </a:t>
            </a:r>
            <a:r>
              <a:rPr lang="en-IN" dirty="0" err="1"/>
              <a:t>tú</a:t>
            </a:r>
            <a:r>
              <a:rPr lang="en-IN" dirty="0"/>
              <a:t>?</a:t>
            </a:r>
            <a:br>
              <a:rPr lang="en-IN" dirty="0"/>
            </a:br>
            <a:r>
              <a:rPr lang="en-IN" dirty="0"/>
              <a:t>How are you?</a:t>
            </a:r>
          </a:p>
          <a:p>
            <a:r>
              <a:rPr lang="en-IN" b="1" dirty="0" err="1"/>
              <a:t>Estoy</a:t>
            </a:r>
            <a:r>
              <a:rPr lang="en-IN" dirty="0"/>
              <a:t> </a:t>
            </a:r>
            <a:r>
              <a:rPr lang="en-IN" dirty="0" err="1"/>
              <a:t>muy</a:t>
            </a:r>
            <a:r>
              <a:rPr lang="en-IN" dirty="0"/>
              <a:t> </a:t>
            </a:r>
            <a:r>
              <a:rPr lang="en-IN" dirty="0" err="1"/>
              <a:t>bien</a:t>
            </a:r>
            <a:r>
              <a:rPr lang="en-IN" dirty="0"/>
              <a:t>, </a:t>
            </a:r>
            <a:r>
              <a:rPr lang="en-IN" dirty="0" err="1"/>
              <a:t>gracias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I am very well, thanks.</a:t>
            </a:r>
          </a:p>
          <a:p>
            <a:r>
              <a:rPr lang="en-IN" dirty="0"/>
              <a:t>La comida </a:t>
            </a:r>
            <a:r>
              <a:rPr lang="en-IN" dirty="0" err="1"/>
              <a:t>china</a:t>
            </a:r>
            <a:r>
              <a:rPr lang="en-IN" dirty="0"/>
              <a:t> </a:t>
            </a:r>
            <a:r>
              <a:rPr lang="en-IN" b="1" dirty="0" err="1"/>
              <a:t>está</a:t>
            </a:r>
            <a:r>
              <a:rPr lang="en-IN" b="1" dirty="0"/>
              <a:t> </a:t>
            </a:r>
            <a:r>
              <a:rPr lang="en-IN" dirty="0" err="1"/>
              <a:t>saborosa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The food is very tasty</a:t>
            </a:r>
          </a:p>
          <a:p>
            <a:r>
              <a:rPr lang="en-IN" dirty="0"/>
              <a:t>La aula </a:t>
            </a:r>
            <a:r>
              <a:rPr lang="en-IN" b="1" dirty="0" err="1"/>
              <a:t>está</a:t>
            </a:r>
            <a:r>
              <a:rPr lang="en-IN" dirty="0"/>
              <a:t> </a:t>
            </a:r>
            <a:r>
              <a:rPr lang="en-IN" dirty="0" err="1"/>
              <a:t>limpia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The classroom is clean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38054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0439D-A66D-A920-DB56-DF2428284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772C4-79F5-ED6C-DB3F-52E4AB376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Estar</a:t>
            </a:r>
            <a:r>
              <a:rPr lang="en-IN" b="1" dirty="0"/>
              <a:t> is used with adjectives to express emotions.</a:t>
            </a:r>
          </a:p>
          <a:p>
            <a:endParaRPr lang="en-IN" b="1" dirty="0"/>
          </a:p>
          <a:p>
            <a:r>
              <a:rPr lang="en-IN" dirty="0" err="1"/>
              <a:t>Yo</a:t>
            </a:r>
            <a:r>
              <a:rPr lang="en-IN" dirty="0"/>
              <a:t> </a:t>
            </a:r>
            <a:r>
              <a:rPr lang="en-IN" b="1" dirty="0" err="1"/>
              <a:t>estoy</a:t>
            </a:r>
            <a:r>
              <a:rPr lang="en-IN" dirty="0"/>
              <a:t> triste --- I am sad</a:t>
            </a:r>
          </a:p>
          <a:p>
            <a:r>
              <a:rPr lang="en-IN" dirty="0"/>
              <a:t>Tú </a:t>
            </a:r>
            <a:r>
              <a:rPr lang="en-IN" b="1" dirty="0" err="1"/>
              <a:t>estás</a:t>
            </a:r>
            <a:r>
              <a:rPr lang="en-IN" dirty="0"/>
              <a:t> </a:t>
            </a:r>
            <a:r>
              <a:rPr lang="en-IN" dirty="0" err="1"/>
              <a:t>contenta</a:t>
            </a:r>
            <a:r>
              <a:rPr lang="en-IN" dirty="0"/>
              <a:t> ---- you are happy</a:t>
            </a:r>
          </a:p>
          <a:p>
            <a:r>
              <a:rPr lang="en-IN" dirty="0"/>
              <a:t>Ella </a:t>
            </a:r>
            <a:r>
              <a:rPr lang="en-IN" b="1" dirty="0" err="1"/>
              <a:t>está</a:t>
            </a:r>
            <a:r>
              <a:rPr lang="en-IN" b="1" dirty="0"/>
              <a:t> </a:t>
            </a:r>
            <a:r>
              <a:rPr lang="en-IN" dirty="0" err="1"/>
              <a:t>enojada</a:t>
            </a:r>
            <a:r>
              <a:rPr lang="en-IN" dirty="0"/>
              <a:t> ----- she is angry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2152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59462-20FC-9235-1913-4171A7956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41C0-1290-6D10-61B1-8225034A6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Estar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used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expressing</a:t>
            </a:r>
            <a:r>
              <a:rPr lang="es-ES" dirty="0"/>
              <a:t> marital status.</a:t>
            </a:r>
          </a:p>
          <a:p>
            <a:endParaRPr lang="es-ES" dirty="0"/>
          </a:p>
          <a:p>
            <a:r>
              <a:rPr lang="es-ES" dirty="0"/>
              <a:t>Nosotros estamos casados. </a:t>
            </a:r>
            <a:r>
              <a:rPr lang="es-ES" dirty="0" err="1"/>
              <a:t>We</a:t>
            </a:r>
            <a:r>
              <a:rPr lang="es-ES" dirty="0"/>
              <a:t> are </a:t>
            </a:r>
            <a:r>
              <a:rPr lang="es-ES" dirty="0" err="1"/>
              <a:t>married</a:t>
            </a:r>
            <a:r>
              <a:rPr lang="es-ES" dirty="0"/>
              <a:t>.</a:t>
            </a:r>
          </a:p>
          <a:p>
            <a:r>
              <a:rPr lang="es-ES" dirty="0"/>
              <a:t>Ellos están solteros. </a:t>
            </a:r>
            <a:r>
              <a:rPr lang="es-ES" dirty="0" err="1"/>
              <a:t>They</a:t>
            </a:r>
            <a:r>
              <a:rPr lang="es-ES" dirty="0"/>
              <a:t> are </a:t>
            </a:r>
            <a:r>
              <a:rPr lang="en-IN" dirty="0"/>
              <a:t>bachelors</a:t>
            </a:r>
            <a:r>
              <a:rPr lang="es-ES" dirty="0"/>
              <a:t>. 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Marital status:</a:t>
            </a:r>
          </a:p>
          <a:p>
            <a:pPr marL="514350" indent="-514350">
              <a:buAutoNum type="alphaLcPeriod"/>
            </a:pPr>
            <a:r>
              <a:rPr lang="es-ES" dirty="0"/>
              <a:t>casado/ casada: </a:t>
            </a:r>
            <a:r>
              <a:rPr lang="es-ES" dirty="0" err="1"/>
              <a:t>married</a:t>
            </a:r>
            <a:endParaRPr lang="es-ES" dirty="0"/>
          </a:p>
          <a:p>
            <a:pPr marL="514350" indent="-514350">
              <a:buAutoNum type="alphaLcPeriod"/>
            </a:pPr>
            <a:r>
              <a:rPr lang="es-ES" dirty="0"/>
              <a:t>Soltero/ soltera: </a:t>
            </a:r>
            <a:r>
              <a:rPr lang="es-ES" dirty="0" err="1"/>
              <a:t>unmarried</a:t>
            </a:r>
            <a:endParaRPr lang="es-ES" dirty="0"/>
          </a:p>
          <a:p>
            <a:pPr marL="514350" indent="-514350">
              <a:buAutoNum type="alphaLcPeriod"/>
            </a:pPr>
            <a:r>
              <a:rPr lang="es-ES" dirty="0"/>
              <a:t>Divorciado/ divorciada: </a:t>
            </a:r>
            <a:r>
              <a:rPr lang="es-ES"/>
              <a:t>divorced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8938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Estar</a:t>
            </a:r>
            <a:r>
              <a:rPr lang="en-US" b="1" dirty="0"/>
              <a:t> is used with many idiomatic expressions. These are just a few.</a:t>
            </a:r>
          </a:p>
          <a:p>
            <a:endParaRPr lang="en-US" b="1" dirty="0"/>
          </a:p>
          <a:p>
            <a:r>
              <a:rPr lang="en-US" b="1" dirty="0" err="1"/>
              <a:t>estar</a:t>
            </a:r>
            <a:r>
              <a:rPr lang="en-US" b="1" dirty="0"/>
              <a:t> de </a:t>
            </a:r>
            <a:r>
              <a:rPr lang="en-US" b="1" dirty="0" err="1"/>
              <a:t>acuerdo</a:t>
            </a:r>
            <a:r>
              <a:rPr lang="en-US" b="1" dirty="0"/>
              <a:t> </a:t>
            </a:r>
            <a:r>
              <a:rPr lang="en-US" dirty="0"/>
              <a:t>to be in agreement</a:t>
            </a:r>
          </a:p>
          <a:p>
            <a:r>
              <a:rPr lang="en-US" b="1" dirty="0" err="1"/>
              <a:t>estar</a:t>
            </a:r>
            <a:r>
              <a:rPr lang="en-US" b="1" dirty="0"/>
              <a:t> de pie </a:t>
            </a:r>
            <a:r>
              <a:rPr lang="en-US" dirty="0"/>
              <a:t>to be standing</a:t>
            </a:r>
          </a:p>
          <a:p>
            <a:r>
              <a:rPr lang="en-US" b="1" dirty="0" err="1"/>
              <a:t>estar</a:t>
            </a:r>
            <a:r>
              <a:rPr lang="en-US" b="1" dirty="0"/>
              <a:t> en </a:t>
            </a:r>
            <a:r>
              <a:rPr lang="en-US" b="1" dirty="0" err="1"/>
              <a:t>camino</a:t>
            </a:r>
            <a:r>
              <a:rPr lang="en-US" b="1" dirty="0"/>
              <a:t> </a:t>
            </a:r>
            <a:r>
              <a:rPr lang="en-US" dirty="0"/>
              <a:t>to be on the way</a:t>
            </a:r>
          </a:p>
          <a:p>
            <a:r>
              <a:rPr lang="en-US" b="1" dirty="0" err="1"/>
              <a:t>estar</a:t>
            </a:r>
            <a:r>
              <a:rPr lang="en-US" b="1" dirty="0"/>
              <a:t> en </a:t>
            </a:r>
            <a:r>
              <a:rPr lang="en-US" b="1" dirty="0" err="1"/>
              <a:t>las</a:t>
            </a:r>
            <a:r>
              <a:rPr lang="en-US" b="1" dirty="0"/>
              <a:t> </a:t>
            </a:r>
            <a:r>
              <a:rPr lang="en-US" b="1" dirty="0" err="1"/>
              <a:t>nubes</a:t>
            </a:r>
            <a:r>
              <a:rPr lang="en-US" b="1" dirty="0"/>
              <a:t> </a:t>
            </a:r>
            <a:r>
              <a:rPr lang="en-US" dirty="0"/>
              <a:t>to daydream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3960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Estar</a:t>
            </a:r>
            <a:r>
              <a:rPr lang="en-US" b="1" dirty="0"/>
              <a:t> is used with the progressive tenses. </a:t>
            </a:r>
          </a:p>
          <a:p>
            <a:endParaRPr lang="en-US" b="1" dirty="0"/>
          </a:p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 </a:t>
            </a:r>
            <a:r>
              <a:rPr lang="en-US" b="1" dirty="0" err="1"/>
              <a:t>estás</a:t>
            </a:r>
            <a:r>
              <a:rPr lang="en-US" dirty="0"/>
              <a:t> </a:t>
            </a:r>
            <a:r>
              <a:rPr lang="en-US" dirty="0" err="1"/>
              <a:t>comiendo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What are you eating?</a:t>
            </a:r>
          </a:p>
          <a:p>
            <a:r>
              <a:rPr lang="en-US" b="1" dirty="0" err="1"/>
              <a:t>Estoy</a:t>
            </a:r>
            <a:r>
              <a:rPr lang="en-US" dirty="0"/>
              <a:t> </a:t>
            </a:r>
            <a:r>
              <a:rPr lang="en-US" dirty="0" err="1"/>
              <a:t>comiendo</a:t>
            </a:r>
            <a:r>
              <a:rPr lang="en-US" dirty="0"/>
              <a:t> </a:t>
            </a:r>
            <a:r>
              <a:rPr lang="en-US" dirty="0" err="1"/>
              <a:t>arroz</a:t>
            </a:r>
            <a:r>
              <a:rPr lang="en-US" dirty="0"/>
              <a:t> y frijoles.</a:t>
            </a:r>
            <a:br>
              <a:rPr lang="en-US" dirty="0"/>
            </a:br>
            <a:r>
              <a:rPr lang="en-US" dirty="0"/>
              <a:t>I am eating rice and beans.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4365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24200" y="-152400"/>
            <a:ext cx="14935200" cy="8978763"/>
          </a:xfrm>
        </p:spPr>
      </p:pic>
    </p:spTree>
    <p:extLst>
      <p:ext uri="{BB962C8B-B14F-4D97-AF65-F5344CB8AC3E}">
        <p14:creationId xmlns:p14="http://schemas.microsoft.com/office/powerpoint/2010/main" val="1691258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71DE8-3F95-4820-8640-6E567B03E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D279C-C911-42CF-AC29-7E2A125E8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Tú y Juan ___________ enfermos.</a:t>
            </a:r>
          </a:p>
          <a:p>
            <a:r>
              <a:rPr lang="es-ES" dirty="0"/>
              <a:t>Tú estas enfermo</a:t>
            </a:r>
          </a:p>
          <a:p>
            <a:r>
              <a:rPr lang="es-ES" dirty="0"/>
              <a:t>Juan esta enfermo</a:t>
            </a:r>
          </a:p>
          <a:p>
            <a:endParaRPr lang="es-ES" dirty="0"/>
          </a:p>
          <a:p>
            <a:r>
              <a:rPr lang="es-ES" dirty="0"/>
              <a:t>Vosotros  estáis enfermos </a:t>
            </a:r>
          </a:p>
          <a:p>
            <a:endParaRPr lang="es-ES" dirty="0"/>
          </a:p>
          <a:p>
            <a:r>
              <a:rPr lang="es-ES" dirty="0"/>
              <a:t>Tú+ </a:t>
            </a:r>
            <a:r>
              <a:rPr lang="es-ES" dirty="0" err="1"/>
              <a:t>any</a:t>
            </a:r>
            <a:r>
              <a:rPr lang="es-ES" dirty="0"/>
              <a:t> </a:t>
            </a:r>
            <a:r>
              <a:rPr lang="es-ES" dirty="0" err="1"/>
              <a:t>number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third</a:t>
            </a:r>
            <a:r>
              <a:rPr lang="es-ES" dirty="0"/>
              <a:t> </a:t>
            </a:r>
            <a:r>
              <a:rPr lang="es-ES" dirty="0" err="1"/>
              <a:t>persons</a:t>
            </a:r>
            <a:r>
              <a:rPr lang="es-ES" dirty="0"/>
              <a:t> = vosotros/vosotras</a:t>
            </a:r>
          </a:p>
        </p:txBody>
      </p:sp>
    </p:spTree>
    <p:extLst>
      <p:ext uri="{BB962C8B-B14F-4D97-AF65-F5344CB8AC3E}">
        <p14:creationId xmlns:p14="http://schemas.microsoft.com/office/powerpoint/2010/main" val="2448868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56A91-7933-414B-8FA2-C3D3CE56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02FCD-DCD5-42F2-8A4C-DF80C08A6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Yo, tú y Juan ___________ enfermos.</a:t>
            </a:r>
          </a:p>
          <a:p>
            <a:pPr marL="0" indent="0">
              <a:buNone/>
            </a:pPr>
            <a:r>
              <a:rPr lang="es-ES" dirty="0"/>
              <a:t>Tu y yo estamos….</a:t>
            </a:r>
          </a:p>
          <a:p>
            <a:r>
              <a:rPr lang="es-ES" dirty="0"/>
              <a:t>Juan y yo estamos….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r>
              <a:rPr lang="es-ES" dirty="0"/>
              <a:t>Nosotros  </a:t>
            </a:r>
            <a:r>
              <a:rPr lang="es-ES" dirty="0" err="1"/>
              <a:t>estámos</a:t>
            </a:r>
            <a:r>
              <a:rPr lang="es-ES" dirty="0"/>
              <a:t> enfermos </a:t>
            </a:r>
          </a:p>
          <a:p>
            <a:endParaRPr lang="es-ES" dirty="0"/>
          </a:p>
          <a:p>
            <a:r>
              <a:rPr lang="es-ES" dirty="0" err="1"/>
              <a:t>Yo+Tú</a:t>
            </a:r>
            <a:r>
              <a:rPr lang="es-ES" dirty="0"/>
              <a:t>/ vosotros and/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any</a:t>
            </a:r>
            <a:r>
              <a:rPr lang="es-ES" dirty="0"/>
              <a:t> </a:t>
            </a:r>
            <a:r>
              <a:rPr lang="es-ES" dirty="0" err="1"/>
              <a:t>number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third</a:t>
            </a:r>
            <a:r>
              <a:rPr lang="es-ES" dirty="0"/>
              <a:t> </a:t>
            </a:r>
            <a:r>
              <a:rPr lang="es-ES" dirty="0" err="1"/>
              <a:t>persons</a:t>
            </a:r>
            <a:r>
              <a:rPr lang="es-ES" dirty="0"/>
              <a:t> = nosotros/nosotras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9487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353</Words>
  <Application>Microsoft Office PowerPoint</Application>
  <PresentationFormat>On-screen Show (4:3)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ESTAR</vt:lpstr>
      <vt:lpstr>Estar=To be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baishali choudhuri</cp:lastModifiedBy>
  <cp:revision>23</cp:revision>
  <dcterms:created xsi:type="dcterms:W3CDTF">2006-08-16T00:00:00Z</dcterms:created>
  <dcterms:modified xsi:type="dcterms:W3CDTF">2024-09-03T08:18:26Z</dcterms:modified>
</cp:coreProperties>
</file>