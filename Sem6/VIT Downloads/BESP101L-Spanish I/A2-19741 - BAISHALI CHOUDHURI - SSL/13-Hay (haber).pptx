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7" r:id="rId9"/>
    <p:sldId id="262" r:id="rId10"/>
    <p:sldId id="270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61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ordreference.com/synonyms/Spanish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Hay (</a:t>
            </a:r>
            <a:r>
              <a:rPr lang="en-IN" dirty="0" err="1"/>
              <a:t>haber</a:t>
            </a:r>
            <a:r>
              <a:rPr lang="en-IN" dirty="0"/>
              <a:t>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There is/There are</a:t>
            </a:r>
          </a:p>
        </p:txBody>
      </p:sp>
    </p:spTree>
    <p:extLst>
      <p:ext uri="{BB962C8B-B14F-4D97-AF65-F5344CB8AC3E}">
        <p14:creationId xmlns:p14="http://schemas.microsoft.com/office/powerpoint/2010/main" val="71683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Hay comes from the verb called Haber</a:t>
            </a:r>
          </a:p>
          <a:p>
            <a:r>
              <a:rPr lang="en-IN" dirty="0"/>
              <a:t>Hay means both </a:t>
            </a:r>
            <a:r>
              <a:rPr lang="en-IN" i="1" dirty="0"/>
              <a:t>there is </a:t>
            </a:r>
            <a:r>
              <a:rPr lang="en-IN" dirty="0"/>
              <a:t>and </a:t>
            </a:r>
            <a:r>
              <a:rPr lang="en-IN" i="1" dirty="0"/>
              <a:t>there are</a:t>
            </a:r>
          </a:p>
          <a:p>
            <a:r>
              <a:rPr lang="en-IN" dirty="0"/>
              <a:t>Hay is commonly used with </a:t>
            </a:r>
            <a:r>
              <a:rPr lang="en-IN" dirty="0" err="1"/>
              <a:t>Estar</a:t>
            </a:r>
            <a:r>
              <a:rPr lang="en-IN" dirty="0"/>
              <a:t>, </a:t>
            </a:r>
            <a:r>
              <a:rPr lang="en-IN" dirty="0" err="1"/>
              <a:t>Tener</a:t>
            </a:r>
            <a:r>
              <a:rPr lang="en-IN" dirty="0"/>
              <a:t> and </a:t>
            </a:r>
            <a:r>
              <a:rPr lang="en-IN" dirty="0" err="1"/>
              <a:t>Ser</a:t>
            </a:r>
            <a:r>
              <a:rPr lang="en-IN" dirty="0"/>
              <a:t> to describe any place.</a:t>
            </a:r>
          </a:p>
          <a:p>
            <a:endParaRPr lang="en-IN" dirty="0"/>
          </a:p>
          <a:p>
            <a:r>
              <a:rPr lang="en-IN" dirty="0"/>
              <a:t>Hay </a:t>
            </a:r>
            <a:r>
              <a:rPr lang="en-IN" dirty="0" err="1"/>
              <a:t>unas</a:t>
            </a:r>
            <a:r>
              <a:rPr lang="en-IN" dirty="0"/>
              <a:t> casas en la </a:t>
            </a:r>
            <a:r>
              <a:rPr lang="en-IN" dirty="0" err="1"/>
              <a:t>calle</a:t>
            </a:r>
            <a:r>
              <a:rPr lang="en-IN" dirty="0"/>
              <a:t> (There are houses in the street)</a:t>
            </a:r>
          </a:p>
          <a:p>
            <a:r>
              <a:rPr lang="en-IN" dirty="0"/>
              <a:t>Hay un hombre en la casa. (There is a man in the house)</a:t>
            </a:r>
          </a:p>
          <a:p>
            <a:r>
              <a:rPr lang="es-ES" dirty="0"/>
              <a:t>La casa esta en la calle</a:t>
            </a:r>
          </a:p>
        </p:txBody>
      </p:sp>
    </p:spTree>
    <p:extLst>
      <p:ext uri="{BB962C8B-B14F-4D97-AF65-F5344CB8AC3E}">
        <p14:creationId xmlns:p14="http://schemas.microsoft.com/office/powerpoint/2010/main" val="2261007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Las preposiciones de ubicación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err="1"/>
              <a:t>Sobre</a:t>
            </a:r>
            <a:r>
              <a:rPr lang="en-IN" dirty="0"/>
              <a:t>		-on</a:t>
            </a:r>
          </a:p>
          <a:p>
            <a:r>
              <a:rPr lang="en-IN" dirty="0"/>
              <a:t>A			- to/at</a:t>
            </a:r>
          </a:p>
          <a:p>
            <a:r>
              <a:rPr lang="en-IN" dirty="0"/>
              <a:t>De			- of/from</a:t>
            </a:r>
          </a:p>
          <a:p>
            <a:r>
              <a:rPr lang="es-ES" dirty="0"/>
              <a:t>Debajo de	- </a:t>
            </a:r>
            <a:r>
              <a:rPr lang="es-ES" dirty="0" err="1"/>
              <a:t>under</a:t>
            </a:r>
            <a:endParaRPr lang="es-ES" dirty="0"/>
          </a:p>
          <a:p>
            <a:r>
              <a:rPr lang="es-ES" dirty="0"/>
              <a:t>Encima </a:t>
            </a:r>
            <a:r>
              <a:rPr lang="en-IN" dirty="0"/>
              <a:t>de	- on/over</a:t>
            </a:r>
          </a:p>
          <a:p>
            <a:r>
              <a:rPr lang="en-IN" dirty="0"/>
              <a:t>Entre		- between</a:t>
            </a:r>
          </a:p>
          <a:p>
            <a:r>
              <a:rPr lang="en-IN" dirty="0"/>
              <a:t>Dentro de	- inside of</a:t>
            </a:r>
          </a:p>
          <a:p>
            <a:r>
              <a:rPr lang="en-IN" dirty="0"/>
              <a:t>En			- in/on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498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ES" dirty="0"/>
              <a:t>Detrás de		- </a:t>
            </a:r>
            <a:r>
              <a:rPr lang="es-ES" dirty="0" err="1"/>
              <a:t>behind</a:t>
            </a:r>
            <a:endParaRPr lang="es-ES" dirty="0"/>
          </a:p>
          <a:p>
            <a:r>
              <a:rPr lang="es-ES" dirty="0"/>
              <a:t>Delante de		- in </a:t>
            </a:r>
            <a:r>
              <a:rPr lang="es-ES" dirty="0" err="1"/>
              <a:t>front</a:t>
            </a:r>
            <a:r>
              <a:rPr lang="es-ES" dirty="0"/>
              <a:t> </a:t>
            </a:r>
            <a:r>
              <a:rPr lang="es-ES" dirty="0" err="1"/>
              <a:t>of</a:t>
            </a:r>
            <a:endParaRPr lang="es-ES" dirty="0"/>
          </a:p>
          <a:p>
            <a:r>
              <a:rPr lang="es-ES" dirty="0"/>
              <a:t>En frente de	- in </a:t>
            </a:r>
            <a:r>
              <a:rPr lang="es-ES" dirty="0" err="1"/>
              <a:t>front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</a:p>
          <a:p>
            <a:r>
              <a:rPr lang="es-ES" dirty="0"/>
              <a:t>Al lado de		- </a:t>
            </a:r>
            <a:r>
              <a:rPr lang="es-ES" dirty="0" err="1"/>
              <a:t>beside</a:t>
            </a:r>
            <a:endParaRPr lang="es-ES" dirty="0"/>
          </a:p>
          <a:p>
            <a:r>
              <a:rPr lang="en-IN" dirty="0"/>
              <a:t>A la </a:t>
            </a:r>
            <a:r>
              <a:rPr lang="en-IN" dirty="0" err="1"/>
              <a:t>derecha</a:t>
            </a:r>
            <a:r>
              <a:rPr lang="en-IN" dirty="0"/>
              <a:t> de	- at the right side</a:t>
            </a:r>
          </a:p>
          <a:p>
            <a:r>
              <a:rPr lang="en-IN" dirty="0"/>
              <a:t>A la </a:t>
            </a:r>
            <a:r>
              <a:rPr lang="en-IN" dirty="0" err="1"/>
              <a:t>izquierda</a:t>
            </a:r>
            <a:r>
              <a:rPr lang="en-IN" dirty="0"/>
              <a:t> de	- at the left side</a:t>
            </a:r>
          </a:p>
          <a:p>
            <a:r>
              <a:rPr lang="en-IN" dirty="0"/>
              <a:t>Junto a		- adjacent to</a:t>
            </a:r>
          </a:p>
          <a:p>
            <a:r>
              <a:rPr lang="en-IN" dirty="0"/>
              <a:t>Arriba de		- above</a:t>
            </a:r>
          </a:p>
          <a:p>
            <a:r>
              <a:rPr lang="en-IN" dirty="0"/>
              <a:t>En </a:t>
            </a:r>
            <a:r>
              <a:rPr lang="en-IN" dirty="0" err="1"/>
              <a:t>el</a:t>
            </a:r>
            <a:r>
              <a:rPr lang="en-IN" dirty="0"/>
              <a:t> </a:t>
            </a:r>
            <a:r>
              <a:rPr lang="en-IN" dirty="0" err="1"/>
              <a:t>centro</a:t>
            </a:r>
            <a:r>
              <a:rPr lang="en-IN" dirty="0"/>
              <a:t> de	- in the centre of 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 err="1"/>
              <a:t>A+el</a:t>
            </a:r>
            <a:r>
              <a:rPr lang="en-IN" dirty="0"/>
              <a:t>= al</a:t>
            </a:r>
          </a:p>
          <a:p>
            <a:r>
              <a:rPr lang="en-IN" dirty="0" err="1"/>
              <a:t>De+el</a:t>
            </a:r>
            <a:r>
              <a:rPr lang="en-IN" dirty="0"/>
              <a:t>= del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1998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err="1"/>
              <a:t>Descripcion</a:t>
            </a:r>
            <a:r>
              <a:rPr lang="en-IN" dirty="0"/>
              <a:t> del </a:t>
            </a:r>
            <a:r>
              <a:rPr lang="en-IN" dirty="0" err="1"/>
              <a:t>cuarto</a:t>
            </a:r>
            <a:r>
              <a:rPr lang="en-IN" dirty="0"/>
              <a:t>/ de la </a:t>
            </a:r>
            <a:r>
              <a:rPr lang="en-IN" dirty="0" err="1"/>
              <a:t>habitacion</a:t>
            </a:r>
            <a:r>
              <a:rPr lang="en-IN" dirty="0"/>
              <a:t>/ del </a:t>
            </a:r>
            <a:r>
              <a:rPr lang="en-IN" dirty="0" err="1"/>
              <a:t>dormitorio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262" y="1600200"/>
            <a:ext cx="5427475" cy="4525963"/>
          </a:xfrm>
        </p:spPr>
      </p:pic>
    </p:spTree>
    <p:extLst>
      <p:ext uri="{BB962C8B-B14F-4D97-AF65-F5344CB8AC3E}">
        <p14:creationId xmlns:p14="http://schemas.microsoft.com/office/powerpoint/2010/main" val="143704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Vocabulario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s-ES" sz="6200" dirty="0"/>
              <a:t>La casa-</a:t>
            </a:r>
            <a:r>
              <a:rPr lang="es-ES" sz="6200" dirty="0" err="1"/>
              <a:t>house</a:t>
            </a:r>
            <a:endParaRPr lang="es-ES" sz="6200" dirty="0"/>
          </a:p>
          <a:p>
            <a:r>
              <a:rPr lang="es-ES" sz="6200" dirty="0"/>
              <a:t>El cuarto/ la habitación- </a:t>
            </a:r>
            <a:r>
              <a:rPr lang="es-ES" sz="6200" dirty="0" err="1"/>
              <a:t>room</a:t>
            </a:r>
            <a:r>
              <a:rPr lang="es-ES" sz="6200" dirty="0"/>
              <a:t>, </a:t>
            </a:r>
          </a:p>
          <a:p>
            <a:r>
              <a:rPr lang="es-ES" sz="6200" dirty="0"/>
              <a:t>el dormitorio- </a:t>
            </a:r>
            <a:r>
              <a:rPr lang="es-ES" sz="6200" dirty="0" err="1"/>
              <a:t>bedroom</a:t>
            </a:r>
            <a:r>
              <a:rPr lang="es-ES" sz="6200" dirty="0"/>
              <a:t>, el comedor- </a:t>
            </a:r>
            <a:r>
              <a:rPr lang="es-ES" sz="6200" dirty="0" err="1"/>
              <a:t>dinning</a:t>
            </a:r>
            <a:r>
              <a:rPr lang="es-ES" sz="6200" dirty="0"/>
              <a:t> </a:t>
            </a:r>
            <a:r>
              <a:rPr lang="es-ES" sz="6200" dirty="0" err="1"/>
              <a:t>room</a:t>
            </a:r>
            <a:r>
              <a:rPr lang="es-ES" sz="6200" dirty="0"/>
              <a:t>, la sala- </a:t>
            </a:r>
            <a:r>
              <a:rPr lang="es-ES" sz="6200" dirty="0" err="1"/>
              <a:t>drawing</a:t>
            </a:r>
            <a:r>
              <a:rPr lang="es-ES" sz="6200" dirty="0"/>
              <a:t> </a:t>
            </a:r>
            <a:r>
              <a:rPr lang="es-ES" sz="6200" dirty="0" err="1"/>
              <a:t>room</a:t>
            </a:r>
            <a:endParaRPr lang="es-ES" sz="6200" dirty="0"/>
          </a:p>
          <a:p>
            <a:r>
              <a:rPr lang="es-ES" sz="6200" dirty="0">
                <a:highlight>
                  <a:srgbClr val="FFFF00"/>
                </a:highlight>
              </a:rPr>
              <a:t>La cama- </a:t>
            </a:r>
            <a:r>
              <a:rPr lang="es-ES" sz="6200" dirty="0" err="1">
                <a:highlight>
                  <a:srgbClr val="FFFF00"/>
                </a:highlight>
              </a:rPr>
              <a:t>bed</a:t>
            </a:r>
            <a:endParaRPr lang="es-ES" sz="6200" dirty="0">
              <a:highlight>
                <a:srgbClr val="FFFF00"/>
              </a:highlight>
            </a:endParaRPr>
          </a:p>
          <a:p>
            <a:r>
              <a:rPr lang="es-ES" sz="6200" dirty="0">
                <a:highlight>
                  <a:srgbClr val="FFFF00"/>
                </a:highlight>
              </a:rPr>
              <a:t>La mesilla – </a:t>
            </a:r>
            <a:r>
              <a:rPr lang="es-ES" sz="6200" dirty="0" err="1">
                <a:highlight>
                  <a:srgbClr val="FFFF00"/>
                </a:highlight>
              </a:rPr>
              <a:t>bed</a:t>
            </a:r>
            <a:r>
              <a:rPr lang="es-ES" sz="6200" dirty="0">
                <a:highlight>
                  <a:srgbClr val="FFFF00"/>
                </a:highlight>
              </a:rPr>
              <a:t> </a:t>
            </a:r>
            <a:r>
              <a:rPr lang="es-ES" sz="6200" dirty="0" err="1">
                <a:highlight>
                  <a:srgbClr val="FFFF00"/>
                </a:highlight>
              </a:rPr>
              <a:t>side</a:t>
            </a:r>
            <a:r>
              <a:rPr lang="es-ES" sz="6200" dirty="0">
                <a:highlight>
                  <a:srgbClr val="FFFF00"/>
                </a:highlight>
              </a:rPr>
              <a:t> table</a:t>
            </a:r>
          </a:p>
          <a:p>
            <a:r>
              <a:rPr lang="es-ES" sz="6200" dirty="0">
                <a:highlight>
                  <a:srgbClr val="FFFF00"/>
                </a:highlight>
              </a:rPr>
              <a:t>La estantería - </a:t>
            </a:r>
            <a:r>
              <a:rPr lang="es-ES" sz="6200" dirty="0" err="1">
                <a:highlight>
                  <a:srgbClr val="FFFF00"/>
                </a:highlight>
              </a:rPr>
              <a:t>shelves</a:t>
            </a:r>
            <a:endParaRPr lang="es-ES" sz="6200" dirty="0">
              <a:highlight>
                <a:srgbClr val="FFFF00"/>
              </a:highlight>
            </a:endParaRPr>
          </a:p>
          <a:p>
            <a:r>
              <a:rPr lang="es-ES" sz="6200" dirty="0">
                <a:highlight>
                  <a:srgbClr val="FFFF00"/>
                </a:highlight>
              </a:rPr>
              <a:t>La pared - </a:t>
            </a:r>
            <a:r>
              <a:rPr lang="es-ES" sz="6200" dirty="0" err="1">
                <a:highlight>
                  <a:srgbClr val="FFFF00"/>
                </a:highlight>
              </a:rPr>
              <a:t>wall</a:t>
            </a:r>
            <a:endParaRPr lang="es-ES" sz="6200" dirty="0">
              <a:highlight>
                <a:srgbClr val="FFFF00"/>
              </a:highlight>
            </a:endParaRPr>
          </a:p>
          <a:p>
            <a:r>
              <a:rPr lang="es-ES" sz="6200" dirty="0">
                <a:highlight>
                  <a:srgbClr val="FFFF00"/>
                </a:highlight>
              </a:rPr>
              <a:t>Ventana – </a:t>
            </a:r>
            <a:r>
              <a:rPr lang="es-ES" sz="6200" dirty="0" err="1">
                <a:highlight>
                  <a:srgbClr val="FFFF00"/>
                </a:highlight>
              </a:rPr>
              <a:t>window</a:t>
            </a:r>
            <a:endParaRPr lang="es-ES" sz="6200" dirty="0">
              <a:highlight>
                <a:srgbClr val="FFFF00"/>
              </a:highlight>
            </a:endParaRPr>
          </a:p>
          <a:p>
            <a:r>
              <a:rPr lang="es-ES" sz="6200" dirty="0">
                <a:highlight>
                  <a:srgbClr val="FFFF00"/>
                </a:highlight>
              </a:rPr>
              <a:t>La puerta -- </a:t>
            </a:r>
            <a:r>
              <a:rPr lang="es-ES" sz="6200" dirty="0" err="1">
                <a:highlight>
                  <a:srgbClr val="FFFF00"/>
                </a:highlight>
              </a:rPr>
              <a:t>door</a:t>
            </a:r>
            <a:endParaRPr lang="es-ES" sz="6200" dirty="0">
              <a:highlight>
                <a:srgbClr val="FFFF00"/>
              </a:highlight>
            </a:endParaRPr>
          </a:p>
          <a:p>
            <a:r>
              <a:rPr lang="es-ES" sz="6200" dirty="0">
                <a:highlight>
                  <a:srgbClr val="FFFF00"/>
                </a:highlight>
              </a:rPr>
              <a:t>Cortina - </a:t>
            </a:r>
            <a:r>
              <a:rPr lang="es-ES" sz="6200" dirty="0" err="1">
                <a:highlight>
                  <a:srgbClr val="FFFF00"/>
                </a:highlight>
              </a:rPr>
              <a:t>curtain</a:t>
            </a:r>
            <a:endParaRPr lang="es-ES" sz="6200" dirty="0">
              <a:highlight>
                <a:srgbClr val="FFFF00"/>
              </a:highlight>
            </a:endParaRPr>
          </a:p>
          <a:p>
            <a:r>
              <a:rPr lang="es-ES" sz="6200" dirty="0">
                <a:highlight>
                  <a:srgbClr val="FFFF00"/>
                </a:highlight>
              </a:rPr>
              <a:t>Lampara - </a:t>
            </a:r>
            <a:r>
              <a:rPr lang="es-ES" sz="6200" dirty="0" err="1">
                <a:highlight>
                  <a:srgbClr val="FFFF00"/>
                </a:highlight>
              </a:rPr>
              <a:t>lamp</a:t>
            </a:r>
            <a:endParaRPr lang="es-ES" sz="6200" dirty="0">
              <a:highlight>
                <a:srgbClr val="FFFF00"/>
              </a:highlight>
            </a:endParaRPr>
          </a:p>
          <a:p>
            <a:r>
              <a:rPr lang="es-ES" sz="6200" dirty="0">
                <a:highlight>
                  <a:srgbClr val="FFFF00"/>
                </a:highlight>
              </a:rPr>
              <a:t>Libro - </a:t>
            </a:r>
            <a:r>
              <a:rPr lang="es-ES" sz="6200" dirty="0" err="1">
                <a:highlight>
                  <a:srgbClr val="FFFF00"/>
                </a:highlight>
              </a:rPr>
              <a:t>book</a:t>
            </a:r>
            <a:endParaRPr lang="es-ES" sz="6200" dirty="0">
              <a:highlight>
                <a:srgbClr val="FFFF00"/>
              </a:highlight>
            </a:endParaRP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3611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58A27-6AD8-475E-D5D0-489568D98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A70DA-E529-242D-66DF-9BC747E32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sz="3200" dirty="0"/>
              <a:t>Zapatos - </a:t>
            </a:r>
            <a:r>
              <a:rPr lang="es-ES" sz="3200" dirty="0" err="1"/>
              <a:t>shoes</a:t>
            </a:r>
            <a:endParaRPr lang="es-ES" sz="3200" dirty="0"/>
          </a:p>
          <a:p>
            <a:r>
              <a:rPr lang="es-ES" sz="3200" dirty="0"/>
              <a:t>Jarra/ vaso - </a:t>
            </a:r>
            <a:r>
              <a:rPr lang="es-ES" sz="3200" dirty="0" err="1"/>
              <a:t>vase</a:t>
            </a:r>
            <a:endParaRPr lang="es-ES" sz="3200" dirty="0"/>
          </a:p>
          <a:p>
            <a:r>
              <a:rPr lang="es-ES" sz="3200" dirty="0"/>
              <a:t>Almohada- </a:t>
            </a:r>
            <a:r>
              <a:rPr lang="es-ES" sz="3200" dirty="0" err="1"/>
              <a:t>pillow</a:t>
            </a:r>
            <a:endParaRPr lang="es-ES" sz="3200" dirty="0"/>
          </a:p>
          <a:p>
            <a:r>
              <a:rPr lang="es-ES" sz="3200" dirty="0"/>
              <a:t>Manta - </a:t>
            </a:r>
            <a:r>
              <a:rPr lang="es-ES" sz="3200" dirty="0" err="1"/>
              <a:t>blanket</a:t>
            </a:r>
            <a:endParaRPr lang="es-ES" sz="3200" dirty="0"/>
          </a:p>
          <a:p>
            <a:r>
              <a:rPr lang="es-ES" sz="3200" dirty="0"/>
              <a:t>Sabana – </a:t>
            </a:r>
            <a:r>
              <a:rPr lang="es-ES" sz="3200" dirty="0" err="1"/>
              <a:t>bed</a:t>
            </a:r>
            <a:r>
              <a:rPr lang="es-ES" sz="3200" dirty="0"/>
              <a:t> </a:t>
            </a:r>
            <a:r>
              <a:rPr lang="es-ES" sz="3200" dirty="0" err="1"/>
              <a:t>sheet</a:t>
            </a:r>
            <a:endParaRPr lang="es-ES" sz="3200" dirty="0"/>
          </a:p>
          <a:p>
            <a:r>
              <a:rPr lang="es-ES" sz="3200" dirty="0"/>
              <a:t>Alfombra – </a:t>
            </a:r>
            <a:r>
              <a:rPr lang="es-ES" sz="3200" dirty="0" err="1"/>
              <a:t>carpet</a:t>
            </a:r>
            <a:endParaRPr lang="es-ES" sz="3200" dirty="0"/>
          </a:p>
          <a:p>
            <a:r>
              <a:rPr lang="es-ES" sz="3200" dirty="0"/>
              <a:t>La pelota – </a:t>
            </a:r>
            <a:r>
              <a:rPr lang="es-ES" sz="3200" dirty="0" err="1"/>
              <a:t>ball</a:t>
            </a:r>
            <a:endParaRPr lang="es-ES" sz="3200" dirty="0"/>
          </a:p>
          <a:p>
            <a:r>
              <a:rPr lang="es-ES" sz="3200" dirty="0"/>
              <a:t>El suelo – </a:t>
            </a:r>
            <a:r>
              <a:rPr lang="es-ES" sz="3200" dirty="0" err="1"/>
              <a:t>floor</a:t>
            </a:r>
            <a:endParaRPr lang="es-ES" sz="3200" dirty="0"/>
          </a:p>
          <a:p>
            <a:r>
              <a:rPr lang="es-ES" sz="3200" dirty="0"/>
              <a:t>Luminoso – </a:t>
            </a:r>
            <a:r>
              <a:rPr lang="es-ES" sz="3200" dirty="0" err="1"/>
              <a:t>bright</a:t>
            </a:r>
            <a:endParaRPr lang="es-ES" sz="3200" dirty="0"/>
          </a:p>
          <a:p>
            <a:r>
              <a:rPr lang="es-ES" sz="3200" dirty="0"/>
              <a:t>Oscuro – </a:t>
            </a:r>
            <a:r>
              <a:rPr lang="es-ES" sz="3200" dirty="0" err="1"/>
              <a:t>dark</a:t>
            </a:r>
            <a:endParaRPr lang="es-ES" sz="3200" dirty="0"/>
          </a:p>
          <a:p>
            <a:r>
              <a:rPr lang="es-ES" dirty="0"/>
              <a:t>Grande – </a:t>
            </a:r>
            <a:r>
              <a:rPr lang="es-ES" dirty="0" err="1"/>
              <a:t>big</a:t>
            </a:r>
            <a:endParaRPr lang="es-ES" dirty="0"/>
          </a:p>
          <a:p>
            <a:r>
              <a:rPr lang="es-ES" sz="3200" dirty="0"/>
              <a:t>Pequeño -- </a:t>
            </a:r>
            <a:r>
              <a:rPr lang="es-ES" sz="3200" dirty="0" err="1"/>
              <a:t>small</a:t>
            </a:r>
            <a:endParaRPr lang="es-ES" sz="3200" dirty="0"/>
          </a:p>
          <a:p>
            <a:endParaRPr lang="en-IN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Spanish - WordReference.com English Thesaurus</a:t>
            </a:r>
            <a:endParaRPr lang="en-IN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66782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BC5A4-44A4-4902-B2A1-CB64E37D9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3D987-67AF-45B0-B8F1-4159F0E8E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Este/Esta: </a:t>
            </a:r>
            <a:r>
              <a:rPr lang="es-ES" dirty="0" err="1"/>
              <a:t>this</a:t>
            </a:r>
            <a:endParaRPr lang="es-ES" dirty="0"/>
          </a:p>
          <a:p>
            <a:r>
              <a:rPr lang="es-ES" dirty="0"/>
              <a:t>Ese/Esa: </a:t>
            </a:r>
            <a:r>
              <a:rPr lang="es-ES" dirty="0" err="1"/>
              <a:t>that</a:t>
            </a:r>
            <a:endParaRPr lang="es-ES" dirty="0"/>
          </a:p>
          <a:p>
            <a:r>
              <a:rPr lang="es-ES" dirty="0"/>
              <a:t>Aquel/Aquella: </a:t>
            </a:r>
            <a:r>
              <a:rPr lang="es-ES" dirty="0" err="1"/>
              <a:t>that</a:t>
            </a:r>
            <a:r>
              <a:rPr lang="es-ES" dirty="0"/>
              <a:t> </a:t>
            </a:r>
            <a:r>
              <a:rPr lang="es-ES" dirty="0" err="1"/>
              <a:t>over</a:t>
            </a:r>
            <a:r>
              <a:rPr lang="es-ES" dirty="0"/>
              <a:t> </a:t>
            </a:r>
            <a:r>
              <a:rPr lang="es-ES" dirty="0" err="1"/>
              <a:t>there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25136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8D410D-A605-4779-9A02-62DC82707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 err="1"/>
              <a:t>Esta</a:t>
            </a:r>
            <a:r>
              <a:rPr lang="en-IN" dirty="0"/>
              <a:t> es una </a:t>
            </a:r>
            <a:r>
              <a:rPr lang="en-IN" dirty="0" err="1"/>
              <a:t>habitacion</a:t>
            </a:r>
            <a:r>
              <a:rPr lang="en-IN" dirty="0"/>
              <a:t>. </a:t>
            </a:r>
          </a:p>
          <a:p>
            <a:pPr marL="0" indent="0">
              <a:buNone/>
            </a:pPr>
            <a:r>
              <a:rPr lang="en-IN" dirty="0"/>
              <a:t>	Este es un </a:t>
            </a:r>
            <a:r>
              <a:rPr lang="en-IN" dirty="0" err="1"/>
              <a:t>dormitorio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Hay </a:t>
            </a:r>
            <a:r>
              <a:rPr lang="en-IN" b="1" dirty="0" err="1"/>
              <a:t>muchas</a:t>
            </a:r>
            <a:r>
              <a:rPr lang="en-IN" b="1" dirty="0"/>
              <a:t> </a:t>
            </a:r>
            <a:r>
              <a:rPr lang="en-IN" dirty="0" err="1"/>
              <a:t>cosas</a:t>
            </a:r>
            <a:r>
              <a:rPr lang="en-IN" dirty="0"/>
              <a:t> en </a:t>
            </a:r>
            <a:r>
              <a:rPr lang="en-IN" dirty="0" err="1"/>
              <a:t>este</a:t>
            </a:r>
            <a:r>
              <a:rPr lang="en-IN" dirty="0"/>
              <a:t> </a:t>
            </a:r>
            <a:r>
              <a:rPr lang="en-IN" dirty="0" err="1"/>
              <a:t>cuarto</a:t>
            </a:r>
            <a:r>
              <a:rPr lang="en-IN" dirty="0"/>
              <a:t>.</a:t>
            </a:r>
          </a:p>
          <a:p>
            <a:r>
              <a:rPr lang="en-IN" b="1" dirty="0"/>
              <a:t>Hay una </a:t>
            </a:r>
            <a:r>
              <a:rPr lang="en-IN" dirty="0" err="1"/>
              <a:t>cama</a:t>
            </a:r>
            <a:r>
              <a:rPr lang="en-IN" dirty="0"/>
              <a:t>, una mesilla, una </a:t>
            </a:r>
            <a:r>
              <a:rPr lang="en-IN" dirty="0" err="1"/>
              <a:t>ventana</a:t>
            </a:r>
            <a:r>
              <a:rPr lang="en-IN" dirty="0"/>
              <a:t> etc. </a:t>
            </a:r>
            <a:r>
              <a:rPr lang="en-IN" dirty="0" err="1"/>
              <a:t>en</a:t>
            </a:r>
            <a:r>
              <a:rPr lang="en-IN" dirty="0"/>
              <a:t> </a:t>
            </a:r>
            <a:r>
              <a:rPr lang="en-IN" dirty="0" err="1"/>
              <a:t>esta</a:t>
            </a:r>
            <a:r>
              <a:rPr lang="en-IN" dirty="0"/>
              <a:t> </a:t>
            </a:r>
            <a:r>
              <a:rPr lang="en-IN" dirty="0" err="1"/>
              <a:t>habitacion</a:t>
            </a:r>
            <a:r>
              <a:rPr lang="en-IN" dirty="0"/>
              <a:t>  (existence)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r>
              <a:rPr lang="en-IN" b="1" dirty="0"/>
              <a:t>La </a:t>
            </a:r>
            <a:r>
              <a:rPr lang="en-IN" dirty="0" err="1"/>
              <a:t>cama</a:t>
            </a:r>
            <a:r>
              <a:rPr lang="en-IN" dirty="0"/>
              <a:t> </a:t>
            </a:r>
            <a:r>
              <a:rPr lang="en-IN" dirty="0" err="1"/>
              <a:t>esta</a:t>
            </a:r>
            <a:r>
              <a:rPr lang="en-IN" dirty="0"/>
              <a:t> junto a la pared (location)</a:t>
            </a:r>
          </a:p>
          <a:p>
            <a:r>
              <a:rPr lang="en-IN" b="1" dirty="0"/>
              <a:t>La </a:t>
            </a:r>
            <a:r>
              <a:rPr lang="en-IN" b="1" dirty="0" err="1"/>
              <a:t>cama</a:t>
            </a:r>
            <a:r>
              <a:rPr lang="en-IN" b="1" dirty="0"/>
              <a:t> </a:t>
            </a:r>
            <a:r>
              <a:rPr lang="en-IN" b="1" dirty="0" err="1"/>
              <a:t>esta</a:t>
            </a:r>
            <a:r>
              <a:rPr lang="en-IN" b="1" dirty="0"/>
              <a:t> </a:t>
            </a:r>
            <a:r>
              <a:rPr lang="en-IN" dirty="0"/>
              <a:t>a la </a:t>
            </a:r>
            <a:r>
              <a:rPr lang="en-IN" dirty="0" err="1"/>
              <a:t>izquierda</a:t>
            </a:r>
            <a:r>
              <a:rPr lang="en-IN" dirty="0"/>
              <a:t> de la mesilla. </a:t>
            </a:r>
          </a:p>
          <a:p>
            <a:endParaRPr lang="en-IN" dirty="0"/>
          </a:p>
          <a:p>
            <a:r>
              <a:rPr lang="en-IN" dirty="0" err="1"/>
              <a:t>Sobre</a:t>
            </a:r>
            <a:r>
              <a:rPr lang="en-IN" dirty="0"/>
              <a:t> la </a:t>
            </a:r>
            <a:r>
              <a:rPr lang="en-IN" dirty="0" err="1"/>
              <a:t>cama</a:t>
            </a:r>
            <a:r>
              <a:rPr lang="en-IN" dirty="0"/>
              <a:t> </a:t>
            </a:r>
            <a:r>
              <a:rPr lang="en-IN" b="1" dirty="0"/>
              <a:t>hay </a:t>
            </a:r>
            <a:r>
              <a:rPr lang="en-IN" b="1" dirty="0" err="1"/>
              <a:t>una</a:t>
            </a:r>
            <a:r>
              <a:rPr lang="en-IN" b="1" dirty="0"/>
              <a:t> </a:t>
            </a:r>
            <a:r>
              <a:rPr lang="en-IN" dirty="0" err="1"/>
              <a:t>sabana</a:t>
            </a:r>
            <a:r>
              <a:rPr lang="en-IN" dirty="0"/>
              <a:t>, </a:t>
            </a:r>
            <a:r>
              <a:rPr lang="en-IN" dirty="0" err="1"/>
              <a:t>una</a:t>
            </a:r>
            <a:r>
              <a:rPr lang="en-IN" dirty="0"/>
              <a:t> manta y </a:t>
            </a:r>
            <a:r>
              <a:rPr lang="en-IN" dirty="0" err="1"/>
              <a:t>una</a:t>
            </a:r>
            <a:r>
              <a:rPr lang="en-IN" dirty="0"/>
              <a:t> </a:t>
            </a:r>
            <a:r>
              <a:rPr lang="en-IN" dirty="0" err="1"/>
              <a:t>almohada</a:t>
            </a:r>
            <a:r>
              <a:rPr lang="en-IN" dirty="0"/>
              <a:t>.</a:t>
            </a:r>
          </a:p>
          <a:p>
            <a:r>
              <a:rPr lang="en-IN" dirty="0" err="1"/>
              <a:t>Encima</a:t>
            </a:r>
            <a:r>
              <a:rPr lang="en-IN" dirty="0"/>
              <a:t> de la pared hay dos </a:t>
            </a:r>
            <a:r>
              <a:rPr lang="en-IN" dirty="0" err="1"/>
              <a:t>estanterias</a:t>
            </a:r>
            <a:r>
              <a:rPr lang="en-IN" dirty="0"/>
              <a:t>. </a:t>
            </a:r>
          </a:p>
          <a:p>
            <a:pPr marL="0" indent="0">
              <a:buNone/>
            </a:pPr>
            <a:endParaRPr lang="en-IN" dirty="0">
              <a:highlight>
                <a:srgbClr val="00FFFF"/>
              </a:highlight>
            </a:endParaRPr>
          </a:p>
          <a:p>
            <a:endParaRPr lang="en-IN" dirty="0"/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90207024-3E15-4D7F-B806-AD39789C96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524000"/>
            <a:ext cx="4038600" cy="4876799"/>
          </a:xfrm>
        </p:spPr>
      </p:pic>
    </p:spTree>
    <p:extLst>
      <p:ext uri="{BB962C8B-B14F-4D97-AF65-F5344CB8AC3E}">
        <p14:creationId xmlns:p14="http://schemas.microsoft.com/office/powerpoint/2010/main" val="429293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916B8A6-9A5F-3A5D-ACA7-D5BD18CAF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0FB667-02AD-1DA1-BBDB-033B202F2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La </a:t>
            </a:r>
            <a:r>
              <a:rPr lang="en-IN" dirty="0" err="1"/>
              <a:t>habitacion</a:t>
            </a:r>
            <a:r>
              <a:rPr lang="en-IN" dirty="0"/>
              <a:t> </a:t>
            </a:r>
            <a:r>
              <a:rPr lang="en-IN" dirty="0" err="1"/>
              <a:t>tiene</a:t>
            </a:r>
            <a:r>
              <a:rPr lang="en-IN" dirty="0"/>
              <a:t> </a:t>
            </a:r>
            <a:r>
              <a:rPr lang="en-IN" dirty="0" err="1"/>
              <a:t>una</a:t>
            </a:r>
            <a:r>
              <a:rPr lang="en-IN" dirty="0"/>
              <a:t> Ventana </a:t>
            </a:r>
            <a:r>
              <a:rPr lang="en-IN" dirty="0" err="1"/>
              <a:t>pequenña</a:t>
            </a:r>
            <a:r>
              <a:rPr lang="en-IN" dirty="0"/>
              <a:t>. La </a:t>
            </a:r>
            <a:r>
              <a:rPr lang="en-IN" dirty="0" err="1"/>
              <a:t>ventana</a:t>
            </a:r>
            <a:r>
              <a:rPr lang="en-IN" dirty="0"/>
              <a:t> </a:t>
            </a:r>
            <a:r>
              <a:rPr lang="en-IN" dirty="0" err="1"/>
              <a:t>esta</a:t>
            </a:r>
            <a:r>
              <a:rPr lang="en-IN" dirty="0"/>
              <a:t> </a:t>
            </a:r>
            <a:r>
              <a:rPr lang="en-IN" dirty="0" err="1"/>
              <a:t>detras</a:t>
            </a:r>
            <a:r>
              <a:rPr lang="en-IN" dirty="0"/>
              <a:t> de la </a:t>
            </a:r>
            <a:r>
              <a:rPr lang="en-IN" dirty="0" err="1"/>
              <a:t>cama</a:t>
            </a:r>
            <a:r>
              <a:rPr lang="en-IN" dirty="0"/>
              <a:t>. </a:t>
            </a:r>
          </a:p>
          <a:p>
            <a:endParaRPr lang="en-IN" b="1" dirty="0"/>
          </a:p>
          <a:p>
            <a:r>
              <a:rPr lang="en-IN" b="1" dirty="0"/>
              <a:t>Hay </a:t>
            </a:r>
            <a:r>
              <a:rPr lang="en-IN" b="1" dirty="0" err="1"/>
              <a:t>una</a:t>
            </a:r>
            <a:r>
              <a:rPr lang="en-IN" b="1" dirty="0"/>
              <a:t> </a:t>
            </a:r>
            <a:r>
              <a:rPr lang="en-IN" dirty="0"/>
              <a:t>lampara </a:t>
            </a:r>
            <a:r>
              <a:rPr lang="en-IN" dirty="0" err="1"/>
              <a:t>sobre</a:t>
            </a:r>
            <a:r>
              <a:rPr lang="en-IN" dirty="0"/>
              <a:t> la mesilla.</a:t>
            </a:r>
          </a:p>
          <a:p>
            <a:pPr marL="0" indent="0">
              <a:buNone/>
            </a:pPr>
            <a:endParaRPr lang="en-IN" b="1" dirty="0"/>
          </a:p>
          <a:p>
            <a:r>
              <a:rPr lang="en-IN" b="1" dirty="0"/>
              <a:t>La lampara </a:t>
            </a:r>
            <a:r>
              <a:rPr lang="en-IN" b="1" dirty="0" err="1"/>
              <a:t>esta</a:t>
            </a:r>
            <a:r>
              <a:rPr lang="en-IN" b="1" dirty="0"/>
              <a:t> </a:t>
            </a:r>
            <a:r>
              <a:rPr lang="en-IN" b="1" dirty="0" err="1"/>
              <a:t>delante</a:t>
            </a:r>
            <a:r>
              <a:rPr lang="en-IN" dirty="0"/>
              <a:t> de la </a:t>
            </a:r>
            <a:r>
              <a:rPr lang="en-IN" dirty="0" err="1"/>
              <a:t>ventana</a:t>
            </a:r>
            <a:r>
              <a:rPr lang="en-IN" dirty="0"/>
              <a:t>.</a:t>
            </a:r>
          </a:p>
          <a:p>
            <a:r>
              <a:rPr lang="en-IN" dirty="0"/>
              <a:t>Hay </a:t>
            </a:r>
            <a:r>
              <a:rPr lang="en-IN" dirty="0" err="1"/>
              <a:t>una</a:t>
            </a:r>
            <a:r>
              <a:rPr lang="en-IN" dirty="0"/>
              <a:t> </a:t>
            </a:r>
            <a:r>
              <a:rPr lang="en-IN" dirty="0" err="1"/>
              <a:t>alfombra</a:t>
            </a:r>
            <a:r>
              <a:rPr lang="en-IN" dirty="0"/>
              <a:t>, ques es morada,  </a:t>
            </a:r>
            <a:r>
              <a:rPr lang="en-IN" dirty="0" err="1"/>
              <a:t>en</a:t>
            </a:r>
            <a:r>
              <a:rPr lang="en-IN" dirty="0"/>
              <a:t> </a:t>
            </a:r>
            <a:r>
              <a:rPr lang="en-IN" dirty="0" err="1"/>
              <a:t>el</a:t>
            </a:r>
            <a:r>
              <a:rPr lang="en-IN" dirty="0"/>
              <a:t> </a:t>
            </a:r>
            <a:r>
              <a:rPr lang="en-IN" dirty="0" err="1"/>
              <a:t>suelo</a:t>
            </a:r>
            <a:endParaRPr lang="en-IN" dirty="0"/>
          </a:p>
          <a:p>
            <a:r>
              <a:rPr lang="en-IN" dirty="0"/>
              <a:t>Hay </a:t>
            </a:r>
            <a:r>
              <a:rPr lang="en-IN" dirty="0" err="1"/>
              <a:t>una</a:t>
            </a:r>
            <a:r>
              <a:rPr lang="en-IN" dirty="0"/>
              <a:t> </a:t>
            </a:r>
            <a:r>
              <a:rPr lang="en-IN" dirty="0" err="1"/>
              <a:t>alfombra</a:t>
            </a:r>
            <a:r>
              <a:rPr lang="en-IN" dirty="0"/>
              <a:t> morada y </a:t>
            </a:r>
            <a:r>
              <a:rPr lang="en-IN" dirty="0" err="1"/>
              <a:t>grande</a:t>
            </a:r>
            <a:r>
              <a:rPr lang="en-IN" dirty="0"/>
              <a:t>, que </a:t>
            </a:r>
            <a:r>
              <a:rPr lang="en-IN" dirty="0" err="1"/>
              <a:t>esta</a:t>
            </a:r>
            <a:r>
              <a:rPr lang="en-IN" dirty="0"/>
              <a:t> </a:t>
            </a:r>
            <a:r>
              <a:rPr lang="en-IN" dirty="0" err="1"/>
              <a:t>en</a:t>
            </a:r>
            <a:r>
              <a:rPr lang="en-IN" dirty="0"/>
              <a:t> </a:t>
            </a:r>
            <a:r>
              <a:rPr lang="en-IN" dirty="0" err="1"/>
              <a:t>el</a:t>
            </a:r>
            <a:r>
              <a:rPr lang="en-IN" dirty="0"/>
              <a:t> </a:t>
            </a:r>
            <a:r>
              <a:rPr lang="en-IN" dirty="0" err="1"/>
              <a:t>suelo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La luz/ </a:t>
            </a:r>
            <a:r>
              <a:rPr lang="en-IN" dirty="0" err="1"/>
              <a:t>el</a:t>
            </a:r>
            <a:r>
              <a:rPr lang="en-IN" dirty="0"/>
              <a:t> </a:t>
            </a:r>
            <a:r>
              <a:rPr lang="en-IN" dirty="0" err="1"/>
              <a:t>rayo</a:t>
            </a:r>
            <a:r>
              <a:rPr lang="en-IN" dirty="0"/>
              <a:t> del sol </a:t>
            </a:r>
            <a:r>
              <a:rPr lang="en-IN" dirty="0" err="1"/>
              <a:t>entra</a:t>
            </a:r>
            <a:r>
              <a:rPr lang="en-IN" dirty="0"/>
              <a:t> </a:t>
            </a:r>
            <a:r>
              <a:rPr lang="en-IN" dirty="0" err="1"/>
              <a:t>en</a:t>
            </a:r>
            <a:r>
              <a:rPr lang="en-IN" dirty="0"/>
              <a:t> la </a:t>
            </a:r>
            <a:r>
              <a:rPr lang="en-IN" dirty="0" err="1"/>
              <a:t>habitacion</a:t>
            </a:r>
            <a:r>
              <a:rPr lang="en-IN" dirty="0"/>
              <a:t> </a:t>
            </a:r>
            <a:r>
              <a:rPr lang="en-IN" dirty="0" err="1"/>
              <a:t>atraves</a:t>
            </a:r>
            <a:r>
              <a:rPr lang="en-IN" dirty="0"/>
              <a:t> de la </a:t>
            </a:r>
            <a:r>
              <a:rPr lang="en-IN" dirty="0" err="1"/>
              <a:t>ventana</a:t>
            </a:r>
            <a:r>
              <a:rPr lang="en-IN" dirty="0"/>
              <a:t> y </a:t>
            </a:r>
            <a:r>
              <a:rPr lang="en-IN" dirty="0" err="1"/>
              <a:t>ilumina</a:t>
            </a:r>
            <a:r>
              <a:rPr lang="en-IN" dirty="0"/>
              <a:t> la </a:t>
            </a:r>
            <a:r>
              <a:rPr lang="en-IN" dirty="0" err="1"/>
              <a:t>alfombra</a:t>
            </a:r>
            <a:endParaRPr lang="en-IN" dirty="0"/>
          </a:p>
          <a:p>
            <a:r>
              <a:rPr lang="en-IN" dirty="0"/>
              <a:t>El </a:t>
            </a:r>
            <a:r>
              <a:rPr lang="en-IN" dirty="0" err="1"/>
              <a:t>dormitorio</a:t>
            </a:r>
            <a:r>
              <a:rPr lang="en-IN" dirty="0"/>
              <a:t> es </a:t>
            </a:r>
            <a:r>
              <a:rPr lang="en-IN" dirty="0" err="1"/>
              <a:t>luminoso</a:t>
            </a:r>
            <a:endParaRPr lang="en-IN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93124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7697E-37B6-3ACD-8C1F-A1F5C2B85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D0528-7E07-7A05-1661-C79F1202EB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 err="1">
                <a:highlight>
                  <a:srgbClr val="00FF00"/>
                </a:highlight>
              </a:rPr>
              <a:t>Esta</a:t>
            </a:r>
            <a:r>
              <a:rPr lang="en-IN" dirty="0">
                <a:highlight>
                  <a:srgbClr val="00FF00"/>
                </a:highlight>
              </a:rPr>
              <a:t> es </a:t>
            </a:r>
            <a:r>
              <a:rPr lang="en-IN" dirty="0" err="1">
                <a:highlight>
                  <a:srgbClr val="00FF00"/>
                </a:highlight>
              </a:rPr>
              <a:t>una</a:t>
            </a:r>
            <a:r>
              <a:rPr lang="en-IN" dirty="0">
                <a:highlight>
                  <a:srgbClr val="00FF00"/>
                </a:highlight>
              </a:rPr>
              <a:t> </a:t>
            </a:r>
            <a:r>
              <a:rPr lang="en-IN" dirty="0" err="1">
                <a:highlight>
                  <a:srgbClr val="00FF00"/>
                </a:highlight>
              </a:rPr>
              <a:t>habitacion</a:t>
            </a:r>
            <a:r>
              <a:rPr lang="en-IN" dirty="0">
                <a:highlight>
                  <a:srgbClr val="00FF00"/>
                </a:highlight>
              </a:rPr>
              <a:t>. </a:t>
            </a:r>
          </a:p>
          <a:p>
            <a:pPr marL="0" indent="0">
              <a:buNone/>
            </a:pPr>
            <a:r>
              <a:rPr lang="en-IN" dirty="0">
                <a:highlight>
                  <a:srgbClr val="00FF00"/>
                </a:highlight>
              </a:rPr>
              <a:t>	Este es un </a:t>
            </a:r>
            <a:r>
              <a:rPr lang="en-IN" dirty="0" err="1">
                <a:highlight>
                  <a:srgbClr val="00FF00"/>
                </a:highlight>
              </a:rPr>
              <a:t>dormitorio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>
                <a:highlight>
                  <a:srgbClr val="00FFFF"/>
                </a:highlight>
              </a:rPr>
              <a:t>Hay </a:t>
            </a:r>
            <a:r>
              <a:rPr lang="en-IN" b="1" dirty="0" err="1">
                <a:highlight>
                  <a:srgbClr val="00FFFF"/>
                </a:highlight>
              </a:rPr>
              <a:t>muchas</a:t>
            </a:r>
            <a:r>
              <a:rPr lang="en-IN" b="1" dirty="0">
                <a:highlight>
                  <a:srgbClr val="00FFFF"/>
                </a:highlight>
              </a:rPr>
              <a:t> </a:t>
            </a:r>
            <a:r>
              <a:rPr lang="en-IN" dirty="0" err="1">
                <a:highlight>
                  <a:srgbClr val="00FFFF"/>
                </a:highlight>
              </a:rPr>
              <a:t>cosas</a:t>
            </a:r>
            <a:r>
              <a:rPr lang="en-IN" dirty="0">
                <a:highlight>
                  <a:srgbClr val="00FFFF"/>
                </a:highlight>
              </a:rPr>
              <a:t> </a:t>
            </a:r>
            <a:r>
              <a:rPr lang="en-IN" dirty="0" err="1">
                <a:highlight>
                  <a:srgbClr val="00FFFF"/>
                </a:highlight>
              </a:rPr>
              <a:t>en</a:t>
            </a:r>
            <a:r>
              <a:rPr lang="en-IN" dirty="0">
                <a:highlight>
                  <a:srgbClr val="00FFFF"/>
                </a:highlight>
              </a:rPr>
              <a:t> </a:t>
            </a:r>
            <a:r>
              <a:rPr lang="en-IN" dirty="0" err="1">
                <a:highlight>
                  <a:srgbClr val="00FFFF"/>
                </a:highlight>
              </a:rPr>
              <a:t>este</a:t>
            </a:r>
            <a:r>
              <a:rPr lang="en-IN" dirty="0">
                <a:highlight>
                  <a:srgbClr val="00FFFF"/>
                </a:highlight>
              </a:rPr>
              <a:t> </a:t>
            </a:r>
            <a:r>
              <a:rPr lang="en-IN" dirty="0" err="1">
                <a:highlight>
                  <a:srgbClr val="00FFFF"/>
                </a:highlight>
              </a:rPr>
              <a:t>cuarto</a:t>
            </a:r>
            <a:r>
              <a:rPr lang="en-IN" dirty="0">
                <a:highlight>
                  <a:srgbClr val="00FFFF"/>
                </a:highlight>
              </a:rPr>
              <a:t>.</a:t>
            </a:r>
          </a:p>
          <a:p>
            <a:r>
              <a:rPr lang="en-IN" b="1" dirty="0">
                <a:highlight>
                  <a:srgbClr val="00FFFF"/>
                </a:highlight>
              </a:rPr>
              <a:t>Hay </a:t>
            </a:r>
            <a:r>
              <a:rPr lang="en-IN" b="1" dirty="0" err="1">
                <a:highlight>
                  <a:srgbClr val="00FFFF"/>
                </a:highlight>
              </a:rPr>
              <a:t>una</a:t>
            </a:r>
            <a:r>
              <a:rPr lang="en-IN" b="1" dirty="0">
                <a:highlight>
                  <a:srgbClr val="00FFFF"/>
                </a:highlight>
              </a:rPr>
              <a:t> </a:t>
            </a:r>
            <a:r>
              <a:rPr lang="en-IN" dirty="0" err="1">
                <a:highlight>
                  <a:srgbClr val="00FFFF"/>
                </a:highlight>
              </a:rPr>
              <a:t>cama</a:t>
            </a:r>
            <a:r>
              <a:rPr lang="en-IN" dirty="0">
                <a:highlight>
                  <a:srgbClr val="00FFFF"/>
                </a:highlight>
              </a:rPr>
              <a:t>, </a:t>
            </a:r>
            <a:r>
              <a:rPr lang="en-IN" dirty="0" err="1">
                <a:highlight>
                  <a:srgbClr val="00FFFF"/>
                </a:highlight>
              </a:rPr>
              <a:t>una</a:t>
            </a:r>
            <a:r>
              <a:rPr lang="en-IN" dirty="0">
                <a:highlight>
                  <a:srgbClr val="00FFFF"/>
                </a:highlight>
              </a:rPr>
              <a:t> mesilla, </a:t>
            </a:r>
            <a:r>
              <a:rPr lang="en-IN" dirty="0" err="1">
                <a:highlight>
                  <a:srgbClr val="00FFFF"/>
                </a:highlight>
              </a:rPr>
              <a:t>una</a:t>
            </a:r>
            <a:r>
              <a:rPr lang="en-IN" dirty="0">
                <a:highlight>
                  <a:srgbClr val="00FFFF"/>
                </a:highlight>
              </a:rPr>
              <a:t> </a:t>
            </a:r>
            <a:r>
              <a:rPr lang="en-IN" dirty="0" err="1">
                <a:highlight>
                  <a:srgbClr val="00FFFF"/>
                </a:highlight>
              </a:rPr>
              <a:t>ventana</a:t>
            </a:r>
            <a:r>
              <a:rPr lang="en-IN" dirty="0">
                <a:highlight>
                  <a:srgbClr val="00FFFF"/>
                </a:highlight>
              </a:rPr>
              <a:t> etc. </a:t>
            </a:r>
            <a:r>
              <a:rPr lang="en-IN" dirty="0" err="1">
                <a:highlight>
                  <a:srgbClr val="00FFFF"/>
                </a:highlight>
              </a:rPr>
              <a:t>en</a:t>
            </a:r>
            <a:r>
              <a:rPr lang="en-IN" dirty="0">
                <a:highlight>
                  <a:srgbClr val="00FFFF"/>
                </a:highlight>
              </a:rPr>
              <a:t> la </a:t>
            </a:r>
            <a:r>
              <a:rPr lang="en-IN" dirty="0" err="1">
                <a:highlight>
                  <a:srgbClr val="00FFFF"/>
                </a:highlight>
              </a:rPr>
              <a:t>esta</a:t>
            </a:r>
            <a:r>
              <a:rPr lang="en-IN" dirty="0">
                <a:highlight>
                  <a:srgbClr val="00FFFF"/>
                </a:highlight>
              </a:rPr>
              <a:t> </a:t>
            </a:r>
            <a:r>
              <a:rPr lang="en-IN" dirty="0" err="1">
                <a:highlight>
                  <a:srgbClr val="00FFFF"/>
                </a:highlight>
              </a:rPr>
              <a:t>habitacion</a:t>
            </a:r>
            <a:r>
              <a:rPr lang="en-IN" dirty="0">
                <a:highlight>
                  <a:srgbClr val="00FFFF"/>
                </a:highlight>
              </a:rPr>
              <a:t>  (existence)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r>
              <a:rPr lang="en-IN" b="1" dirty="0">
                <a:highlight>
                  <a:srgbClr val="FFFF00"/>
                </a:highlight>
              </a:rPr>
              <a:t>La </a:t>
            </a:r>
            <a:r>
              <a:rPr lang="en-IN" dirty="0" err="1">
                <a:highlight>
                  <a:srgbClr val="FFFF00"/>
                </a:highlight>
              </a:rPr>
              <a:t>cama</a:t>
            </a:r>
            <a:r>
              <a:rPr lang="en-IN" dirty="0">
                <a:highlight>
                  <a:srgbClr val="FFFF00"/>
                </a:highlight>
              </a:rPr>
              <a:t> </a:t>
            </a:r>
            <a:r>
              <a:rPr lang="en-IN" dirty="0" err="1">
                <a:highlight>
                  <a:srgbClr val="FFFF00"/>
                </a:highlight>
              </a:rPr>
              <a:t>esta</a:t>
            </a:r>
            <a:r>
              <a:rPr lang="en-IN" dirty="0">
                <a:highlight>
                  <a:srgbClr val="FFFF00"/>
                </a:highlight>
              </a:rPr>
              <a:t> junto a la pared (location)</a:t>
            </a:r>
          </a:p>
          <a:p>
            <a:r>
              <a:rPr lang="en-IN" b="1" dirty="0">
                <a:highlight>
                  <a:srgbClr val="FFFF00"/>
                </a:highlight>
              </a:rPr>
              <a:t>La </a:t>
            </a:r>
            <a:r>
              <a:rPr lang="en-IN" b="1" dirty="0" err="1">
                <a:highlight>
                  <a:srgbClr val="FFFF00"/>
                </a:highlight>
              </a:rPr>
              <a:t>cama</a:t>
            </a:r>
            <a:r>
              <a:rPr lang="en-IN" b="1" dirty="0">
                <a:highlight>
                  <a:srgbClr val="FFFF00"/>
                </a:highlight>
              </a:rPr>
              <a:t> </a:t>
            </a:r>
            <a:r>
              <a:rPr lang="en-IN" b="1" dirty="0" err="1">
                <a:highlight>
                  <a:srgbClr val="FFFF00"/>
                </a:highlight>
              </a:rPr>
              <a:t>esta</a:t>
            </a:r>
            <a:r>
              <a:rPr lang="en-IN" b="1" dirty="0">
                <a:highlight>
                  <a:srgbClr val="FFFF00"/>
                </a:highlight>
              </a:rPr>
              <a:t> </a:t>
            </a:r>
            <a:r>
              <a:rPr lang="en-IN" dirty="0">
                <a:highlight>
                  <a:srgbClr val="FFFF00"/>
                </a:highlight>
              </a:rPr>
              <a:t>a la </a:t>
            </a:r>
            <a:r>
              <a:rPr lang="en-IN" dirty="0" err="1">
                <a:highlight>
                  <a:srgbClr val="FFFF00"/>
                </a:highlight>
              </a:rPr>
              <a:t>izquierda</a:t>
            </a:r>
            <a:r>
              <a:rPr lang="en-IN" dirty="0">
                <a:highlight>
                  <a:srgbClr val="FFFF00"/>
                </a:highlight>
              </a:rPr>
              <a:t> de la mesilla</a:t>
            </a:r>
            <a:r>
              <a:rPr lang="en-IN" dirty="0"/>
              <a:t>. </a:t>
            </a:r>
          </a:p>
          <a:p>
            <a:endParaRPr lang="en-IN" dirty="0"/>
          </a:p>
          <a:p>
            <a:r>
              <a:rPr lang="en-IN" dirty="0" err="1">
                <a:highlight>
                  <a:srgbClr val="00FFFF"/>
                </a:highlight>
              </a:rPr>
              <a:t>Sobre</a:t>
            </a:r>
            <a:r>
              <a:rPr lang="en-IN" dirty="0">
                <a:highlight>
                  <a:srgbClr val="00FFFF"/>
                </a:highlight>
              </a:rPr>
              <a:t> la </a:t>
            </a:r>
            <a:r>
              <a:rPr lang="en-IN" dirty="0" err="1">
                <a:highlight>
                  <a:srgbClr val="00FFFF"/>
                </a:highlight>
              </a:rPr>
              <a:t>cama</a:t>
            </a:r>
            <a:r>
              <a:rPr lang="en-IN" dirty="0">
                <a:highlight>
                  <a:srgbClr val="00FFFF"/>
                </a:highlight>
              </a:rPr>
              <a:t> </a:t>
            </a:r>
            <a:r>
              <a:rPr lang="en-IN" b="1" dirty="0">
                <a:highlight>
                  <a:srgbClr val="00FFFF"/>
                </a:highlight>
              </a:rPr>
              <a:t>hay </a:t>
            </a:r>
            <a:r>
              <a:rPr lang="en-IN" b="1" dirty="0" err="1">
                <a:highlight>
                  <a:srgbClr val="00FFFF"/>
                </a:highlight>
              </a:rPr>
              <a:t>una</a:t>
            </a:r>
            <a:r>
              <a:rPr lang="en-IN" b="1" dirty="0">
                <a:highlight>
                  <a:srgbClr val="00FFFF"/>
                </a:highlight>
              </a:rPr>
              <a:t> </a:t>
            </a:r>
            <a:r>
              <a:rPr lang="en-IN" dirty="0" err="1">
                <a:highlight>
                  <a:srgbClr val="00FFFF"/>
                </a:highlight>
              </a:rPr>
              <a:t>sabana</a:t>
            </a:r>
            <a:r>
              <a:rPr lang="en-IN" dirty="0">
                <a:highlight>
                  <a:srgbClr val="00FFFF"/>
                </a:highlight>
              </a:rPr>
              <a:t>, </a:t>
            </a:r>
            <a:r>
              <a:rPr lang="en-IN" dirty="0" err="1">
                <a:highlight>
                  <a:srgbClr val="00FFFF"/>
                </a:highlight>
              </a:rPr>
              <a:t>una</a:t>
            </a:r>
            <a:r>
              <a:rPr lang="en-IN" dirty="0">
                <a:highlight>
                  <a:srgbClr val="00FFFF"/>
                </a:highlight>
              </a:rPr>
              <a:t> manta y </a:t>
            </a:r>
            <a:r>
              <a:rPr lang="en-IN" dirty="0" err="1">
                <a:highlight>
                  <a:srgbClr val="00FFFF"/>
                </a:highlight>
              </a:rPr>
              <a:t>una</a:t>
            </a:r>
            <a:r>
              <a:rPr lang="en-IN" dirty="0">
                <a:highlight>
                  <a:srgbClr val="00FFFF"/>
                </a:highlight>
              </a:rPr>
              <a:t> </a:t>
            </a:r>
            <a:r>
              <a:rPr lang="en-IN" dirty="0" err="1">
                <a:highlight>
                  <a:srgbClr val="00FFFF"/>
                </a:highlight>
              </a:rPr>
              <a:t>almohada</a:t>
            </a:r>
            <a:r>
              <a:rPr lang="en-IN" dirty="0">
                <a:highlight>
                  <a:srgbClr val="00FFFF"/>
                </a:highlight>
              </a:rPr>
              <a:t>.</a:t>
            </a:r>
          </a:p>
          <a:p>
            <a:r>
              <a:rPr lang="en-IN" dirty="0" err="1">
                <a:highlight>
                  <a:srgbClr val="00FFFF"/>
                </a:highlight>
              </a:rPr>
              <a:t>Encima</a:t>
            </a:r>
            <a:r>
              <a:rPr lang="en-IN" dirty="0">
                <a:highlight>
                  <a:srgbClr val="00FFFF"/>
                </a:highlight>
              </a:rPr>
              <a:t> de la pared hay dos </a:t>
            </a:r>
            <a:r>
              <a:rPr lang="en-IN" dirty="0" err="1">
                <a:highlight>
                  <a:srgbClr val="00FFFF"/>
                </a:highlight>
              </a:rPr>
              <a:t>estanterias</a:t>
            </a:r>
            <a:r>
              <a:rPr lang="en-IN" dirty="0">
                <a:highlight>
                  <a:srgbClr val="00FFFF"/>
                </a:highlight>
              </a:rPr>
              <a:t>. </a:t>
            </a:r>
          </a:p>
          <a:p>
            <a:pPr marL="0" indent="0">
              <a:buNone/>
            </a:pPr>
            <a:endParaRPr lang="en-IN" dirty="0">
              <a:highlight>
                <a:srgbClr val="00FFFF"/>
              </a:highlight>
            </a:endParaRPr>
          </a:p>
          <a:p>
            <a:endParaRPr lang="es-E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9E655E-9243-EE77-4D29-19E29124B24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>
                <a:highlight>
                  <a:srgbClr val="FFFF00"/>
                </a:highlight>
              </a:rPr>
              <a:t>La </a:t>
            </a:r>
            <a:r>
              <a:rPr lang="en-IN" dirty="0" err="1">
                <a:highlight>
                  <a:srgbClr val="FFFF00"/>
                </a:highlight>
              </a:rPr>
              <a:t>habitacion</a:t>
            </a:r>
            <a:r>
              <a:rPr lang="en-IN" dirty="0">
                <a:highlight>
                  <a:srgbClr val="FFFF00"/>
                </a:highlight>
              </a:rPr>
              <a:t> </a:t>
            </a:r>
            <a:r>
              <a:rPr lang="en-IN" dirty="0" err="1">
                <a:highlight>
                  <a:srgbClr val="FFFF00"/>
                </a:highlight>
              </a:rPr>
              <a:t>tiene</a:t>
            </a:r>
            <a:r>
              <a:rPr lang="en-IN" dirty="0">
                <a:highlight>
                  <a:srgbClr val="FFFF00"/>
                </a:highlight>
              </a:rPr>
              <a:t> </a:t>
            </a:r>
            <a:r>
              <a:rPr lang="en-IN" dirty="0" err="1">
                <a:highlight>
                  <a:srgbClr val="FFFF00"/>
                </a:highlight>
              </a:rPr>
              <a:t>una</a:t>
            </a:r>
            <a:r>
              <a:rPr lang="en-IN" dirty="0">
                <a:highlight>
                  <a:srgbClr val="FFFF00"/>
                </a:highlight>
              </a:rPr>
              <a:t> Ventana </a:t>
            </a:r>
            <a:r>
              <a:rPr lang="en-IN" dirty="0" err="1">
                <a:highlight>
                  <a:srgbClr val="FFFF00"/>
                </a:highlight>
              </a:rPr>
              <a:t>pequenña</a:t>
            </a:r>
            <a:r>
              <a:rPr lang="en-IN" dirty="0">
                <a:highlight>
                  <a:srgbClr val="FFFF00"/>
                </a:highlight>
              </a:rPr>
              <a:t>. La </a:t>
            </a:r>
            <a:r>
              <a:rPr lang="en-IN" dirty="0" err="1">
                <a:highlight>
                  <a:srgbClr val="FFFF00"/>
                </a:highlight>
              </a:rPr>
              <a:t>ventana</a:t>
            </a:r>
            <a:r>
              <a:rPr lang="en-IN" dirty="0">
                <a:highlight>
                  <a:srgbClr val="FFFF00"/>
                </a:highlight>
              </a:rPr>
              <a:t> </a:t>
            </a:r>
            <a:r>
              <a:rPr lang="en-IN" dirty="0" err="1">
                <a:highlight>
                  <a:srgbClr val="FFFF00"/>
                </a:highlight>
              </a:rPr>
              <a:t>esta</a:t>
            </a:r>
            <a:r>
              <a:rPr lang="en-IN" dirty="0">
                <a:highlight>
                  <a:srgbClr val="FFFF00"/>
                </a:highlight>
              </a:rPr>
              <a:t> </a:t>
            </a:r>
            <a:r>
              <a:rPr lang="en-IN" dirty="0" err="1">
                <a:highlight>
                  <a:srgbClr val="FFFF00"/>
                </a:highlight>
              </a:rPr>
              <a:t>detras</a:t>
            </a:r>
            <a:r>
              <a:rPr lang="en-IN" dirty="0">
                <a:highlight>
                  <a:srgbClr val="FFFF00"/>
                </a:highlight>
              </a:rPr>
              <a:t> de la </a:t>
            </a:r>
            <a:r>
              <a:rPr lang="en-IN" dirty="0" err="1">
                <a:highlight>
                  <a:srgbClr val="FFFF00"/>
                </a:highlight>
              </a:rPr>
              <a:t>cama</a:t>
            </a:r>
            <a:r>
              <a:rPr lang="en-IN" dirty="0">
                <a:highlight>
                  <a:srgbClr val="FFFF00"/>
                </a:highlight>
              </a:rPr>
              <a:t>. </a:t>
            </a:r>
          </a:p>
          <a:p>
            <a:endParaRPr lang="en-IN" b="1" dirty="0"/>
          </a:p>
          <a:p>
            <a:r>
              <a:rPr lang="en-IN" b="1" dirty="0">
                <a:highlight>
                  <a:srgbClr val="FFFF00"/>
                </a:highlight>
              </a:rPr>
              <a:t>Hay </a:t>
            </a:r>
            <a:r>
              <a:rPr lang="en-IN" b="1" dirty="0" err="1">
                <a:highlight>
                  <a:srgbClr val="FFFF00"/>
                </a:highlight>
              </a:rPr>
              <a:t>una</a:t>
            </a:r>
            <a:r>
              <a:rPr lang="en-IN" b="1" dirty="0">
                <a:highlight>
                  <a:srgbClr val="FFFF00"/>
                </a:highlight>
              </a:rPr>
              <a:t> </a:t>
            </a:r>
            <a:r>
              <a:rPr lang="en-IN" dirty="0">
                <a:highlight>
                  <a:srgbClr val="FFFF00"/>
                </a:highlight>
              </a:rPr>
              <a:t>lampara </a:t>
            </a:r>
            <a:r>
              <a:rPr lang="en-IN" dirty="0" err="1">
                <a:highlight>
                  <a:srgbClr val="FFFF00"/>
                </a:highlight>
              </a:rPr>
              <a:t>sobre</a:t>
            </a:r>
            <a:r>
              <a:rPr lang="en-IN" dirty="0">
                <a:highlight>
                  <a:srgbClr val="FFFF00"/>
                </a:highlight>
              </a:rPr>
              <a:t> la mesilla.</a:t>
            </a:r>
          </a:p>
          <a:p>
            <a:pPr marL="0" indent="0">
              <a:buNone/>
            </a:pPr>
            <a:endParaRPr lang="en-IN" b="1" dirty="0"/>
          </a:p>
          <a:p>
            <a:r>
              <a:rPr lang="en-IN" b="1" dirty="0">
                <a:highlight>
                  <a:srgbClr val="00FFFF"/>
                </a:highlight>
              </a:rPr>
              <a:t>La lampara </a:t>
            </a:r>
            <a:r>
              <a:rPr lang="en-IN" b="1" dirty="0" err="1">
                <a:highlight>
                  <a:srgbClr val="00FFFF"/>
                </a:highlight>
              </a:rPr>
              <a:t>esta</a:t>
            </a:r>
            <a:r>
              <a:rPr lang="en-IN" b="1" dirty="0">
                <a:highlight>
                  <a:srgbClr val="00FFFF"/>
                </a:highlight>
              </a:rPr>
              <a:t> </a:t>
            </a:r>
            <a:r>
              <a:rPr lang="en-IN" b="1" dirty="0" err="1">
                <a:highlight>
                  <a:srgbClr val="00FFFF"/>
                </a:highlight>
              </a:rPr>
              <a:t>delante</a:t>
            </a:r>
            <a:r>
              <a:rPr lang="en-IN" dirty="0">
                <a:highlight>
                  <a:srgbClr val="00FFFF"/>
                </a:highlight>
              </a:rPr>
              <a:t> de la </a:t>
            </a:r>
            <a:r>
              <a:rPr lang="en-IN" dirty="0" err="1">
                <a:highlight>
                  <a:srgbClr val="00FFFF"/>
                </a:highlight>
              </a:rPr>
              <a:t>ventana</a:t>
            </a:r>
            <a:r>
              <a:rPr lang="en-IN" dirty="0">
                <a:highlight>
                  <a:srgbClr val="00FFFF"/>
                </a:highlight>
              </a:rPr>
              <a:t>.</a:t>
            </a:r>
          </a:p>
          <a:p>
            <a:r>
              <a:rPr lang="en-IN" dirty="0">
                <a:highlight>
                  <a:srgbClr val="00FFFF"/>
                </a:highlight>
              </a:rPr>
              <a:t>Hay </a:t>
            </a:r>
            <a:r>
              <a:rPr lang="en-IN" dirty="0" err="1">
                <a:highlight>
                  <a:srgbClr val="00FFFF"/>
                </a:highlight>
              </a:rPr>
              <a:t>una</a:t>
            </a:r>
            <a:r>
              <a:rPr lang="en-IN" dirty="0">
                <a:highlight>
                  <a:srgbClr val="00FFFF"/>
                </a:highlight>
              </a:rPr>
              <a:t> </a:t>
            </a:r>
            <a:r>
              <a:rPr lang="en-IN" dirty="0" err="1">
                <a:highlight>
                  <a:srgbClr val="00FFFF"/>
                </a:highlight>
              </a:rPr>
              <a:t>alfombra</a:t>
            </a:r>
            <a:r>
              <a:rPr lang="en-IN" dirty="0">
                <a:highlight>
                  <a:srgbClr val="00FFFF"/>
                </a:highlight>
              </a:rPr>
              <a:t>, ques es morada,  </a:t>
            </a:r>
            <a:r>
              <a:rPr lang="en-IN" dirty="0" err="1">
                <a:highlight>
                  <a:srgbClr val="00FFFF"/>
                </a:highlight>
              </a:rPr>
              <a:t>en</a:t>
            </a:r>
            <a:r>
              <a:rPr lang="en-IN" dirty="0">
                <a:highlight>
                  <a:srgbClr val="00FFFF"/>
                </a:highlight>
              </a:rPr>
              <a:t> </a:t>
            </a:r>
            <a:r>
              <a:rPr lang="en-IN" dirty="0" err="1">
                <a:highlight>
                  <a:srgbClr val="00FFFF"/>
                </a:highlight>
              </a:rPr>
              <a:t>el</a:t>
            </a:r>
            <a:r>
              <a:rPr lang="en-IN" dirty="0">
                <a:highlight>
                  <a:srgbClr val="00FFFF"/>
                </a:highlight>
              </a:rPr>
              <a:t> </a:t>
            </a:r>
            <a:r>
              <a:rPr lang="en-IN" dirty="0" err="1">
                <a:highlight>
                  <a:srgbClr val="00FFFF"/>
                </a:highlight>
              </a:rPr>
              <a:t>suelo</a:t>
            </a:r>
            <a:endParaRPr lang="en-IN" dirty="0">
              <a:highlight>
                <a:srgbClr val="00FFFF"/>
              </a:highlight>
            </a:endParaRPr>
          </a:p>
          <a:p>
            <a:r>
              <a:rPr lang="en-IN" dirty="0">
                <a:highlight>
                  <a:srgbClr val="00FFFF"/>
                </a:highlight>
              </a:rPr>
              <a:t>Hay </a:t>
            </a:r>
            <a:r>
              <a:rPr lang="en-IN" dirty="0" err="1">
                <a:highlight>
                  <a:srgbClr val="00FFFF"/>
                </a:highlight>
              </a:rPr>
              <a:t>una</a:t>
            </a:r>
            <a:r>
              <a:rPr lang="en-IN" dirty="0">
                <a:highlight>
                  <a:srgbClr val="00FFFF"/>
                </a:highlight>
              </a:rPr>
              <a:t> </a:t>
            </a:r>
            <a:r>
              <a:rPr lang="en-IN" dirty="0" err="1">
                <a:highlight>
                  <a:srgbClr val="00FFFF"/>
                </a:highlight>
              </a:rPr>
              <a:t>alfombra</a:t>
            </a:r>
            <a:r>
              <a:rPr lang="en-IN" dirty="0">
                <a:highlight>
                  <a:srgbClr val="00FFFF"/>
                </a:highlight>
              </a:rPr>
              <a:t> morada y </a:t>
            </a:r>
            <a:r>
              <a:rPr lang="en-IN" dirty="0" err="1">
                <a:highlight>
                  <a:srgbClr val="00FFFF"/>
                </a:highlight>
              </a:rPr>
              <a:t>grande</a:t>
            </a:r>
            <a:r>
              <a:rPr lang="en-IN" dirty="0">
                <a:highlight>
                  <a:srgbClr val="00FFFF"/>
                </a:highlight>
              </a:rPr>
              <a:t>, que </a:t>
            </a:r>
            <a:r>
              <a:rPr lang="en-IN" dirty="0" err="1">
                <a:highlight>
                  <a:srgbClr val="00FFFF"/>
                </a:highlight>
              </a:rPr>
              <a:t>esta</a:t>
            </a:r>
            <a:r>
              <a:rPr lang="en-IN" dirty="0">
                <a:highlight>
                  <a:srgbClr val="00FFFF"/>
                </a:highlight>
              </a:rPr>
              <a:t> </a:t>
            </a:r>
            <a:r>
              <a:rPr lang="en-IN" dirty="0" err="1">
                <a:highlight>
                  <a:srgbClr val="00FFFF"/>
                </a:highlight>
              </a:rPr>
              <a:t>en</a:t>
            </a:r>
            <a:r>
              <a:rPr lang="en-IN" dirty="0">
                <a:highlight>
                  <a:srgbClr val="00FFFF"/>
                </a:highlight>
              </a:rPr>
              <a:t> </a:t>
            </a:r>
            <a:r>
              <a:rPr lang="en-IN" dirty="0" err="1">
                <a:highlight>
                  <a:srgbClr val="00FFFF"/>
                </a:highlight>
              </a:rPr>
              <a:t>el</a:t>
            </a:r>
            <a:r>
              <a:rPr lang="en-IN" dirty="0">
                <a:highlight>
                  <a:srgbClr val="00FFFF"/>
                </a:highlight>
              </a:rPr>
              <a:t> </a:t>
            </a:r>
            <a:r>
              <a:rPr lang="en-IN" dirty="0" err="1">
                <a:highlight>
                  <a:srgbClr val="00FFFF"/>
                </a:highlight>
              </a:rPr>
              <a:t>suelo</a:t>
            </a:r>
            <a:endParaRPr lang="en-IN" dirty="0">
              <a:highlight>
                <a:srgbClr val="00FFFF"/>
              </a:highlight>
            </a:endParaRPr>
          </a:p>
          <a:p>
            <a:pPr marL="0" indent="0">
              <a:buNone/>
            </a:pPr>
            <a:endParaRPr lang="en-IN" dirty="0">
              <a:highlight>
                <a:srgbClr val="00FFFF"/>
              </a:highlight>
            </a:endParaRPr>
          </a:p>
          <a:p>
            <a:r>
              <a:rPr lang="en-IN" dirty="0"/>
              <a:t>La luz/ </a:t>
            </a:r>
            <a:r>
              <a:rPr lang="en-IN" dirty="0" err="1"/>
              <a:t>el</a:t>
            </a:r>
            <a:r>
              <a:rPr lang="en-IN" dirty="0"/>
              <a:t> </a:t>
            </a:r>
            <a:r>
              <a:rPr lang="en-IN" dirty="0" err="1"/>
              <a:t>rayo</a:t>
            </a:r>
            <a:r>
              <a:rPr lang="en-IN" dirty="0"/>
              <a:t> del sol </a:t>
            </a:r>
            <a:r>
              <a:rPr lang="en-IN" dirty="0" err="1"/>
              <a:t>entra</a:t>
            </a:r>
            <a:r>
              <a:rPr lang="en-IN" dirty="0"/>
              <a:t> </a:t>
            </a:r>
            <a:r>
              <a:rPr lang="en-IN" dirty="0" err="1"/>
              <a:t>en</a:t>
            </a:r>
            <a:r>
              <a:rPr lang="en-IN" dirty="0"/>
              <a:t> la </a:t>
            </a:r>
            <a:r>
              <a:rPr lang="en-IN" dirty="0" err="1"/>
              <a:t>habitacion</a:t>
            </a:r>
            <a:r>
              <a:rPr lang="en-IN" dirty="0"/>
              <a:t> </a:t>
            </a:r>
            <a:r>
              <a:rPr lang="en-IN" dirty="0" err="1"/>
              <a:t>atraves</a:t>
            </a:r>
            <a:r>
              <a:rPr lang="en-IN" dirty="0"/>
              <a:t> de la </a:t>
            </a:r>
            <a:r>
              <a:rPr lang="en-IN" dirty="0" err="1"/>
              <a:t>ventana</a:t>
            </a:r>
            <a:r>
              <a:rPr lang="en-IN" dirty="0"/>
              <a:t> y </a:t>
            </a:r>
            <a:r>
              <a:rPr lang="en-IN" dirty="0" err="1"/>
              <a:t>ilumina</a:t>
            </a:r>
            <a:r>
              <a:rPr lang="en-IN" dirty="0"/>
              <a:t> la </a:t>
            </a:r>
            <a:r>
              <a:rPr lang="en-IN" dirty="0" err="1"/>
              <a:t>alfombra</a:t>
            </a:r>
            <a:endParaRPr lang="en-IN" dirty="0"/>
          </a:p>
          <a:p>
            <a:r>
              <a:rPr lang="en-IN" dirty="0">
                <a:highlight>
                  <a:srgbClr val="00FF00"/>
                </a:highlight>
              </a:rPr>
              <a:t>El </a:t>
            </a:r>
            <a:r>
              <a:rPr lang="en-IN" dirty="0" err="1">
                <a:highlight>
                  <a:srgbClr val="00FF00"/>
                </a:highlight>
              </a:rPr>
              <a:t>dormitorio</a:t>
            </a:r>
            <a:r>
              <a:rPr lang="en-IN" dirty="0">
                <a:highlight>
                  <a:srgbClr val="00FF00"/>
                </a:highlight>
              </a:rPr>
              <a:t> es </a:t>
            </a:r>
            <a:r>
              <a:rPr lang="en-IN" dirty="0" err="1">
                <a:highlight>
                  <a:srgbClr val="00FF00"/>
                </a:highlight>
              </a:rPr>
              <a:t>luminoso</a:t>
            </a:r>
            <a:endParaRPr lang="en-IN" dirty="0">
              <a:highlight>
                <a:srgbClr val="00FF00"/>
              </a:highlight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35509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</TotalTime>
  <Words>650</Words>
  <Application>Microsoft Office PowerPoint</Application>
  <PresentationFormat>On-screen Show (4:3)</PresentationFormat>
  <Paragraphs>104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Hay (haber)</vt:lpstr>
      <vt:lpstr>PowerPoint Presentation</vt:lpstr>
      <vt:lpstr>Las preposiciones de ubicación </vt:lpstr>
      <vt:lpstr>PowerPoint Presentation</vt:lpstr>
      <vt:lpstr>Descripcion del cuarto/ de la habitacion/ del dormitorio</vt:lpstr>
      <vt:lpstr>Vocabulario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Hay</dc:title>
  <dc:creator>hp</dc:creator>
  <cp:lastModifiedBy>baishali choudhuri</cp:lastModifiedBy>
  <cp:revision>23</cp:revision>
  <dcterms:created xsi:type="dcterms:W3CDTF">2006-08-16T00:00:00Z</dcterms:created>
  <dcterms:modified xsi:type="dcterms:W3CDTF">2024-09-11T05:20:21Z</dcterms:modified>
</cp:coreProperties>
</file>