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71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DA3B3-631E-4CEE-9E21-389BD6B58B4A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92FD5-C7BC-43E8-9269-1DB3AA4B4B8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0123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www.bing.com/images/search?view=detailV2&amp;ccid=8LniMiOD&amp;id=CA423932B488AEDE5DCAD2B10F690E2660D43E15&amp;thid=OIP.8LniMiODsIr7JoAPfK7yzwHaFH&amp;mediaurl=http%3a%2f%2flaylalulua.files.wordpress.com%2f2013%2f05%2fspanishalphabet.jpg&amp;exph=332&amp;expw=480&amp;q=spanish+alphabets&amp;simid=608011174466552360&amp;ck=1C6F8DD4E1283071FC2C6F4A57B79095&amp;selectedIndex=94&amp;FORM=IRPRST&amp;ajaxhist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92FD5-C7BC-43E8-9269-1DB3AA4B4B86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120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www.bing.com/images/search?view=detailV2&amp;ccid=%2fvQQ5MQZ&amp;id=A85AC61D88689AD996711D58A950BE57C90F08F6&amp;thid=OIP._vQQ5MQZC0yldHH9Si6aJAHaGA&amp;mediaurl=https%3a%2f%2fhistoriamolim6000.files.wordpress.com%2f2014%2f08%2fspanish-alphabet.jpg&amp;exph=649&amp;expw=800&amp;q=spanish+alphabet+with+words+for+every+letter&amp;simid=608032717976830929&amp;ck=96A8FEBAA2AE0DAE5B57A922DF221FBF&amp;selectedIndex=1&amp;FORM=IRPRST&amp;ajaxhist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92FD5-C7BC-43E8-9269-1DB3AA4B4B8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4713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AE5A9-0E52-4955-9668-2C3EBB092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F72FE-B7DF-473E-8BAC-7F592F935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D97BB-775D-4E24-828A-6DC8B90B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37CB3-7E3F-4D0C-BE47-C648C315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71DB-D2BA-4B5B-A2FF-B843421F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17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88E0-1D25-4D66-843B-EC76C0DD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9D744-48BF-44E9-AE9E-2B635E9F6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64060-B08B-4BB4-A420-2648CA43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9AC7-9D1B-474F-893A-D2AEC959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EBCA-D9B1-44D6-9C4F-4E08E1EF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693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F08B-3BAB-4125-9823-08CFD5CA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68797-A787-4C60-AD59-9C072A56A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63537-1063-4EAB-91C7-3D8C549D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4B465-E85E-4CB9-BD19-3FB8D09A3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FE553-C443-454A-8574-3FB345F7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8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7E43-E88C-4C7A-A4F8-9E835F8C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1C2CE-2ABF-46F5-8EBD-BA6DA47B0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191C7-F76D-4827-BA82-C5F45EE16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49AF0-BAE6-4C8D-BA6F-5594CDA3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C13A3-0B0B-4B65-8DC2-AC3E58DA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F8FDB-5D07-40FA-8688-6082ED7A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571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A5BF-1820-4A4D-B3E5-1E3CA057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FBF32-7133-4BDD-8BBC-B3F721C3F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CA9FE-C560-45D0-B700-1D4839B1B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945F7-85F2-4874-8D53-ACCC81DDD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23FE9-A2DB-410B-9AAC-98224FDC0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538D9-4E6A-4CA1-ADA1-59776A99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E60BC-F45C-49C7-A12D-0F876D70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F3D52-B11E-4486-B2BC-CC730734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4541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F0EB-64C2-4266-AA54-1012F5E6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BD5E6-B7BE-4D78-9FBE-32A68C36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575F7-2286-4562-9852-12DDD275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05172-1AA1-4F32-B661-8F204F6B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3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7729E-F7C5-44AC-A44F-1CF2D93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B4A96-D1CF-48B3-834E-245E99B7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C5F5-63BC-47FB-A162-5D15E319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00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EBF2-0D49-4798-A5F4-A3D4D283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3777-13BD-4298-8A91-49040ED99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50004-F6CC-4352-B3D2-5D5BDB2BD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1C286-1DE1-4838-A15A-404B56B5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4E97C-B707-47FA-A4FC-C442400D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B15DA-E363-470B-8FB5-05D8989E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64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2D5B-DB70-4852-9525-555F826B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91005-EB54-470B-B2EC-5C4B702A4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7F4F0-49D0-491D-9465-DD7435A0F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3C46C-C050-41F1-8C77-62468363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AB1BA-182F-4CE4-855B-7F19C863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3D0C4-E797-4FE7-8B79-A641593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729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4A2D-C720-4ABA-9CC4-FF2705C9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57545-F036-469B-BADC-FEBD95330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B5C21-72F8-4AA0-BC1E-4FDE094B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DD8B0-9C33-49BD-A83A-3F51AE80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72C1E-ACB9-4BC1-BE82-2844636C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242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60F1E-6617-45AA-93F3-C7A0C9B80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7AA5D-980D-48FE-AA79-1C7A9E992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3D8F1-C9F4-456B-A6C2-2856CCDA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EF17E-DF8D-4398-A120-B41C3C9E6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9C92-D7B7-425A-B397-08DBF5421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18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3AD0E-1DEE-45F8-AF0D-42BCB500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2F712-FC9B-4254-A4FE-B28C0D2A8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6F8B6-ED45-4A54-9663-9989AB80D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BF790-D39F-4278-A31A-E70FB7810C42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BE91-BD49-4E58-92F7-6B4BF3D8F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B2526-B9E5-4CC5-9BE3-051C6EC6F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CE4B1-749E-482C-A229-F26D37D38DE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816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C3B0-1A36-427C-81EE-86C6CB601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LOS ALFABETOS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3328B-0AF2-4170-AA6B-1567C44C37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Castellano</a:t>
            </a:r>
          </a:p>
        </p:txBody>
      </p:sp>
    </p:spTree>
    <p:extLst>
      <p:ext uri="{BB962C8B-B14F-4D97-AF65-F5344CB8AC3E}">
        <p14:creationId xmlns:p14="http://schemas.microsoft.com/office/powerpoint/2010/main" val="421884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6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FE294-7D2A-43B6-9991-D6AF59E1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LOS ALFABETOS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B850E5-7919-42D5-830E-CC9BD5186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8"/>
          <a:stretch/>
        </p:blipFill>
        <p:spPr>
          <a:xfrm>
            <a:off x="0" y="-68515"/>
            <a:ext cx="12192000" cy="683043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0939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E40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03267-16B2-4285-AC98-955FC98D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Los </a:t>
            </a:r>
            <a:r>
              <a:rPr lang="en-US" sz="3600" dirty="0" err="1">
                <a:solidFill>
                  <a:srgbClr val="FFFFFF"/>
                </a:solidFill>
              </a:rPr>
              <a:t>alfabetos</a:t>
            </a:r>
            <a:r>
              <a:rPr lang="en-US" sz="3600" dirty="0">
                <a:solidFill>
                  <a:srgbClr val="FFFFFF"/>
                </a:solidFill>
              </a:rPr>
              <a:t> con las palabras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A16D7E-C97F-420E-B357-8011744E3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5" b="9239"/>
          <a:stretch/>
        </p:blipFill>
        <p:spPr>
          <a:xfrm>
            <a:off x="484632" y="-975361"/>
            <a:ext cx="10582927" cy="710381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6182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06BE-7A10-4152-B95D-95221B18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LAS PALABRAS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CD5D4-F46F-425E-9398-6E5C2101A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b="1" dirty="0">
                <a:highlight>
                  <a:srgbClr val="FFFF00"/>
                </a:highlight>
              </a:rPr>
              <a:t>A-Agua	</a:t>
            </a:r>
            <a:r>
              <a:rPr lang="es-ES" b="1" dirty="0"/>
              <a:t>			K-  Koala 			T- Tomate , Tomatina	</a:t>
            </a:r>
          </a:p>
          <a:p>
            <a:pPr marL="0" indent="0">
              <a:buNone/>
            </a:pPr>
            <a:r>
              <a:rPr lang="es-ES" b="1" dirty="0"/>
              <a:t>B-Bebe				L- Loro, </a:t>
            </a:r>
            <a:r>
              <a:rPr lang="es-ES" b="1" dirty="0" err="1"/>
              <a:t>Leon</a:t>
            </a:r>
            <a:r>
              <a:rPr lang="es-ES" b="1" dirty="0"/>
              <a:t>		</a:t>
            </a:r>
            <a:r>
              <a:rPr lang="es-ES" b="1" dirty="0">
                <a:highlight>
                  <a:srgbClr val="FFFF00"/>
                </a:highlight>
              </a:rPr>
              <a:t>U- Uno, Uvas</a:t>
            </a:r>
            <a:r>
              <a:rPr lang="es-ES" b="1" dirty="0"/>
              <a:t>	</a:t>
            </a:r>
          </a:p>
          <a:p>
            <a:pPr marL="0" indent="0">
              <a:buNone/>
            </a:pPr>
            <a:r>
              <a:rPr lang="es-ES" b="1" dirty="0">
                <a:highlight>
                  <a:srgbClr val="FFFF00"/>
                </a:highlight>
              </a:rPr>
              <a:t>C-Casa, Cena</a:t>
            </a:r>
            <a:r>
              <a:rPr lang="es-ES" b="1" dirty="0"/>
              <a:t>		</a:t>
            </a:r>
            <a:r>
              <a:rPr lang="en-IN" b="1" dirty="0"/>
              <a:t>	LL- Lluvia 		V- </a:t>
            </a:r>
            <a:r>
              <a:rPr lang="en-IN" b="1" dirty="0" err="1"/>
              <a:t>Vaca</a:t>
            </a:r>
            <a:r>
              <a:rPr lang="en-IN" b="1" dirty="0"/>
              <a:t>, Vaso		</a:t>
            </a:r>
          </a:p>
          <a:p>
            <a:pPr marL="0" indent="0">
              <a:buNone/>
            </a:pPr>
            <a:r>
              <a:rPr lang="en-IN" b="1" dirty="0"/>
              <a:t>CH-Chocolate			M- Mano			W- Wok, Whiskey		</a:t>
            </a:r>
          </a:p>
          <a:p>
            <a:pPr marL="0" indent="0">
              <a:buNone/>
            </a:pPr>
            <a:r>
              <a:rPr lang="en-IN" b="1" dirty="0"/>
              <a:t>D-Dos, </a:t>
            </a:r>
            <a:r>
              <a:rPr lang="en-IN" b="1" dirty="0" err="1"/>
              <a:t>Dedo</a:t>
            </a:r>
            <a:r>
              <a:rPr lang="en-IN" b="1" dirty="0"/>
              <a:t>			N- </a:t>
            </a:r>
            <a:r>
              <a:rPr lang="en-IN" b="1" dirty="0" err="1"/>
              <a:t>Naranja</a:t>
            </a:r>
            <a:r>
              <a:rPr lang="en-IN" b="1" dirty="0"/>
              <a:t>		X- </a:t>
            </a:r>
            <a:r>
              <a:rPr lang="en-IN" b="1" dirty="0" err="1"/>
              <a:t>Xilofono</a:t>
            </a:r>
            <a:r>
              <a:rPr lang="en-IN" b="1" dirty="0"/>
              <a:t> 	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E-</a:t>
            </a:r>
            <a:r>
              <a:rPr lang="en-IN" b="1" dirty="0" err="1">
                <a:highlight>
                  <a:srgbClr val="FFFF00"/>
                </a:highlight>
              </a:rPr>
              <a:t>Elefante</a:t>
            </a:r>
            <a:r>
              <a:rPr lang="en-IN" b="1" dirty="0"/>
              <a:t>			Ñ- Niña, </a:t>
            </a:r>
            <a:r>
              <a:rPr lang="en-IN" b="1" dirty="0" err="1"/>
              <a:t>Mañana</a:t>
            </a:r>
            <a:r>
              <a:rPr lang="en-IN" b="1" dirty="0"/>
              <a:t> 		Y- Yoyo, </a:t>
            </a:r>
            <a:r>
              <a:rPr lang="en-IN" b="1" dirty="0" err="1"/>
              <a:t>yo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F-</a:t>
            </a:r>
            <a:r>
              <a:rPr lang="en-IN" b="1" dirty="0" err="1"/>
              <a:t>Foto</a:t>
            </a:r>
            <a:r>
              <a:rPr lang="en-IN" b="1" dirty="0"/>
              <a:t>				</a:t>
            </a:r>
            <a:r>
              <a:rPr lang="en-IN" b="1" dirty="0">
                <a:highlight>
                  <a:srgbClr val="FFFF00"/>
                </a:highlight>
              </a:rPr>
              <a:t>O- Oso, Zoo 	</a:t>
            </a:r>
            <a:r>
              <a:rPr lang="en-IN" b="1" dirty="0"/>
              <a:t>	Z- </a:t>
            </a:r>
            <a:r>
              <a:rPr lang="en-IN" b="1" dirty="0" err="1"/>
              <a:t>Zapatos</a:t>
            </a:r>
            <a:r>
              <a:rPr lang="en-IN" b="1" dirty="0"/>
              <a:t> 	 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G-</a:t>
            </a:r>
            <a:r>
              <a:rPr lang="en-IN" b="1" dirty="0" err="1">
                <a:highlight>
                  <a:srgbClr val="FFFF00"/>
                </a:highlight>
              </a:rPr>
              <a:t>Gato</a:t>
            </a:r>
            <a:r>
              <a:rPr lang="en-IN" b="1" dirty="0">
                <a:highlight>
                  <a:srgbClr val="FFFF00"/>
                </a:highlight>
              </a:rPr>
              <a:t>, </a:t>
            </a:r>
            <a:r>
              <a:rPr lang="en-IN" b="1" dirty="0" err="1">
                <a:highlight>
                  <a:srgbClr val="FFFF00"/>
                </a:highlight>
              </a:rPr>
              <a:t>Gente</a:t>
            </a:r>
            <a:r>
              <a:rPr lang="en-IN" b="1" dirty="0"/>
              <a:t> 			P- </a:t>
            </a:r>
            <a:r>
              <a:rPr lang="en-IN" b="1" dirty="0" err="1"/>
              <a:t>Pe</a:t>
            </a:r>
            <a:r>
              <a:rPr lang="en-IN" b="1" dirty="0" err="1">
                <a:highlight>
                  <a:srgbClr val="FFFF00"/>
                </a:highlight>
              </a:rPr>
              <a:t>rr</a:t>
            </a:r>
            <a:r>
              <a:rPr lang="en-IN" b="1" dirty="0" err="1"/>
              <a:t>o</a:t>
            </a:r>
            <a:r>
              <a:rPr lang="en-IN" b="1" dirty="0"/>
              <a:t>, Pepe 	 </a:t>
            </a:r>
          </a:p>
          <a:p>
            <a:pPr marL="0" indent="0">
              <a:buNone/>
            </a:pPr>
            <a:r>
              <a:rPr lang="en-IN" b="1" dirty="0"/>
              <a:t>H-</a:t>
            </a:r>
            <a:r>
              <a:rPr lang="en-IN" b="1" dirty="0" err="1"/>
              <a:t>Helado</a:t>
            </a:r>
            <a:r>
              <a:rPr lang="en-IN" b="1" dirty="0"/>
              <a:t>, </a:t>
            </a:r>
            <a:r>
              <a:rPr lang="en-IN" b="1" dirty="0" err="1"/>
              <a:t>hola</a:t>
            </a:r>
            <a:r>
              <a:rPr lang="en-IN" b="1" dirty="0"/>
              <a:t>			Q- </a:t>
            </a:r>
            <a:r>
              <a:rPr lang="es-ES" b="1" dirty="0"/>
              <a:t>Q</a:t>
            </a:r>
            <a:r>
              <a:rPr lang="es-ES" b="1" dirty="0">
                <a:highlight>
                  <a:srgbClr val="FFFF00"/>
                </a:highlight>
              </a:rPr>
              <a:t>u</a:t>
            </a:r>
            <a:r>
              <a:rPr lang="es-ES" b="1" dirty="0"/>
              <a:t>eso </a:t>
            </a:r>
            <a:r>
              <a:rPr lang="en-IN" b="1" dirty="0"/>
              <a:t>		 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I- Iman, </a:t>
            </a:r>
            <a:r>
              <a:rPr lang="en-IN" b="1" dirty="0" err="1">
                <a:highlight>
                  <a:srgbClr val="FFFF00"/>
                </a:highlight>
              </a:rPr>
              <a:t>iglesia</a:t>
            </a:r>
            <a:r>
              <a:rPr lang="en-IN" b="1" dirty="0"/>
              <a:t>			R- Raton, </a:t>
            </a:r>
          </a:p>
          <a:p>
            <a:pPr marL="0" indent="0">
              <a:buNone/>
            </a:pPr>
            <a:r>
              <a:rPr lang="en-IN" b="1" dirty="0"/>
              <a:t>J-Jugo, Jardin 			S- </a:t>
            </a:r>
            <a:r>
              <a:rPr lang="en-IN" b="1" dirty="0" err="1"/>
              <a:t>Serpiente</a:t>
            </a:r>
            <a:r>
              <a:rPr lang="en-IN" b="1" dirty="0"/>
              <a:t> 	 	</a:t>
            </a:r>
            <a:r>
              <a:rPr lang="en-IN" b="1" dirty="0" err="1"/>
              <a:t>Ferrocarril</a:t>
            </a:r>
            <a:r>
              <a:rPr lang="en-IN" b="1" dirty="0"/>
              <a:t>	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			 		</a:t>
            </a:r>
          </a:p>
        </p:txBody>
      </p:sp>
    </p:spTree>
    <p:extLst>
      <p:ext uri="{BB962C8B-B14F-4D97-AF65-F5344CB8AC3E}">
        <p14:creationId xmlns:p14="http://schemas.microsoft.com/office/powerpoint/2010/main" val="87349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86CF-CC74-4CE0-A37A-357F3F17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pronunciación de C, G y 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A18B2-4D68-4E5D-A04C-BFC2FA95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C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pronounced</a:t>
            </a:r>
            <a:r>
              <a:rPr lang="es-ES" dirty="0"/>
              <a:t> as S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written</a:t>
            </a:r>
            <a:r>
              <a:rPr lang="es-ES" dirty="0"/>
              <a:t> </a:t>
            </a:r>
            <a:r>
              <a:rPr lang="es-ES" dirty="0" err="1"/>
              <a:t>infront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e, i</a:t>
            </a:r>
          </a:p>
          <a:p>
            <a:r>
              <a:rPr lang="es-ES" dirty="0"/>
              <a:t>Cine (cinema hall), cena (</a:t>
            </a:r>
            <a:r>
              <a:rPr lang="es-ES" dirty="0" err="1"/>
              <a:t>dinner</a:t>
            </a:r>
            <a:r>
              <a:rPr lang="es-ES" dirty="0"/>
              <a:t>)</a:t>
            </a:r>
          </a:p>
          <a:p>
            <a:r>
              <a:rPr lang="es-ES" dirty="0"/>
              <a:t>C se pronuncia como k/q cuando usa enfrente los vocales a, o, u</a:t>
            </a:r>
          </a:p>
          <a:p>
            <a:r>
              <a:rPr lang="es-ES" dirty="0"/>
              <a:t>Casa (</a:t>
            </a:r>
            <a:r>
              <a:rPr lang="es-ES" dirty="0" err="1"/>
              <a:t>house</a:t>
            </a:r>
            <a:r>
              <a:rPr lang="es-ES" dirty="0"/>
              <a:t>), cosa (</a:t>
            </a:r>
            <a:r>
              <a:rPr lang="es-ES" dirty="0" err="1"/>
              <a:t>thing</a:t>
            </a:r>
            <a:r>
              <a:rPr lang="es-ES" dirty="0"/>
              <a:t>), cuchilla, cuchillo (</a:t>
            </a:r>
            <a:r>
              <a:rPr lang="es-ES" dirty="0" err="1"/>
              <a:t>knife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G se pronuncia como </a:t>
            </a:r>
            <a:r>
              <a:rPr lang="es-ES" dirty="0" err="1"/>
              <a:t>Kh</a:t>
            </a:r>
            <a:r>
              <a:rPr lang="es-ES" dirty="0"/>
              <a:t> cuando usa enfrente los vocales e, i</a:t>
            </a:r>
          </a:p>
          <a:p>
            <a:r>
              <a:rPr lang="es-ES" dirty="0"/>
              <a:t>Gente (</a:t>
            </a:r>
            <a:r>
              <a:rPr lang="es-ES" dirty="0" err="1"/>
              <a:t>people</a:t>
            </a:r>
            <a:r>
              <a:rPr lang="es-ES" dirty="0"/>
              <a:t>), gitanos (</a:t>
            </a:r>
            <a:r>
              <a:rPr lang="es-ES" dirty="0" err="1"/>
              <a:t>gypsies</a:t>
            </a:r>
            <a:r>
              <a:rPr lang="es-ES" dirty="0"/>
              <a:t>)</a:t>
            </a:r>
          </a:p>
          <a:p>
            <a:r>
              <a:rPr lang="es-ES" dirty="0"/>
              <a:t>G se pronuncia como ‘g’ en la palabra ingles ‘</a:t>
            </a:r>
            <a:r>
              <a:rPr lang="es-ES" dirty="0" err="1"/>
              <a:t>group</a:t>
            </a:r>
            <a:r>
              <a:rPr lang="es-ES" dirty="0"/>
              <a:t>’ cuando usa enfrente los vocales a, o, u</a:t>
            </a:r>
          </a:p>
          <a:p>
            <a:r>
              <a:rPr lang="es-ES" dirty="0"/>
              <a:t>Gato (</a:t>
            </a:r>
            <a:r>
              <a:rPr lang="es-ES" dirty="0" err="1"/>
              <a:t>cat</a:t>
            </a:r>
            <a:r>
              <a:rPr lang="es-ES" dirty="0"/>
              <a:t>), goma (</a:t>
            </a:r>
            <a:r>
              <a:rPr lang="es-ES" dirty="0" err="1"/>
              <a:t>rubber</a:t>
            </a:r>
            <a:r>
              <a:rPr lang="es-ES" dirty="0"/>
              <a:t>), guisantes (peas)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7511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CA78-AEB6-4443-9F89-0BDFF3491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4ED0F-A6CE-4CB4-8979-C70B2616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U no se pronuncia entre g y e/i;  q y e /i</a:t>
            </a:r>
          </a:p>
          <a:p>
            <a:r>
              <a:rPr lang="es-ES" b="1" dirty="0"/>
              <a:t>Guisante (pea)</a:t>
            </a:r>
          </a:p>
          <a:p>
            <a:r>
              <a:rPr lang="es-ES" b="1" dirty="0"/>
              <a:t>Guitarra (guitar)</a:t>
            </a:r>
          </a:p>
          <a:p>
            <a:r>
              <a:rPr lang="es-ES" b="1" dirty="0"/>
              <a:t>Guerra (</a:t>
            </a:r>
            <a:r>
              <a:rPr lang="es-ES" b="1" dirty="0" err="1"/>
              <a:t>war</a:t>
            </a:r>
            <a:r>
              <a:rPr lang="es-ES" b="1" dirty="0"/>
              <a:t>)</a:t>
            </a:r>
          </a:p>
          <a:p>
            <a:r>
              <a:rPr lang="es-ES" b="1" dirty="0"/>
              <a:t>Guerrilla (</a:t>
            </a:r>
            <a:r>
              <a:rPr lang="es-ES" b="1" dirty="0" err="1"/>
              <a:t>type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warfare</a:t>
            </a:r>
            <a:r>
              <a:rPr lang="es-ES" b="1" dirty="0"/>
              <a:t>)</a:t>
            </a:r>
          </a:p>
          <a:p>
            <a:r>
              <a:rPr lang="es-ES" b="1" dirty="0"/>
              <a:t>Que (</a:t>
            </a:r>
            <a:r>
              <a:rPr lang="es-ES" b="1" dirty="0" err="1"/>
              <a:t>what</a:t>
            </a:r>
            <a:r>
              <a:rPr lang="es-ES" b="1" dirty="0"/>
              <a:t>, </a:t>
            </a:r>
            <a:r>
              <a:rPr lang="es-ES" b="1" dirty="0" err="1"/>
              <a:t>that</a:t>
            </a:r>
            <a:r>
              <a:rPr lang="es-ES" b="1" dirty="0"/>
              <a:t>)</a:t>
            </a:r>
          </a:p>
          <a:p>
            <a:r>
              <a:rPr lang="es-ES" b="1" dirty="0"/>
              <a:t>Quien (</a:t>
            </a:r>
            <a:r>
              <a:rPr lang="es-ES" b="1" dirty="0" err="1"/>
              <a:t>who</a:t>
            </a:r>
            <a:r>
              <a:rPr lang="es-ES" b="1" dirty="0"/>
              <a:t>)</a:t>
            </a:r>
          </a:p>
          <a:p>
            <a:r>
              <a:rPr lang="es-ES" b="1" dirty="0">
                <a:highlight>
                  <a:srgbClr val="FFFF00"/>
                </a:highlight>
              </a:rPr>
              <a:t>Vergüenza </a:t>
            </a:r>
          </a:p>
          <a:p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220112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3741</TotalTime>
  <Words>508</Words>
  <Application>Microsoft Office PowerPoint</Application>
  <PresentationFormat>Widescreen</PresentationFormat>
  <Paragraphs>42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LOS ALFABETOS</vt:lpstr>
      <vt:lpstr>LOS ALFABETOS</vt:lpstr>
      <vt:lpstr>Los alfabetos con las palabras</vt:lpstr>
      <vt:lpstr>LAS PALABRAS</vt:lpstr>
      <vt:lpstr>La pronunciación de C, G y 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ALFABETOS</dc:title>
  <dc:creator>baishali choudhuri</dc:creator>
  <cp:lastModifiedBy>baishali choudhuri</cp:lastModifiedBy>
  <cp:revision>18</cp:revision>
  <dcterms:created xsi:type="dcterms:W3CDTF">2020-11-09T05:10:09Z</dcterms:created>
  <dcterms:modified xsi:type="dcterms:W3CDTF">2024-08-21T07:23:04Z</dcterms:modified>
</cp:coreProperties>
</file>