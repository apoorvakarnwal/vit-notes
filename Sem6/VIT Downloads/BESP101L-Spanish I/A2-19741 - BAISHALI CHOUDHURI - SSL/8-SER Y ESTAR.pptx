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>
      <p:cViewPr>
        <p:scale>
          <a:sx n="75" d="100"/>
          <a:sy n="75" d="100"/>
        </p:scale>
        <p:origin x="180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7DCD6-3861-4262-B8B1-796B531BCD06}" type="datetimeFigureOut">
              <a:rPr lang="en-IN" smtClean="0"/>
              <a:t>06-02-2025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EAE1A-973F-4694-BC9C-41EFA633A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04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verb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CEAE1A-973F-4694-BC9C-41EFA633A9E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91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CEAE1A-973F-4694-BC9C-41EFA633A9E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916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SER Y ESTAR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550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 </a:t>
            </a:r>
            <a:r>
              <a:rPr lang="en-US" dirty="0" err="1"/>
              <a:t>formas</a:t>
            </a:r>
            <a:r>
              <a:rPr lang="en-US" dirty="0"/>
              <a:t> (conjugated forms)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72" y="1219200"/>
            <a:ext cx="6771410" cy="5257800"/>
          </a:xfrm>
        </p:spPr>
      </p:pic>
    </p:spTree>
    <p:extLst>
      <p:ext uri="{BB962C8B-B14F-4D97-AF65-F5344CB8AC3E}">
        <p14:creationId xmlns:p14="http://schemas.microsoft.com/office/powerpoint/2010/main" val="278268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12" y="1417639"/>
            <a:ext cx="8229599" cy="4770980"/>
          </a:xfrm>
        </p:spPr>
      </p:pic>
    </p:spTree>
    <p:extLst>
      <p:ext uri="{BB962C8B-B14F-4D97-AF65-F5344CB8AC3E}">
        <p14:creationId xmlns:p14="http://schemas.microsoft.com/office/powerpoint/2010/main" val="1937713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Estar</a:t>
            </a:r>
            <a:br>
              <a:rPr lang="en-US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3" y="1417638"/>
            <a:ext cx="9947387" cy="4373562"/>
          </a:xfrm>
        </p:spPr>
      </p:pic>
    </p:spTree>
    <p:extLst>
      <p:ext uri="{BB962C8B-B14F-4D97-AF65-F5344CB8AC3E}">
        <p14:creationId xmlns:p14="http://schemas.microsoft.com/office/powerpoint/2010/main" val="371085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 y ESTAR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329" y="1447800"/>
            <a:ext cx="5283950" cy="4114800"/>
          </a:xfrm>
        </p:spPr>
      </p:pic>
    </p:spTree>
    <p:extLst>
      <p:ext uri="{BB962C8B-B14F-4D97-AF65-F5344CB8AC3E}">
        <p14:creationId xmlns:p14="http://schemas.microsoft.com/office/powerpoint/2010/main" val="113110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Practica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417638"/>
            <a:ext cx="7620000" cy="3810000"/>
          </a:xfrm>
        </p:spPr>
      </p:pic>
    </p:spTree>
    <p:extLst>
      <p:ext uri="{BB962C8B-B14F-4D97-AF65-F5344CB8AC3E}">
        <p14:creationId xmlns:p14="http://schemas.microsoft.com/office/powerpoint/2010/main" val="238548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A6E98-A311-75D2-B3A4-EC78C328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ACB67A-32DE-71B5-5399-D4E1FD8D9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10287000" cy="6705600"/>
          </a:xfrm>
        </p:spPr>
      </p:pic>
    </p:spTree>
    <p:extLst>
      <p:ext uri="{BB962C8B-B14F-4D97-AF65-F5344CB8AC3E}">
        <p14:creationId xmlns:p14="http://schemas.microsoft.com/office/powerpoint/2010/main" val="518717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E82ED-B3AD-EF77-493A-02557B87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3F45D9-5F12-D9C1-56AC-3354A3DC4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0"/>
            <a:ext cx="8534399" cy="7086600"/>
          </a:xfrm>
        </p:spPr>
      </p:pic>
    </p:spTree>
    <p:extLst>
      <p:ext uri="{BB962C8B-B14F-4D97-AF65-F5344CB8AC3E}">
        <p14:creationId xmlns:p14="http://schemas.microsoft.com/office/powerpoint/2010/main" val="77409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67D26-4734-ADB1-14AF-069487AEB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656758"/>
            <a:ext cx="7351037" cy="5506182"/>
          </a:xfrm>
        </p:spPr>
      </p:pic>
    </p:spTree>
    <p:extLst>
      <p:ext uri="{BB962C8B-B14F-4D97-AF65-F5344CB8AC3E}">
        <p14:creationId xmlns:p14="http://schemas.microsoft.com/office/powerpoint/2010/main" val="2839760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20</Words>
  <Application>Microsoft Office PowerPoint</Application>
  <PresentationFormat>On-screen Show (4:3)</PresentationFormat>
  <Paragraphs>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SER Y ESTAR</vt:lpstr>
      <vt:lpstr>Las formas (conjugated forms)</vt:lpstr>
      <vt:lpstr>SER</vt:lpstr>
      <vt:lpstr>Estar </vt:lpstr>
      <vt:lpstr>SER y ESTAR</vt:lpstr>
      <vt:lpstr>Practica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 Y ESTAR</dc:title>
  <dc:creator>hp</dc:creator>
  <cp:lastModifiedBy>baishali choudhuri</cp:lastModifiedBy>
  <cp:revision>14</cp:revision>
  <dcterms:created xsi:type="dcterms:W3CDTF">2006-08-16T00:00:00Z</dcterms:created>
  <dcterms:modified xsi:type="dcterms:W3CDTF">2025-02-06T07:57:43Z</dcterms:modified>
</cp:coreProperties>
</file>