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2" r:id="rId4"/>
    <p:sldId id="271" r:id="rId5"/>
    <p:sldId id="266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9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C20C-60D0-4845-B751-C188FCD1B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EE66D-AF90-4141-A6EC-534E64809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A04A7-C6D3-4269-914E-313D9680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FA4C2-7C5A-4F03-9992-1EE036F1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624C1-C466-403C-B4D1-B3A9DAED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430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36B3-5460-4FDC-82D6-F2530B17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B4F3B-B0A9-4538-8CB1-7916A8A07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913B5-BAA3-4D81-BD79-DB33F358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3D388-C15C-4C0D-B194-144C1000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DE36B-167F-482D-994A-434BB1D0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286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1A22-0A32-4D71-9EDF-C71A0B365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DDC63-2141-44BD-9F4F-44B3624B3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4E716-5346-4B08-92AE-6A3EF8E6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E7E9A-7D96-477C-901F-E33E85D9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E71E5-A711-42A5-B15B-C02583EC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8466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A6635-4C8F-46C9-922F-C33719B7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7E43-5ADD-4657-A059-D53A0D661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D58BD-B85A-4F23-9A58-FEEB19A21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34A4F-9F15-41E2-B0A9-4E86A21F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FCF62-AF83-40BC-94AB-E2974321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86FEF-2BBE-43B4-8C45-7A7BCEB2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83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E6A-5FAD-4B48-AB39-9E10B2690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F5EAF-99B1-41EF-BD56-85857F4D3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E9564-4257-4D26-889F-9877F56FA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59E372-9AAA-43DC-89CC-4823A7C89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6CEC8-6A6C-4C97-AC22-C0CE4B246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8FE15-EF33-4FD1-89AC-FC4A4F981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31652A-52CC-47AF-9DB6-1C15ED32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CF663-0122-459E-AAEE-EAAFD77B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672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A13D-D10C-4E80-A15C-E774CA3D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06747-EA3B-4854-91FD-EA9198D1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6EFAE-91B2-4C45-9F0C-3A705779A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ECAED-AE97-489B-AFD7-6F239BDC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700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732EC-EC90-4E32-B21E-522D57D6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7DC85-F522-4524-BE01-63C7784C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99F96-B66A-411B-B220-C65D17BA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079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5A30-C826-41C0-9EE2-C3919E77B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01E6C-E090-4402-B3C9-638D8E625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DB324-F1DE-433F-9929-9B742E7ED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98FDD-A8C2-47D1-BE33-A25212F2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71154-36F8-4423-9C95-72D9F7D6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6605F-770C-4EA5-BBB2-646E481E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11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1019-0023-4112-A464-F5ADEBFE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0F2E11-DDB2-4D67-8558-80EF4E450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F9DC8-F1C7-4B4D-B82A-9C46657DC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3363D-55AC-4447-AB7B-26A7473AC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6DD17-9820-433A-BC4F-D050D46D5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9F60C-5DC9-41FB-8B7C-A72F31E0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2795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27D4-F069-4CB1-9C59-84D566C8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841C4-80EA-4B89-8AA5-68C2025EC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19124-DDAF-487A-BAC2-78C6A94A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79F26-6653-434F-9657-5317DD14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1AD86-1618-477E-A26B-BB72C7D8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3876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FA0335-32F7-496B-8A74-16EBC4A3A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D75F8-BCAC-4533-9A99-9967F546C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84F1D-1F11-4849-8C50-070FD84B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0BBD5-5F3E-49C4-B108-D1752173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2633C-C0DE-497F-B67A-50405DB0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31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9DD70-3F1F-4AE8-865D-8C8CFBBE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69254-5CC2-44AE-866B-B5602B546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19012-0D80-4EAF-817D-AFAE34C2D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15DC9-E798-4C72-931E-E2DB028EFC56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647B5-9C77-4351-BEE1-EED05E2C1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36EC1-33EF-4F09-9A36-EB2EDF919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1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B992EB-F63E-4016-B3F3-B93A8256B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s-ES" sz="7200">
                <a:solidFill>
                  <a:schemeClr val="bg1"/>
                </a:solidFill>
              </a:rPr>
              <a:t>LOS SALUDOS Y LAS DESPEDIDAS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C9421-88B2-4F61-AA90-BAE52E730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endParaRPr lang="es-E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58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77F4B4-8ACA-4C72-A39F-8DC43248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es-ES" sz="4000"/>
              <a:t>Los saludos</a:t>
            </a:r>
            <a:br>
              <a:rPr lang="en-IN" sz="4000"/>
            </a:b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84999-9F9B-4E9A-B4FF-8F5F3B719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 lnSpcReduction="10000"/>
          </a:bodyPr>
          <a:lstStyle/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Buenos días : Good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Morning</a:t>
            </a:r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Buenas tardes: Good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Afternoon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/ Good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Evening</a:t>
            </a:r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Buenas noches: Good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Night</a:t>
            </a:r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Hola estudiantes/alumnos--- hola profesora/profe 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(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hello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students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—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hello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teacher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/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prof.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Gracias---- de nada (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thank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you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–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you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are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welcome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/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it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is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nothing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¿Cómo estás tú?/ ¿Qué tal?: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How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are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you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? (informal---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when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one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talking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to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one’s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friend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or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someone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younger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)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	¿Cómo está usted?: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How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are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you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? (formal ----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when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one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is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asking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someone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senior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or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one’s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teacher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/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parents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/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</a:rPr>
              <a:t>grandparents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etc.)</a:t>
            </a:r>
          </a:p>
          <a:p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  <a:p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IN" sz="17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960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18C601-23B2-6BFD-F0B2-63A634C6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endParaRPr lang="es-E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3B614-DF6B-DEBD-EAED-D0F21E69E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Nice to meet you:</a:t>
            </a: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Encantado/ Encantada</a:t>
            </a: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Mucho gusto</a:t>
            </a: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Es un placer conocerlo/la</a:t>
            </a: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Es un placer conocerte</a:t>
            </a:r>
          </a:p>
        </p:txBody>
      </p:sp>
    </p:spTree>
    <p:extLst>
      <p:ext uri="{BB962C8B-B14F-4D97-AF65-F5344CB8AC3E}">
        <p14:creationId xmlns:p14="http://schemas.microsoft.com/office/powerpoint/2010/main" val="2715816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677F89-77AE-61C0-0F04-F6762AFC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endParaRPr lang="es-E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6543-0C08-26AD-D02E-29ED70452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Feliz año nuevo: Happy new year</a:t>
            </a:r>
          </a:p>
          <a:p>
            <a:endParaRPr lang="es-ES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Feliz cumpleaños: Happy birthday</a:t>
            </a:r>
          </a:p>
          <a:p>
            <a:endParaRPr lang="es-ES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Feliz navidad: Merry christmas</a:t>
            </a:r>
          </a:p>
          <a:p>
            <a:endParaRPr lang="es-ES" sz="24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965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284AFF-A582-1C8D-E5E0-AAE5D0E23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es-ES" sz="4000"/>
              <a:t>Las despedidas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1A9FC-1DAC-CFB0-4094-99E953F75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Adiós– bye/goodbye</a:t>
            </a: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Hasta luego – see you later</a:t>
            </a: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Hasta pronto – see you soon</a:t>
            </a: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Hasta mañana – see you tomorrow</a:t>
            </a: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Hasta la vista --- see you</a:t>
            </a:r>
          </a:p>
          <a:p>
            <a:endParaRPr lang="es-ES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Hasta lunes --- see you on Monday</a:t>
            </a:r>
          </a:p>
          <a:p>
            <a:r>
              <a:rPr lang="es-ES" sz="2400">
                <a:solidFill>
                  <a:schemeClr val="tx1">
                    <a:alpha val="80000"/>
                  </a:schemeClr>
                </a:solidFill>
              </a:rPr>
              <a:t>Hasta martes --- see on Tuesday</a:t>
            </a:r>
          </a:p>
          <a:p>
            <a:endParaRPr lang="es-ES" sz="24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27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69B77E-BB85-4883-ACFE-9E2275FF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96712-EA40-4231-86AC-3CC36084B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Y– and</a:t>
            </a:r>
          </a:p>
          <a:p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O- or</a:t>
            </a:r>
          </a:p>
          <a:p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Si- yes</a:t>
            </a:r>
          </a:p>
          <a:p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No- No</a:t>
            </a:r>
          </a:p>
          <a:p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Please- </a:t>
            </a:r>
            <a:r>
              <a:rPr lang="en-IN" sz="2400" dirty="0" err="1">
                <a:solidFill>
                  <a:schemeClr val="tx1">
                    <a:alpha val="80000"/>
                  </a:schemeClr>
                </a:solidFill>
              </a:rPr>
              <a:t>por</a:t>
            </a:r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tx1">
                    <a:alpha val="80000"/>
                  </a:schemeClr>
                </a:solidFill>
              </a:rPr>
              <a:t>favor</a:t>
            </a:r>
            <a:endParaRPr lang="en-IN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Thank you – Gracias [usually we use De nada while replying to Gracias]</a:t>
            </a:r>
          </a:p>
          <a:p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Welcome – Bienvenido/</a:t>
            </a:r>
            <a:r>
              <a:rPr lang="en-IN" sz="2400">
                <a:solidFill>
                  <a:schemeClr val="tx1">
                    <a:alpha val="80000"/>
                  </a:schemeClr>
                </a:solidFill>
              </a:rPr>
              <a:t>bienvenida</a:t>
            </a:r>
            <a:endParaRPr lang="en-IN" sz="2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308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2426</TotalTime>
  <Words>227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LOS SALUDOS Y LAS DESPEDIDAS</vt:lpstr>
      <vt:lpstr>Los saludos </vt:lpstr>
      <vt:lpstr>PowerPoint Presentation</vt:lpstr>
      <vt:lpstr>PowerPoint Presentation</vt:lpstr>
      <vt:lpstr>Las despedidas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baishali choudhuri</dc:creator>
  <cp:lastModifiedBy>baishali choudhuri</cp:lastModifiedBy>
  <cp:revision>32</cp:revision>
  <dcterms:created xsi:type="dcterms:W3CDTF">2021-04-05T07:22:10Z</dcterms:created>
  <dcterms:modified xsi:type="dcterms:W3CDTF">2025-01-19T17:42:47Z</dcterms:modified>
</cp:coreProperties>
</file>