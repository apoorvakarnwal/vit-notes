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9" r:id="rId5"/>
    <p:sldId id="257" r:id="rId6"/>
    <p:sldId id="269" r:id="rId7"/>
    <p:sldId id="270" r:id="rId8"/>
    <p:sldId id="273" r:id="rId9"/>
    <p:sldId id="271" r:id="rId10"/>
    <p:sldId id="260" r:id="rId11"/>
    <p:sldId id="263" r:id="rId12"/>
    <p:sldId id="261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C7EDD-DE28-4E2A-91E5-E8BA1300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00BA8-BF13-4FE2-BC26-5D7D3BDF6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A25F2-A416-4906-93A5-F57AB29F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E82FA-DBC4-4798-A2FF-DA26A401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876A-E134-4F17-9982-502C6036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95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1C34-C579-41D3-8C9F-DFB516D78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8EA6A-C19A-4EEE-BE0E-0F31E80C1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47537-E672-4C69-9BA0-C32D5667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5E60F-2770-4CAF-8235-FF9EC2E5F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FC167-3A09-4F7E-A9BA-1B3C031D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0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B644-DDC0-4354-BB42-FB14551A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89481-F2CA-4896-A0FA-0185C4974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3037-01B2-4120-BDFA-B51D656D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083B5-D7C1-46B0-8E20-32934163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5000-6CE0-458E-8348-98DC5C14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747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D211-CC57-4BD1-9133-468DFCD18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12B1A-A996-4736-8877-E946E0C3C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EDF9-4E62-43E0-AF71-5BA32D862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3E94B-FB47-41EF-94A4-E788FD65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9B9FB-FFD4-4910-BC34-D3D443A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EBD95-D835-43E1-94B9-1348B167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96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C27A-0607-4A31-80AF-4F965F52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42FD2-EDCD-4EE7-88F8-D8A24B2F6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D7CD4-3CFF-4DF0-9846-BF36A37C8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B4210-D7D0-4EB0-A4DE-21478A9FA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FD70D-BC39-4C16-881B-D9C032E8F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5B1F6-E204-4220-8FE8-96458364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400C7-FCFB-4377-B93E-D857060EF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70F71-AD90-48BE-9BD0-80CF453C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79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1184-9BCA-486E-B747-899C2B72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62C58C-18AE-4952-AA87-D6346428C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68C5C-C37E-4946-9B0B-3CE16D11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62D94-BD21-4FC9-8815-D19296FA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99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D9063-8A77-4871-B120-D78B64E2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436B8-6D3A-42AD-8D54-8C800DFB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13EC-9268-415E-81F7-2EB03529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62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61E1-838A-4AB9-A140-2B9146BC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E110F-78A9-4504-BD88-2EE7B0412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3A61D-567D-4175-874C-EA6AB6FC8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77B44-C2D9-4617-BC41-1EFA80D5D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63ABB-25E0-460B-B886-30E49236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A475C-B5FC-4932-8E5A-208874C6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23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5D22-93D8-4B00-A79C-E2BF2A82C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A80F68-6B62-45A6-B482-E4B3B9F46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F29F1-4756-407C-95B3-C29A0744F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5349B-B9E8-4B70-995E-1F876498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5196B-BD26-4D0C-BF9C-BF9C030A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4A02F-7F29-4C4E-94D5-84E4E842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022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E3DA-BC95-4472-B06E-0CDFFFDF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CD75F-9D49-4488-AD84-FABC90BA0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56179-0F42-4AEF-9926-B369A246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5235C-E24D-4B13-85C3-CDBB1087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D3A5-A544-4F3F-9B0E-10A911A8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94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263C7-7848-42D9-BAA7-67026FC9E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D006F-FE0D-41E7-BA44-E7D5FAAAC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8D1B2-AA6F-41A0-AC80-A44A6DBF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051CB-9B7F-44EA-AB0A-79E829226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F5FF9-7DFE-4CDB-AC0A-B840948E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929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D88DF-97CC-495C-8827-057C0D1B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695C9-8F3B-41D4-82F0-8F0CB9B56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8865D-8B4E-4787-AC78-9065F7F7F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FF62F-163B-4EC2-ABBE-A15633E58D80}" type="datetimeFigureOut">
              <a:rPr lang="es-ES" smtClean="0"/>
              <a:t>12/10/2024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7706E-0FA4-4CA0-A647-6B47C01BF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E2210-613A-421A-883E-589821086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24591-18AB-46EA-BCB6-B3F51EDABE9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02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0AE2-E556-4CD4-8CDB-17D9B25BDD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El verbo hay y las preposiciones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92793-66DF-45DC-9202-C7C1ED29B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977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90BD-BC16-41A6-995F-9D612617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535BD-9751-4A31-9EEF-D7D3AAD0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Hay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form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auxiliary</a:t>
            </a:r>
            <a:r>
              <a:rPr lang="es-ES" dirty="0"/>
              <a:t> </a:t>
            </a:r>
            <a:r>
              <a:rPr lang="es-ES" dirty="0" err="1"/>
              <a:t>verb</a:t>
            </a:r>
            <a:r>
              <a:rPr lang="es-ES" dirty="0"/>
              <a:t> Haber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means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,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used</a:t>
            </a:r>
            <a:r>
              <a:rPr lang="es-ES" dirty="0"/>
              <a:t> in </a:t>
            </a:r>
            <a:r>
              <a:rPr lang="es-ES" dirty="0" err="1"/>
              <a:t>perfect</a:t>
            </a:r>
            <a:r>
              <a:rPr lang="es-ES" dirty="0"/>
              <a:t> </a:t>
            </a:r>
            <a:r>
              <a:rPr lang="es-ES" dirty="0" err="1"/>
              <a:t>sentences</a:t>
            </a:r>
            <a:r>
              <a:rPr lang="es-ES" dirty="0"/>
              <a:t>.</a:t>
            </a:r>
          </a:p>
          <a:p>
            <a:r>
              <a:rPr lang="es-ES" dirty="0"/>
              <a:t>Hay </a:t>
            </a:r>
            <a:r>
              <a:rPr lang="es-ES" dirty="0" err="1"/>
              <a:t>means</a:t>
            </a:r>
            <a:r>
              <a:rPr lang="es-ES" dirty="0"/>
              <a:t> </a:t>
            </a:r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there</a:t>
            </a:r>
            <a:r>
              <a:rPr lang="es-ES" dirty="0"/>
              <a:t> are</a:t>
            </a:r>
          </a:p>
          <a:p>
            <a:r>
              <a:rPr lang="es-ES" dirty="0" err="1"/>
              <a:t>Like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Hay una casa --- </a:t>
            </a:r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house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Hay unas casas --- </a:t>
            </a:r>
            <a:r>
              <a:rPr lang="es-ES" dirty="0" err="1"/>
              <a:t>There</a:t>
            </a:r>
            <a:r>
              <a:rPr lang="es-ES" dirty="0"/>
              <a:t> are </a:t>
            </a:r>
            <a:r>
              <a:rPr lang="es-ES" dirty="0" err="1"/>
              <a:t>some</a:t>
            </a:r>
            <a:r>
              <a:rPr lang="es-ES" dirty="0"/>
              <a:t> </a:t>
            </a:r>
            <a:r>
              <a:rPr lang="es-ES" dirty="0" err="1"/>
              <a:t>houses</a:t>
            </a:r>
            <a:endParaRPr lang="es-ES" dirty="0"/>
          </a:p>
          <a:p>
            <a:r>
              <a:rPr lang="es-ES" dirty="0"/>
              <a:t>In </a:t>
            </a:r>
            <a:r>
              <a:rPr lang="es-ES" dirty="0" err="1"/>
              <a:t>most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sentences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will</a:t>
            </a:r>
            <a:r>
              <a:rPr lang="es-ES" dirty="0"/>
              <a:t> </a:t>
            </a:r>
            <a:r>
              <a:rPr lang="es-ES" dirty="0" err="1"/>
              <a:t>see</a:t>
            </a:r>
            <a:r>
              <a:rPr lang="es-ES" dirty="0"/>
              <a:t> after hay </a:t>
            </a:r>
            <a:r>
              <a:rPr lang="es-ES" dirty="0" err="1"/>
              <a:t>we</a:t>
            </a:r>
            <a:r>
              <a:rPr lang="es-ES" dirty="0"/>
              <a:t> are </a:t>
            </a:r>
            <a:r>
              <a:rPr lang="es-ES" dirty="0" err="1"/>
              <a:t>using</a:t>
            </a:r>
            <a:r>
              <a:rPr lang="es-ES" dirty="0"/>
              <a:t> </a:t>
            </a:r>
            <a:r>
              <a:rPr lang="es-ES" dirty="0" err="1"/>
              <a:t>indefinite</a:t>
            </a:r>
            <a:r>
              <a:rPr lang="es-ES" dirty="0"/>
              <a:t> </a:t>
            </a:r>
            <a:r>
              <a:rPr lang="es-ES" dirty="0" err="1"/>
              <a:t>articles</a:t>
            </a:r>
            <a:r>
              <a:rPr lang="es-ES" dirty="0"/>
              <a:t>, i.e., un, una, unos, unas.</a:t>
            </a:r>
          </a:p>
          <a:p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are </a:t>
            </a:r>
            <a:r>
              <a:rPr lang="es-ES" dirty="0" err="1"/>
              <a:t>using</a:t>
            </a:r>
            <a:r>
              <a:rPr lang="es-ES" dirty="0"/>
              <a:t> </a:t>
            </a:r>
            <a:r>
              <a:rPr lang="es-ES" dirty="0" err="1"/>
              <a:t>quantifying</a:t>
            </a:r>
            <a:r>
              <a:rPr lang="es-ES" dirty="0"/>
              <a:t> </a:t>
            </a:r>
            <a:r>
              <a:rPr lang="es-ES" dirty="0" err="1"/>
              <a:t>adjectives</a:t>
            </a:r>
            <a:r>
              <a:rPr lang="es-ES" dirty="0"/>
              <a:t> </a:t>
            </a:r>
            <a:r>
              <a:rPr lang="es-ES" dirty="0" err="1"/>
              <a:t>like</a:t>
            </a:r>
            <a:r>
              <a:rPr lang="es-ES" dirty="0"/>
              <a:t> dos, tres, etc. </a:t>
            </a:r>
            <a:r>
              <a:rPr lang="es-ES" dirty="0" err="1"/>
              <a:t>or</a:t>
            </a:r>
            <a:r>
              <a:rPr lang="es-ES" dirty="0"/>
              <a:t> mucho, mucha, etc.</a:t>
            </a:r>
          </a:p>
        </p:txBody>
      </p:sp>
    </p:spTree>
    <p:extLst>
      <p:ext uri="{BB962C8B-B14F-4D97-AF65-F5344CB8AC3E}">
        <p14:creationId xmlns:p14="http://schemas.microsoft.com/office/powerpoint/2010/main" val="875540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7181E-0940-4D53-B235-04427EE5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5E835-A6B3-4F87-B9AD-0393E5CC0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Hay una casa en mi localidad.</a:t>
            </a:r>
          </a:p>
          <a:p>
            <a:pPr marL="0" indent="0">
              <a:buNone/>
            </a:pPr>
            <a:r>
              <a:rPr lang="es-ES" dirty="0"/>
              <a:t>En la casa hay unos cuartos</a:t>
            </a:r>
          </a:p>
          <a:p>
            <a:pPr marL="0" indent="0">
              <a:buNone/>
            </a:pPr>
            <a:r>
              <a:rPr lang="es-ES" dirty="0"/>
              <a:t>Hay tres habitaciones/ dormitorios, tres cuartos de baño/ baño, una cocina, una terraza, un salón.</a:t>
            </a:r>
          </a:p>
          <a:p>
            <a:pPr marL="0" indent="0">
              <a:buNone/>
            </a:pPr>
            <a:r>
              <a:rPr lang="es-ES" dirty="0"/>
              <a:t>En la habitación hay una cama, una silla, una mesa y unos libros.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382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0C7C8-98DF-4D5A-A632-F9A7A121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Describing</a:t>
            </a:r>
            <a:r>
              <a:rPr lang="es-ES" dirty="0"/>
              <a:t> a </a:t>
            </a:r>
            <a:r>
              <a:rPr lang="es-ES" dirty="0" err="1"/>
              <a:t>space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FE888-D56E-4ACF-BA18-8A962E47C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Three</a:t>
            </a:r>
            <a:r>
              <a:rPr lang="es-ES" dirty="0"/>
              <a:t> </a:t>
            </a:r>
            <a:r>
              <a:rPr lang="es-ES" dirty="0" err="1"/>
              <a:t>verbs</a:t>
            </a:r>
            <a:r>
              <a:rPr lang="es-ES" dirty="0"/>
              <a:t> are </a:t>
            </a:r>
            <a:r>
              <a:rPr lang="es-ES" dirty="0" err="1"/>
              <a:t>used</a:t>
            </a:r>
            <a:r>
              <a:rPr lang="es-ES" dirty="0"/>
              <a:t> </a:t>
            </a:r>
            <a:r>
              <a:rPr lang="es-ES" dirty="0" err="1"/>
              <a:t>predominantly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ESTAR</a:t>
            </a:r>
          </a:p>
          <a:p>
            <a:pPr marL="0" indent="0">
              <a:buNone/>
            </a:pPr>
            <a:r>
              <a:rPr lang="es-ES" dirty="0"/>
              <a:t>HAY (</a:t>
            </a:r>
            <a:r>
              <a:rPr lang="es-ES" dirty="0" err="1"/>
              <a:t>an</a:t>
            </a:r>
            <a:r>
              <a:rPr lang="es-ES" dirty="0"/>
              <a:t> impersonal </a:t>
            </a:r>
            <a:r>
              <a:rPr lang="es-ES" dirty="0" err="1"/>
              <a:t>verb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/>
              <a:t>SER</a:t>
            </a:r>
          </a:p>
          <a:p>
            <a:pPr marL="0" indent="0">
              <a:buNone/>
            </a:pPr>
            <a:r>
              <a:rPr lang="es-ES" dirty="0"/>
              <a:t>&amp; Tener</a:t>
            </a:r>
          </a:p>
          <a:p>
            <a:pPr marL="0" indent="0">
              <a:buNone/>
            </a:pPr>
            <a:r>
              <a:rPr lang="es-ES" b="1" dirty="0"/>
              <a:t>Hay una </a:t>
            </a:r>
            <a:r>
              <a:rPr lang="es-ES" dirty="0"/>
              <a:t>cama en el dormitorio. </a:t>
            </a:r>
            <a:r>
              <a:rPr lang="es-ES" b="1" dirty="0"/>
              <a:t>La cama está </a:t>
            </a:r>
            <a:r>
              <a:rPr lang="es-ES" dirty="0"/>
              <a:t>en el centro de la habitación. </a:t>
            </a:r>
            <a:r>
              <a:rPr lang="es-ES" b="1" dirty="0"/>
              <a:t>La cama es </a:t>
            </a:r>
            <a:r>
              <a:rPr lang="es-ES" dirty="0"/>
              <a:t>grande. Sobre la cama </a:t>
            </a:r>
            <a:r>
              <a:rPr lang="es-ES" b="1" dirty="0"/>
              <a:t>hay una </a:t>
            </a:r>
            <a:r>
              <a:rPr lang="es-ES" dirty="0"/>
              <a:t>sabana roja. </a:t>
            </a:r>
            <a:r>
              <a:rPr lang="es-ES" b="1" dirty="0"/>
              <a:t>La habitación tiene</a:t>
            </a:r>
            <a:r>
              <a:rPr lang="es-ES" dirty="0"/>
              <a:t> una ventana muy grande.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849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1AAF-650D-49D0-A042-43251D36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Las preposiciones</a:t>
            </a:r>
          </a:p>
        </p:txBody>
      </p:sp>
      <p:pic>
        <p:nvPicPr>
          <p:cNvPr id="5" name="Content Placeholder 4" descr="A screen shot of a social media post&#10;&#10;Description automatically generated">
            <a:extLst>
              <a:ext uri="{FF2B5EF4-FFF2-40B4-BE49-F238E27FC236}">
                <a16:creationId xmlns:a16="http://schemas.microsoft.com/office/drawing/2014/main" id="{B7450D0A-359A-4E89-9E97-61BA70C3B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66" y="1690688"/>
            <a:ext cx="10114671" cy="3691731"/>
          </a:xfrm>
        </p:spPr>
      </p:pic>
    </p:spTree>
    <p:extLst>
      <p:ext uri="{BB962C8B-B14F-4D97-AF65-F5344CB8AC3E}">
        <p14:creationId xmlns:p14="http://schemas.microsoft.com/office/powerpoint/2010/main" val="355586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190E-ECED-7B9E-72B6-C2B073F6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Voabulary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room</a:t>
            </a:r>
            <a:endParaRPr lang="es-E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C4F44BC-46A7-4EDB-F9C0-CCBAB17A72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695621"/>
              </p:ext>
            </p:extLst>
          </p:nvPr>
        </p:nvGraphicFramePr>
        <p:xfrm>
          <a:off x="838200" y="1825625"/>
          <a:ext cx="10515600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6196730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272850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36988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63176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3034544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49281854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Classrooml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Clase/la aula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Chair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Door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96046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Student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El/la estudiante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Whiteboard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pizarra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Window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ventana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95560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Teacher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profesora</a:t>
                      </a:r>
                    </a:p>
                    <a:p>
                      <a:r>
                        <a:rPr lang="es-ES" dirty="0"/>
                        <a:t>El profesora</a:t>
                      </a:r>
                    </a:p>
                    <a:p>
                      <a:r>
                        <a:rPr lang="es-ES" dirty="0"/>
                        <a:t>El maestro</a:t>
                      </a:r>
                    </a:p>
                    <a:p>
                      <a:r>
                        <a:rPr lang="es-ES" dirty="0"/>
                        <a:t>La maestra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Projector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proyector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Ceiling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techo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26942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Desk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pupitre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ventilador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Backpack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mochila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883585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mesa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luz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libro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39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335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579C-F52D-14B8-C72E-4A5AF36E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room</a:t>
            </a:r>
            <a:endParaRPr lang="es-E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A518934-3811-0A22-123C-F1BB3EC62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280495"/>
              </p:ext>
            </p:extLst>
          </p:nvPr>
        </p:nvGraphicFramePr>
        <p:xfrm>
          <a:off x="838200" y="1975757"/>
          <a:ext cx="10515600" cy="4517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804839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792014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84958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79652767"/>
                    </a:ext>
                  </a:extLst>
                </a:gridCol>
              </a:tblGrid>
              <a:tr h="783318">
                <a:tc>
                  <a:txBody>
                    <a:bodyPr/>
                    <a:lstStyle/>
                    <a:p>
                      <a:r>
                        <a:rPr lang="es-ES" dirty="0"/>
                        <a:t>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cuaderno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Chalk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tiza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26196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Paper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papel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Ball </a:t>
                      </a:r>
                      <a:r>
                        <a:rPr lang="es-ES" dirty="0" err="1"/>
                        <a:t>point</a:t>
                      </a:r>
                      <a:r>
                        <a:rPr lang="es-ES" dirty="0"/>
                        <a:t> 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</a:t>
                      </a:r>
                      <a:r>
                        <a:rPr lang="es-ES" dirty="0" err="1"/>
                        <a:t>boligrafia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30312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Calculator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calculador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borrador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60416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Clock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reloj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Eraser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borrador/ la goma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32943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es-ES" dirty="0" err="1"/>
                        <a:t>Fountain</a:t>
                      </a:r>
                      <a:r>
                        <a:rPr lang="es-ES" dirty="0"/>
                        <a:t> 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pluma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Markar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marcador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402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062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F827-B76F-4B77-5FAC-06FC9B4B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BCBBF-24D5-0D04-3433-54F77D396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Wall --- la pared</a:t>
            </a:r>
          </a:p>
          <a:p>
            <a:r>
              <a:rPr lang="es-ES" dirty="0" err="1"/>
              <a:t>Wooden</a:t>
            </a:r>
            <a:r>
              <a:rPr lang="es-ES" dirty="0"/>
              <a:t> </a:t>
            </a:r>
            <a:r>
              <a:rPr lang="es-ES" dirty="0" err="1"/>
              <a:t>plank</a:t>
            </a:r>
            <a:r>
              <a:rPr lang="es-ES" dirty="0"/>
              <a:t>/ </a:t>
            </a:r>
            <a:r>
              <a:rPr lang="es-ES" dirty="0" err="1"/>
              <a:t>board</a:t>
            </a:r>
            <a:r>
              <a:rPr lang="es-ES" dirty="0"/>
              <a:t> ---- el tablón</a:t>
            </a:r>
          </a:p>
          <a:p>
            <a:r>
              <a:rPr lang="es-ES" dirty="0" err="1"/>
              <a:t>Noteooks</a:t>
            </a:r>
            <a:r>
              <a:rPr lang="es-ES" dirty="0"/>
              <a:t> – los cuadernos</a:t>
            </a:r>
          </a:p>
          <a:p>
            <a:r>
              <a:rPr lang="es-ES" dirty="0" err="1"/>
              <a:t>Shelf</a:t>
            </a:r>
            <a:r>
              <a:rPr lang="es-ES" dirty="0"/>
              <a:t>--- la estantería</a:t>
            </a:r>
          </a:p>
          <a:p>
            <a:r>
              <a:rPr lang="es-ES" dirty="0"/>
              <a:t>Picture – el cuadro</a:t>
            </a:r>
          </a:p>
          <a:p>
            <a:r>
              <a:rPr lang="es-ES" dirty="0" err="1"/>
              <a:t>Globe</a:t>
            </a:r>
            <a:r>
              <a:rPr lang="es-ES" dirty="0"/>
              <a:t> --- el globo</a:t>
            </a:r>
          </a:p>
          <a:p>
            <a:r>
              <a:rPr lang="es-ES" dirty="0" err="1"/>
              <a:t>Chair</a:t>
            </a:r>
            <a:r>
              <a:rPr lang="es-ES" dirty="0"/>
              <a:t> – la silla</a:t>
            </a:r>
          </a:p>
          <a:p>
            <a:r>
              <a:rPr lang="es-ES" dirty="0" err="1"/>
              <a:t>Teacher</a:t>
            </a:r>
            <a:r>
              <a:rPr lang="es-ES" dirty="0"/>
              <a:t> --- el profesor/ la profesora</a:t>
            </a:r>
          </a:p>
          <a:p>
            <a:r>
              <a:rPr lang="es-ES" dirty="0" err="1"/>
              <a:t>Students</a:t>
            </a:r>
            <a:r>
              <a:rPr lang="es-ES" dirty="0"/>
              <a:t> – los estudiantes</a:t>
            </a:r>
          </a:p>
          <a:p>
            <a:r>
              <a:rPr lang="es-ES" dirty="0" err="1"/>
              <a:t>Wastepaperbox</a:t>
            </a:r>
            <a:r>
              <a:rPr lang="es-ES" dirty="0"/>
              <a:t> – la papelera</a:t>
            </a:r>
          </a:p>
          <a:p>
            <a:r>
              <a:rPr lang="es-ES" dirty="0" err="1"/>
              <a:t>Door</a:t>
            </a:r>
            <a:r>
              <a:rPr lang="es-ES" dirty="0"/>
              <a:t> – la puerta</a:t>
            </a:r>
          </a:p>
          <a:p>
            <a:r>
              <a:rPr lang="es-ES" dirty="0" err="1"/>
              <a:t>Window</a:t>
            </a:r>
            <a:r>
              <a:rPr lang="es-ES" dirty="0"/>
              <a:t> – la ventana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2950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B20897-811B-49CE-41D6-98B267F8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 </a:t>
            </a:r>
            <a:r>
              <a:rPr lang="es-ES" dirty="0" err="1"/>
              <a:t>classroom</a:t>
            </a:r>
            <a:endParaRPr lang="es-E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0E7640-CC3D-7D60-0C0B-023FBFEFBB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40" y="1825625"/>
            <a:ext cx="4877323" cy="4351338"/>
          </a:xfr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8F73E4-F923-1C2E-9D81-1DAC5DD00B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Esta es una clase pequeña.</a:t>
            </a:r>
          </a:p>
          <a:p>
            <a:r>
              <a:rPr lang="es-ES" dirty="0"/>
              <a:t>Hay un maestro, unos estudiantes, unos pupitres, unas sillas, una pizarra.</a:t>
            </a:r>
          </a:p>
          <a:p>
            <a:r>
              <a:rPr lang="es-ES" dirty="0"/>
              <a:t>En el centro de la pared esta la pizarra.</a:t>
            </a:r>
          </a:p>
          <a:p>
            <a:r>
              <a:rPr lang="es-ES" dirty="0"/>
              <a:t>Enfrente de la pizarra esta el maestro/profesor.</a:t>
            </a:r>
          </a:p>
          <a:p>
            <a:r>
              <a:rPr lang="es-ES" dirty="0"/>
              <a:t>Enfrente del profesor están los alumnos/ estudiantes.</a:t>
            </a:r>
          </a:p>
          <a:p>
            <a:r>
              <a:rPr lang="es-ES" dirty="0"/>
              <a:t>Delante de la pizarra están las sillas y los pupitres.</a:t>
            </a:r>
          </a:p>
          <a:p>
            <a:r>
              <a:rPr lang="es-ES" dirty="0"/>
              <a:t>A la izquierda de la pizarra hay un reloj.</a:t>
            </a:r>
          </a:p>
          <a:p>
            <a:r>
              <a:rPr lang="es-ES" dirty="0"/>
              <a:t>A la derecha de la pizarra hay un mapa. </a:t>
            </a:r>
          </a:p>
          <a:p>
            <a:r>
              <a:rPr lang="es-ES" dirty="0"/>
              <a:t>Debajo del mapa hay un tablón.</a:t>
            </a:r>
          </a:p>
          <a:p>
            <a:r>
              <a:rPr lang="es-ES" dirty="0"/>
              <a:t>La aula es luminosa.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052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DC72E-A16F-4D6A-B7BD-08FD7C164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La descripcion de una casa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CF91B75-E9A4-4F71-B483-C6959FBA0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57"/>
          <a:stretch/>
        </p:blipFill>
        <p:spPr>
          <a:xfrm>
            <a:off x="7297895" y="2596836"/>
            <a:ext cx="3928123" cy="399763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89F6C311-8EC6-4920-8570-B6B8FE608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15" y="2579989"/>
            <a:ext cx="3713686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55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E1F4-510A-441B-A9CC-9842C576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casa y los cuartos</a:t>
            </a:r>
          </a:p>
        </p:txBody>
      </p:sp>
      <p:pic>
        <p:nvPicPr>
          <p:cNvPr id="5" name="Content Placeholder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4CACC95-59FD-4A21-B572-075027F24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377" y="1825625"/>
            <a:ext cx="8370277" cy="4351338"/>
          </a:xfrm>
        </p:spPr>
      </p:pic>
    </p:spTree>
    <p:extLst>
      <p:ext uri="{BB962C8B-B14F-4D97-AF65-F5344CB8AC3E}">
        <p14:creationId xmlns:p14="http://schemas.microsoft.com/office/powerpoint/2010/main" val="309117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3DBB4-4773-44C5-A4CC-EF026559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s-ES">
                <a:solidFill>
                  <a:schemeClr val="accent1"/>
                </a:solidFill>
              </a:rPr>
              <a:t>Los vocabularios de dormitorio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id="{7F522FD6-58D3-483E-8FA5-49C0B0C39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4159"/>
            <a:ext cx="11465163" cy="6972159"/>
          </a:xfrm>
        </p:spPr>
      </p:pic>
    </p:spTree>
    <p:extLst>
      <p:ext uri="{BB962C8B-B14F-4D97-AF65-F5344CB8AC3E}">
        <p14:creationId xmlns:p14="http://schemas.microsoft.com/office/powerpoint/2010/main" val="1813221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53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AB474-5CA8-47FA-AD34-9B8AAFCA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La </a:t>
            </a:r>
            <a:r>
              <a:rPr lang="en-US" sz="3600" dirty="0" err="1">
                <a:solidFill>
                  <a:srgbClr val="FFFFFF"/>
                </a:solidFill>
              </a:rPr>
              <a:t>habitacion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window, yellow, bedroom, bed&#10;&#10;Description automatically generated">
            <a:extLst>
              <a:ext uri="{FF2B5EF4-FFF2-40B4-BE49-F238E27FC236}">
                <a16:creationId xmlns:a16="http://schemas.microsoft.com/office/drawing/2014/main" id="{C675C722-12FD-4E79-B44B-5DAB83BBC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" r="10819" b="-2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09395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1102-75FB-4C8A-A573-4CDD8926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32994-DF49-4475-8D3B-1B1B51D9E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u="sng" dirty="0"/>
              <a:t>En</a:t>
            </a:r>
            <a:r>
              <a:rPr lang="es-ES" dirty="0"/>
              <a:t> la habitación </a:t>
            </a:r>
            <a:r>
              <a:rPr lang="es-ES" b="1" i="1" dirty="0"/>
              <a:t>hay</a:t>
            </a:r>
            <a:r>
              <a:rPr lang="es-ES" dirty="0"/>
              <a:t> dos mesillas, un tocador, y una planta</a:t>
            </a:r>
          </a:p>
          <a:p>
            <a:r>
              <a:rPr lang="es-ES" u="sng" dirty="0"/>
              <a:t>En el centro de </a:t>
            </a:r>
            <a:r>
              <a:rPr lang="es-ES" dirty="0"/>
              <a:t>la habitación </a:t>
            </a:r>
            <a:r>
              <a:rPr lang="es-ES" b="1" i="1" dirty="0"/>
              <a:t>hay</a:t>
            </a:r>
            <a:r>
              <a:rPr lang="es-ES" dirty="0"/>
              <a:t> una cama</a:t>
            </a:r>
          </a:p>
          <a:p>
            <a:r>
              <a:rPr lang="es-ES" u="sng" dirty="0"/>
              <a:t>Sobre</a:t>
            </a:r>
            <a:r>
              <a:rPr lang="es-ES" dirty="0"/>
              <a:t> la cama hay una sabana azul</a:t>
            </a:r>
          </a:p>
          <a:p>
            <a:r>
              <a:rPr lang="es-ES" u="sng" dirty="0"/>
              <a:t>A la derecha </a:t>
            </a:r>
            <a:r>
              <a:rPr lang="es-ES" dirty="0"/>
              <a:t>de la cama hay una mesilla.</a:t>
            </a:r>
          </a:p>
          <a:p>
            <a:r>
              <a:rPr lang="es-ES" dirty="0"/>
              <a:t>La otra mesilla </a:t>
            </a:r>
            <a:r>
              <a:rPr lang="es-ES" b="1" i="1" dirty="0"/>
              <a:t>está</a:t>
            </a:r>
            <a:r>
              <a:rPr lang="es-ES" dirty="0"/>
              <a:t> </a:t>
            </a:r>
            <a:r>
              <a:rPr lang="es-ES" u="sng" dirty="0"/>
              <a:t>a la izquierda </a:t>
            </a:r>
            <a:r>
              <a:rPr lang="es-ES" dirty="0"/>
              <a:t>de la cama.</a:t>
            </a:r>
          </a:p>
          <a:p>
            <a:r>
              <a:rPr lang="es-ES" u="sng" dirty="0"/>
              <a:t>Sobre</a:t>
            </a:r>
            <a:r>
              <a:rPr lang="es-ES" dirty="0"/>
              <a:t> la mesilla hay una lampara</a:t>
            </a:r>
          </a:p>
          <a:p>
            <a:r>
              <a:rPr lang="es-ES" dirty="0">
                <a:highlight>
                  <a:srgbClr val="FFFF00"/>
                </a:highlight>
              </a:rPr>
              <a:t>A la izquierda de la mesilla hay una ventana</a:t>
            </a:r>
          </a:p>
          <a:p>
            <a:r>
              <a:rPr lang="es-ES" dirty="0"/>
              <a:t>La ventana es grande.</a:t>
            </a:r>
          </a:p>
          <a:p>
            <a:r>
              <a:rPr lang="es-ES" dirty="0"/>
              <a:t>La habitación tiene un espejo también</a:t>
            </a:r>
          </a:p>
        </p:txBody>
      </p:sp>
    </p:spTree>
    <p:extLst>
      <p:ext uri="{BB962C8B-B14F-4D97-AF65-F5344CB8AC3E}">
        <p14:creationId xmlns:p14="http://schemas.microsoft.com/office/powerpoint/2010/main" val="105589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2170</TotalTime>
  <Words>551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El verbo hay y las preposiciones</vt:lpstr>
      <vt:lpstr>Hay</vt:lpstr>
      <vt:lpstr>ejemplos</vt:lpstr>
      <vt:lpstr>Describing a space</vt:lpstr>
      <vt:lpstr>Las preposiciones</vt:lpstr>
      <vt:lpstr>Voabulary of a class room</vt:lpstr>
      <vt:lpstr>Description of a class room</vt:lpstr>
      <vt:lpstr>PowerPoint Presentation</vt:lpstr>
      <vt:lpstr>Description of a classroom</vt:lpstr>
      <vt:lpstr>La descripcion de una casa</vt:lpstr>
      <vt:lpstr>La casa y los cuartos</vt:lpstr>
      <vt:lpstr>Los vocabularios de dormitorio</vt:lpstr>
      <vt:lpstr>La habitacion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verbo hay y las preposiciones</dc:title>
  <dc:creator>baishali choudhuri</dc:creator>
  <cp:lastModifiedBy>baishali choudhuri</cp:lastModifiedBy>
  <cp:revision>22</cp:revision>
  <dcterms:created xsi:type="dcterms:W3CDTF">2020-04-13T08:51:29Z</dcterms:created>
  <dcterms:modified xsi:type="dcterms:W3CDTF">2024-10-12T15:29:17Z</dcterms:modified>
</cp:coreProperties>
</file>