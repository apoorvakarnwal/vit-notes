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5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8E09-E31F-2E3E-9B6A-10B4C2492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D5F48-A80F-FB9D-F6A8-71C29B57D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6FA01-5349-84C6-9B26-DDB45F929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69FB1-AD92-C0FB-6E1A-1AB6FDB1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E628-C38A-13A0-6F81-D4C10A73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2142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E713-013C-E75E-1CF2-2660A01A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2EC3-731C-C589-69EA-57EE70427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7F93E-7A38-ACF7-AA3F-34BAB117E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7B66F-BEEB-DFEE-62CA-58366F6F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74017-3A46-57F6-6C85-B77B378C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16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D541-32A4-870C-E0D5-FF69B3E5A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7D594-65A5-76A1-7530-3DBA31F09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EE875-CC7B-D12B-AAE3-4C3F6741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C9005-3D74-74EA-18FD-4FED5F02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220E-70D8-7D46-3570-B93BCDB2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5926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BCE2-AD7E-DDF4-5D9F-12EB7A69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C7F09-CEA4-0F8D-E4F8-A8FE0D16A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62AB1-8083-496B-0536-B79460D08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BBB41-57F6-F437-E25F-8E684781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77829-7203-A84D-AE12-9BC2CDF5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E8913-B962-51BD-87E0-ACF1800C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770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B0DB4-96BD-2F9F-3072-D78EB6C53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F516D-BBA6-DA0D-9745-D8CB99FC5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9CB47-85A1-065F-811D-28788005D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06B0C1-EEF7-9C4C-EB6E-96B9279C5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8E60C-08AE-7CCE-8F18-6E3072ED7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16EEA-9533-143F-AD12-1F15A63F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E5361-591F-292D-345B-8EE1679B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FA6C6-63AF-CB53-1485-94E88CD3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336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B0D5-F10F-4CFA-2A67-01A90D4B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3789C-9D01-C082-7281-0A804F01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91E6E-C233-64BE-DD1E-09B1F437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A0ACB-FF1B-DB02-C24D-FCF4FFBF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37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C989D-B448-9E74-26A3-D141128EE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60C7F-920B-E1CC-DEDC-64DE1226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D9E71-9F1C-E2C1-6B4C-2B028574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3785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11CE-84D1-B5CD-38F7-9A10225B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B955-FD15-6DA2-D788-44CAA4C21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8244D-BA5D-E483-1677-34714F8D1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A259C-939F-A595-CD29-10A9EB1D9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49A04-39DB-F03F-2A73-3FD31175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DBCA2-9CC0-4B6F-3D7F-BE941179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262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CC621-A316-4502-DC88-6D7CAEA6C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63483-EF1B-0AAE-4019-8B13FB4A3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DAD44-A7CA-F556-65F8-0A07079C2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D443D-C40F-61A0-94C0-5B8E3FD8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B0947-75E1-20D4-D1C3-86E98155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4311F-5243-398E-B227-EE0328A7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624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801E-BA18-6D17-A857-B78D12B6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B0D5A-1613-83D3-31DE-B5E8F1399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ED920-7848-EFD5-02EB-767DD4CB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E6B46-B3CF-67ED-1017-CCCD44C7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3CF7F-B5AC-7867-197E-4C74CDCF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3129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BB580-B0CB-1604-174C-25096A249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5E62A-A862-5FC5-117F-55B5316E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AFE9B-97A6-27B9-A735-DB65AC88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4A8D6-DBB6-3020-C041-B10CDFB1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43503-8205-F66C-A803-C090C085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31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22F8A-D779-AF71-60A0-E16C2C663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9937B-F932-A938-E148-808D1E228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ECFF1-7F9C-5E6D-B910-5EC094521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5083B-F5B5-44BF-99FA-0CC93EC4D3C4}" type="datetimeFigureOut">
              <a:rPr lang="es-ES" smtClean="0"/>
              <a:t>01/09/2024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6DF09-3681-19AF-9454-8BF160BBD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4884F-E83C-68D7-FDC7-9C69B5307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5C46B-8C01-4E7C-B72F-F0F061AB80B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345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274BA-F38D-EBF1-0818-1953BE5F5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TENER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1CAD6-E6C0-D1E7-F68F-2B130CD4E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TO HAVE</a:t>
            </a:r>
          </a:p>
        </p:txBody>
      </p:sp>
    </p:spTree>
    <p:extLst>
      <p:ext uri="{BB962C8B-B14F-4D97-AF65-F5344CB8AC3E}">
        <p14:creationId xmlns:p14="http://schemas.microsoft.com/office/powerpoint/2010/main" val="375536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4D63-0290-FF09-B91A-B277B3DE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CONJUGATION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349C13-06C9-074C-FFDC-244CE013B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2" y="2270229"/>
            <a:ext cx="9939130" cy="3459824"/>
          </a:xfrm>
        </p:spPr>
      </p:pic>
    </p:spTree>
    <p:extLst>
      <p:ext uri="{BB962C8B-B14F-4D97-AF65-F5344CB8AC3E}">
        <p14:creationId xmlns:p14="http://schemas.microsoft.com/office/powerpoint/2010/main" val="107068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D1006-DBCF-239D-7756-DFB6BD79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9B4DD-62F5-9D1D-E891-9DEF61FB2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It is used for expressing possession 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I have a bag --- </a:t>
            </a:r>
            <a:r>
              <a:rPr lang="en-IN" dirty="0" err="1"/>
              <a:t>yo</a:t>
            </a:r>
            <a:r>
              <a:rPr lang="en-IN" dirty="0"/>
              <a:t> </a:t>
            </a:r>
            <a:r>
              <a:rPr lang="en-IN" dirty="0" err="1"/>
              <a:t>engo</a:t>
            </a:r>
            <a:r>
              <a:rPr lang="en-IN" dirty="0"/>
              <a:t> </a:t>
            </a:r>
            <a:r>
              <a:rPr lang="en-IN" dirty="0" err="1"/>
              <a:t>una</a:t>
            </a:r>
            <a:r>
              <a:rPr lang="en-IN" dirty="0"/>
              <a:t> mochila</a:t>
            </a:r>
          </a:p>
          <a:p>
            <a:r>
              <a:rPr lang="en-IN" dirty="0"/>
              <a:t>We have a house --- </a:t>
            </a:r>
            <a:r>
              <a:rPr lang="en-IN" dirty="0" err="1"/>
              <a:t>Nosotros</a:t>
            </a:r>
            <a:r>
              <a:rPr lang="en-IN" dirty="0"/>
              <a:t> </a:t>
            </a:r>
            <a:r>
              <a:rPr lang="en-IN" dirty="0" err="1"/>
              <a:t>tenemos</a:t>
            </a:r>
            <a:r>
              <a:rPr lang="en-IN" dirty="0"/>
              <a:t> </a:t>
            </a:r>
            <a:r>
              <a:rPr lang="en-IN" dirty="0" err="1"/>
              <a:t>una</a:t>
            </a:r>
            <a:r>
              <a:rPr lang="en-IN" dirty="0"/>
              <a:t> casa</a:t>
            </a:r>
          </a:p>
          <a:p>
            <a:r>
              <a:rPr lang="en-IN" dirty="0"/>
              <a:t>You (formal, singular) have a sister ----- </a:t>
            </a:r>
            <a:r>
              <a:rPr lang="en-IN" dirty="0" err="1"/>
              <a:t>Usted</a:t>
            </a:r>
            <a:r>
              <a:rPr lang="en-IN" dirty="0"/>
              <a:t> </a:t>
            </a:r>
            <a:r>
              <a:rPr lang="en-IN" dirty="0" err="1"/>
              <a:t>tiene</a:t>
            </a:r>
            <a:r>
              <a:rPr lang="en-IN" dirty="0"/>
              <a:t> </a:t>
            </a:r>
            <a:r>
              <a:rPr lang="en-IN" dirty="0" err="1"/>
              <a:t>una</a:t>
            </a:r>
            <a:r>
              <a:rPr lang="en-IN" dirty="0"/>
              <a:t> </a:t>
            </a:r>
            <a:r>
              <a:rPr lang="en-IN" dirty="0" err="1"/>
              <a:t>hermana</a:t>
            </a:r>
            <a:endParaRPr lang="en-IN" dirty="0"/>
          </a:p>
          <a:p>
            <a:endParaRPr lang="en-IN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249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8509-4A40-529B-C1F1-D6958AEA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IDIOMATIC EXPRESSION OF TENER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2CC14-9463-3B0A-E7A9-5F377B6AD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Tener miedo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afraid</a:t>
            </a:r>
            <a:endParaRPr lang="es-ES" dirty="0"/>
          </a:p>
          <a:p>
            <a:r>
              <a:rPr lang="es-ES" dirty="0"/>
              <a:t>Tener hambre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hungry</a:t>
            </a:r>
            <a:endParaRPr lang="es-ES" dirty="0"/>
          </a:p>
          <a:p>
            <a:r>
              <a:rPr lang="es-ES" dirty="0"/>
              <a:t>Tener sed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thirsty</a:t>
            </a:r>
            <a:endParaRPr lang="es-ES" dirty="0"/>
          </a:p>
          <a:p>
            <a:r>
              <a:rPr lang="es-ES" dirty="0"/>
              <a:t>Tener _______ años = </a:t>
            </a:r>
            <a:r>
              <a:rPr lang="es-ES" dirty="0" err="1"/>
              <a:t>To</a:t>
            </a:r>
            <a:r>
              <a:rPr lang="es-ES" dirty="0"/>
              <a:t> be ____ </a:t>
            </a:r>
            <a:r>
              <a:rPr lang="es-ES" dirty="0" err="1"/>
              <a:t>years</a:t>
            </a:r>
            <a:r>
              <a:rPr lang="es-ES" dirty="0"/>
              <a:t> </a:t>
            </a:r>
            <a:r>
              <a:rPr lang="es-ES" dirty="0" err="1"/>
              <a:t>old</a:t>
            </a:r>
            <a:endParaRPr lang="es-ES" dirty="0"/>
          </a:p>
          <a:p>
            <a:r>
              <a:rPr lang="es-ES" dirty="0"/>
              <a:t>Tener prisa = </a:t>
            </a:r>
            <a:r>
              <a:rPr lang="es-ES" dirty="0" err="1"/>
              <a:t>to</a:t>
            </a:r>
            <a:r>
              <a:rPr lang="es-ES" dirty="0"/>
              <a:t> be in </a:t>
            </a:r>
            <a:r>
              <a:rPr lang="es-ES" dirty="0" err="1"/>
              <a:t>hurry</a:t>
            </a:r>
            <a:endParaRPr lang="es-ES" dirty="0"/>
          </a:p>
          <a:p>
            <a:r>
              <a:rPr lang="es-ES" dirty="0"/>
              <a:t>Tener sueño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sleepy</a:t>
            </a:r>
            <a:r>
              <a:rPr lang="es-ES" dirty="0"/>
              <a:t>/ </a:t>
            </a:r>
            <a:r>
              <a:rPr lang="es-ES" dirty="0" err="1"/>
              <a:t>tired</a:t>
            </a:r>
            <a:endParaRPr lang="es-ES" dirty="0"/>
          </a:p>
          <a:p>
            <a:r>
              <a:rPr lang="es-ES" dirty="0"/>
              <a:t>Tener frío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cold</a:t>
            </a:r>
            <a:endParaRPr lang="es-ES" dirty="0"/>
          </a:p>
          <a:p>
            <a:r>
              <a:rPr lang="es-ES" dirty="0"/>
              <a:t>Tener calor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hot</a:t>
            </a:r>
            <a:endParaRPr lang="es-ES" dirty="0"/>
          </a:p>
          <a:p>
            <a:r>
              <a:rPr lang="es-ES" dirty="0"/>
              <a:t>Tener suerte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lucky</a:t>
            </a:r>
            <a:endParaRPr lang="es-ES" dirty="0"/>
          </a:p>
          <a:p>
            <a:r>
              <a:rPr lang="es-ES" dirty="0"/>
              <a:t>Tener razón =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right</a:t>
            </a:r>
            <a:r>
              <a:rPr lang="es-ES" dirty="0"/>
              <a:t>/</a:t>
            </a:r>
            <a:r>
              <a:rPr lang="es-ES" dirty="0" err="1"/>
              <a:t>correct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792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14031-D060-A639-6325-463723BE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examples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BB559-866D-2935-0556-F34E7BC8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96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1. Tener ______ </a:t>
            </a:r>
            <a:r>
              <a:rPr lang="es-ES" b="1" dirty="0"/>
              <a:t>años</a:t>
            </a:r>
            <a:r>
              <a:rPr lang="en-IN" b="1" dirty="0"/>
              <a:t>.</a:t>
            </a:r>
          </a:p>
          <a:p>
            <a:r>
              <a:rPr lang="es-ES" dirty="0"/>
              <a:t>Ella tiene 30 años </a:t>
            </a:r>
          </a:p>
          <a:p>
            <a:r>
              <a:rPr lang="es-ES" dirty="0"/>
              <a:t>Mi abuela tiene 87 años</a:t>
            </a:r>
          </a:p>
          <a:p>
            <a:pPr marL="0" indent="0">
              <a:buNone/>
            </a:pPr>
            <a:r>
              <a:rPr lang="es-ES" b="1" dirty="0"/>
              <a:t>2. Tener hambre and tener sed.</a:t>
            </a:r>
          </a:p>
          <a:p>
            <a:r>
              <a:rPr lang="es-ES" dirty="0"/>
              <a:t>Nosotros tenemos hambre.</a:t>
            </a:r>
          </a:p>
          <a:p>
            <a:r>
              <a:rPr lang="es-ES" dirty="0"/>
              <a:t>Ellos tienen sed.</a:t>
            </a:r>
          </a:p>
          <a:p>
            <a:pPr marL="0" indent="0">
              <a:buNone/>
            </a:pPr>
            <a:r>
              <a:rPr lang="es-ES" b="1" dirty="0"/>
              <a:t>3. Tener miedo de.</a:t>
            </a:r>
          </a:p>
          <a:p>
            <a:r>
              <a:rPr lang="es-ES" dirty="0"/>
              <a:t>Vosotros tenéis miedo del espacio oscuro. (</a:t>
            </a:r>
            <a:r>
              <a:rPr lang="es-ES" dirty="0" err="1"/>
              <a:t>dark</a:t>
            </a:r>
            <a:r>
              <a:rPr lang="es-ES" dirty="0"/>
              <a:t> </a:t>
            </a:r>
            <a:r>
              <a:rPr lang="es-ES" dirty="0" err="1"/>
              <a:t>space</a:t>
            </a:r>
            <a:r>
              <a:rPr lang="es-ES" dirty="0"/>
              <a:t>)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7980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D4FE-E7AD-97E1-C8F3-5939800E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5F6A1B-AF3C-4245-8620-5554F264A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557" y="789138"/>
            <a:ext cx="8140148" cy="5129409"/>
          </a:xfrm>
        </p:spPr>
      </p:pic>
    </p:spTree>
    <p:extLst>
      <p:ext uri="{BB962C8B-B14F-4D97-AF65-F5344CB8AC3E}">
        <p14:creationId xmlns:p14="http://schemas.microsoft.com/office/powerpoint/2010/main" val="1410507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C03F-E28E-7040-5C80-E09D726D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Conjugation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Ser, estar </a:t>
            </a:r>
            <a:r>
              <a:rPr lang="es-ES" dirty="0" err="1"/>
              <a:t>or</a:t>
            </a:r>
            <a:r>
              <a:rPr lang="es-ES" dirty="0"/>
              <a:t> tener?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1B648-D279-3C8A-49D8-DECE39996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Yo</a:t>
            </a:r>
            <a:r>
              <a:rPr lang="en-IN" dirty="0"/>
              <a:t> _____________________ </a:t>
            </a:r>
            <a:r>
              <a:rPr lang="en-IN" dirty="0" err="1"/>
              <a:t>muy</a:t>
            </a:r>
            <a:r>
              <a:rPr lang="en-IN" dirty="0"/>
              <a:t> bien.</a:t>
            </a:r>
          </a:p>
          <a:p>
            <a:r>
              <a:rPr lang="en-IN" dirty="0"/>
              <a:t>Tú _____________________ </a:t>
            </a:r>
            <a:r>
              <a:rPr lang="en-IN" dirty="0" err="1"/>
              <a:t>frío</a:t>
            </a:r>
            <a:r>
              <a:rPr lang="en-IN" dirty="0"/>
              <a:t>.</a:t>
            </a:r>
          </a:p>
          <a:p>
            <a:r>
              <a:rPr lang="en-IN" dirty="0"/>
              <a:t>Ella _____________________ </a:t>
            </a:r>
            <a:r>
              <a:rPr lang="en-IN" dirty="0" err="1"/>
              <a:t>muy</a:t>
            </a:r>
            <a:r>
              <a:rPr lang="en-IN" dirty="0"/>
              <a:t> </a:t>
            </a:r>
            <a:r>
              <a:rPr lang="en-IN" dirty="0" err="1"/>
              <a:t>linda</a:t>
            </a:r>
            <a:r>
              <a:rPr lang="en-IN" dirty="0"/>
              <a:t>.</a:t>
            </a:r>
          </a:p>
          <a:p>
            <a:r>
              <a:rPr lang="en-IN" dirty="0" err="1"/>
              <a:t>Nosotros</a:t>
            </a:r>
            <a:r>
              <a:rPr lang="en-IN" dirty="0"/>
              <a:t> _____________________ Hermanos.</a:t>
            </a:r>
          </a:p>
          <a:p>
            <a:r>
              <a:rPr lang="en-IN" dirty="0" err="1"/>
              <a:t>Ustedes</a:t>
            </a:r>
            <a:r>
              <a:rPr lang="en-IN" dirty="0"/>
              <a:t> _____________________ </a:t>
            </a:r>
            <a:r>
              <a:rPr lang="en-IN" dirty="0" err="1"/>
              <a:t>miedo</a:t>
            </a:r>
            <a:r>
              <a:rPr lang="en-IN" dirty="0"/>
              <a:t>.</a:t>
            </a:r>
          </a:p>
          <a:p>
            <a:r>
              <a:rPr lang="en-IN" dirty="0"/>
              <a:t>Las </a:t>
            </a:r>
            <a:r>
              <a:rPr lang="en-IN" dirty="0" err="1"/>
              <a:t>niñas</a:t>
            </a:r>
            <a:r>
              <a:rPr lang="en-IN" dirty="0"/>
              <a:t> _____________________ </a:t>
            </a:r>
            <a:r>
              <a:rPr lang="en-IN" dirty="0" err="1"/>
              <a:t>bailarinas</a:t>
            </a:r>
            <a:r>
              <a:rPr lang="en-IN" dirty="0"/>
              <a:t>.</a:t>
            </a:r>
          </a:p>
          <a:p>
            <a:r>
              <a:rPr lang="en-IN" dirty="0"/>
              <a:t>El </a:t>
            </a:r>
            <a:r>
              <a:rPr lang="en-IN" dirty="0" err="1"/>
              <a:t>gato</a:t>
            </a:r>
            <a:r>
              <a:rPr lang="en-IN" dirty="0"/>
              <a:t> _______________ triste (sad).</a:t>
            </a:r>
          </a:p>
          <a:p>
            <a:r>
              <a:rPr lang="es-ES" dirty="0"/>
              <a:t>Ellos ___________ tres  años.</a:t>
            </a:r>
          </a:p>
          <a:p>
            <a:r>
              <a:rPr lang="es-ES" dirty="0"/>
              <a:t>Isabela ___________ simpática.</a:t>
            </a:r>
          </a:p>
          <a:p>
            <a:r>
              <a:rPr lang="es-ES" dirty="0"/>
              <a:t>La falda _________ limpia.</a:t>
            </a:r>
          </a:p>
        </p:txBody>
      </p:sp>
    </p:spTree>
    <p:extLst>
      <p:ext uri="{BB962C8B-B14F-4D97-AF65-F5344CB8AC3E}">
        <p14:creationId xmlns:p14="http://schemas.microsoft.com/office/powerpoint/2010/main" val="3022559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220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TENER</vt:lpstr>
      <vt:lpstr>CONJUGATION</vt:lpstr>
      <vt:lpstr>USAGE</vt:lpstr>
      <vt:lpstr>IDIOMATIC EXPRESSION OF TENER</vt:lpstr>
      <vt:lpstr>examples</vt:lpstr>
      <vt:lpstr>PowerPoint Presentation</vt:lpstr>
      <vt:lpstr>Conjugation of Ser, estar or tener?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baishali choudhuri</dc:creator>
  <cp:lastModifiedBy>baishali choudhuri</cp:lastModifiedBy>
  <cp:revision>4</cp:revision>
  <dcterms:created xsi:type="dcterms:W3CDTF">2024-08-21T03:49:29Z</dcterms:created>
  <dcterms:modified xsi:type="dcterms:W3CDTF">2024-09-01T07:02:52Z</dcterms:modified>
</cp:coreProperties>
</file>