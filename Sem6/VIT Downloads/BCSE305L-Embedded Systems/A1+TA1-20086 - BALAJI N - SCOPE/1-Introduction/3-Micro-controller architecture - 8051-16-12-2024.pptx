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78" r:id="rId3"/>
    <p:sldId id="376" r:id="rId4"/>
    <p:sldId id="377" r:id="rId5"/>
    <p:sldId id="379" r:id="rId6"/>
    <p:sldId id="380" r:id="rId7"/>
    <p:sldId id="381" r:id="rId8"/>
    <p:sldId id="382" r:id="rId9"/>
    <p:sldId id="383" r:id="rId10"/>
    <p:sldId id="384" r:id="rId11"/>
    <p:sldId id="385" r:id="rId12"/>
    <p:sldId id="386" r:id="rId13"/>
    <p:sldId id="38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07T16:13:50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24575,'1652'0'-1365,"-1622"0"-5461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07T16:13:53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24575,'1314'0'-1365,"-1290"0"-5461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07T16:13:57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24575,'1057'0'0,"-989"-3"0,121-22 0,-115 12 0,78-2 0,289 14 81,-214 3-1527,-204-2-5380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BABAF-8CEE-E1BD-E297-9B29D889D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1D207-8EF3-9DAC-465C-ED26A89A3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D4AD1-C6B2-D595-8A48-AD954915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622AB-E0AF-EA43-833A-DEA5D009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86B93-F6B9-368D-4EB6-2F310C035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12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52DE-AEEF-BCB5-4EA8-BE895AD8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CA7FD-E1DC-6D6A-E442-0437CA79B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70FA7-1656-4DE9-1EA4-ECD2035A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8488A-EAC3-EA09-E432-C54B2404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68FF5-A61D-312F-CA4E-AE2898E2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8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1FC5-6525-98F8-DE9B-22FF1CDFF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2E8F1-9060-B6D1-FA77-97A7B4DF9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0ECE1-5D93-81EF-ECA8-669DF47B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BF850-2C38-1ED2-ACE5-E055C0CC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53D16-C103-D2D1-0993-6809AEFFB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15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EF86-C807-40F0-368D-7956E45C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CE5C4-6237-E7C8-AB7E-4A85FD116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0EE7A-6098-B045-94FB-41AFC8E08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3B7CF-C6FF-D980-925D-96B79AF3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1351B9-0EBA-933E-FD1D-919B8A8E7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100BA3-D805-EAEE-3E8F-1EABC066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4720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F0D9-936F-2300-36C8-66462CE60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F010E-15C4-8A7C-B7B6-DB56014E7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62549-EA55-8F51-574E-D37942F21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286B21-46A0-6D40-A6CE-A66462DAC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6229FB-E1BA-0E9E-BC7D-44888FECB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6897EC-4C71-89B6-2B0A-32148DD2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3B2403-844C-CEEC-4114-3628B028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0891E2-3F37-4B9E-E009-8D6310D7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30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77275-B662-5AA4-F946-8633473A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57EC2-CF34-79D9-0A01-23287DF36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AB76E-2B13-CE0E-115D-2CBA58039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1ABC3-AA1E-536C-D625-737B1E668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458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5F36D6-C7CE-4A2A-673A-83CA62D32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2C2AF-3F6F-7E5B-617B-B842B9F1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28CC4-91F0-B099-2D73-C36438B0D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56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1736-0A0E-5BD1-FE16-9C213CC6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CC862-638F-8D56-4118-B739076A4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C763D-C060-08A0-3FDA-60F0817FD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DDC19-7143-6B29-D129-584BAF368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222FD-5DF6-A2BB-AB56-A411B1EF9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FB3F2-1CC8-B5A4-0225-B41E133A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900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CB81-DDA8-31C5-EF67-E50886F6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AC73C8-42D7-5BAD-BA1B-45DD4EA411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82B99-32C5-EEBF-A312-A8B58C298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CD58C-B1DD-74A6-4666-B993EDA5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373190-CA48-2A6D-C789-4F776AAE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6470D-48E8-4FC8-0228-B12D6BE9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65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5F52-4F45-4D56-3021-80B699B0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29D672-AB24-0E88-9DB8-A527DFDC16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6F997-D93A-7DF5-7AE4-F52ED43E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3A4BA-6A6C-4DA9-90C6-A389703FB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9D0CD-D396-0476-7E69-E0D80A42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075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4C23D-1AD4-6FA4-90A1-1CAFE527A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61CEF-8E00-5F72-16E5-3422B10F5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6B036-59FB-BD24-8C81-5684FAC96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6C5E1-1BE3-9BE5-CBB8-4CDCB1C00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5BF58-0E80-A3EC-3EF4-80352061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959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527C27-282B-BEAE-82F4-6AF508857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0E866-16C3-3756-1DF2-2597D1FE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12D49-7318-7920-BCBA-1CE3E3AA6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C87C7-499D-4932-8485-8B4B1B957288}" type="datetimeFigureOut">
              <a:rPr lang="en-IN" smtClean="0"/>
              <a:t>07-01-2024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AF76D-22D6-2554-710F-6CB97E2A5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692DC-A579-7BB1-01B2-5A7915F14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F3822-1B2D-48FA-91B0-54CDEA345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271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248C-86B8-2CAE-B8DC-6B5956BD50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Microcontroller-8051</a:t>
            </a:r>
          </a:p>
        </p:txBody>
      </p:sp>
    </p:spTree>
    <p:extLst>
      <p:ext uri="{BB962C8B-B14F-4D97-AF65-F5344CB8AC3E}">
        <p14:creationId xmlns:p14="http://schemas.microsoft.com/office/powerpoint/2010/main" val="373328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29E7A1-8ECB-11A3-C96A-DD7B5F5F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51" y="0"/>
            <a:ext cx="10515600" cy="4186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Micro-controller-8051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FBFB41-808C-ACDE-0369-6EBEE4E1F7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772" r="70330"/>
          <a:stretch/>
        </p:blipFill>
        <p:spPr>
          <a:xfrm>
            <a:off x="1688123" y="1268488"/>
            <a:ext cx="3617407" cy="51595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60120A9-5C90-01B2-2B8E-9F68F48AAC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54" t="12007" r="2170" b="1358"/>
          <a:stretch/>
        </p:blipFill>
        <p:spPr>
          <a:xfrm>
            <a:off x="5305530" y="1268488"/>
            <a:ext cx="2642717" cy="51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7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18B6-B3CE-02D3-1C31-D711FDB63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0386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Micro-controller-8051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B22E0-D69B-6061-C376-E6E96C439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4788"/>
            <a:ext cx="10515600" cy="5576834"/>
          </a:xfrm>
        </p:spPr>
        <p:txBody>
          <a:bodyPr>
            <a:norm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The Key features of the 8051 Microcontroller –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4 KB on-chip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ROM (Program memory)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128 bytes on-chip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RAM (Data memory).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 8-bit data bus (bidirectional).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16-bit address bus (unidirectional).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Two 16-bit timers.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Instruction cycle of 1 microsecond with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12 MHz crystal.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Four 8-bit input/output ports.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8051 has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two 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external and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three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 internal interrupts.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8051 microcontroller specifies some special function features like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UARTs, ADC, Op-amp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, etc.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7669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3010C-B265-8647-1545-8C1499738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173"/>
            <a:ext cx="10515600" cy="1325563"/>
          </a:xfrm>
        </p:spPr>
        <p:txBody>
          <a:bodyPr/>
          <a:lstStyle/>
          <a:p>
            <a:r>
              <a:rPr lang="en-US" dirty="0"/>
              <a:t>Pin configuration of 8051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280E2E0-4CF7-8ED0-F677-451B90E79E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69820" y="1384622"/>
            <a:ext cx="5306847" cy="529662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0E77E9-1FD9-9099-42DD-24E9014CC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61" y="1690687"/>
            <a:ext cx="5631621" cy="499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84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A55D7-229D-A5E6-AF22-0988C77A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FC970-9E9A-0877-0FF6-0E02F845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26" y="1380638"/>
            <a:ext cx="5486400" cy="547736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B12735-5046-C040-9186-3721D4FE6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 fontScale="90000"/>
          </a:bodyPr>
          <a:lstStyle/>
          <a:p>
            <a:r>
              <a:rPr lang="en-US" dirty="0"/>
              <a:t>Pin configuration of 8051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DB5685-2ABB-170B-5B52-2B7A8A5A2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155" y="1135464"/>
            <a:ext cx="5207260" cy="55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49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30B38E-40B1-0BE1-EE00-EDB00322D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1795" y="1102604"/>
            <a:ext cx="5521414" cy="548911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AE886-C530-9A63-5292-E47C09EDE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2" y="841060"/>
            <a:ext cx="4546460" cy="575065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5DA3D80-0BFB-D4DE-08BD-81EB9D5A6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3338"/>
            <a:ext cx="10515600" cy="807722"/>
          </a:xfrm>
        </p:spPr>
        <p:txBody>
          <a:bodyPr/>
          <a:lstStyle/>
          <a:p>
            <a:r>
              <a:rPr lang="en-US" dirty="0"/>
              <a:t>Pin configuration of 8051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3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D44EF-6F29-30FE-0373-F5BC72C04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5ADD7F-2D78-97C0-FDFE-04BA8F52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21" y="1195836"/>
            <a:ext cx="5765158" cy="565211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613E5A-01E4-711C-EEDB-E8262CA9CFD5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Pin configuration of 8051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2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4D9B1-B2CF-CAFD-0400-FE88C9DF2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2B983F-B2A6-C35C-7201-97C099175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842"/>
          <a:stretch/>
        </p:blipFill>
        <p:spPr>
          <a:xfrm>
            <a:off x="2562329" y="1567543"/>
            <a:ext cx="5278119" cy="507006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B5A8F86-D9C9-0398-0266-9FC47735F60F}"/>
              </a:ext>
            </a:extLst>
          </p:cNvPr>
          <p:cNvSpPr/>
          <p:nvPr/>
        </p:nvSpPr>
        <p:spPr>
          <a:xfrm>
            <a:off x="5184948" y="3707842"/>
            <a:ext cx="180871" cy="12057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6AFDEBA-39CC-0599-EA3F-932D422A575D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Pin configuration of 8051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2946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D8685-15EB-BE50-C2EE-77B09B3A0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6" y="110532"/>
            <a:ext cx="11930743" cy="6903218"/>
          </a:xfrm>
        </p:spPr>
        <p:txBody>
          <a:bodyPr>
            <a:normAutofit fontScale="92500" lnSpcReduction="20000"/>
          </a:bodyPr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VCC: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pin is connected to the power supply and provides a voltage of +5V to the microcontroller.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GND: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pin is connected to the ground and serves as the reference voltage for the microcontroller.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XTAL1 and XTAL2: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These pins are used for connecting an external crystal oscillator that provides the clock signal for the microcontroller. 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12MHZ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Reset: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pin is used for resetting the microcontroller. A high pulse on this pin resets the microcontroller to its initial state.(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PC=0000H)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Port 0: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8-bit bidirectional input/output port that can be used for interfacing with external devices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.(AD0-AD7)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Port 1: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8-bit bidirectional input/output port that can be used for interfacing with external devices.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Port 2: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8-bit bidirectional input/output port that can be used for interfacing with external devices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.(A8-A15)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Port 3: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8-bit bidirectional input/output port that can be used for interfacing with external devices.(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MULTIPLE FUNCTIONS)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INT0: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external interrupt 0 input pin.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INT1: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external interrupt 1 input pin.</a:t>
            </a:r>
          </a:p>
        </p:txBody>
      </p:sp>
    </p:spTree>
    <p:extLst>
      <p:ext uri="{BB962C8B-B14F-4D97-AF65-F5344CB8AC3E}">
        <p14:creationId xmlns:p14="http://schemas.microsoft.com/office/powerpoint/2010/main" val="1728611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DFD0-55F6-0908-991F-97377AE12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4" y="150725"/>
            <a:ext cx="11394830" cy="6511332"/>
          </a:xfrm>
        </p:spPr>
        <p:txBody>
          <a:bodyPr>
            <a:normAutofit fontScale="92500" lnSpcReduction="10000"/>
          </a:bodyPr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T0: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an external timer 0 input pin.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T1: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an external timer 1 input pin.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WR: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This is the write signal for external memory.(RAM OPERATION)</a:t>
            </a:r>
          </a:p>
          <a:p>
            <a:pPr marL="0" indent="0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RD: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the read signal for external memory .(RAM OPERATION)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ALE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This is the address latch enable signal that is used to latch the address for external memory.(ALE=1:Address, ALE=0: Data)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PSEN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This is the program store enable signal that is used for accessing the program memory.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17-24. Address bus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: These pins are used for transmitting the address information to the external memory.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25-32. Data bus: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These pins are used for transmitting the data between the microcontroller and external memory.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EA: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This is the external access enable signal that is used for selecting the program memory.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36-39. XTAL: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These pins are used for connecting an external crystal oscillator.</a:t>
            </a:r>
          </a:p>
          <a:p>
            <a:pPr marL="0" indent="0">
              <a:buNone/>
            </a:pP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388EF8F-3975-D2B9-0773-CF593983BEDA}"/>
                  </a:ext>
                </a:extLst>
              </p14:cNvPr>
              <p14:cNvContentPartPr/>
              <p14:nvPr/>
            </p14:nvContentPartPr>
            <p14:xfrm>
              <a:off x="251035" y="1034996"/>
              <a:ext cx="60588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388EF8F-3975-D2B9-0773-CF593983BE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95" y="1016996"/>
                <a:ext cx="641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F6AE398-3C4D-978B-67DE-5AD22D597BE7}"/>
                  </a:ext>
                </a:extLst>
              </p14:cNvPr>
              <p14:cNvContentPartPr/>
              <p14:nvPr/>
            </p14:nvContentPartPr>
            <p14:xfrm>
              <a:off x="251035" y="1476764"/>
              <a:ext cx="48240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F6AE398-3C4D-978B-67DE-5AD22D597BE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395" y="1459124"/>
                <a:ext cx="5180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1ABE9AE-CB84-C07B-F648-9BA981C43B2D}"/>
                  </a:ext>
                </a:extLst>
              </p14:cNvPr>
              <p14:cNvContentPartPr/>
              <p14:nvPr/>
            </p14:nvContentPartPr>
            <p14:xfrm>
              <a:off x="271195" y="2621929"/>
              <a:ext cx="803520" cy="20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1ABE9AE-CB84-C07B-F648-9BA981C43B2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53195" y="2604289"/>
                <a:ext cx="83916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1735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B2BEB-511A-3082-71A5-59579A2F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8051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4A4B5-5F18-294E-E39F-2268A00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A4EE6A7-4916-6976-D3D1-CE56CF383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738" y="1313162"/>
            <a:ext cx="9355015" cy="540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8488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1FB0-DF3A-72A4-BCFB-69B8B054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Application of 8051 Microcontroller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751B-A816-04A8-A2F6-EA1F241D5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95" y="1690688"/>
            <a:ext cx="10710705" cy="4911079"/>
          </a:xfrm>
        </p:spPr>
        <p:txBody>
          <a:bodyPr>
            <a:normAutofit fontScale="92500" lnSpcReduction="20000"/>
          </a:bodyPr>
          <a:lstStyle/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Automation: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The 8051 microcontroller is widely used in automotive applications. They are widely used in hybrid vehicles to control engine options. In addition, functions such as cruise control and anti-brake mechanism have been further enhanced thanks to the integration of a microcontroller.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Medical Devices: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Convenient medical devices such as blood glucose and blood pressure monitors contain microcontrollers that display measurements.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Energy management: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Competent measurement systems support energy consumption calculations in home and industrial environments. These measuring systems are prepared by integrating a microcontroller.</a:t>
            </a:r>
          </a:p>
          <a:p>
            <a:pPr algn="l" fontAlgn="base">
              <a:buFont typeface="+mj-lt"/>
              <a:buAutoNum type="arabicPeriod"/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Touch Screen: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 Many microcontroller vendors incorporate touch functionality into their designs. Portable devices such as media players, and gaming devices.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643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BFF1-C4A1-3BC4-947E-A55C944F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2DB6-ED8E-7CBC-3EA4-F495472F7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9392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611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Nunito</vt:lpstr>
      <vt:lpstr>Office Theme</vt:lpstr>
      <vt:lpstr>Microcontroller-8051</vt:lpstr>
      <vt:lpstr>Micro-controller-8051</vt:lpstr>
      <vt:lpstr>Micro-controller-8051</vt:lpstr>
      <vt:lpstr>Pin configuration of 8051</vt:lpstr>
      <vt:lpstr>Pin configuration of 8051</vt:lpstr>
      <vt:lpstr>Pin configuration of 8051</vt:lpstr>
      <vt:lpstr>PowerPoint Presentation</vt:lpstr>
      <vt:lpstr>PowerPoint Presentation</vt:lpstr>
      <vt:lpstr>PowerPoint Presentation</vt:lpstr>
      <vt:lpstr>PowerPoint Presentation</vt:lpstr>
      <vt:lpstr>8051 ARCHITECTURE</vt:lpstr>
      <vt:lpstr>Application of 8051 Microcontroller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Microcontroller-8051</dc:title>
  <dc:creator>KOPPERUNDEVI RAJAJI</dc:creator>
  <cp:lastModifiedBy>KOPPERUNDEVI RAJAJI</cp:lastModifiedBy>
  <cp:revision>5</cp:revision>
  <dcterms:created xsi:type="dcterms:W3CDTF">2024-01-06T04:12:53Z</dcterms:created>
  <dcterms:modified xsi:type="dcterms:W3CDTF">2024-01-07T17:07:03Z</dcterms:modified>
</cp:coreProperties>
</file>