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2" autoAdjust="0"/>
  </p:normalViewPr>
  <p:slideViewPr>
    <p:cSldViewPr snapToGrid="0">
      <p:cViewPr varScale="1">
        <p:scale>
          <a:sx n="72" d="100"/>
          <a:sy n="72" d="100"/>
        </p:scale>
        <p:origin x="11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2BC23-6EC4-E302-FE2D-BDE797AD8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FC8063-A9EC-DB12-DCCF-67A03A51B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FCC34-1AA2-BF5E-0764-8F30A778F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83C4-4789-4E77-A191-8D5FE32F4D94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19C00-007E-2474-A253-1E587422C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915A8-11A0-8379-3BD0-D80980B34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B266-835F-4D5E-B073-EA5FD68C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668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2BF56-6EB7-FC83-A433-3A321E5FB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C9A81-7C4D-A20F-C753-3D5FD31E4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23C53-8A62-501B-DCEE-0BBDC018D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83C4-4789-4E77-A191-8D5FE32F4D94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6B808-E3B3-B14A-8388-C8BF1555D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435D7-5BAB-A9E6-5304-C7413C111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B266-835F-4D5E-B073-EA5FD68C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974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25D02-6353-FADC-01F5-FB539AA3F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71EDF-26C9-DA58-3054-EE13AD81B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42E59-DDC9-3C1C-B42E-DE4B74750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83C4-4789-4E77-A191-8D5FE32F4D94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931FC-A1A9-E3B8-FABA-C4A97D511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5BED2-26D9-5030-6011-D11E9635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B266-835F-4D5E-B073-EA5FD68C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94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54E89-F7C5-0D44-EEFB-851477616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471A7-2A4F-42D2-A71A-84FC46BBC1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58E6D-6556-0985-0CD0-586B78613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D274E-FE21-834F-7CE1-75CBEC90A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83C4-4789-4E77-A191-8D5FE32F4D94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F618B-C4A9-710B-41DB-7ABEE1790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7CCDE-FFB3-30E6-6D16-27C7FE21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B266-835F-4D5E-B073-EA5FD68C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683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05C39-10AF-5E87-BCE7-D08AE5CA4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0D6B6-E4EB-F9EF-2561-8A0AA1324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13963-C51F-41D3-B7A9-622854943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3CE27A-5EAD-8DA6-3387-C7280B672A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68AC16-0614-5210-4DF7-089568FB80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C1D18E-2978-C511-A675-AC9212FBB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83C4-4789-4E77-A191-8D5FE32F4D94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0468A8-AA89-16FB-9D67-30A08B3BF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09C580-C1B3-5CB2-D511-93E7F000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B266-835F-4D5E-B073-EA5FD68C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442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6CCFF-8933-F463-3FE9-2596719B0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BED040-98D0-4D45-6B33-8F65A2CA8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83C4-4789-4E77-A191-8D5FE32F4D94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165B2-BFF7-8DA3-BD3E-22A72CC29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D1F860-B305-5DBE-4E54-55DAE346F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B266-835F-4D5E-B073-EA5FD68C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218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AF1D32-F73F-A5D1-78EA-86151B8E9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83C4-4789-4E77-A191-8D5FE32F4D94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59C4F4-730D-AC58-68FB-AD5E33CAD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FB8B4-1DD4-2933-3310-779664E4F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B266-835F-4D5E-B073-EA5FD68C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576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D5523-1A79-D2B9-0721-F55A7DF5B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EC8DF-06EC-23C9-C6A4-1AABD206B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47BBE-0293-6AB6-751C-B6F975147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1D61E-C041-708F-3050-EA6F493D4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83C4-4789-4E77-A191-8D5FE32F4D94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A90E8-B0ED-5C43-841C-781A3420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6C145-10EA-F5F9-6400-97673E58E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B266-835F-4D5E-B073-EA5FD68C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324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C0992-6D5F-4246-6430-594C1EBD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3AB93E-B58D-EAFA-2931-4B3527C30C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AB40AF-68C7-46F2-F859-07AC96411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60BBE-0DD9-8656-D37B-06FFA0443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83C4-4789-4E77-A191-8D5FE32F4D94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92035-AC05-2246-F1E8-F5611455B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3ED59-5F37-BDC3-B09A-7413EA0F2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B266-835F-4D5E-B073-EA5FD68C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693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E9FF3-DDBB-467B-2781-2E48418BB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51422-DFBD-0976-1A92-C9DBB1A14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F7890-0F45-F308-8ADE-A7CF653F9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83C4-4789-4E77-A191-8D5FE32F4D94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B2D57-27A7-EFC0-CB0A-19BD96FDB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C1D83-6A1F-C952-6CF4-2405AFA8A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B266-835F-4D5E-B073-EA5FD68C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78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3FF566-F34B-EB97-A217-855CB3D96F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6244B-C240-DB77-6C4C-36947995EE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BD8FC-043E-BB7F-F8F4-78B4C038B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83C4-4789-4E77-A191-8D5FE32F4D94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39682-CBD5-F677-87B7-0543F700D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B13A8-55BF-DF69-AC55-7E345D6B9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B266-835F-4D5E-B073-EA5FD68C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924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7936A-97AB-530F-6702-D7DB160B9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3FD3C-AA42-93C7-7AAA-BF1AF1AF7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2EA01-D8E4-DC6F-2C87-EB900C154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E83C4-4789-4E77-A191-8D5FE32F4D94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C3120-4670-1772-8EE4-EDC4F6F3F4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0C764-C180-B523-A2D5-EF53F16B4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CB266-835F-4D5E-B073-EA5FD68C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186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8039A-E52C-E2FA-2E51-099379D3D4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Logic Analyzer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8A2079-F875-9B1E-9D37-4B3B8B202B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39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553B0-C8F9-FA78-2F23-5B0E1A6F4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0242"/>
            <a:ext cx="10515600" cy="5932967"/>
          </a:xfrm>
        </p:spPr>
        <p:txBody>
          <a:bodyPr>
            <a:normAutofit/>
          </a:bodyPr>
          <a:lstStyle/>
          <a:p>
            <a:r>
              <a:rPr lang="en-US" dirty="0"/>
              <a:t>The analyzer can sample many different signals simultaneously but can display only 0, 1, or changing values for each.</a:t>
            </a:r>
          </a:p>
          <a:p>
            <a:r>
              <a:rPr lang="en-US" dirty="0"/>
              <a:t>All these logic analysis channels can be connected to the system to record the activity on many signals simultaneously. </a:t>
            </a:r>
          </a:p>
          <a:p>
            <a:r>
              <a:rPr lang="en-US" dirty="0"/>
              <a:t>The logic analyzer records the values on the signals into an internal memory and then displays the results on a display once the memory is full or the run is aborted. </a:t>
            </a:r>
          </a:p>
          <a:p>
            <a:r>
              <a:rPr lang="en-US" dirty="0"/>
              <a:t>The logic analyzer can capture thousands or even millions of samples of data on all of these channels, providing a much larger time window into the operation of the machine than is possible with a conventional oscilloscope. </a:t>
            </a:r>
          </a:p>
          <a:p>
            <a:r>
              <a:rPr lang="en-US" dirty="0"/>
              <a:t>A typical logic analyzer can acquire data in either of two modes that are typically called state and timing mode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6839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CC1A1-0CA2-0626-04E9-85BFD0931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8F573-D1F7-2036-8140-F1B1F0722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6A1854-37B2-D17D-DA14-F024A4B7F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93" y="689372"/>
            <a:ext cx="10940902" cy="547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9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B1FF9-CA0D-29D4-EEC3-E05F99DB4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/>
          <a:lstStyle/>
          <a:p>
            <a:r>
              <a:rPr lang="en-US" dirty="0"/>
              <a:t>The system’s data signals are sampled at a latch within the logic analyzer; </a:t>
            </a:r>
          </a:p>
          <a:p>
            <a:r>
              <a:rPr lang="en-US" dirty="0"/>
              <a:t>the latch is controlled by either the system clock or the internal logic analyzer sampling clock, depending on whether the analyzer is being used in state or timing mode.</a:t>
            </a:r>
          </a:p>
          <a:p>
            <a:r>
              <a:rPr lang="en-US" dirty="0"/>
              <a:t> Each sample is copied into a vector memory under the control of a state machine.</a:t>
            </a:r>
          </a:p>
          <a:p>
            <a:r>
              <a:rPr lang="en-US" dirty="0"/>
              <a:t>The latch, timing circuitry, sample memory, and controller must be designed to run at high speed since several samples per system clock cycle may be required in timing mode.</a:t>
            </a:r>
          </a:p>
          <a:p>
            <a:r>
              <a:rPr lang="en-US" dirty="0"/>
              <a:t> After the sampling is complete, an embedded microprocessor takes over to control the display of the data captured in the sample memory.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021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E3CFB-8C66-E334-DB9E-B0BD27914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4912"/>
            <a:ext cx="10515600" cy="5422051"/>
          </a:xfrm>
        </p:spPr>
        <p:txBody>
          <a:bodyPr/>
          <a:lstStyle/>
          <a:p>
            <a:r>
              <a:rPr lang="en-US" dirty="0"/>
              <a:t>Logic analyzers typically provide a number of formats for viewing data. One format is a timing diagram format.</a:t>
            </a:r>
          </a:p>
          <a:p>
            <a:r>
              <a:rPr lang="en-US" dirty="0"/>
              <a:t> Many logic analyzers allow not only customized displays, such as giving names to </a:t>
            </a:r>
            <a:r>
              <a:rPr lang="en-US" dirty="0" err="1"/>
              <a:t>signals,but</a:t>
            </a:r>
            <a:r>
              <a:rPr lang="en-US" dirty="0"/>
              <a:t> also more advanced display options. </a:t>
            </a:r>
          </a:p>
          <a:p>
            <a:r>
              <a:rPr lang="en-US" dirty="0"/>
              <a:t>For example, an inverse assembler can be used to turn vector values into microprocessor instructions. </a:t>
            </a:r>
          </a:p>
          <a:p>
            <a:r>
              <a:rPr lang="en-US" dirty="0"/>
              <a:t>The logic analyzer does not provide access to the internal state of the components, but it does give a very good view of the externally visible signals. </a:t>
            </a:r>
          </a:p>
          <a:p>
            <a:r>
              <a:rPr lang="en-US" dirty="0"/>
              <a:t>That information can be used for both functional and timing debugging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6469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Logic Analyzer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Analyzer</dc:title>
  <dc:creator>KOPPERUNDEVI RAJAJI</dc:creator>
  <cp:lastModifiedBy>KOPPERUNDEVI RAJAJI</cp:lastModifiedBy>
  <cp:revision>1</cp:revision>
  <dcterms:created xsi:type="dcterms:W3CDTF">2024-03-19T17:15:37Z</dcterms:created>
  <dcterms:modified xsi:type="dcterms:W3CDTF">2024-03-19T17:15:47Z</dcterms:modified>
</cp:coreProperties>
</file>