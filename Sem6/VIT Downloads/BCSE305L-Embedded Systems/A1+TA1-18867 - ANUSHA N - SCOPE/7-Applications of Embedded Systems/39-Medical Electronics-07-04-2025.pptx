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weather-forecasting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weather-forecasting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weather-forecasting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weather-forecasting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weather-forecasting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weather-forecasting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weather-forecasting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weather-forecasting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weather-forecasting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weather-forecasting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weather-forecasting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weather-forecasting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weather-forecasting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weather-forecasting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weather-forecasting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weather-forecasting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weather-forecasting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weather-forecasting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weather-forecasting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weather-forecasting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ch-14-weather-forecasting-application-of-data-logging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423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ch-14-weather-forecasting-application-of-data-logging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ch-14-weather-forecasting-application-of-data-logging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ch-14-weather-forecasting-application-of-data-logging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ch-14-weather-forecasting-application-of-data-logging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ch-14-weather-forecasting-application-of-data-logging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ch-14-weather-forecasting-application-of-data-logging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ch-14-weather-forecasting-application-of-data-logging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ch-14-weather-forecasting-application-of-data-logging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ch-14-weather-forecasting-application-of-data-logging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ch-14-weather-forecasting-application-of-data-logging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Dr.D. Ajitha</cp:lastModifiedBy>
  <cp:revision>3</cp:revision>
  <dcterms:created xsi:type="dcterms:W3CDTF">2013-01-27T09:14:16Z</dcterms:created>
  <dcterms:modified xsi:type="dcterms:W3CDTF">2024-04-28T11:51:33Z</dcterms:modified>
  <cp:category/>
</cp:coreProperties>
</file>