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3" r:id="rId10"/>
    <p:sldId id="284" r:id="rId11"/>
    <p:sldId id="264" r:id="rId12"/>
    <p:sldId id="265" r:id="rId13"/>
    <p:sldId id="266" r:id="rId14"/>
    <p:sldId id="267" r:id="rId15"/>
    <p:sldId id="285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1" d="100"/>
          <a:sy n="81" d="100"/>
        </p:scale>
        <p:origin x="6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19AC7-AFB0-4213-BC8C-5F2497132F0B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A5EF-11CB-4A71-AF7E-991124208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770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1A5EF-11CB-4A71-AF7E-9911242082E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440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F4C2-AA97-6CC1-3650-96C946402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EC1E7-EEF4-C8D4-B1E7-3E44CD9E6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A0645-B7F3-85A0-8708-E2D5C866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07BB-2FCB-40DB-842F-DF5DEE68A687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A7296-5E10-EACC-3BEC-BC1A99C37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F538E-60E1-D9F4-F644-C74C28381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8E36-0E75-484C-8AF3-AF76B416D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9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A926-E760-B3AC-B8E4-31E2EEE7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B5246-BDFD-6071-BF45-3B5120066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3CE62-9B18-9B3F-F286-B6E900F5C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07BB-2FCB-40DB-842F-DF5DEE68A687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08D70-59AE-5F69-240D-060C81B7B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F5620-6308-730C-721C-AB8B4A3A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8E36-0E75-484C-8AF3-AF76B416D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37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AB70-4588-E524-54FA-295F4148C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A3E84-8D68-D41F-C06D-28BD2947C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5C657-8D04-197F-D4A3-B3BBE63A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07BB-2FCB-40DB-842F-DF5DEE68A687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1D432-9E96-B595-0874-395F4BFE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83BD0-EE7E-2F41-DBF9-7752CE36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8E36-0E75-484C-8AF3-AF76B416D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16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FEED6-9451-9B2C-A495-D36C3340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09265-134F-024F-B5E7-35E31B95AF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8E05A-A4A9-0C05-DA88-6E7A50F85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30016-C934-DD72-FA0A-7665E9393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07BB-2FCB-40DB-842F-DF5DEE68A687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7BDA0-E1E4-2017-BDA0-A53E130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F65BD-6C41-5996-1E9E-7A05D9A8C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8E36-0E75-484C-8AF3-AF76B416D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6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5C93A-F530-F689-0168-91F9F6E9E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1BD6A-3EB6-0EB3-9C19-1705AE25C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60A3A-E3D0-DA46-03C3-5B0A1CF1A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99DC7E-C6D6-18E0-E114-E720A28AE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F8B9A-B68A-A58E-EA7B-68F03FC72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9F5740-9E23-679F-D8C4-EBE1C07C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07BB-2FCB-40DB-842F-DF5DEE68A687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E0453-E74E-68CC-0BAF-2CB564DCC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BB6710-94D7-0BA9-9D51-914EBEB03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8E36-0E75-484C-8AF3-AF76B416D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474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6B6D6-D080-18BD-F89E-564B9AB4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A021E5-8926-4F96-DA6C-7C860FF60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07BB-2FCB-40DB-842F-DF5DEE68A687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90A3CD-79DE-7EFE-8C5F-711F2AF3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269B7-737D-8702-9190-E20AC915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8E36-0E75-484C-8AF3-AF76B416D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355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7EAFC-B1F2-4CF4-6A94-C4104CB3C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07BB-2FCB-40DB-842F-DF5DEE68A687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7E9477-A9C7-C05D-D225-5EDB18B02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C18B8-104E-56AE-C31C-92D80FEA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8E36-0E75-484C-8AF3-AF76B416D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069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6AF0B-F387-2B30-9EB8-94EA729BC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D99E1-7DA1-B784-BEF8-17FD6EB43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81970-9DDF-716C-FCCF-027BCDC1B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639BD-E040-4349-8740-6A6EB5609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07BB-2FCB-40DB-842F-DF5DEE68A687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2F1D8-DE90-5405-9701-5C88FA66C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F70D5-6D89-C8DD-5363-CDB706A7A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8E36-0E75-484C-8AF3-AF76B416D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650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E2C9-C4E2-0EE1-A38D-06B11D8CD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A76911-FBED-818D-D0E6-7A6D6D8DB9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10471-17C1-7263-F3B0-D2AA90914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33CFC-7007-B982-1C1E-3F65364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07BB-2FCB-40DB-842F-DF5DEE68A687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2EC1E-8CCF-7F76-518C-5BAC47D69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4DA96-F920-4332-9A92-5C90C51E7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8E36-0E75-484C-8AF3-AF76B416D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94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6C8C-B57A-0FAA-5625-68772A74B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78FFA0-4B64-B2B2-99D3-527075C86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89CCA-8A0D-F61F-C75A-4B6DA4A0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07BB-2FCB-40DB-842F-DF5DEE68A687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F8C1C-C9E0-FBE6-4A91-53C6E7D16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D7DFF-BB38-195F-59B6-05C54095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8E36-0E75-484C-8AF3-AF76B416D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28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491593-0124-5310-8F8F-97844F368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F329F-611E-1E4F-91DE-EF636E46A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C7447-ADB1-46F3-5004-781A463F9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07BB-2FCB-40DB-842F-DF5DEE68A687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AE37F-7CB1-F3DD-1BDF-4829182C8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EB29F-B20C-7DF3-B003-5193B69C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8E36-0E75-484C-8AF3-AF76B416D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336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A156F-EE7E-956A-6895-A0660260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AE459-BA87-C904-C209-EEE6520BE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72E8B-E28B-4362-84FA-90525E674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D07BB-2FCB-40DB-842F-DF5DEE68A687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7857D-4622-72C7-797F-029462F7D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039DE-0289-572F-2811-6F2695AF8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98E36-0E75-484C-8AF3-AF76B416D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658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052DF4-DB67-704D-F3C7-DFBE336C3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862" y="515737"/>
            <a:ext cx="8795208" cy="570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4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9A5881-29FA-D120-F10A-AF312ACD7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154" y="510371"/>
            <a:ext cx="8469327" cy="556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551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77D825-4E61-5A54-F43F-D812B93A7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1171575"/>
            <a:ext cx="678180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59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E18B42-407A-1A38-FD08-6F6DB189B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77" y="443602"/>
            <a:ext cx="8022211" cy="546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2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52B8D2-556F-E825-6D88-D1993B847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424" y="294555"/>
            <a:ext cx="7945764" cy="556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27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8A6202-0430-5E5F-5418-54863FB72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155" y="487199"/>
            <a:ext cx="9096866" cy="572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748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E0C95F-6920-752E-5BD0-DBDB55019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956" y="686384"/>
            <a:ext cx="6611577" cy="508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66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99AD4F-EC10-A700-0F3D-E97B19272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48" y="514749"/>
            <a:ext cx="9464511" cy="548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93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DA193D-AB16-BA31-3C43-19E62D4E6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24" y="138112"/>
            <a:ext cx="10350630" cy="65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108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42288-1196-431C-2ECD-725618819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833" y="359290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Google Sans"/>
              </a:rPr>
              <a:t>WCDMA- Wideband code division multiple access</a:t>
            </a:r>
          </a:p>
          <a:p>
            <a:r>
              <a:rPr lang="en-IN" dirty="0">
                <a:solidFill>
                  <a:srgbClr val="474747"/>
                </a:solidFill>
                <a:highlight>
                  <a:srgbClr val="FFFFFF"/>
                </a:highlight>
                <a:latin typeface="Google Sans"/>
              </a:rPr>
              <a:t>MAC-Medium Access Control </a:t>
            </a:r>
          </a:p>
          <a:p>
            <a:r>
              <a:rPr lang="en-IN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Google Sans"/>
              </a:rPr>
              <a:t>RLC - </a:t>
            </a:r>
            <a:r>
              <a:rPr lang="en-IN" b="1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Radio Link Control</a:t>
            </a:r>
            <a:r>
              <a:rPr lang="en-IN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</a:p>
          <a:p>
            <a:r>
              <a:rPr lang="en-IN" dirty="0">
                <a:solidFill>
                  <a:srgbClr val="474747"/>
                </a:solidFill>
                <a:highlight>
                  <a:srgbClr val="FFFFFF"/>
                </a:highlight>
                <a:latin typeface="Google Sans"/>
              </a:rPr>
              <a:t>BMC - </a:t>
            </a:r>
            <a:r>
              <a:rPr lang="en-IN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Broadcast/Multicast control </a:t>
            </a:r>
          </a:p>
          <a:p>
            <a:r>
              <a:rPr lang="en-IN" dirty="0">
                <a:solidFill>
                  <a:srgbClr val="1F1F1F"/>
                </a:solidFill>
                <a:highlight>
                  <a:srgbClr val="FFFFFF"/>
                </a:highlight>
                <a:latin typeface="Google Sans"/>
              </a:rPr>
              <a:t>PDCP - </a:t>
            </a:r>
            <a:r>
              <a:rPr lang="en-IN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Packet Data Convergence </a:t>
            </a:r>
            <a:r>
              <a:rPr lang="en-IN" b="1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Protocol</a:t>
            </a:r>
            <a:r>
              <a:rPr lang="en-IN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</a:t>
            </a:r>
          </a:p>
          <a:p>
            <a:r>
              <a:rPr lang="en-IN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RRC - </a:t>
            </a:r>
            <a:r>
              <a:rPr lang="en-IN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Radio Resource Control</a:t>
            </a:r>
          </a:p>
          <a:p>
            <a:r>
              <a:rPr lang="en-IN" dirty="0">
                <a:solidFill>
                  <a:srgbClr val="1F1F1F"/>
                </a:solidFill>
                <a:highlight>
                  <a:srgbClr val="FFFFFF"/>
                </a:highlight>
                <a:latin typeface="Google Sans"/>
              </a:rPr>
              <a:t>AMR -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The AMR (Adaptive Multi-Rate)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standard is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a </a:t>
            </a:r>
            <a:r>
              <a:rPr lang="en-US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 coding algorithm operating at eight-bit rates in the range of 4.75 to 12.2 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kbps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and was specifically designed to improve link robustness.</a:t>
            </a:r>
          </a:p>
          <a:p>
            <a:r>
              <a:rPr lang="en-US" dirty="0">
                <a:solidFill>
                  <a:srgbClr val="1F1F1F"/>
                </a:solidFill>
                <a:highlight>
                  <a:srgbClr val="FFFFFF"/>
                </a:highlight>
                <a:latin typeface="Google Sans"/>
              </a:rPr>
              <a:t>PPP – Point to Point Protocol</a:t>
            </a:r>
            <a:endParaRPr lang="en-IN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endParaRPr lang="en-IN" dirty="0">
              <a:solidFill>
                <a:srgbClr val="1F1F1F"/>
              </a:solidFill>
              <a:highlight>
                <a:srgbClr val="FFFFFF"/>
              </a:highlight>
              <a:latin typeface="Google San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2560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5CCD9B-989B-16A5-4DAB-62F4B7FAD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94" y="226791"/>
            <a:ext cx="8795207" cy="612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75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483F8D-B376-F9A8-37FB-F2CF2F1A6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5" y="1300162"/>
            <a:ext cx="680085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65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8E9EF8-4996-14F9-0016-8725868EF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37" y="1414462"/>
            <a:ext cx="679132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35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ED2EA6-A947-E954-1EB2-3FDFF2A17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381125"/>
            <a:ext cx="66294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36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wo-Way Pager. Pagers ...">
            <a:extLst>
              <a:ext uri="{FF2B5EF4-FFF2-40B4-BE49-F238E27FC236}">
                <a16:creationId xmlns:a16="http://schemas.microsoft.com/office/drawing/2014/main" id="{1E9C78B6-4F82-42B9-961C-D1BC933BE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746" y="1194749"/>
            <a:ext cx="247650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r - Wikipedia">
            <a:extLst>
              <a:ext uri="{FF2B5EF4-FFF2-40B4-BE49-F238E27FC236}">
                <a16:creationId xmlns:a16="http://schemas.microsoft.com/office/drawing/2014/main" id="{9D65D1B6-A6A1-4B22-8D45-9D61C44CB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057" y="1251899"/>
            <a:ext cx="25431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5147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BB8E-33E7-8508-938E-A1A58CD56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Design </a:t>
            </a:r>
            <a:r>
              <a:rPr lang="en-US" dirty="0" err="1"/>
              <a:t>Guidlines</a:t>
            </a:r>
            <a:r>
              <a:rPr lang="en-US" dirty="0"/>
              <a:t> for Handheld Devices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0B542-23BD-E21F-8BEA-3C0EF9E15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2537382"/>
            <a:ext cx="664845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92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910755-1F08-5BF2-B242-718E37067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62" y="1157287"/>
            <a:ext cx="661987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5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6D80DF-0270-7CC5-B9C2-4171ECBB2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5" y="1643062"/>
            <a:ext cx="676275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070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DFC63B-052A-02F2-B00D-1D5EE841B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89" y="980388"/>
            <a:ext cx="8945036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71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80</Words>
  <Application>Microsoft Office PowerPoint</Application>
  <PresentationFormat>Widescreen</PresentationFormat>
  <Paragraphs>10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</vt:lpstr>
      <vt:lpstr>Calibri</vt:lpstr>
      <vt:lpstr>Calibri Light</vt:lpstr>
      <vt:lpstr>Google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User Interface Design Guidlines for Handheld Devices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Thurai Pandian</dc:creator>
  <cp:lastModifiedBy>Anusha N</cp:lastModifiedBy>
  <cp:revision>4</cp:revision>
  <dcterms:created xsi:type="dcterms:W3CDTF">2024-04-14T14:56:07Z</dcterms:created>
  <dcterms:modified xsi:type="dcterms:W3CDTF">2024-04-24T01:31:44Z</dcterms:modified>
</cp:coreProperties>
</file>