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3-18T08:52:51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22926 11984 0,'0'28'203,"0"1"-188,0-1 1,0 0-16,0 1 16,0-1-1,0 0 32,0 0-31,0 1 46,0-1-15,0 0-16,0 0 16,0-56 63,0-28-110,0 27 15,0 1-15,0-28 16,0-1-16,0 29 16,0-1 15,0 1 47,0 0-31,0 56 78,0 0-125,0 1 15,0-1 32,0-85 219,0 29-250,0 0-16,0 0 15,0-1 1,0 1-1,0 0 32,0 56 78,0 0-125,0 1 16,0-1 31,0 0-16,0 0-15,0 1-1,0-1 1,0 0 0,0 1-1,0-1 32,0 0 16,0 0-32,0-56 125,0 0-140,0 0-16,0-1 0,0 1 15,0 0 1,0-1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AABB-5DA3-94EE-6F05-F8EB60960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BAD07-13E8-3CCF-D46D-C6EC22D55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055F9-BEA2-FDA9-6D17-2C67F071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30CFB-7B3C-0146-D6A5-069A85BF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246A7-7F1F-40C8-1EAC-4DDCCD20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06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E11E-4027-1D38-E021-4E237680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E25A7-BED3-1353-4E97-47BEB5B98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95131-486A-DAB3-3219-7020B331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BB536-5402-4C5B-D8AC-97F3E34A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3922-3412-7E94-B173-CEC8CB32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43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EBB1-96D5-79BB-8A6C-09F0342A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00FD5-058C-E597-8374-76B1BFF9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A586-9CBF-7DC7-707C-43E4A177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52C3-0082-CFE7-2313-4674FE12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F796-23E3-B955-52AE-B89F3121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0A31-944A-24A6-B308-1EF70BA4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A112-7A9B-DDBD-5EC8-866328F42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C046D-31F2-66F4-ECA0-C087A851B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CE013-D908-81C9-EA5A-6E9AF693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30C4D-0EBA-7021-BB03-E507317A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A6E65-5CC9-B464-A4BD-DFAE372D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45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036C-F55D-D5E1-2CAC-CD1E0BF3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8E292-858A-9705-C3CD-8622FD279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E5C4-831C-4243-4299-48208C950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B069B-13F8-C2C6-5833-F71E33C74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A6A06-3E10-972B-01A8-F200A4279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6B82D-A226-844E-FEB6-FC233DE5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8DF5C-1D45-87B1-ED5D-DB89E75A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CF50F-F4B7-710A-B287-63B2C00A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4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4C9B-E58C-103C-E367-0810BF5B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DB6CE-1D0A-2929-399E-EF134B71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37905-7B0C-F1CA-F601-3631DCB2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8AF5E-5782-98CE-A6DD-456E24EF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5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DA260-6375-A606-7E7B-C2CAEF6B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1A247-E04E-E2B5-0259-7E754A55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42AFF-F5B7-0409-ABEF-82FEE5D1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3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FB27-E884-5C17-FD9B-8CF97B23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1FEF-0E94-1068-A648-93050C1B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D3197-D778-1C55-23BB-B575893D5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B9A92-B679-233B-321F-CC37238C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71822-5CC2-E397-7222-C787C555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8A114-FC5D-9D53-0DF4-30F4EAE6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3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4D04-E7C5-896C-1EAA-D6FC9B17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97F7F-7164-635F-9F51-7B999592E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2B781-845F-D64B-B02A-E83DA9B1B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6D739-4FF6-8866-CD0A-3D50ABEE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BE453-DD8C-8566-01BE-F897687CD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E1A49-4A79-9935-8043-417B819D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8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2243-A131-4194-ED33-C653E13B4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CB5E-07A4-E79A-498F-BB4795348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1174-C743-3FC6-D15D-B907062C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1AAF4-AB2F-693E-579E-43EE00B3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A1F03-3663-C1CF-D04C-9C778256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192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6D275-CC35-4D0A-3D14-3F348EFE3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449C7-1823-3C8C-2B1C-06235AEB5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11C03-06B8-B0D1-C2C2-9CA74177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4982-678E-8E89-48C2-39030C0C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85C1A-865E-0301-0FC8-1B1BCFBE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75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0C998-33A1-F6CA-A536-30C8E003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67879-3EA1-DB1F-14FD-172638C20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1A3D-4B64-2B2D-2B5E-26C1DAE7B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EFD3E-D399-40C0-A53B-D0D3DBAECB54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F90C6-20DF-5D0A-2173-6A24646CA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EBBAD-79A5-0C36-87AD-E33746133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DC5CD-0258-4F06-B802-D428BFF5A8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6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887E-A35C-C72C-3D44-B5DE1D8A4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Code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7128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1A3C-08BC-E938-4EA9-58764A9E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CB68-37AE-9FEA-6056-02C98EC84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C6758-BFE1-F9E5-F840-601616848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31" y="561609"/>
            <a:ext cx="10515600" cy="613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44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E0B3-7577-BC74-AB3D-A1A74112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E252-867D-6BF6-6E0F-0523647C0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D4250-9C90-2B5E-576D-A1802ACCC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63" y="722609"/>
            <a:ext cx="10188069" cy="54543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664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1040-DBBD-6A9B-8765-F873D080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73D61-3EAF-D948-36EC-EA1E227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issues in code optimization is</a:t>
            </a:r>
          </a:p>
          <a:p>
            <a:pPr marL="0" indent="0">
              <a:buNone/>
            </a:pPr>
            <a:r>
              <a:rPr lang="en-US" dirty="0"/>
              <a:t>1.	Semantic equivalence of the source program must not be changed</a:t>
            </a:r>
          </a:p>
          <a:p>
            <a:pPr marL="0" indent="0">
              <a:buNone/>
            </a:pPr>
            <a:r>
              <a:rPr lang="en-US" dirty="0"/>
              <a:t>2.	It must be achieved without changing the algorithm of the program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29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02A2-FFB4-F400-4E93-E051E4EF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to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ED0A-2CE6-DF7A-328B-4CFDA7F7B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C9ECF-CF25-197E-89D8-9AE9A8600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54" y="1690688"/>
            <a:ext cx="11018061" cy="4889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215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BB97-D682-8503-88C9-9D8720D98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– Compile Time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9C142-4CB5-1E92-FC7C-CB827414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 the code at  the compile time – two techniques  -constant folding and constant propagation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constant folding – technique of evaluating an expression whose operands are known to be constants at compile time itself.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22/7 is a constant expression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first solve the constant expression before and keep the constant value – so called folding the constant and place the value at compile time since evaluated at compile time and keep the value of reuse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7155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461D-7B46-4D5A-0AF4-28E18FB8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FA1F-6632-7DAE-A43A-2E8357598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8B6E4-476E-757A-8A15-C6D76415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01" y="1027906"/>
            <a:ext cx="10515600" cy="37443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55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9DBB-7439-C451-F0F4-DA05626A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6C948-176A-256C-8CD7-1F39498FD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5D155-31BD-ABC2-B7C5-FB6445A646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8450"/>
          <a:stretch/>
        </p:blipFill>
        <p:spPr bwMode="auto">
          <a:xfrm>
            <a:off x="591020" y="230188"/>
            <a:ext cx="10656534" cy="251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8BF02-3528-C4D0-4AEC-877D68644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0" y="2966244"/>
            <a:ext cx="10656534" cy="3345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279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D7BB4-EE80-632F-0C56-384C7587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0" y="174206"/>
            <a:ext cx="10515600" cy="609565"/>
          </a:xfrm>
        </p:spPr>
        <p:txBody>
          <a:bodyPr>
            <a:normAutofit fontScale="90000"/>
          </a:bodyPr>
          <a:lstStyle/>
          <a:p>
            <a:r>
              <a:rPr lang="en-IN" dirty="0"/>
              <a:t>Common sub expression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5CC1F-5646-0E2A-5153-E5745B94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72201-E862-82B4-D653-99F633A5D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70" y="703380"/>
            <a:ext cx="9296558" cy="49638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1FB4BA-4573-22E6-8416-C798A0D06859}"/>
              </a:ext>
            </a:extLst>
          </p:cNvPr>
          <p:cNvSpPr txBox="1"/>
          <p:nvPr/>
        </p:nvSpPr>
        <p:spPr>
          <a:xfrm>
            <a:off x="838200" y="5526594"/>
            <a:ext cx="11187427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Above is the 3 address code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4*I is not executed second time for T4 and value of T1 is taken for T4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no redundant expression in the optimized code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25771A-2861-FDEB-5029-97BD74317E6F}"/>
                  </a:ext>
                </a:extLst>
              </p14:cNvPr>
              <p14:cNvContentPartPr/>
              <p14:nvPr/>
            </p14:nvContentPartPr>
            <p14:xfrm>
              <a:off x="8253360" y="4263480"/>
              <a:ext cx="360" cy="173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25771A-2861-FDEB-5029-97BD74317E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4000" y="4254120"/>
                <a:ext cx="19080" cy="1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68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1AA4-EAF7-299E-B9AA-489D6BB2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9" y="134013"/>
            <a:ext cx="10515600" cy="388501"/>
          </a:xfrm>
        </p:spPr>
        <p:txBody>
          <a:bodyPr>
            <a:normAutofit fontScale="90000"/>
          </a:bodyPr>
          <a:lstStyle/>
          <a:p>
            <a:r>
              <a:rPr lang="en-IN" dirty="0"/>
              <a:t>Code Movement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00671B-FD51-7A5B-177E-2DB994118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7" y="642184"/>
            <a:ext cx="10515600" cy="56851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2429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7C6E-EE14-3D03-0F6D-7A11FFCE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Dead code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9A61-B21E-18E2-55C2-0A62FA380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FF78F-D1A5-E3AA-46D8-69A2B8A0D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05" y="1323504"/>
            <a:ext cx="10251590" cy="553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65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DEE8-5683-B5D8-E7A4-9C65BC85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Strength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C75C-AA01-CDC7-0DAE-014466C1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675E3-6192-2906-C0BC-7FD3D17FD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8185"/>
            <a:ext cx="10074310" cy="4288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757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893D-935D-024B-55B0-3F2A913B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69" y="274691"/>
            <a:ext cx="10515600" cy="72009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 Optimization Techniques</a:t>
            </a:r>
            <a:endParaRPr lang="en-IN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C195-846E-2AD7-7BC7-E69C9DDB3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279" y="1554320"/>
            <a:ext cx="10515600" cy="2414779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 motion technique or code movement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Induction variable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invariant method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unrolling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fusion or loop  jamming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6664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6CA6-F201-7F0D-3186-3CE8EB35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 motion technique or code movement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B21E-41B4-6911-AFD9-A30EE0DDA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446045-5282-77D5-1738-DB541F5AD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926" b="6797"/>
          <a:stretch/>
        </p:blipFill>
        <p:spPr bwMode="auto">
          <a:xfrm>
            <a:off x="1135463" y="2144503"/>
            <a:ext cx="9374693" cy="3713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20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F7B0-BBDE-5626-0DE0-E4CFF458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Induction variable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AF5B-D06A-2A7C-C906-24F663268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4147" cy="4351338"/>
          </a:xfrm>
        </p:spPr>
        <p:txBody>
          <a:bodyPr/>
          <a:lstStyle/>
          <a:p>
            <a:pPr marL="457200">
              <a:lnSpc>
                <a:spcPct val="107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 x is an induction variable of loop L such that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of the induction variable of loop get changed every time – either incremented or decremented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t1 depends on I and so t1 and I are locked and so called induction variables of the block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82B1E-BE70-F862-65F6-E4F47A8904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632" t="60875" r="15749" b="5216"/>
          <a:stretch/>
        </p:blipFill>
        <p:spPr bwMode="auto">
          <a:xfrm>
            <a:off x="6722347" y="1376623"/>
            <a:ext cx="5228190" cy="2562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1222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A007-747D-C9D4-AB2B-7A79514A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invariant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17DF0-67BC-5A80-6E74-013FBED5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 inside the loop is avoided and thereby computation overhead on compiler is avoided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1CA0D-0813-1A63-1FFA-6B6AC1AE28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7590"/>
          <a:stretch/>
        </p:blipFill>
        <p:spPr bwMode="auto">
          <a:xfrm>
            <a:off x="1079359" y="2682910"/>
            <a:ext cx="9151753" cy="3494053"/>
          </a:xfrm>
          <a:prstGeom prst="rect">
            <a:avLst/>
          </a:prstGeom>
          <a:solidFill>
            <a:srgbClr val="B2B2B2"/>
          </a:solidFill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FE992C-1105-756D-1803-1C1110E133F6}"/>
              </a:ext>
            </a:extLst>
          </p:cNvPr>
          <p:cNvSpPr txBox="1"/>
          <p:nvPr/>
        </p:nvSpPr>
        <p:spPr>
          <a:xfrm>
            <a:off x="1141948" y="4976634"/>
            <a:ext cx="1637880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L</a:t>
            </a:r>
          </a:p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L</a:t>
            </a:r>
          </a:p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L</a:t>
            </a:r>
          </a:p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A447D-A121-3251-069D-730E9CEC439F}"/>
              </a:ext>
            </a:extLst>
          </p:cNvPr>
          <p:cNvSpPr txBox="1"/>
          <p:nvPr/>
        </p:nvSpPr>
        <p:spPr>
          <a:xfrm>
            <a:off x="3945029" y="2682910"/>
            <a:ext cx="3239542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29303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F946-43BF-271C-0D7E-666A6BD2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unrolling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71B9-6863-301E-9768-6E2090BCE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740"/>
            <a:ext cx="10515600" cy="4351338"/>
          </a:xfrm>
        </p:spPr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jumps and tests can be reduced by writing the code two times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no of steps to some extent by repeating the operation in the body is reduced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7DC56-95CC-B69F-D247-DCB92E324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685"/>
          <a:stretch/>
        </p:blipFill>
        <p:spPr bwMode="auto">
          <a:xfrm>
            <a:off x="1286190" y="2592475"/>
            <a:ext cx="8490856" cy="34774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0364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8B13-AAA4-2217-145B-636ECB06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Loop fusion or loop  jamming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98599-58E7-3983-EC1E-88EF42AD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Several loops are merged to one loop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89F5A-5EC2-47B0-7CBD-B4C5DF747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506" y="2513135"/>
            <a:ext cx="9478262" cy="2772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894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3356</TotalTime>
  <Words>307</Words>
  <Application>Microsoft Office PowerPoint</Application>
  <PresentationFormat>Widescreen</PresentationFormat>
  <Paragraphs>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Code optimization</vt:lpstr>
      <vt:lpstr>PowerPoint Presentation</vt:lpstr>
      <vt:lpstr>PowerPoint Presentation</vt:lpstr>
      <vt:lpstr>Issues </vt:lpstr>
      <vt:lpstr>Where to apply</vt:lpstr>
      <vt:lpstr>Types – Compile Time Evaluation</vt:lpstr>
      <vt:lpstr>PowerPoint Presentation</vt:lpstr>
      <vt:lpstr>PowerPoint Presentation</vt:lpstr>
      <vt:lpstr>Common sub expression Elimination</vt:lpstr>
      <vt:lpstr>Code Movement</vt:lpstr>
      <vt:lpstr>Dead code Elimination</vt:lpstr>
      <vt:lpstr>Strength Reduction</vt:lpstr>
      <vt:lpstr>Loop Optimization Techniques</vt:lpstr>
      <vt:lpstr>Code motion technique or code movement</vt:lpstr>
      <vt:lpstr>Induction variable</vt:lpstr>
      <vt:lpstr>Loop invariant method</vt:lpstr>
      <vt:lpstr>Loop unrolling</vt:lpstr>
      <vt:lpstr>Loop fusion or loop  jamming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optimization</dc:title>
  <dc:creator>KOPPERUNDEVI RAJAJI</dc:creator>
  <cp:lastModifiedBy>KOPPERUNDEVI RAJAJI</cp:lastModifiedBy>
  <cp:revision>13</cp:revision>
  <dcterms:created xsi:type="dcterms:W3CDTF">2024-03-15T10:45:59Z</dcterms:created>
  <dcterms:modified xsi:type="dcterms:W3CDTF">2024-03-18T09:23:35Z</dcterms:modified>
</cp:coreProperties>
</file>