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44AC-BCBA-0050-3700-6D40D17BC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B28FA-A8B0-A131-113E-AE5951F5F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3F94C-49C9-2561-37FF-C7A96A55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87A9D-D632-70E8-E975-EA960B5E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706BB-5125-8758-7289-55F4EC82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397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1C8E8-D812-0F60-DF23-7006E22D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E06BA-481D-DAC7-1283-6C064FC9B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D8EF6-2360-2B49-EA61-4E6AABE6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BCCCE-4279-CDFF-6DB1-6926C885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2FEA1-FF18-3752-AE50-9AE39753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966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2888-A40C-5914-A0B7-79625163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2607F-0C94-56D9-8067-7D2730CF4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E6809-ED9E-A995-13D2-729432ECD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9761B-BBB7-48A6-07FC-088FC278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6ECF4-A9B8-0845-405F-E07CCE73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50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D1C3-8ED5-560B-1255-52D1F4597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FFC97-1FB5-9DAD-BF95-42F4C52CA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31864-13CB-70A1-D6EB-39CA22B17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63EBF-0EE4-B7CA-C749-D0DC31FC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D01D5-49F2-1D58-A32A-E8CC4D51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32F00-D430-0ED1-780D-81FC9957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18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0623-21D4-64D3-6B3D-1BA3F74D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6C2FE-EF07-8DE9-9EFB-5C98E81E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986F0-118E-6310-F888-B661F0397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BDEB8-E1B9-A794-27D3-4971C8016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1A078-4F52-C0B9-7BF4-FF7EDC4C9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A4077-76D2-737A-0666-99D67270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1C6BF-97CD-F76A-196A-4E953D16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38664-A00B-3492-0FE6-4D4CEBAC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5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A67F-E2B7-178F-9C2E-71D6B21A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40BC9-4719-93A9-0B2E-BC267342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EA883-6563-BA96-0CBA-52B1E252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030E1-BADF-45ED-7AE1-7AAE1C90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39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4D91B-50C6-FF6D-3E8D-53D9A964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3A089-3082-5AE3-5EEC-AA2F7C3C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326CB-8EBE-EA1C-2FF7-981A797F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8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DC22-4B71-B80F-A184-C26E939CC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8C33-95D9-5DE7-80CB-0E2A255D6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6B2B4-D7B2-7A86-FCB0-D7E540377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4A859-5130-2ABD-AD0F-DC683CFA1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4E117-84F5-8382-29B1-317C96F5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8F04E-DEEF-9F12-CD5E-1F64983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17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6C54-9BCB-094C-93C4-48B3CB37C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FDB04-3E5E-F381-2314-74FA602B0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0A6E8-AFC9-DDE3-A4B2-77B8A89C2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6F71B-662E-DAE3-B6F5-52FB330E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FA7CC-46D3-482F-B474-DA45A3A96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4D4A7-5DDB-C5FE-E6C1-ABD28050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434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1EAB-1164-ECC4-E7EA-750B5647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A2F44-99E1-495B-09FD-E2E586C2B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6C90E-D9D0-A995-49C0-EAB50B47D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D759-F330-C679-AF96-2B410205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E24E-8316-B31B-0CCD-73616A90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28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8520E-4A5B-7C83-AACB-166ADCC4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B82BD-185B-B27B-ACC5-FBF55B636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433A5-55D5-8C40-381F-BC43D230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B8007-3456-795B-231A-12042CBD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4981-2620-7436-B33D-98666EE9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86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5E0B0-76CA-0A0D-B7E6-6D0CCE9CE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23FAC-B259-7781-007C-042C0A38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5589C-A55C-FAB8-BAB1-7D81961E37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0D56-D8A0-4707-B2DF-0B6F57E68E2F}" type="datetimeFigureOut">
              <a:rPr lang="en-IN" smtClean="0"/>
              <a:t>05-01-2024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0810E-B67A-0D05-B92B-9D14C342B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CB73-6EC3-4729-EA90-F65627761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98826-A2CA-441C-B952-C380C5933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0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2664-BE1F-2BD7-1A6F-9DCFB6D632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BCSE305L</a:t>
            </a:r>
            <a:br>
              <a:rPr lang="en-IN" dirty="0"/>
            </a:br>
            <a:r>
              <a:rPr lang="en-IN" dirty="0"/>
              <a:t>Embedded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87C6D-4D61-9F58-2F26-9AD4B78851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702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884F-3C05-0998-8C5E-BCAD8EEB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40E5-353C-16BE-1C6A-DDB3537EA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F679E-1C11-68E5-A53C-B70688111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94" y="1275468"/>
            <a:ext cx="114238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4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230D-C662-3601-27AC-F50A46B4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F6302-9880-3093-371A-0BAB1F1B9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1C2CB-70A2-904C-2999-FA444A95F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59" y="800499"/>
            <a:ext cx="11255457" cy="475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1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F82B-B75F-D4CB-87B9-DDCB57FE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80A656-E447-64A2-F435-33006C6D0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465" y="102669"/>
            <a:ext cx="11253069" cy="6652661"/>
          </a:xfrm>
        </p:spPr>
      </p:pic>
    </p:spTree>
    <p:extLst>
      <p:ext uri="{BB962C8B-B14F-4D97-AF65-F5344CB8AC3E}">
        <p14:creationId xmlns:p14="http://schemas.microsoft.com/office/powerpoint/2010/main" val="162437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0B75C-7C27-4929-88D5-E3A299DC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DB21B-7DC6-B206-3308-3A15D854D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2B8CF-F6B0-63C9-A696-8FB19B8C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3" y="681037"/>
            <a:ext cx="11918020" cy="286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51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4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BCSE305L Embedded Systems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BCSE305L Embedded Systems</dc:title>
  <dc:creator>KOPPERUNDEVI RAJAJI</dc:creator>
  <cp:lastModifiedBy>KOPPERUNDEVI RAJAJI</cp:lastModifiedBy>
  <cp:revision>4</cp:revision>
  <dcterms:created xsi:type="dcterms:W3CDTF">2024-01-02T16:15:26Z</dcterms:created>
  <dcterms:modified xsi:type="dcterms:W3CDTF">2024-01-05T11:17:40Z</dcterms:modified>
</cp:coreProperties>
</file>