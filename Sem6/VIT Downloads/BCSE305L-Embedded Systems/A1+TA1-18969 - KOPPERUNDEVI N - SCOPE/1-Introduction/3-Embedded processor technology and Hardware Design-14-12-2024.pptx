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9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69C79-5C74-DDEF-C35B-08482B1AE8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010E68-90FC-68B4-1DF1-8B19FE21F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AC68E-4EA7-329C-F3AC-FE7EBBBFB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8A0A-2775-4693-AA56-FE9D88D05815}" type="datetimeFigureOut">
              <a:rPr lang="en-IN" smtClean="0"/>
              <a:t>19-12-2024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C7006-1858-A68F-AA98-FD74D9604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91CBF-7960-17F4-E9FA-7092FE621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3CDE-CB6C-4FC2-98AF-140F5B5CF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051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BE57C-04BA-5BBA-6617-642A7E3B3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45E3E-CF5F-D82E-E85C-7AB6CB1CC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81E91-9170-5E3F-5AA0-A1B551E83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8A0A-2775-4693-AA56-FE9D88D05815}" type="datetimeFigureOut">
              <a:rPr lang="en-IN" smtClean="0"/>
              <a:t>19-12-2024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6E798-370B-0776-05CA-9220D1D1C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EB892-F877-F8FF-9E29-453819208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3CDE-CB6C-4FC2-98AF-140F5B5CF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914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5D351-5F22-1C98-FC6E-5356E64CB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A81E4-4CC1-F228-E275-A9A7662F1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9F1C5-F0ED-0C56-0BA3-885A8791F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8A0A-2775-4693-AA56-FE9D88D05815}" type="datetimeFigureOut">
              <a:rPr lang="en-IN" smtClean="0"/>
              <a:t>19-12-2024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01F30-CC46-501D-8C30-D53D107CA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6BC99-586B-63E4-43F7-3B66561F9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3CDE-CB6C-4FC2-98AF-140F5B5CF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23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062B1-914C-5AF4-26DF-73F1A6C6C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7EFC-C8F7-2AE4-EBFF-206326289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FE1C9-4D4C-80C3-407E-1EEA8D31D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5DE61-3BB6-021B-7D41-2F38EA6EE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8A0A-2775-4693-AA56-FE9D88D05815}" type="datetimeFigureOut">
              <a:rPr lang="en-IN" smtClean="0"/>
              <a:t>19-12-2024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B5318-F502-F86D-2E65-6E03142B5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2B19C-892A-7ADA-3236-B3117FC4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3CDE-CB6C-4FC2-98AF-140F5B5CF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343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6D80F-A025-795F-AD00-CBF87D739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64BE-5416-C4EE-B4C2-F67BA6E8C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01D92-BE01-1FE8-BF9A-B4587C8CB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E6E7B9-215B-4DED-4AB1-AAC294786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88A631-E8A0-E6CC-7C15-247B0C2E4D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5D7069-2FB3-8C75-9819-462848AD7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8A0A-2775-4693-AA56-FE9D88D05815}" type="datetimeFigureOut">
              <a:rPr lang="en-IN" smtClean="0"/>
              <a:t>19-12-2024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34B87-7A26-26A4-32B5-0E30C9B62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B0A215-8C09-3036-897F-09733565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3CDE-CB6C-4FC2-98AF-140F5B5CF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637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C804E-6A07-2ED4-CCE9-828A869D7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3DF785-9FEB-DBAB-E05B-FFF57E448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8A0A-2775-4693-AA56-FE9D88D05815}" type="datetimeFigureOut">
              <a:rPr lang="en-IN" smtClean="0"/>
              <a:t>19-12-2024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4ADC5F-2BA5-9FF3-328F-200DB59CC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5531B6-7C64-5842-E824-14FCA3CAE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3CDE-CB6C-4FC2-98AF-140F5B5CF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71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50648-F269-0B94-FFF1-0201EB2B4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8A0A-2775-4693-AA56-FE9D88D05815}" type="datetimeFigureOut">
              <a:rPr lang="en-IN" smtClean="0"/>
              <a:t>19-12-2024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9F615-B355-C886-9067-D65EB9F52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E71B0-C08A-13F1-5DA7-901905840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3CDE-CB6C-4FC2-98AF-140F5B5CF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175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3CA1-2C94-D1A3-220B-6633C89F0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0ABB6-2B0E-01CF-7CB8-585472D63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AA98A-AF04-F9A8-4933-C8B54069C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7AA69-1A59-CB16-84C2-8776667AA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8A0A-2775-4693-AA56-FE9D88D05815}" type="datetimeFigureOut">
              <a:rPr lang="en-IN" smtClean="0"/>
              <a:t>19-12-2024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B568B2-9641-0174-7DC6-AFFF92DA5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606E5-D70E-A31F-B462-FE543E385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3CDE-CB6C-4FC2-98AF-140F5B5CF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450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9E27B-2A2A-440F-02D7-2FE0BC471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B5E877-792E-3CAC-F64B-8F4A03CACD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F5F524-20A1-BBD1-C4E6-A84077F4D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56C27-AF9A-103A-359F-DC01AF3CD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8A0A-2775-4693-AA56-FE9D88D05815}" type="datetimeFigureOut">
              <a:rPr lang="en-IN" smtClean="0"/>
              <a:t>19-12-2024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E20CD-6AFC-9D86-429A-1670B867D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0180E-E9B1-609D-682D-FFCBD172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3CDE-CB6C-4FC2-98AF-140F5B5CF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314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61730-93F1-DD60-EB24-13EAB1303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25AA7B-1297-831C-70C3-7BDC6F9EB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E0EFD-3D3B-6584-A2F2-F8EE16E9E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8A0A-2775-4693-AA56-FE9D88D05815}" type="datetimeFigureOut">
              <a:rPr lang="en-IN" smtClean="0"/>
              <a:t>19-12-2024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39C0D-D62A-B02C-F5C8-35D4B0BA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61EF2-AB44-3FF9-8236-9E3700A0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3CDE-CB6C-4FC2-98AF-140F5B5CF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16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994C6E-174B-8A1F-CFE3-CB06EBB972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FA04B-A8F4-5688-B87B-18C902D11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D49A0-7F73-20D3-C483-CD82F3B1F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48A0A-2775-4693-AA56-FE9D88D05815}" type="datetimeFigureOut">
              <a:rPr lang="en-IN" smtClean="0"/>
              <a:t>19-12-2024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CF6D1-B577-0D1A-C4C5-B2DB8E0B6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137F6-DA11-E8D0-36BD-426C72821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3CDE-CB6C-4FC2-98AF-140F5B5CF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976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07C34B-1DEE-2730-89DE-92EE1B48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95A60-E976-7822-CA70-5CF1A74BB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6F902-94E5-B571-1EA0-1450416D3D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48A0A-2775-4693-AA56-FE9D88D05815}" type="datetimeFigureOut">
              <a:rPr lang="en-IN" smtClean="0"/>
              <a:t>19-12-2024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BECC1-7B90-F706-024E-797792ECB3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093B9-175B-B6E3-39F4-26E512DB87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B3CDE-CB6C-4FC2-98AF-140F5B5CF1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3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F77E7-9102-5F32-1EDD-0D5E495565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MODEL TRAIN CONTROLLER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E853BF-4CB8-6FC0-F753-85005D40C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46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F06DF-15E8-0BAA-77BE-602ACD8DC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setup</a:t>
            </a: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AB51A4-9D7D-50A4-CAE6-671C88483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641" y="1450926"/>
            <a:ext cx="9377265" cy="50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78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C282-12EF-BEF1-E80A-620091743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Signaling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60E558-EB89-32CD-C3E8-1B7F4D3A25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826"/>
          <a:stretch/>
        </p:blipFill>
        <p:spPr>
          <a:xfrm>
            <a:off x="1224949" y="1690688"/>
            <a:ext cx="9618253" cy="420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93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F51FE-149F-FD4D-36C1-23CEA77B8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59" y="454876"/>
            <a:ext cx="10515600" cy="452322"/>
          </a:xfrm>
        </p:spPr>
        <p:txBody>
          <a:bodyPr>
            <a:normAutofit fontScale="90000"/>
          </a:bodyPr>
          <a:lstStyle/>
          <a:p>
            <a:r>
              <a:rPr lang="en-US" dirty="0"/>
              <a:t>Requirements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2403C-6C75-CD45-01F6-2E05DA197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BF0AC4-4F01-125E-74D9-4E9E28221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" y="1326543"/>
            <a:ext cx="12126686" cy="18689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460D8F-D1ED-1582-2CC1-EDABFA3B9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80213"/>
            <a:ext cx="11044391" cy="311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4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06627-8502-BCEF-A407-705FD9CE6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form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445AA-F7DA-3408-9AF3-57062E98A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49EE1F-6AF8-AA05-CF10-B171F232F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91" y="1552097"/>
            <a:ext cx="10973453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4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5CEA-879B-238B-86D4-3103C407C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Digital Command Control (DCC)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71A00-5940-1453-283D-4C36438C9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DCC was created to provide a standard that could be built by any manufacturer so that hobbyists could mix and match components from multiple vendors. </a:t>
            </a:r>
          </a:p>
          <a:p>
            <a:r>
              <a:rPr lang="en-US" dirty="0"/>
              <a:t>The DCC standard is given in two documents:</a:t>
            </a:r>
          </a:p>
          <a:p>
            <a:r>
              <a:rPr lang="en-US" dirty="0"/>
              <a:t> ■ Standard S-9.1, the DCC Electrical Standard, defines how bits are encoded on the rails for transmission.</a:t>
            </a:r>
          </a:p>
          <a:p>
            <a:r>
              <a:rPr lang="en-US" dirty="0"/>
              <a:t> ■ Standard S-9.2, the DCC Communication Standard, defines the packets that carry information.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067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5AA9-2338-BEC0-B2DF-FA0EFA0D0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encoding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EFAAE-50B5-91E0-FAC3-CE9D8DFA8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037232-71D1-50EE-356A-CAFB76480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762" y="2555277"/>
            <a:ext cx="7315834" cy="331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50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DA2F6-2C1B-CCE1-B34F-3E20DB87F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7EA6E-37DA-A41B-1E77-6579B6E2C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0171C2-76E4-8073-7A2C-92CF1A838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004" y="365125"/>
            <a:ext cx="10151775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663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29E75-14A5-1DD0-04C6-37AA9545F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378F4-2EC8-0096-1BEC-C61D60C83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B287E8-B537-5844-E005-17DAAE925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334" y="473007"/>
            <a:ext cx="9843078" cy="583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628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5C711-F43F-23A4-9504-C3CD2F786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E1504-6A60-AC27-E4FD-BA85E1D4D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0B995B-1DAB-9E02-1A4A-A4E929E84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82" y="317967"/>
            <a:ext cx="10694436" cy="622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867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26E6A3-78B8-F647-4AFD-BD12555EB5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3143" y="2233021"/>
            <a:ext cx="9555981" cy="88399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E32033-8352-5CE9-5FBC-F53102485C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369845"/>
            <a:ext cx="9370924" cy="1844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FAD9A2-2646-9120-7B1F-61ADF9AF3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382243"/>
            <a:ext cx="9370923" cy="16917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8D4696-5E98-06BB-169B-E45B849F62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398401"/>
            <a:ext cx="8968991" cy="108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92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CF174-D43C-F5E5-DA67-898426ED5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Motor speed control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B9760-FF73-F89C-8ADB-EF688E2FC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C47E74-064B-E1C6-5E8B-479D38CD2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95" y="1690688"/>
            <a:ext cx="11145027" cy="446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509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7F51B-B00A-836F-C6E6-56F14E67A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05069"/>
          </a:xfrm>
        </p:spPr>
        <p:txBody>
          <a:bodyPr/>
          <a:lstStyle/>
          <a:p>
            <a:r>
              <a:rPr lang="en-US" dirty="0"/>
              <a:t>Sequence Diagram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FF44B-ADBB-B7D6-8BBD-D04A73704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1EF00-104D-3554-A0E0-DEB5AB45A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5" y="1008959"/>
            <a:ext cx="10823765" cy="555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46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96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MODEL TRAIN CONTROLLER</vt:lpstr>
      <vt:lpstr>System setup </vt:lpstr>
      <vt:lpstr>Signaling </vt:lpstr>
      <vt:lpstr>Requirements </vt:lpstr>
      <vt:lpstr>Requirement form</vt:lpstr>
      <vt:lpstr>Digital Command Control (DCC)</vt:lpstr>
      <vt:lpstr>Bit encoding </vt:lpstr>
      <vt:lpstr>PowerPoint Presentation</vt:lpstr>
      <vt:lpstr>PowerPoint Presentation</vt:lpstr>
      <vt:lpstr>PowerPoint Presentation</vt:lpstr>
      <vt:lpstr>PowerPoint Presentation</vt:lpstr>
      <vt:lpstr>Motor speed control</vt:lpstr>
      <vt:lpstr>Sequence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TRAIN CONTROLLER</dc:title>
  <dc:creator>KOPPERUNDEVI RAJAJI</dc:creator>
  <cp:lastModifiedBy>KOPPERUNDEVI RAJAJI</cp:lastModifiedBy>
  <cp:revision>7</cp:revision>
  <dcterms:created xsi:type="dcterms:W3CDTF">2024-01-17T03:12:45Z</dcterms:created>
  <dcterms:modified xsi:type="dcterms:W3CDTF">2024-12-19T16:46:37Z</dcterms:modified>
</cp:coreProperties>
</file>