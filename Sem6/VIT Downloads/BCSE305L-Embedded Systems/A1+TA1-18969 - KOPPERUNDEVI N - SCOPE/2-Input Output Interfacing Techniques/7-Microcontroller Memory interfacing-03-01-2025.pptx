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3" r:id="rId22"/>
    <p:sldId id="274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4EF3-B612-58FA-2D5B-F75D6173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862E6-5840-0CF3-26CF-63927FF06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BCD4-86C1-B278-9DD0-D70A3D60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6F6F6-DE56-4E2C-BEB4-61D4DF63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A0000-FD05-B23D-1AEC-978E7365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5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1E2C-C65F-FA27-2DCF-437B3671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CEDF-7E59-1203-9DB1-1F8AC6FB3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52414-F5E5-AF05-1279-D4A105CD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90415-4D66-AAD5-8858-C5BE2670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503BC-0A56-2C67-AC59-7B7F67F6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46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574F-4CE2-52FC-74D9-1AA46A878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78DE8-6563-6107-951C-5F9E8FF0D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9584C-DCEF-3292-C2F4-4878214A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D69DC-029A-3654-C821-B78491E0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CF0B3-40C0-0809-DB7E-07ADE1CD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36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6306-7760-0857-3675-83C35209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49DD4-9CF8-E969-8A13-E860B2B4B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2DDF7-A3E9-96F5-6099-105335D07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EC506-444A-9F24-14F5-66ADE36C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81F00-C9AE-1545-7972-E7DD2965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86E62-D9B9-0ACF-D6C2-A6EC27DD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41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3770-4833-CBE0-F7FD-26FA0564D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DF5B1-4A6C-461E-6B06-C8695723E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0F053-96CA-11B9-4E0F-124C93621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9DFAD3-2B39-4652-7BD7-FA45D7A15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16A77-3F18-74F3-B859-6CF12AB4E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8EA66-62E8-8292-A296-3E3503C2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908D6-8076-5E45-82AA-294EF425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F7558-29E0-A87C-0EF9-554A8F54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8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3185-E03A-D4EB-91E9-C8FC129C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CAD0D-7D3B-B0D0-1DE2-5EEB7156F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AA5EA-B91F-6677-E025-A9179C45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4DC9F-A073-65BC-54D2-86912907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48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B124B-2896-4E38-521C-4E30C4D5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C1BF56-2F94-39CF-BCC5-9605419A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3D86C-5347-A225-1F0A-20870840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11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1BEE-23EE-B43F-06B8-DF4014EF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A79F-B48C-82D6-ABCD-85BC5A6AD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F5516-361F-DC8B-095A-6A3081841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E0DA4-3D94-B449-D85F-A2466999C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9D678-2E05-0B2B-357F-63D1D91A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64A80-396C-E953-8B12-CF11CC4E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58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51FA-5C1C-9426-68F4-979AF6A2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7FC0B-C193-A017-D3C3-5A17EA06A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0E6DD-2D78-B493-5811-5D22EF3D4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FCB5B-D32D-33E1-4DDA-4FADDB74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54BEF-6295-A0A5-4AE6-E018EE87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C5BEF-1C20-01C8-5FAD-7D62CF66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8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1B37-C3E9-9543-70DD-6ECCAC7A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1525D-7F78-7DCF-2073-E200349E7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FE60D-488C-EC6C-0463-B7DED767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96ABD-7486-E789-146E-98666C4F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9AB74-4CD7-E339-8339-CC177B26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1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8C68D-C67B-41DE-2712-0ABD31A3B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C5ABC-8D00-0E46-630A-DE5ACDD28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D1CC-712C-6F03-FCD3-EA1DD390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0AFC7-E0D0-FE94-53C7-0038C2C9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6F7D-3465-F679-2D29-772E7F2C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21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ACD68-41B8-FE98-35C4-08B341887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515C6-96D7-1745-AEB8-38DB10F35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8C059-0569-93D9-51D4-133ABD6E3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D45B1-02F4-421D-948F-1E475887983A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5791C-D618-58D3-B22E-B731CB08B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8E499-4D82-7EFA-503D-3B4339DBD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41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0.wp.com/technobyte.org/wp-content/uploads/2020/06/Interfacing_8051_with_0808-1.gif?ssl=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7D9E-C370-5272-22BF-1413DA741E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INTERFACING WITH 8051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EDA58-82C5-6B1B-AA7D-FDBD51B4C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7A3D-15EA-BBAC-3A10-4997D04AD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06" y="321548"/>
            <a:ext cx="10515600" cy="1325563"/>
          </a:xfrm>
        </p:spPr>
        <p:txBody>
          <a:bodyPr/>
          <a:lstStyle/>
          <a:p>
            <a:r>
              <a:rPr lang="en-US" dirty="0"/>
              <a:t>ADC INTERFACING WITH 8051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04EB3-808B-078B-92B1-831A9B7EB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494"/>
            <a:ext cx="10515600" cy="5483627"/>
          </a:xfrm>
        </p:spPr>
        <p:txBody>
          <a:bodyPr>
            <a:normAutofit/>
          </a:bodyPr>
          <a:lstStyle/>
          <a:p>
            <a:r>
              <a:rPr lang="en-US" dirty="0"/>
              <a:t>The analog sensors output data in an analog format which a microcontroller cannot understand. Therefore, to convert this analog data to a digital format, Analog to Digital converters or ADCs are used.</a:t>
            </a:r>
          </a:p>
          <a:p>
            <a:r>
              <a:rPr lang="en-US" dirty="0">
                <a:effectLst/>
              </a:rPr>
              <a:t>An analog signal has a continuously changing amplitude with respect to time. A digital signal, on the contrary, is a stream of 0s and 1s. </a:t>
            </a:r>
          </a:p>
          <a:p>
            <a:r>
              <a:rPr lang="en-US" dirty="0">
                <a:effectLst/>
              </a:rPr>
              <a:t>An ADC maps analog signals to their binary equivalents. To do this, ADCs use various methods like Flash conversion, slope integration, or successive approximation.</a:t>
            </a:r>
          </a:p>
          <a:p>
            <a:pPr marL="0" indent="0">
              <a:buNone/>
            </a:pPr>
            <a:br>
              <a:rPr lang="en-US" b="0" i="0" dirty="0">
                <a:solidFill>
                  <a:srgbClr val="404040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787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1D38E-D12F-6704-8845-34F5AA055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402" y="643095"/>
            <a:ext cx="11062398" cy="5533868"/>
          </a:xfrm>
        </p:spPr>
        <p:txBody>
          <a:bodyPr/>
          <a:lstStyle/>
          <a:p>
            <a:r>
              <a:rPr lang="en-US" dirty="0"/>
              <a:t> An input signal which varies from 0 to 8 volt, </a:t>
            </a:r>
          </a:p>
          <a:p>
            <a:r>
              <a:rPr lang="en-US" dirty="0"/>
              <a:t>use a 3-bit ADC to convert this signal to binary data.</a:t>
            </a:r>
          </a:p>
          <a:p>
            <a:r>
              <a:rPr lang="en-US" dirty="0"/>
              <a:t> A 3-bit ADC can represent 2^3 or 8 different voltage levels using 3 bits of data.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DB17AB-3397-9A2F-8F0C-AEAA001F5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35592"/>
              </p:ext>
            </p:extLst>
          </p:nvPr>
        </p:nvGraphicFramePr>
        <p:xfrm>
          <a:off x="2964263" y="2317994"/>
          <a:ext cx="5295482" cy="4351338"/>
        </p:xfrm>
        <a:graphic>
          <a:graphicData uri="http://schemas.openxmlformats.org/drawingml/2006/table">
            <a:tbl>
              <a:tblPr/>
              <a:tblGrid>
                <a:gridCol w="2647741">
                  <a:extLst>
                    <a:ext uri="{9D8B030D-6E8A-4147-A177-3AD203B41FA5}">
                      <a16:colId xmlns:a16="http://schemas.microsoft.com/office/drawing/2014/main" val="487764864"/>
                    </a:ext>
                  </a:extLst>
                </a:gridCol>
                <a:gridCol w="2647741">
                  <a:extLst>
                    <a:ext uri="{9D8B030D-6E8A-4147-A177-3AD203B41FA5}">
                      <a16:colId xmlns:a16="http://schemas.microsoft.com/office/drawing/2014/main" val="1032191306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effectLst/>
                        </a:rPr>
                        <a:t>Input voltage</a:t>
                      </a:r>
                      <a:endParaRPr lang="en-IN" sz="2400" dirty="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>
                          <a:effectLst/>
                        </a:rPr>
                        <a:t>Binary equivalent</a:t>
                      </a:r>
                      <a:endParaRPr lang="en-IN" sz="240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52160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0-1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000B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01923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1-2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001B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72818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2-3volt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010B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245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3-4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011B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6210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4-5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100B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14319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5-6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101B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6234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6-7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110B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7181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7-8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111B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01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28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66A2-2C2B-4B17-9565-EC09CC81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11" y="1235947"/>
            <a:ext cx="4441371" cy="4941016"/>
          </a:xfrm>
        </p:spPr>
        <p:txBody>
          <a:bodyPr/>
          <a:lstStyle/>
          <a:p>
            <a:pPr algn="just"/>
            <a:r>
              <a:rPr lang="en-US" dirty="0"/>
              <a:t>The tiniest change we can detect is that of 1 volt. If the change is smaller than 1 volt, the ADC can’t detect it. This minimum change that an ADC can detect is known as the step size of the ADC.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553AC5-9DF2-28F9-D8C0-BCA87A0A8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995414"/>
              </p:ext>
            </p:extLst>
          </p:nvPr>
        </p:nvGraphicFramePr>
        <p:xfrm>
          <a:off x="5556737" y="951418"/>
          <a:ext cx="5295482" cy="4351338"/>
        </p:xfrm>
        <a:graphic>
          <a:graphicData uri="http://schemas.openxmlformats.org/drawingml/2006/table">
            <a:tbl>
              <a:tblPr/>
              <a:tblGrid>
                <a:gridCol w="2647741">
                  <a:extLst>
                    <a:ext uri="{9D8B030D-6E8A-4147-A177-3AD203B41FA5}">
                      <a16:colId xmlns:a16="http://schemas.microsoft.com/office/drawing/2014/main" val="487764864"/>
                    </a:ext>
                  </a:extLst>
                </a:gridCol>
                <a:gridCol w="2647741">
                  <a:extLst>
                    <a:ext uri="{9D8B030D-6E8A-4147-A177-3AD203B41FA5}">
                      <a16:colId xmlns:a16="http://schemas.microsoft.com/office/drawing/2014/main" val="1032191306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effectLst/>
                        </a:rPr>
                        <a:t>Input voltage</a:t>
                      </a:r>
                      <a:endParaRPr lang="en-IN" sz="2400" dirty="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>
                          <a:effectLst/>
                        </a:rPr>
                        <a:t>Binary equivalent</a:t>
                      </a:r>
                      <a:endParaRPr lang="en-IN" sz="240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52160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0-1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000B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01923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1-2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001B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72818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2-3volt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010B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245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3-4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011B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6210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4-5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100B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14319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5-6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101B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6234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6-7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110B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7181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7-8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111B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01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34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DDD6-4ADE-0C61-4199-FC250B913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75" y="499243"/>
            <a:ext cx="10515600" cy="4351338"/>
          </a:xfrm>
        </p:spPr>
        <p:txBody>
          <a:bodyPr/>
          <a:lstStyle/>
          <a:p>
            <a:r>
              <a:rPr lang="en-US" dirty="0"/>
              <a:t>Step size=Vmax-</a:t>
            </a:r>
            <a:r>
              <a:rPr lang="en-US" dirty="0" err="1"/>
              <a:t>Vmin</a:t>
            </a:r>
            <a:r>
              <a:rPr lang="en-US" dirty="0"/>
              <a:t>/2</a:t>
            </a:r>
            <a:r>
              <a:rPr lang="en-US" baseline="30000" dirty="0"/>
              <a:t>n</a:t>
            </a:r>
          </a:p>
          <a:p>
            <a:pPr marL="0" indent="0">
              <a:buNone/>
            </a:pPr>
            <a:r>
              <a:rPr lang="en-US" dirty="0"/>
              <a:t> (where n is the number of bits(resolution) of an ADC)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7B5A9D-11A6-226F-194A-EB4DFEEE3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043697"/>
              </p:ext>
            </p:extLst>
          </p:nvPr>
        </p:nvGraphicFramePr>
        <p:xfrm>
          <a:off x="2101780" y="1873614"/>
          <a:ext cx="7686990" cy="3897632"/>
        </p:xfrm>
        <a:graphic>
          <a:graphicData uri="http://schemas.openxmlformats.org/drawingml/2006/table">
            <a:tbl>
              <a:tblPr/>
              <a:tblGrid>
                <a:gridCol w="2471701">
                  <a:extLst>
                    <a:ext uri="{9D8B030D-6E8A-4147-A177-3AD203B41FA5}">
                      <a16:colId xmlns:a16="http://schemas.microsoft.com/office/drawing/2014/main" val="3829896169"/>
                    </a:ext>
                  </a:extLst>
                </a:gridCol>
                <a:gridCol w="2743588">
                  <a:extLst>
                    <a:ext uri="{9D8B030D-6E8A-4147-A177-3AD203B41FA5}">
                      <a16:colId xmlns:a16="http://schemas.microsoft.com/office/drawing/2014/main" val="426935769"/>
                    </a:ext>
                  </a:extLst>
                </a:gridCol>
                <a:gridCol w="2471701">
                  <a:extLst>
                    <a:ext uri="{9D8B030D-6E8A-4147-A177-3AD203B41FA5}">
                      <a16:colId xmlns:a16="http://schemas.microsoft.com/office/drawing/2014/main" val="3718701897"/>
                    </a:ext>
                  </a:extLst>
                </a:gridCol>
              </a:tblGrid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 b="1" dirty="0">
                          <a:effectLst/>
                        </a:rPr>
                        <a:t>Number of bits</a:t>
                      </a:r>
                      <a:endParaRPr lang="en-IN" sz="2800" dirty="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b="1" dirty="0">
                          <a:effectLst/>
                        </a:rPr>
                        <a:t>Number of steps</a:t>
                      </a:r>
                      <a:endParaRPr lang="en-IN" sz="2800" dirty="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b="1">
                          <a:effectLst/>
                        </a:rPr>
                        <a:t>step size(mV)</a:t>
                      </a:r>
                      <a:endParaRPr lang="en-IN" sz="280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105374"/>
                  </a:ext>
                </a:extLst>
              </a:tr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256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dirty="0">
                          <a:effectLst/>
                        </a:rPr>
                        <a:t>5/256=19.53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81077"/>
                  </a:ext>
                </a:extLst>
              </a:tr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10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1024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dirty="0">
                          <a:effectLst/>
                        </a:rPr>
                        <a:t>5/1024=4.88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447281"/>
                  </a:ext>
                </a:extLst>
              </a:tr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12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4096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dirty="0">
                          <a:effectLst/>
                        </a:rPr>
                        <a:t>5/4096=1.2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1552"/>
                  </a:ext>
                </a:extLst>
              </a:tr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16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65536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dirty="0">
                          <a:effectLst/>
                        </a:rPr>
                        <a:t>0.076 (precise conversion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8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234F-2146-1FE8-7BF0-7D657B2E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5" y="113916"/>
            <a:ext cx="10515600" cy="217679"/>
          </a:xfrm>
        </p:spPr>
        <p:txBody>
          <a:bodyPr>
            <a:normAutofit fontScale="90000"/>
          </a:bodyPr>
          <a:lstStyle/>
          <a:p>
            <a:r>
              <a:rPr lang="en-US" dirty="0"/>
              <a:t>ADC 0808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D9DFF-2671-2148-B962-0D96DEF0C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837" y="834013"/>
            <a:ext cx="6069205" cy="5817996"/>
          </a:xfrm>
        </p:spPr>
        <p:txBody>
          <a:bodyPr>
            <a:normAutofit/>
          </a:bodyPr>
          <a:lstStyle/>
          <a:p>
            <a:r>
              <a:rPr lang="en-US" dirty="0"/>
              <a:t>The ADC 0808 is a popular 8-bit ADC with a step size of 19.53 millivolts.</a:t>
            </a:r>
          </a:p>
          <a:p>
            <a:r>
              <a:rPr lang="en-US" dirty="0"/>
              <a:t> It does not have an internal clock. Therefore, it requires a clock signal from an external source. </a:t>
            </a:r>
          </a:p>
          <a:p>
            <a:r>
              <a:rPr lang="en-US" dirty="0"/>
              <a:t>It has eight input pins, but only one of them can be selected at a time because it has eight digital output pins.</a:t>
            </a:r>
          </a:p>
          <a:p>
            <a:r>
              <a:rPr lang="en-US" dirty="0"/>
              <a:t> It uses the principle of successive approximation for calculating digital values, which is very accurate for performing 8-bit analog to digital conversions.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9DF5E8-BA74-6CF5-9CE6-D7215EDAC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042" y="681037"/>
            <a:ext cx="5683669" cy="510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9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B6233-99BC-A4D0-FAA1-22407349E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73" y="117404"/>
            <a:ext cx="7290917" cy="6976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Input pins (INT0-INT7)</a:t>
            </a:r>
          </a:p>
          <a:p>
            <a:r>
              <a:rPr lang="en-US" dirty="0"/>
              <a:t>The ADC 0808 has eight input analog pins. These pins are multiplexed together, and only one of them can be selected using three select lines.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Select lines and ALE</a:t>
            </a:r>
          </a:p>
          <a:p>
            <a:r>
              <a:rPr lang="en-US" dirty="0"/>
              <a:t>It has three select lines, namely A, B, and C, that are used to select the desired input lines. The ALE pin also needs to be activated by a low to high pulse to select a particular input. The input lines are selected as follows: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0B477B1-34A3-314E-910E-3B139D130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815" y="681037"/>
            <a:ext cx="4721896" cy="424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2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C946-BFD0-DBE5-404A-69855C9A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C6AD83-4FF5-E520-D90B-A9654C2F2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897909"/>
              </p:ext>
            </p:extLst>
          </p:nvPr>
        </p:nvGraphicFramePr>
        <p:xfrm>
          <a:off x="1185704" y="469097"/>
          <a:ext cx="10168095" cy="5918752"/>
        </p:xfrm>
        <a:graphic>
          <a:graphicData uri="http://schemas.openxmlformats.org/drawingml/2006/table">
            <a:tbl>
              <a:tblPr/>
              <a:tblGrid>
                <a:gridCol w="2033619">
                  <a:extLst>
                    <a:ext uri="{9D8B030D-6E8A-4147-A177-3AD203B41FA5}">
                      <a16:colId xmlns:a16="http://schemas.microsoft.com/office/drawing/2014/main" val="831117790"/>
                    </a:ext>
                  </a:extLst>
                </a:gridCol>
                <a:gridCol w="2033619">
                  <a:extLst>
                    <a:ext uri="{9D8B030D-6E8A-4147-A177-3AD203B41FA5}">
                      <a16:colId xmlns:a16="http://schemas.microsoft.com/office/drawing/2014/main" val="609121867"/>
                    </a:ext>
                  </a:extLst>
                </a:gridCol>
                <a:gridCol w="2033619">
                  <a:extLst>
                    <a:ext uri="{9D8B030D-6E8A-4147-A177-3AD203B41FA5}">
                      <a16:colId xmlns:a16="http://schemas.microsoft.com/office/drawing/2014/main" val="1804456192"/>
                    </a:ext>
                  </a:extLst>
                </a:gridCol>
                <a:gridCol w="2033619">
                  <a:extLst>
                    <a:ext uri="{9D8B030D-6E8A-4147-A177-3AD203B41FA5}">
                      <a16:colId xmlns:a16="http://schemas.microsoft.com/office/drawing/2014/main" val="2718866063"/>
                    </a:ext>
                  </a:extLst>
                </a:gridCol>
                <a:gridCol w="2033619">
                  <a:extLst>
                    <a:ext uri="{9D8B030D-6E8A-4147-A177-3AD203B41FA5}">
                      <a16:colId xmlns:a16="http://schemas.microsoft.com/office/drawing/2014/main" val="1411498193"/>
                    </a:ext>
                  </a:extLst>
                </a:gridCol>
              </a:tblGrid>
              <a:tr h="65403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IN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B</a:t>
                      </a:r>
                      <a:endParaRPr lang="en-IN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endParaRPr lang="en-IN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Selected </a:t>
                      </a:r>
                      <a:r>
                        <a:rPr lang="en-IN" sz="2400" b="1" dirty="0" err="1">
                          <a:solidFill>
                            <a:srgbClr val="FF0000"/>
                          </a:solidFill>
                          <a:effectLst/>
                        </a:rPr>
                        <a:t>analog</a:t>
                      </a:r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 channel</a:t>
                      </a:r>
                      <a:endParaRPr lang="en-IN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ALE pin</a:t>
                      </a:r>
                      <a:endParaRPr lang="en-IN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360755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777839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922482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538707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INT3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3568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INT4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14821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INT5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9987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335228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INT7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73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54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AA448-E9EC-050E-B013-9159F8904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91886"/>
            <a:ext cx="11857055" cy="646611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Output pins (D0-D7)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The ADC has eight output pins that give the binary equivalent of a given analog value.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VCC and Ground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These two pins are used to provide the required voltage to power the microcontroller. In most cases, the ADC uses 5V DC to power up.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Clock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As mentioned earlier, the 0808 does not have an internal clock and needs an external clock signal to operate. It uses a clock frequency of 20Mhz, and using this clock frequency it can perform one conversion in 100 microseconds.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VREF (+) and VREF (-)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These two pins are used to provide the upper and the lower limit of voltages which determine the step size for the conversion. Here </a:t>
            </a:r>
            <a:r>
              <a:rPr lang="en-US" b="0" i="0" dirty="0" err="1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Vref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(+) has a higher voltage, and </a:t>
            </a:r>
            <a:r>
              <a:rPr lang="en-US" b="0" i="0" dirty="0" err="1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Vref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(-) has the lower voltage. If </a:t>
            </a:r>
            <a:r>
              <a:rPr lang="en-US" b="0" i="0" dirty="0" err="1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Vref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(+) has an input voltage 5v and </a:t>
            </a:r>
            <a:r>
              <a:rPr lang="en-US" b="0" i="0" dirty="0" err="1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Vref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(-) has a voltage of 0v then the step size will be 5v-0v/2</a:t>
            </a:r>
            <a:r>
              <a:rPr lang="en-US" b="0" i="0" baseline="3000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8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= 15.53 mv.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885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B8F9B-AC67-F1D5-A990-24BB8C130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3626"/>
            <a:ext cx="10515600" cy="542333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Start conversion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This pin is used to tell the ADC to start the conversion. When the ADC receives a low to high pulse on this pin, it starts converting the analog voltage on the selected pin to its 8-bit digital equivalent.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End of conversion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Once the conversion is complete, the ADC sends low to high signal to tell a microcontroller that the conversion is complete and that it can extract the data from the 8 data pins.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Output enable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This pin is used to extract the data from the ADC. A microcontroller sends a low to high pulse to the ADC to extract the data from its data buffers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40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7B2C-71F1-799E-F423-4B690A8B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3916"/>
            <a:ext cx="12192001" cy="951209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404040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Logic to communicate between 8051 and ADC 0808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716A9-EE89-E85C-59C8-CA768D4C8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87" y="1266093"/>
            <a:ext cx="11907297" cy="5477992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1: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Set the port 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you connected to the output lines of the ADC as an input port.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2: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Make the 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Port connected to EOC pin high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. The reason for doing this is that the ADC sends a high to low signal when the conversion of data is complete. So this line needs to be high so that the microcontroller can detect the change.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3: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Clear the data lines 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which are connected to pins ALE, START, and OE as all these pins require a Low to High pulse to get activated.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4: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Select the 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data lines according to the input port you want to select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. To do this, select the data lines and send a High to Low pulse at the ALE pin to select the address.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5: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Now that we have 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selected the analog input pin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, we can tell the 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ADC to start the conversion 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by sending a pulse to the START pin.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6: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Wait for the 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High to low signal 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by polling the 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EOC pin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7: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Wait for 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the signal to get high again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8: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Extract the </a:t>
            </a:r>
            <a:r>
              <a:rPr lang="en-US" b="0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converted data by sending a High to low signal to the OE pin.</a:t>
            </a:r>
          </a:p>
        </p:txBody>
      </p:sp>
    </p:spTree>
    <p:extLst>
      <p:ext uri="{BB962C8B-B14F-4D97-AF65-F5344CB8AC3E}">
        <p14:creationId xmlns:p14="http://schemas.microsoft.com/office/powerpoint/2010/main" val="137153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43D6-26C2-CBDB-5CDF-F4C0C947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5620D-DD5E-D141-87AA-16A53ED55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070D2-0A4C-8686-FB2B-DB68AF4E7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26" y="-78853"/>
            <a:ext cx="9947867" cy="68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12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8418-0D95-B5C0-1E6C-074574CD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79814-92BC-A7A6-8861-467E255D3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5D86A-8B1D-0B68-FA79-92CF6106E854}"/>
              </a:ext>
            </a:extLst>
          </p:cNvPr>
          <p:cNvSpPr txBox="1"/>
          <p:nvPr/>
        </p:nvSpPr>
        <p:spPr>
          <a:xfrm>
            <a:off x="2233246" y="2268677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Interfacing_8051_with_0808-1.gif (872×602) (wp.com)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84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B771-ED1D-3E19-2B14-FE0A03F6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C64B3-EDB6-8044-B71E-5A751BA33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BBE57-5D9B-1ECE-E562-C94F62A47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28" y="709405"/>
            <a:ext cx="9372956" cy="546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44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839-2D58-4A17-F8B8-A0856468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1326-5FF2-062F-3C85-D26B768CB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FEE01-587A-8E39-57DF-53FD55079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85" y="1504043"/>
            <a:ext cx="10554876" cy="409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94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6525-7440-201C-1AE3-A67B8E91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EBC8-AAD4-C18E-434C-1384D8FCD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15D2F-8699-1FE2-DD85-6498B21BE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15" y="1384276"/>
            <a:ext cx="10710460" cy="408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48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B389-FB25-B514-595F-2416146D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47000-605E-C8A4-C90C-61F6580E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CFD7E-A075-148C-B3E1-7BF5F9CAA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35" y="365125"/>
            <a:ext cx="11113476" cy="625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37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F5E3-33E2-46A5-2414-55505CFF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11A84-AB79-F047-1BA2-DA5E43F1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E0A56-7418-3E92-E731-C411E9CD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54" y="2457366"/>
            <a:ext cx="6599492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07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BBD2-C9EF-684A-7B41-F1CFE937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B7E89-FB5E-1D09-90A7-B9B16AD3F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B61DD-B7E6-1D3F-7A77-D6C8C02CE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60" y="967526"/>
            <a:ext cx="9596663" cy="507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43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2E24-9F6A-942D-7A39-6C043749B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3022F-D6E6-66E9-BCAA-6F70E9E04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9ED82-7370-E391-EB4B-994F49EFA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11" y="925613"/>
            <a:ext cx="9434378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09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5632-499C-784B-2838-A30D7AC2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AC73-D284-74F5-8D4A-247541A06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AC608-2BDF-D908-B3ED-9D1A289F3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34" y="891320"/>
            <a:ext cx="10084514" cy="544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83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FC52-7427-2A00-D6D0-15CEC05C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A359AD-E05A-71FA-9DCB-1AAF62403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PPT - Interfacing ADC and DAC with Microprocessor 8085 ...">
            <a:extLst>
              <a:ext uri="{FF2B5EF4-FFF2-40B4-BE49-F238E27FC236}">
                <a16:creationId xmlns:a16="http://schemas.microsoft.com/office/drawing/2014/main" id="{F6B9316A-249E-7736-4F6A-7D9599E3D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082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768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D19D-1E41-A141-E143-E43915C8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2R LADDER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E316D5-3C83-1289-8AE2-879A89B75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13" y="3858710"/>
            <a:ext cx="7430144" cy="134885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DD6B70-5FDE-810C-D033-7F0628C1B26E}"/>
              </a:ext>
            </a:extLst>
          </p:cNvPr>
          <p:cNvSpPr txBox="1"/>
          <p:nvPr/>
        </p:nvSpPr>
        <p:spPr>
          <a:xfrm>
            <a:off x="838199" y="1851368"/>
            <a:ext cx="96867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effectLst/>
                <a:latin typeface="Open Sans" panose="020B0606030504020204" pitchFamily="34" charset="0"/>
              </a:rPr>
              <a:t>The R-2R Digital-to-Analogue Converter is a type of data converter that transforms a digital binary number into an analog output signal that is proportionate to the value of the digital number using two precision resistor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63023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B5B5-738C-CC61-2D38-4556A62C9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FD4C47-82CF-F8A2-1F77-0E5307FED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85" y="1996752"/>
            <a:ext cx="10546817" cy="3468006"/>
          </a:xfrm>
        </p:spPr>
      </p:pic>
    </p:spTree>
    <p:extLst>
      <p:ext uri="{BB962C8B-B14F-4D97-AF65-F5344CB8AC3E}">
        <p14:creationId xmlns:p14="http://schemas.microsoft.com/office/powerpoint/2010/main" val="1775098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442A-FD0B-F7B5-CF71-09FDA46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884077-D6ED-44EC-F3F8-115A32DE8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339" y="247743"/>
            <a:ext cx="7044612" cy="7955948"/>
          </a:xfrm>
        </p:spPr>
      </p:pic>
    </p:spTree>
    <p:extLst>
      <p:ext uri="{BB962C8B-B14F-4D97-AF65-F5344CB8AC3E}">
        <p14:creationId xmlns:p14="http://schemas.microsoft.com/office/powerpoint/2010/main" val="314173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1114</Words>
  <Application>Microsoft Office PowerPoint</Application>
  <PresentationFormat>Widescreen</PresentationFormat>
  <Paragraphs>145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Open Sans</vt:lpstr>
      <vt:lpstr>Varela Round</vt:lpstr>
      <vt:lpstr>Office Theme</vt:lpstr>
      <vt:lpstr>INTERFACING WITH 8051</vt:lpstr>
      <vt:lpstr>ADC INTERFACING WITH 8051</vt:lpstr>
      <vt:lpstr>PowerPoint Presentation</vt:lpstr>
      <vt:lpstr>PowerPoint Presentation</vt:lpstr>
      <vt:lpstr>PowerPoint Presentation</vt:lpstr>
      <vt:lpstr>ADC 0808</vt:lpstr>
      <vt:lpstr>PowerPoint Presentation</vt:lpstr>
      <vt:lpstr>PowerPoint Presentation</vt:lpstr>
      <vt:lpstr>PowerPoint Presentation</vt:lpstr>
      <vt:lpstr>PowerPoint Presentation</vt:lpstr>
      <vt:lpstr>Logic to communicate between 8051 and ADC 0808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 2R LADDER</vt:lpstr>
      <vt:lpstr>CIRCUIT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INTERFACING</dc:title>
  <dc:creator>KOPPERUNDEVI RAJAJI</dc:creator>
  <cp:lastModifiedBy>KOPPERUNDEVI RAJAJI</cp:lastModifiedBy>
  <cp:revision>21</cp:revision>
  <dcterms:created xsi:type="dcterms:W3CDTF">2024-01-23T16:56:00Z</dcterms:created>
  <dcterms:modified xsi:type="dcterms:W3CDTF">2025-01-13T08:42:15Z</dcterms:modified>
</cp:coreProperties>
</file>