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370" r:id="rId4"/>
    <p:sldId id="266" r:id="rId5"/>
    <p:sldId id="371" r:id="rId6"/>
    <p:sldId id="381" r:id="rId7"/>
    <p:sldId id="372" r:id="rId8"/>
    <p:sldId id="373" r:id="rId9"/>
    <p:sldId id="382" r:id="rId10"/>
    <p:sldId id="374" r:id="rId11"/>
    <p:sldId id="378" r:id="rId12"/>
    <p:sldId id="380" r:id="rId13"/>
    <p:sldId id="375" r:id="rId14"/>
    <p:sldId id="379" r:id="rId15"/>
    <p:sldId id="377" r:id="rId16"/>
    <p:sldId id="376" r:id="rId17"/>
    <p:sldId id="281" r:id="rId18"/>
    <p:sldId id="28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107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1C86-3B42-EAD7-922E-2DB72F42B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42587F-FFB1-D525-A7EF-6B51DD6D52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BD89A-7C91-F89C-1412-DBD3366B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8B0BE-B4EC-F469-7386-370A57CF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33CF6-82FB-9E9F-8DC1-8A64F26F9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55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5DCE-D9B1-B9BB-2178-370C1CEC9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AE1AD-B98E-31F3-4858-B04981844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F8036-86B2-8E9F-909F-4E30F85F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EC10F-3DD8-2F0E-900D-683227C70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CE2AB-F580-3E9C-9281-CD80E513D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928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C5DC3-3E0B-B288-A61D-1ADF22AD3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D74987-6ADD-8476-F56C-B41F1B823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83408-12ED-FD68-1C95-31E724D0C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1C980-180A-DF02-FDE4-6EEBC826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74506-2AFD-1467-64FB-5B314B85C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119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0A23B-43C3-CF4A-11AD-8357B72AF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74366-C1E4-38C0-3D80-D27D5B2DD8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E9CE7-E99E-0747-E1EE-9FC4D9CB1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75E38-29E3-DBD3-912B-F88CB18AA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EF660-DB9D-0792-C203-D55F1446B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731B5-5A56-ABEB-0160-EDFD57424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43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43CC-62D0-7FFB-08F8-C866B8468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E0A31-BAA5-48FA-BD43-AFE2EF10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60460F-8DFB-C593-6ECD-0F9CCDDCE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32191-DEA3-588E-C3C6-BE196F78D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67CC7C-6054-A059-4044-3D752198C1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4A5AD-7686-4A61-5A79-05EE40EB9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AF174D-2017-9F5D-A2F9-76AC3BC8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4A2D2-9EFA-EDD2-F75F-2A52463D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3233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8D8F-EB3A-7821-1332-3A023B14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F1328-8F61-5863-8837-0314AEB86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4893BC-83BD-3179-AB2F-F503B5E4A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B8BB28-0FE7-6C63-17B8-A47DA9526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78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DB20A9-D6B5-842E-432F-4A51560CB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CE485E-67D8-2387-4E90-65526BBFE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CA12E-280C-0F09-775F-2B156CC4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065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55195-B511-545E-74BC-6E7CFE417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3B28E-D489-E856-F355-A0315ED13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99D1DE-5767-0152-A035-655AF551D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774BCE-5AC4-7249-8928-46FFE53A6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923FA5-7BA8-4273-0F69-94DB1B9B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1F8C5-A59A-136F-5C40-D16D5752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16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8208E-6E58-C347-DC06-7A7857CF5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0CE89A-FB56-D4DB-0F5E-891FB80C0E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EDE28-CDBA-30A2-4AE3-9893C5570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73A7D-C7BC-2AB8-3148-A3C0D393B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FA6F7-94CC-BCC7-A45D-337A22B04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4E68A-437A-4B59-5E52-2270A84B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60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C740-2F45-2ECE-5F8E-ECAE9F4A8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98C9-6B5D-B4FB-DF9F-D95D451E7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0ECCD-A053-DEE0-8019-D1D36A6CB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85BDB-4787-A46C-9C62-013655729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DDD91-ED8F-068C-096A-04C4D4AB6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87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5C4FEF-82FB-0FF3-0E12-3954FB8028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30673-B5BB-2CD1-F495-2C28DDE333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90CC7-E6B8-0546-816F-1E514AE4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B72AC-B39D-A778-CDEE-2E8CA96C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1A270-A18B-2D3E-8A45-A0B3BD54E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314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6F2531-F797-3ACD-D257-2AB945BDE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07175-4F94-359A-DAA9-D34D1D022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717C2-B0A1-35BA-76F5-22DCE7520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DD724-4C41-48F0-99A9-3118EE392DEC}" type="datetimeFigureOut">
              <a:rPr lang="en-IN" smtClean="0"/>
              <a:t>25-01-2025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4064D-309E-1FE6-3362-B3FC9498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1779D-D22E-355F-2A7C-345A5DF16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88575-37E4-480B-A00A-6F6134A03D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982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ablic.com/en/semicon/products/automotive/automotive-watchdog-timer/intro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9BD45-9FEC-72C1-ED1D-1D802D7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n-US" sz="3200" b="1" i="0" dirty="0">
                <a:effectLst/>
              </a:rPr>
              <a:t>Watch-dog timer: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D0F61-3BA7-70D3-BBA3-630DAA6F1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pPr algn="just"/>
            <a:r>
              <a:rPr lang="en-US" b="0" i="0" dirty="0">
                <a:effectLst/>
              </a:rPr>
              <a:t>A watch-dog timer is a timer that is used to detect and recover from </a:t>
            </a:r>
            <a:r>
              <a:rPr lang="en-US" b="1" i="1" dirty="0">
                <a:effectLst/>
              </a:rPr>
              <a:t>software errors</a:t>
            </a:r>
            <a:r>
              <a:rPr lang="en-US" b="0" i="0" dirty="0">
                <a:effectLst/>
              </a:rPr>
              <a:t>. </a:t>
            </a:r>
          </a:p>
          <a:p>
            <a:pPr algn="just"/>
            <a:r>
              <a:rPr lang="en-US" b="0" i="0" dirty="0">
                <a:effectLst/>
              </a:rPr>
              <a:t>It is typically used in </a:t>
            </a:r>
            <a:r>
              <a:rPr lang="en-US" b="1" i="1" dirty="0">
                <a:effectLst/>
              </a:rPr>
              <a:t>safety-critical systems</a:t>
            </a:r>
            <a:r>
              <a:rPr lang="en-US" b="0" i="0" dirty="0">
                <a:effectLst/>
              </a:rPr>
              <a:t> where a software error could have serious consequences.</a:t>
            </a:r>
          </a:p>
          <a:p>
            <a:pPr algn="just"/>
            <a:endParaRPr lang="en-IN" dirty="0"/>
          </a:p>
        </p:txBody>
      </p:sp>
      <p:pic>
        <p:nvPicPr>
          <p:cNvPr id="13" name="Graphic 12" descr="Hourglass">
            <a:extLst>
              <a:ext uri="{FF2B5EF4-FFF2-40B4-BE49-F238E27FC236}">
                <a16:creationId xmlns:a16="http://schemas.microsoft.com/office/drawing/2014/main" id="{08D28478-6DD9-1292-A053-0958CDE7D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1780" y="771753"/>
            <a:ext cx="5316095" cy="531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9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E80EC2D-16D0-1CBB-42C5-E402F9E432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34178" y="-41804"/>
            <a:ext cx="7657822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AC85AA5A-F892-A34F-5287-F81C90445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454" y="1328737"/>
            <a:ext cx="4762500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6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FA72D-0DDA-6DF5-A846-1A0A56B6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BAF68-DCAB-068D-E28E-1AC02230C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762" y="1837187"/>
            <a:ext cx="10542038" cy="4339775"/>
          </a:xfrm>
        </p:spPr>
        <p:txBody>
          <a:bodyPr>
            <a:normAutofit fontScale="92500" lnSpcReduction="10000"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>
                <a:hlinkClick r:id="rId2"/>
              </a:rPr>
              <a:t>https://www.ablic.com/en/semicon/products/automotive/automotive-watchdog-timer/intro/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 descr="The WDT takes the role of “watchdog” and watches over MCU operation at all times.">
            <a:extLst>
              <a:ext uri="{FF2B5EF4-FFF2-40B4-BE49-F238E27FC236}">
                <a16:creationId xmlns:a16="http://schemas.microsoft.com/office/drawing/2014/main" id="{20670F9F-96ED-1040-A9A9-542C8FCC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104" y="286466"/>
            <a:ext cx="7983792" cy="4997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892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6F50DD7-6792-CD8A-D1A8-C77F23E739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2877" y="457200"/>
            <a:ext cx="8826246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99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4960F-4A34-E0EB-B3CF-C984B592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7E86E-4EDE-9469-C0DF-CBC5601C5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Circuits peripheral to the MCU and WDT (in an automotive environment).The WDT takes the role of “watchdog” and watches over MCU operation at all times.">
            <a:extLst>
              <a:ext uri="{FF2B5EF4-FFF2-40B4-BE49-F238E27FC236}">
                <a16:creationId xmlns:a16="http://schemas.microsoft.com/office/drawing/2014/main" id="{6B3E7420-B5E6-4876-5ADF-ECF966299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14" y="1435510"/>
            <a:ext cx="11346891" cy="4601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82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57D2-908C-94FD-E570-D5E73A167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1. Timeout Mode: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D306E-9A76-B0BA-8D1C-037F2E73B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The most common mode. The WDT counts down and triggers an action (like reset) if not "petted" before the timer reaches zero.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Good for detecting stuck software or hardware issues.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Drawback: Might miss issues if the malfunction prevents "petting" the timer altogether.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78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D5B89-1703-E821-399F-280DAA3F7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A12BF-9ED8-A2ED-53E0-31FA5313B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WDT operation (Time-out mode)">
            <a:extLst>
              <a:ext uri="{FF2B5EF4-FFF2-40B4-BE49-F238E27FC236}">
                <a16:creationId xmlns:a16="http://schemas.microsoft.com/office/drawing/2014/main" id="{DD588B6F-A137-20D5-E4CD-473EAC1AD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65125"/>
            <a:ext cx="10515600" cy="5808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1956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84A5-509C-6019-626D-A0C02551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F196B-10F0-7AEC-D6E2-E450470C8F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タイムアウトモードが異常を検出できない例">
            <a:extLst>
              <a:ext uri="{FF2B5EF4-FFF2-40B4-BE49-F238E27FC236}">
                <a16:creationId xmlns:a16="http://schemas.microsoft.com/office/drawing/2014/main" id="{BA0D3B14-CB8F-0086-1EAB-B2DB4ACCC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68" y="402921"/>
            <a:ext cx="10601632" cy="5864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6328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BED0-1B7E-CAF2-65C1-D94364CF4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Window Mode: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3D94F-1CE5-46D7-0EDE-BC98048ED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Similar to timeout, but defines a window of acceptable "petting" times.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The system must "pet" the timer within a specific range before and after a designated point.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More flexible, allowing room for processing delays while still catching major issues.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826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A17AB-B0A7-4C48-C167-47A5FB2AE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07671-809B-5F06-837B-62F271A5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146" name="Picture 2" descr="WDT operation (Window mode)">
            <a:extLst>
              <a:ext uri="{FF2B5EF4-FFF2-40B4-BE49-F238E27FC236}">
                <a16:creationId xmlns:a16="http://schemas.microsoft.com/office/drawing/2014/main" id="{65CB3E84-6493-9B8A-6FA0-78E9E5EB4A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87" y="0"/>
            <a:ext cx="109728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1702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53E5-F577-1621-7721-698F4DA83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53999-A9BA-5B4A-CEE2-30C76C816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3.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Interval Mode: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The WDT counts down and triggers an action each time it reaches zero, requiring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continuous "petting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Useful for applications requiring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frequent checks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on system health.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Can be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more resource-intensive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compared to other modes.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4.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Software Triggered Mode: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Provides more control. The application itself triggers the timer and can also reset 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Offers flexibility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for specific use cases but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requires careful management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within the application.</a:t>
            </a:r>
          </a:p>
          <a:p>
            <a:pPr marL="0" indent="0" algn="l">
              <a:buNone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5. </a:t>
            </a:r>
            <a:r>
              <a:rPr lang="en-US" b="1" i="0" dirty="0">
                <a:solidFill>
                  <a:srgbClr val="1F1F1F"/>
                </a:solidFill>
                <a:effectLst/>
                <a:latin typeface="Google Sans"/>
              </a:rPr>
              <a:t>Power Management Modes: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Some WDTs offer special modes for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power-saving purposes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. They might automatically pause or adjust their behavior during sleep or low-power states.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6001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0C263-AC5D-5B95-B875-E7A16E10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Choosing the Right Mode:</a:t>
            </a:r>
            <a:b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0E345-0159-C0AE-CB51-B0EBD51DA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The best WDT mode depends on your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specific system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and needs. Consider: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Required level of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safety and responsiveness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: How critical is it to detect issues quickly?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Nature of potential malfunctions: What types of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issues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 do you want to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catch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System resources: How much </a:t>
            </a:r>
            <a:r>
              <a:rPr lang="en-US" b="0" i="0" dirty="0">
                <a:solidFill>
                  <a:srgbClr val="1F1F1F"/>
                </a:solidFill>
                <a:effectLst/>
                <a:highlight>
                  <a:srgbClr val="FFFF00"/>
                </a:highlight>
                <a:latin typeface="Google Sans"/>
              </a:rPr>
              <a:t>processing power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and memory can you dedicate to the WDT?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2865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8102-D6C2-D3FB-3AAA-7C70F71E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5DAA6-9126-667B-7E74-42F1B6F96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6600" dirty="0"/>
              <a:t>MCU possess internal WDT</a:t>
            </a:r>
          </a:p>
          <a:p>
            <a:endParaRPr lang="en-IN" dirty="0"/>
          </a:p>
          <a:p>
            <a:r>
              <a:rPr lang="en-US" b="1" i="0" dirty="0">
                <a:solidFill>
                  <a:srgbClr val="202020"/>
                </a:solidFill>
                <a:effectLst/>
                <a:latin typeface="Roboto" panose="020F0502020204030204" pitchFamily="2" charset="0"/>
              </a:rPr>
              <a:t>Is an “external” WDT necessary?</a:t>
            </a:r>
          </a:p>
          <a:p>
            <a:pPr lvl="1"/>
            <a:r>
              <a:rPr lang="en-US" b="1" dirty="0">
                <a:solidFill>
                  <a:srgbClr val="202020"/>
                </a:solidFill>
                <a:latin typeface="Roboto" panose="020F0502020204030204" pitchFamily="2" charset="0"/>
              </a:rPr>
              <a:t>Extra layer of safety</a:t>
            </a:r>
            <a:endParaRPr lang="en-US" b="0" i="0" dirty="0">
              <a:solidFill>
                <a:srgbClr val="202020"/>
              </a:solidFill>
              <a:effectLst/>
              <a:latin typeface="Roboto" panose="020F0502020204030204" pitchFamily="2" charset="0"/>
            </a:endParaRPr>
          </a:p>
          <a:p>
            <a:endParaRPr lang="en-IN" dirty="0"/>
          </a:p>
        </p:txBody>
      </p:sp>
      <p:pic>
        <p:nvPicPr>
          <p:cNvPr id="1026" name="Picture 2" descr="冗長性として「外付けのWDT」が必要になるケースも">
            <a:extLst>
              <a:ext uri="{FF2B5EF4-FFF2-40B4-BE49-F238E27FC236}">
                <a16:creationId xmlns:a16="http://schemas.microsoft.com/office/drawing/2014/main" id="{821ED52E-8859-8418-98AC-B39603584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841" y="520546"/>
            <a:ext cx="8692331" cy="533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95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1A20-D4D5-0E63-015C-E181A9FB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dirty="0">
                <a:effectLst/>
                <a:latin typeface="Google Sans"/>
              </a:rPr>
              <a:t>Choosing the Right Mode:</a:t>
            </a:r>
            <a:br>
              <a:rPr lang="en-US" sz="4400" b="1" i="0" dirty="0">
                <a:effectLst/>
                <a:latin typeface="Google Sans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54618-5D98-1719-8D9E-462A4DA5E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3AFB7-19C2-86EA-CF78-12260F0C6C59}"/>
              </a:ext>
            </a:extLst>
          </p:cNvPr>
          <p:cNvSpPr txBox="1"/>
          <p:nvPr/>
        </p:nvSpPr>
        <p:spPr>
          <a:xfrm>
            <a:off x="983227" y="1825625"/>
            <a:ext cx="1037057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i="0" dirty="0">
                <a:effectLst/>
                <a:latin typeface="Google Sans"/>
              </a:rPr>
              <a:t>Selecting the optimal WDT mode depends on your specific needs. Consider factors like system complexity, desired flexibility, and required fault tolerance.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Google Sans"/>
              </a:rPr>
              <a:t>For simple systems prone to hangs, </a:t>
            </a:r>
            <a:r>
              <a:rPr lang="en-US" sz="3200" b="1" i="0" dirty="0">
                <a:effectLst/>
                <a:highlight>
                  <a:srgbClr val="FFFF00"/>
                </a:highlight>
                <a:latin typeface="Google Sans"/>
              </a:rPr>
              <a:t>Time-out mode </a:t>
            </a:r>
            <a:r>
              <a:rPr lang="en-US" sz="3200" b="1" i="0" dirty="0">
                <a:effectLst/>
                <a:latin typeface="Google Sans"/>
              </a:rPr>
              <a:t>might suffice.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Google Sans"/>
              </a:rPr>
              <a:t>For applications requiring flexibility and longer execution times, </a:t>
            </a:r>
            <a:r>
              <a:rPr lang="en-US" sz="3200" b="1" i="0" dirty="0">
                <a:effectLst/>
                <a:highlight>
                  <a:srgbClr val="FFFF00"/>
                </a:highlight>
                <a:latin typeface="Google Sans"/>
              </a:rPr>
              <a:t>Window mode </a:t>
            </a:r>
            <a:r>
              <a:rPr lang="en-US" sz="3200" b="1" i="0" dirty="0">
                <a:effectLst/>
                <a:latin typeface="Google Sans"/>
              </a:rPr>
              <a:t>is a good choice.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1" i="0" dirty="0">
                <a:effectLst/>
                <a:latin typeface="Google Sans"/>
              </a:rPr>
              <a:t>For enhanced security and critical systems, </a:t>
            </a:r>
            <a:r>
              <a:rPr lang="en-US" sz="3200" b="1" i="0" dirty="0">
                <a:effectLst/>
                <a:highlight>
                  <a:srgbClr val="FFFF00"/>
                </a:highlight>
                <a:latin typeface="Google Sans"/>
              </a:rPr>
              <a:t>Q&amp;A mode or an independent WDT </a:t>
            </a:r>
            <a:r>
              <a:rPr lang="en-US" sz="3200" b="1" i="0" dirty="0">
                <a:effectLst/>
                <a:latin typeface="Google Sans"/>
              </a:rPr>
              <a:t>offer superior protection.</a:t>
            </a:r>
          </a:p>
        </p:txBody>
      </p:sp>
    </p:spTree>
    <p:extLst>
      <p:ext uri="{BB962C8B-B14F-4D97-AF65-F5344CB8AC3E}">
        <p14:creationId xmlns:p14="http://schemas.microsoft.com/office/powerpoint/2010/main" val="3679150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908E-48D6-25A8-396E-CF9DCE18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BA5E7-B908-3DDE-8543-3750E1F5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A40C54-7850-F4D1-E867-C661B108F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00" y="967526"/>
            <a:ext cx="9586791" cy="49229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58BFA3-4A7B-1920-0D81-1394BC80D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218" y="438228"/>
            <a:ext cx="9499973" cy="1058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9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E4FB2-1875-73FE-8E76-142ACEF84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2919C-0951-C024-E6DE-448084C7E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EF500D-57D9-DCD4-9ED7-4FDD62CCA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624" y="1863669"/>
            <a:ext cx="8862828" cy="431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61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8CD0-9C98-E862-2418-C859B5280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 Points about WDT: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8C648-9836-37B7-093E-7CFEFD337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A watchdog timer is a timer that is used to detect and recover from </a:t>
            </a: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software errors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. It is typically used in safety-critical systems where a software error could have serious consequences.</a:t>
            </a:r>
          </a:p>
          <a:p>
            <a:pPr algn="just"/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The watchdog timer is a </a:t>
            </a: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hardware timer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that is designed to reset the system if the software fails to periodically reset it.</a:t>
            </a:r>
          </a:p>
          <a:p>
            <a:pPr algn="just"/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The software must periodically restart the watchdog timer before it expires. If the software fails to restart the watchdog timer, the timer will expire and reset the system.</a:t>
            </a:r>
          </a:p>
          <a:p>
            <a:pPr algn="just"/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The watchdog timer is typically used in embedded systems that have </a:t>
            </a: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no human operator to monitor the system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. It is also used in systems where a software error could cause </a:t>
            </a: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serious damage or injury</a:t>
            </a:r>
            <a:r>
              <a:rPr lang="en-US" b="1" i="0" dirty="0">
                <a:solidFill>
                  <a:srgbClr val="111111"/>
                </a:solidFill>
                <a:effectLst/>
                <a:latin typeface="-apple-system"/>
              </a:rPr>
              <a:t>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26681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04366-115F-BF1F-0DE2-BD36189C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Contd..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5E3A-64DB-70AA-16B2-5B4909EA13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The watchdog timer is implemented as a 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counter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 that counts down from an initial value. The software must </a:t>
            </a:r>
            <a:r>
              <a:rPr lang="en-US" b="0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periodically restart 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the counter before it reaches zero. If the counter reaches zero, the watchdog timer will expire and reset the system.</a:t>
            </a:r>
          </a:p>
          <a:p>
            <a:pPr algn="just"/>
            <a:endParaRPr lang="en-US" b="0" i="0" dirty="0">
              <a:solidFill>
                <a:srgbClr val="111111"/>
              </a:solidFill>
              <a:effectLst/>
              <a:latin typeface="-apple-system"/>
            </a:endParaRPr>
          </a:p>
          <a:p>
            <a:pPr algn="just"/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The watchdog timer can be </a:t>
            </a:r>
            <a:r>
              <a:rPr lang="en-US" b="1" i="0" dirty="0">
                <a:solidFill>
                  <a:srgbClr val="111111"/>
                </a:solidFill>
                <a:effectLst/>
                <a:highlight>
                  <a:srgbClr val="FFFF00"/>
                </a:highlight>
                <a:latin typeface="-apple-system"/>
              </a:rPr>
              <a:t>configured to generate an interrupt before it expires</a:t>
            </a:r>
            <a:r>
              <a:rPr lang="en-US" b="0" i="0" dirty="0">
                <a:solidFill>
                  <a:srgbClr val="111111"/>
                </a:solidFill>
                <a:effectLst/>
                <a:latin typeface="-apple-system"/>
              </a:rPr>
              <a:t>. This allows the software to take corrective action before the system is reset.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015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639</Words>
  <Application>Microsoft Office PowerPoint</Application>
  <PresentationFormat>Widescreen</PresentationFormat>
  <Paragraphs>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-apple-system</vt:lpstr>
      <vt:lpstr>Arial</vt:lpstr>
      <vt:lpstr>Calibri</vt:lpstr>
      <vt:lpstr>Calibri Light</vt:lpstr>
      <vt:lpstr>Google Sans</vt:lpstr>
      <vt:lpstr>Roboto</vt:lpstr>
      <vt:lpstr>Office Theme</vt:lpstr>
      <vt:lpstr>Watch-dog timer:</vt:lpstr>
      <vt:lpstr>PowerPoint Presentation</vt:lpstr>
      <vt:lpstr>PowerPoint Presentation</vt:lpstr>
      <vt:lpstr>PowerPoint Presentation</vt:lpstr>
      <vt:lpstr>PowerPoint Presentation</vt:lpstr>
      <vt:lpstr>1. Timeout Mode: </vt:lpstr>
      <vt:lpstr>PowerPoint Presentation</vt:lpstr>
      <vt:lpstr>PowerPoint Presentation</vt:lpstr>
      <vt:lpstr>Window Mode: </vt:lpstr>
      <vt:lpstr>PowerPoint Presentation</vt:lpstr>
      <vt:lpstr>PowerPoint Presentation</vt:lpstr>
      <vt:lpstr>Choosing the Right Mode: </vt:lpstr>
      <vt:lpstr>PowerPoint Presentation</vt:lpstr>
      <vt:lpstr>Choosing the Right Mode: </vt:lpstr>
      <vt:lpstr>PowerPoint Presentation</vt:lpstr>
      <vt:lpstr>PowerPoint Presentation</vt:lpstr>
      <vt:lpstr>Summary Points about WDT:</vt:lpstr>
      <vt:lpstr>Contd..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Watch-dog timer:</dc:title>
  <dc:creator>harikishorm@outlook.com</dc:creator>
  <cp:lastModifiedBy>KOPPERUNDEVI RAJAJI</cp:lastModifiedBy>
  <cp:revision>48</cp:revision>
  <dcterms:created xsi:type="dcterms:W3CDTF">2024-01-23T08:37:55Z</dcterms:created>
  <dcterms:modified xsi:type="dcterms:W3CDTF">2025-01-25T04:07:56Z</dcterms:modified>
</cp:coreProperties>
</file>